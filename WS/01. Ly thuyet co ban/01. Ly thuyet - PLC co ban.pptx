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xls" ContentType="application/vnd.ms-excel"/>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655" r:id="rId1"/>
  </p:sldMasterIdLst>
  <p:notesMasterIdLst>
    <p:notesMasterId r:id="rId206"/>
  </p:notesMasterIdLst>
  <p:handoutMasterIdLst>
    <p:handoutMasterId r:id="rId207"/>
  </p:handoutMasterIdLst>
  <p:sldIdLst>
    <p:sldId id="1525" r:id="rId2"/>
    <p:sldId id="1735" r:id="rId3"/>
    <p:sldId id="1734" r:id="rId4"/>
    <p:sldId id="1733" r:id="rId5"/>
    <p:sldId id="1551" r:id="rId6"/>
    <p:sldId id="1291" r:id="rId7"/>
    <p:sldId id="1553" r:id="rId8"/>
    <p:sldId id="1292" r:id="rId9"/>
    <p:sldId id="1293" r:id="rId10"/>
    <p:sldId id="1645" r:id="rId11"/>
    <p:sldId id="1646" r:id="rId12"/>
    <p:sldId id="1647" r:id="rId13"/>
    <p:sldId id="1648" r:id="rId14"/>
    <p:sldId id="1307" r:id="rId15"/>
    <p:sldId id="1308" r:id="rId16"/>
    <p:sldId id="1309" r:id="rId17"/>
    <p:sldId id="1310" r:id="rId18"/>
    <p:sldId id="1311" r:id="rId19"/>
    <p:sldId id="1312" r:id="rId20"/>
    <p:sldId id="1313" r:id="rId21"/>
    <p:sldId id="1314" r:id="rId22"/>
    <p:sldId id="1532" r:id="rId23"/>
    <p:sldId id="1315" r:id="rId24"/>
    <p:sldId id="1316" r:id="rId25"/>
    <p:sldId id="1317" r:id="rId26"/>
    <p:sldId id="1318" r:id="rId27"/>
    <p:sldId id="1533" r:id="rId28"/>
    <p:sldId id="1736" r:id="rId29"/>
    <p:sldId id="1737" r:id="rId30"/>
    <p:sldId id="1738" r:id="rId31"/>
    <p:sldId id="1739" r:id="rId32"/>
    <p:sldId id="1321" r:id="rId33"/>
    <p:sldId id="1322" r:id="rId34"/>
    <p:sldId id="1323" r:id="rId35"/>
    <p:sldId id="1324" r:id="rId36"/>
    <p:sldId id="1325" r:id="rId37"/>
    <p:sldId id="1326" r:id="rId38"/>
    <p:sldId id="1327" r:id="rId39"/>
    <p:sldId id="1536" r:id="rId40"/>
    <p:sldId id="1537" r:id="rId41"/>
    <p:sldId id="1538" r:id="rId42"/>
    <p:sldId id="1539" r:id="rId43"/>
    <p:sldId id="1540" r:id="rId44"/>
    <p:sldId id="1541" r:id="rId45"/>
    <p:sldId id="1542" r:id="rId46"/>
    <p:sldId id="1544" r:id="rId47"/>
    <p:sldId id="1546" r:id="rId48"/>
    <p:sldId id="1547" r:id="rId49"/>
    <p:sldId id="1552" r:id="rId50"/>
    <p:sldId id="1334" r:id="rId51"/>
    <p:sldId id="1335" r:id="rId52"/>
    <p:sldId id="1336" r:id="rId53"/>
    <p:sldId id="1337" r:id="rId54"/>
    <p:sldId id="1338" r:id="rId55"/>
    <p:sldId id="1339" r:id="rId56"/>
    <p:sldId id="1340" r:id="rId57"/>
    <p:sldId id="1554" r:id="rId58"/>
    <p:sldId id="1341" r:id="rId59"/>
    <p:sldId id="1555" r:id="rId60"/>
    <p:sldId id="1342" r:id="rId61"/>
    <p:sldId id="1556" r:id="rId62"/>
    <p:sldId id="1343" r:id="rId63"/>
    <p:sldId id="1557" r:id="rId64"/>
    <p:sldId id="1558" r:id="rId65"/>
    <p:sldId id="1559" r:id="rId66"/>
    <p:sldId id="1565" r:id="rId67"/>
    <p:sldId id="1568" r:id="rId68"/>
    <p:sldId id="1569" r:id="rId69"/>
    <p:sldId id="1570" r:id="rId70"/>
    <p:sldId id="1571" r:id="rId71"/>
    <p:sldId id="1572" r:id="rId72"/>
    <p:sldId id="1573" r:id="rId73"/>
    <p:sldId id="1574" r:id="rId74"/>
    <p:sldId id="1575" r:id="rId75"/>
    <p:sldId id="1576" r:id="rId76"/>
    <p:sldId id="1577" r:id="rId77"/>
    <p:sldId id="1578" r:id="rId78"/>
    <p:sldId id="1579" r:id="rId79"/>
    <p:sldId id="1580" r:id="rId80"/>
    <p:sldId id="1581" r:id="rId81"/>
    <p:sldId id="1582" r:id="rId82"/>
    <p:sldId id="1583" r:id="rId83"/>
    <p:sldId id="1740" r:id="rId84"/>
    <p:sldId id="1741" r:id="rId85"/>
    <p:sldId id="1742" r:id="rId86"/>
    <p:sldId id="1743" r:id="rId87"/>
    <p:sldId id="1744" r:id="rId88"/>
    <p:sldId id="1745" r:id="rId89"/>
    <p:sldId id="1746" r:id="rId90"/>
    <p:sldId id="1747" r:id="rId91"/>
    <p:sldId id="1748" r:id="rId92"/>
    <p:sldId id="1749" r:id="rId93"/>
    <p:sldId id="1750" r:id="rId94"/>
    <p:sldId id="1751" r:id="rId95"/>
    <p:sldId id="1752" r:id="rId96"/>
    <p:sldId id="1753" r:id="rId97"/>
    <p:sldId id="1754" r:id="rId98"/>
    <p:sldId id="1755" r:id="rId99"/>
    <p:sldId id="1756" r:id="rId100"/>
    <p:sldId id="1757" r:id="rId101"/>
    <p:sldId id="1758" r:id="rId102"/>
    <p:sldId id="1759" r:id="rId103"/>
    <p:sldId id="1760" r:id="rId104"/>
    <p:sldId id="1802" r:id="rId105"/>
    <p:sldId id="1803" r:id="rId106"/>
    <p:sldId id="1804" r:id="rId107"/>
    <p:sldId id="1764" r:id="rId108"/>
    <p:sldId id="1765" r:id="rId109"/>
    <p:sldId id="1766" r:id="rId110"/>
    <p:sldId id="1767" r:id="rId111"/>
    <p:sldId id="1768" r:id="rId112"/>
    <p:sldId id="1769" r:id="rId113"/>
    <p:sldId id="1770" r:id="rId114"/>
    <p:sldId id="1771" r:id="rId115"/>
    <p:sldId id="1772" r:id="rId116"/>
    <p:sldId id="1773" r:id="rId117"/>
    <p:sldId id="1774" r:id="rId118"/>
    <p:sldId id="1775" r:id="rId119"/>
    <p:sldId id="1776" r:id="rId120"/>
    <p:sldId id="1777" r:id="rId121"/>
    <p:sldId id="1778" r:id="rId122"/>
    <p:sldId id="1779" r:id="rId123"/>
    <p:sldId id="1780" r:id="rId124"/>
    <p:sldId id="1781" r:id="rId125"/>
    <p:sldId id="1782" r:id="rId126"/>
    <p:sldId id="1783" r:id="rId127"/>
    <p:sldId id="1784" r:id="rId128"/>
    <p:sldId id="1785" r:id="rId129"/>
    <p:sldId id="1786" r:id="rId130"/>
    <p:sldId id="1787" r:id="rId131"/>
    <p:sldId id="1788" r:id="rId132"/>
    <p:sldId id="1789" r:id="rId133"/>
    <p:sldId id="1790" r:id="rId134"/>
    <p:sldId id="1791" r:id="rId135"/>
    <p:sldId id="1792" r:id="rId136"/>
    <p:sldId id="1793" r:id="rId137"/>
    <p:sldId id="1794" r:id="rId138"/>
    <p:sldId id="1795" r:id="rId139"/>
    <p:sldId id="1796" r:id="rId140"/>
    <p:sldId id="1797" r:id="rId141"/>
    <p:sldId id="1798" r:id="rId142"/>
    <p:sldId id="1799" r:id="rId143"/>
    <p:sldId id="1800" r:id="rId144"/>
    <p:sldId id="1801" r:id="rId145"/>
    <p:sldId id="1806" r:id="rId146"/>
    <p:sldId id="1807" r:id="rId147"/>
    <p:sldId id="1808" r:id="rId148"/>
    <p:sldId id="1809" r:id="rId149"/>
    <p:sldId id="1810" r:id="rId150"/>
    <p:sldId id="1811" r:id="rId151"/>
    <p:sldId id="1812" r:id="rId152"/>
    <p:sldId id="1813" r:id="rId153"/>
    <p:sldId id="1814" r:id="rId154"/>
    <p:sldId id="1815" r:id="rId155"/>
    <p:sldId id="1816" r:id="rId156"/>
    <p:sldId id="1817" r:id="rId157"/>
    <p:sldId id="1818" r:id="rId158"/>
    <p:sldId id="1819" r:id="rId159"/>
    <p:sldId id="1820" r:id="rId160"/>
    <p:sldId id="1821" r:id="rId161"/>
    <p:sldId id="1822" r:id="rId162"/>
    <p:sldId id="1823" r:id="rId163"/>
    <p:sldId id="1824" r:id="rId164"/>
    <p:sldId id="1825" r:id="rId165"/>
    <p:sldId id="1826" r:id="rId166"/>
    <p:sldId id="1827" r:id="rId167"/>
    <p:sldId id="1828" r:id="rId168"/>
    <p:sldId id="1829" r:id="rId169"/>
    <p:sldId id="1830" r:id="rId170"/>
    <p:sldId id="1831" r:id="rId171"/>
    <p:sldId id="1832" r:id="rId172"/>
    <p:sldId id="1833" r:id="rId173"/>
    <p:sldId id="1834" r:id="rId174"/>
    <p:sldId id="1835" r:id="rId175"/>
    <p:sldId id="1836" r:id="rId176"/>
    <p:sldId id="1837" r:id="rId177"/>
    <p:sldId id="1838" r:id="rId178"/>
    <p:sldId id="1839" r:id="rId179"/>
    <p:sldId id="1840" r:id="rId180"/>
    <p:sldId id="1841" r:id="rId181"/>
    <p:sldId id="1842" r:id="rId182"/>
    <p:sldId id="1843" r:id="rId183"/>
    <p:sldId id="1844" r:id="rId184"/>
    <p:sldId id="1845" r:id="rId185"/>
    <p:sldId id="1846" r:id="rId186"/>
    <p:sldId id="1847" r:id="rId187"/>
    <p:sldId id="1848" r:id="rId188"/>
    <p:sldId id="1849" r:id="rId189"/>
    <p:sldId id="1850" r:id="rId190"/>
    <p:sldId id="1851" r:id="rId191"/>
    <p:sldId id="1852" r:id="rId192"/>
    <p:sldId id="1853" r:id="rId193"/>
    <p:sldId id="1854" r:id="rId194"/>
    <p:sldId id="1855" r:id="rId195"/>
    <p:sldId id="1856" r:id="rId196"/>
    <p:sldId id="1857" r:id="rId197"/>
    <p:sldId id="1858" r:id="rId198"/>
    <p:sldId id="1859" r:id="rId199"/>
    <p:sldId id="1860" r:id="rId200"/>
    <p:sldId id="1861" r:id="rId201"/>
    <p:sldId id="1862" r:id="rId202"/>
    <p:sldId id="1863" r:id="rId203"/>
    <p:sldId id="1864" r:id="rId204"/>
    <p:sldId id="1865" r:id="rId205"/>
  </p:sldIdLst>
  <p:sldSz cx="9906000" cy="6858000" type="A4"/>
  <p:notesSz cx="6735763" cy="9866313"/>
  <p:defaultTextStyle>
    <a:defPPr>
      <a:defRPr lang="ko-KR"/>
    </a:defPPr>
    <a:lvl1pPr algn="l" rtl="0" fontAlgn="base" latinLnBrk="1">
      <a:lnSpc>
        <a:spcPct val="120000"/>
      </a:lnSpc>
      <a:spcBef>
        <a:spcPct val="0"/>
      </a:spcBef>
      <a:spcAft>
        <a:spcPct val="0"/>
      </a:spcAft>
      <a:defRPr kumimoji="1" sz="2000" kern="1200">
        <a:solidFill>
          <a:schemeClr val="tx1"/>
        </a:solidFill>
        <a:latin typeface="HY견고딕" pitchFamily="18" charset="-127"/>
        <a:ea typeface="HY견고딕" pitchFamily="18" charset="-127"/>
        <a:cs typeface="+mn-cs"/>
      </a:defRPr>
    </a:lvl1pPr>
    <a:lvl2pPr marL="457200" algn="l" rtl="0" fontAlgn="base" latinLnBrk="1">
      <a:lnSpc>
        <a:spcPct val="120000"/>
      </a:lnSpc>
      <a:spcBef>
        <a:spcPct val="0"/>
      </a:spcBef>
      <a:spcAft>
        <a:spcPct val="0"/>
      </a:spcAft>
      <a:defRPr kumimoji="1" sz="2000" kern="1200">
        <a:solidFill>
          <a:schemeClr val="tx1"/>
        </a:solidFill>
        <a:latin typeface="HY견고딕" pitchFamily="18" charset="-127"/>
        <a:ea typeface="HY견고딕" pitchFamily="18" charset="-127"/>
        <a:cs typeface="+mn-cs"/>
      </a:defRPr>
    </a:lvl2pPr>
    <a:lvl3pPr marL="914400" algn="l" rtl="0" fontAlgn="base" latinLnBrk="1">
      <a:lnSpc>
        <a:spcPct val="120000"/>
      </a:lnSpc>
      <a:spcBef>
        <a:spcPct val="0"/>
      </a:spcBef>
      <a:spcAft>
        <a:spcPct val="0"/>
      </a:spcAft>
      <a:defRPr kumimoji="1" sz="2000" kern="1200">
        <a:solidFill>
          <a:schemeClr val="tx1"/>
        </a:solidFill>
        <a:latin typeface="HY견고딕" pitchFamily="18" charset="-127"/>
        <a:ea typeface="HY견고딕" pitchFamily="18" charset="-127"/>
        <a:cs typeface="+mn-cs"/>
      </a:defRPr>
    </a:lvl3pPr>
    <a:lvl4pPr marL="1371600" algn="l" rtl="0" fontAlgn="base" latinLnBrk="1">
      <a:lnSpc>
        <a:spcPct val="120000"/>
      </a:lnSpc>
      <a:spcBef>
        <a:spcPct val="0"/>
      </a:spcBef>
      <a:spcAft>
        <a:spcPct val="0"/>
      </a:spcAft>
      <a:defRPr kumimoji="1" sz="2000" kern="1200">
        <a:solidFill>
          <a:schemeClr val="tx1"/>
        </a:solidFill>
        <a:latin typeface="HY견고딕" pitchFamily="18" charset="-127"/>
        <a:ea typeface="HY견고딕" pitchFamily="18" charset="-127"/>
        <a:cs typeface="+mn-cs"/>
      </a:defRPr>
    </a:lvl4pPr>
    <a:lvl5pPr marL="1828800" algn="l" rtl="0" fontAlgn="base" latinLnBrk="1">
      <a:lnSpc>
        <a:spcPct val="120000"/>
      </a:lnSpc>
      <a:spcBef>
        <a:spcPct val="0"/>
      </a:spcBef>
      <a:spcAft>
        <a:spcPct val="0"/>
      </a:spcAft>
      <a:defRPr kumimoji="1" sz="2000" kern="1200">
        <a:solidFill>
          <a:schemeClr val="tx1"/>
        </a:solidFill>
        <a:latin typeface="HY견고딕" pitchFamily="18" charset="-127"/>
        <a:ea typeface="HY견고딕" pitchFamily="18" charset="-127"/>
        <a:cs typeface="+mn-cs"/>
      </a:defRPr>
    </a:lvl5pPr>
    <a:lvl6pPr marL="2286000" algn="l" defTabSz="914400" rtl="0" eaLnBrk="1" latinLnBrk="1" hangingPunct="1">
      <a:defRPr kumimoji="1" sz="2000" kern="1200">
        <a:solidFill>
          <a:schemeClr val="tx1"/>
        </a:solidFill>
        <a:latin typeface="HY견고딕" pitchFamily="18" charset="-127"/>
        <a:ea typeface="HY견고딕" pitchFamily="18" charset="-127"/>
        <a:cs typeface="+mn-cs"/>
      </a:defRPr>
    </a:lvl6pPr>
    <a:lvl7pPr marL="2743200" algn="l" defTabSz="914400" rtl="0" eaLnBrk="1" latinLnBrk="1" hangingPunct="1">
      <a:defRPr kumimoji="1" sz="2000" kern="1200">
        <a:solidFill>
          <a:schemeClr val="tx1"/>
        </a:solidFill>
        <a:latin typeface="HY견고딕" pitchFamily="18" charset="-127"/>
        <a:ea typeface="HY견고딕" pitchFamily="18" charset="-127"/>
        <a:cs typeface="+mn-cs"/>
      </a:defRPr>
    </a:lvl7pPr>
    <a:lvl8pPr marL="3200400" algn="l" defTabSz="914400" rtl="0" eaLnBrk="1" latinLnBrk="1" hangingPunct="1">
      <a:defRPr kumimoji="1" sz="2000" kern="1200">
        <a:solidFill>
          <a:schemeClr val="tx1"/>
        </a:solidFill>
        <a:latin typeface="HY견고딕" pitchFamily="18" charset="-127"/>
        <a:ea typeface="HY견고딕" pitchFamily="18" charset="-127"/>
        <a:cs typeface="+mn-cs"/>
      </a:defRPr>
    </a:lvl8pPr>
    <a:lvl9pPr marL="3657600" algn="l" defTabSz="914400" rtl="0" eaLnBrk="1" latinLnBrk="1" hangingPunct="1">
      <a:defRPr kumimoji="1" sz="2000" kern="1200">
        <a:solidFill>
          <a:schemeClr val="tx1"/>
        </a:solidFill>
        <a:latin typeface="HY견고딕" pitchFamily="18" charset="-127"/>
        <a:ea typeface="HY견고딕" pitchFamily="18" charset="-127"/>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C0000"/>
    <a:srgbClr val="008000"/>
    <a:srgbClr val="00C060"/>
    <a:srgbClr val="003399"/>
    <a:srgbClr val="69B4FF"/>
    <a:srgbClr val="FFA3A3"/>
    <a:srgbClr val="FF7D7D"/>
    <a:srgbClr val="FFB7B7"/>
    <a:srgbClr val="FFCCCC"/>
    <a:srgbClr val="FF999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9718" autoAdjust="0"/>
    <p:restoredTop sz="98417" autoAdjust="0"/>
  </p:normalViewPr>
  <p:slideViewPr>
    <p:cSldViewPr>
      <p:cViewPr>
        <p:scale>
          <a:sx n="90" d="100"/>
          <a:sy n="90" d="100"/>
        </p:scale>
        <p:origin x="-1277" y="-58"/>
      </p:cViewPr>
      <p:guideLst>
        <p:guide orient="horz" pos="1003"/>
        <p:guide orient="horz" pos="1026"/>
        <p:guide pos="3120"/>
      </p:guideLst>
    </p:cSldViewPr>
  </p:slideViewPr>
  <p:outlineViewPr>
    <p:cViewPr>
      <p:scale>
        <a:sx n="33" d="100"/>
        <a:sy n="33" d="100"/>
      </p:scale>
      <p:origin x="0" y="0"/>
    </p:cViewPr>
    <p:sldLst>
      <p:sld r:id="rId1" collapse="1"/>
    </p:sldLst>
  </p:outlineViewPr>
  <p:notesTextViewPr>
    <p:cViewPr>
      <p:scale>
        <a:sx n="100" d="100"/>
        <a:sy n="100" d="100"/>
      </p:scale>
      <p:origin x="0" y="0"/>
    </p:cViewPr>
  </p:notesTextViewPr>
  <p:sorterViewPr>
    <p:cViewPr>
      <p:scale>
        <a:sx n="33" d="100"/>
        <a:sy n="33" d="100"/>
      </p:scale>
      <p:origin x="0" y="0"/>
    </p:cViewPr>
  </p:sorterViewPr>
  <p:gridSpacing cx="36004" cy="36004"/>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144" Type="http://schemas.openxmlformats.org/officeDocument/2006/relationships/slide" Target="slides/slide143.xml"/><Relationship Id="rId149" Type="http://schemas.openxmlformats.org/officeDocument/2006/relationships/slide" Target="slides/slide14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160" Type="http://schemas.openxmlformats.org/officeDocument/2006/relationships/slide" Target="slides/slide159.xml"/><Relationship Id="rId165" Type="http://schemas.openxmlformats.org/officeDocument/2006/relationships/slide" Target="slides/slide164.xml"/><Relationship Id="rId181" Type="http://schemas.openxmlformats.org/officeDocument/2006/relationships/slide" Target="slides/slide180.xml"/><Relationship Id="rId186" Type="http://schemas.openxmlformats.org/officeDocument/2006/relationships/slide" Target="slides/slide185.xml"/><Relationship Id="rId211" Type="http://schemas.openxmlformats.org/officeDocument/2006/relationships/tableStyles" Target="tableStyles.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71" Type="http://schemas.openxmlformats.org/officeDocument/2006/relationships/slide" Target="slides/slide170.xml"/><Relationship Id="rId176" Type="http://schemas.openxmlformats.org/officeDocument/2006/relationships/slide" Target="slides/slide175.xml"/><Relationship Id="rId192" Type="http://schemas.openxmlformats.org/officeDocument/2006/relationships/slide" Target="slides/slide191.xml"/><Relationship Id="rId197" Type="http://schemas.openxmlformats.org/officeDocument/2006/relationships/slide" Target="slides/slide196.xml"/><Relationship Id="rId206" Type="http://schemas.openxmlformats.org/officeDocument/2006/relationships/notesMaster" Target="notesMasters/notesMaster1.xml"/><Relationship Id="rId201" Type="http://schemas.openxmlformats.org/officeDocument/2006/relationships/slide" Target="slides/slide200.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slide" Target="slides/slide165.xml"/><Relationship Id="rId182" Type="http://schemas.openxmlformats.org/officeDocument/2006/relationships/slide" Target="slides/slide181.xml"/><Relationship Id="rId187" Type="http://schemas.openxmlformats.org/officeDocument/2006/relationships/slide" Target="slides/slide186.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172" Type="http://schemas.openxmlformats.org/officeDocument/2006/relationships/slide" Target="slides/slide171.xml"/><Relationship Id="rId193" Type="http://schemas.openxmlformats.org/officeDocument/2006/relationships/slide" Target="slides/slide192.xml"/><Relationship Id="rId202" Type="http://schemas.openxmlformats.org/officeDocument/2006/relationships/slide" Target="slides/slide201.xml"/><Relationship Id="rId207" Type="http://schemas.openxmlformats.org/officeDocument/2006/relationships/handoutMaster" Target="handoutMasters/handoutMaster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slide" Target="slides/slide182.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199" Type="http://schemas.openxmlformats.org/officeDocument/2006/relationships/slide" Target="slides/slide198.xml"/><Relationship Id="rId203" Type="http://schemas.openxmlformats.org/officeDocument/2006/relationships/slide" Target="slides/slide202.xml"/><Relationship Id="rId208" Type="http://schemas.openxmlformats.org/officeDocument/2006/relationships/presProps" Target="presProp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viewProps" Target="viewProps.xml"/><Relationship Id="rId190" Type="http://schemas.openxmlformats.org/officeDocument/2006/relationships/slide" Target="slides/slide189.xml"/><Relationship Id="rId204" Type="http://schemas.openxmlformats.org/officeDocument/2006/relationships/slide" Target="slides/slide203.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theme" Target="theme/theme1.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s>
</file>

<file path=ppt/_rels/viewProps.xml.rels><?xml version="1.0" encoding="UTF-8" standalone="yes"?>
<Relationships xmlns="http://schemas.openxmlformats.org/package/2006/relationships"><Relationship Id="rId1" Type="http://schemas.openxmlformats.org/officeDocument/2006/relationships/slide" Target="slides/slide24.xml"/></Relationships>
</file>

<file path=ppt/drawings/_rels/vmlDrawing1.vml.rels><?xml version="1.0" encoding="UTF-8" standalone="yes"?>
<Relationships xmlns="http://schemas.openxmlformats.org/package/2006/relationships"><Relationship Id="rId3" Type="http://schemas.openxmlformats.org/officeDocument/2006/relationships/image" Target="../media/image39.wmf"/><Relationship Id="rId2" Type="http://schemas.openxmlformats.org/officeDocument/2006/relationships/image" Target="../media/image38.wmf"/><Relationship Id="rId1" Type="http://schemas.openxmlformats.org/officeDocument/2006/relationships/image" Target="../media/image37.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0.w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167.png"/><Relationship Id="rId1" Type="http://schemas.openxmlformats.org/officeDocument/2006/relationships/image" Target="../media/image166.png"/></Relationships>
</file>

<file path=ppt/drawings/_rels/vmlDrawing4.vml.rels><?xml version="1.0" encoding="UTF-8" standalone="yes"?>
<Relationships xmlns="http://schemas.openxmlformats.org/package/2006/relationships"><Relationship Id="rId2" Type="http://schemas.openxmlformats.org/officeDocument/2006/relationships/image" Target="../media/image169.png"/><Relationship Id="rId1" Type="http://schemas.openxmlformats.org/officeDocument/2006/relationships/image" Target="../media/image168.png"/></Relationships>
</file>

<file path=ppt/drawings/_rels/vmlDrawing5.vml.rels><?xml version="1.0" encoding="UTF-8" standalone="yes"?>
<Relationships xmlns="http://schemas.openxmlformats.org/package/2006/relationships"><Relationship Id="rId2" Type="http://schemas.openxmlformats.org/officeDocument/2006/relationships/image" Target="../media/image177.png"/><Relationship Id="rId1" Type="http://schemas.openxmlformats.org/officeDocument/2006/relationships/image" Target="../media/image176.png"/></Relationships>
</file>

<file path=ppt/drawings/_rels/vmlDrawing6.vml.rels><?xml version="1.0" encoding="UTF-8" standalone="yes"?>
<Relationships xmlns="http://schemas.openxmlformats.org/package/2006/relationships"><Relationship Id="rId2" Type="http://schemas.openxmlformats.org/officeDocument/2006/relationships/image" Target="../media/image180.png"/><Relationship Id="rId1" Type="http://schemas.openxmlformats.org/officeDocument/2006/relationships/image" Target="../media/image179.png"/></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83.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89.wmf"/></Relationships>
</file>

<file path=ppt/drawings/_rels/vmlDrawing9.vml.rels><?xml version="1.0" encoding="UTF-8" standalone="yes"?>
<Relationships xmlns="http://schemas.openxmlformats.org/package/2006/relationships"><Relationship Id="rId3" Type="http://schemas.openxmlformats.org/officeDocument/2006/relationships/image" Target="../media/image198.wmf"/><Relationship Id="rId2" Type="http://schemas.openxmlformats.org/officeDocument/2006/relationships/image" Target="../media/image197.png"/><Relationship Id="rId1" Type="http://schemas.openxmlformats.org/officeDocument/2006/relationships/image" Target="../media/image196.png"/><Relationship Id="rId4" Type="http://schemas.openxmlformats.org/officeDocument/2006/relationships/image" Target="../media/image199.png"/></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201.png"/></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202.png"/></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208.wmf"/><Relationship Id="rId1" Type="http://schemas.openxmlformats.org/officeDocument/2006/relationships/image" Target="../media/image207.wmf"/></Relationships>
</file>

<file path=ppt/drawings/_rels/vmlDrawing13.vml.rels><?xml version="1.0" encoding="UTF-8" standalone="yes"?>
<Relationships xmlns="http://schemas.openxmlformats.org/package/2006/relationships"><Relationship Id="rId2" Type="http://schemas.openxmlformats.org/officeDocument/2006/relationships/image" Target="../media/image267.png"/><Relationship Id="rId1" Type="http://schemas.openxmlformats.org/officeDocument/2006/relationships/image" Target="../media/image266.png"/></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3666" name="Rectangle 2"/>
          <p:cNvSpPr>
            <a:spLocks noGrp="1" noChangeArrowheads="1"/>
          </p:cNvSpPr>
          <p:nvPr>
            <p:ph type="hdr" sz="quarter"/>
          </p:nvPr>
        </p:nvSpPr>
        <p:spPr bwMode="auto">
          <a:xfrm>
            <a:off x="0" y="0"/>
            <a:ext cx="2887663"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nSpc>
                <a:spcPct val="100000"/>
              </a:lnSpc>
              <a:defRPr sz="1200">
                <a:latin typeface="Arial" pitchFamily="34" charset="0"/>
                <a:ea typeface="굴림" pitchFamily="50" charset="-127"/>
              </a:defRPr>
            </a:lvl1pPr>
          </a:lstStyle>
          <a:p>
            <a:pPr>
              <a:defRPr/>
            </a:pPr>
            <a:endParaRPr lang="en-US" altLang="ko-KR"/>
          </a:p>
        </p:txBody>
      </p:sp>
      <p:sp>
        <p:nvSpPr>
          <p:cNvPr id="113667" name="Rectangle 3"/>
          <p:cNvSpPr>
            <a:spLocks noGrp="1" noChangeArrowheads="1"/>
          </p:cNvSpPr>
          <p:nvPr>
            <p:ph type="dt" sz="quarter" idx="1"/>
          </p:nvPr>
        </p:nvSpPr>
        <p:spPr bwMode="auto">
          <a:xfrm>
            <a:off x="3798888" y="0"/>
            <a:ext cx="2963862"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lnSpc>
                <a:spcPct val="100000"/>
              </a:lnSpc>
              <a:defRPr sz="1200">
                <a:latin typeface="Arial" pitchFamily="34" charset="0"/>
                <a:ea typeface="굴림" pitchFamily="50" charset="-127"/>
              </a:defRPr>
            </a:lvl1pPr>
          </a:lstStyle>
          <a:p>
            <a:pPr>
              <a:defRPr/>
            </a:pPr>
            <a:endParaRPr lang="en-US" altLang="ko-KR"/>
          </a:p>
        </p:txBody>
      </p:sp>
      <p:sp>
        <p:nvSpPr>
          <p:cNvPr id="113668" name="Rectangle 4"/>
          <p:cNvSpPr>
            <a:spLocks noGrp="1" noChangeArrowheads="1"/>
          </p:cNvSpPr>
          <p:nvPr>
            <p:ph type="ftr" sz="quarter" idx="2"/>
          </p:nvPr>
        </p:nvSpPr>
        <p:spPr bwMode="auto">
          <a:xfrm>
            <a:off x="0" y="9372600"/>
            <a:ext cx="2887663"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nSpc>
                <a:spcPct val="100000"/>
              </a:lnSpc>
              <a:defRPr sz="1200">
                <a:latin typeface="Arial" pitchFamily="34" charset="0"/>
                <a:ea typeface="굴림" pitchFamily="50" charset="-127"/>
              </a:defRPr>
            </a:lvl1pPr>
          </a:lstStyle>
          <a:p>
            <a:pPr>
              <a:defRPr/>
            </a:pPr>
            <a:endParaRPr lang="en-US" altLang="ko-KR"/>
          </a:p>
        </p:txBody>
      </p:sp>
      <p:sp>
        <p:nvSpPr>
          <p:cNvPr id="113669" name="Rectangle 5"/>
          <p:cNvSpPr>
            <a:spLocks noGrp="1" noChangeArrowheads="1"/>
          </p:cNvSpPr>
          <p:nvPr>
            <p:ph type="sldNum" sz="quarter" idx="3"/>
          </p:nvPr>
        </p:nvSpPr>
        <p:spPr bwMode="auto">
          <a:xfrm>
            <a:off x="3798888" y="9372600"/>
            <a:ext cx="2963862"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lnSpc>
                <a:spcPct val="100000"/>
              </a:lnSpc>
              <a:defRPr sz="1200">
                <a:latin typeface="Arial" pitchFamily="34" charset="0"/>
                <a:ea typeface="굴림" pitchFamily="50" charset="-127"/>
              </a:defRPr>
            </a:lvl1pPr>
          </a:lstStyle>
          <a:p>
            <a:pPr>
              <a:defRPr/>
            </a:pPr>
            <a:fld id="{D898EA27-1DAC-4E68-909A-0A13861FC9A9}" type="slidenum">
              <a:rPr lang="en-US" altLang="ko-KR"/>
              <a:pPr>
                <a:defRPr/>
              </a:pPr>
              <a:t>‹#›</a:t>
            </a:fld>
            <a:endParaRPr lang="en-US" altLang="ko-KR"/>
          </a:p>
        </p:txBody>
      </p:sp>
    </p:spTree>
    <p:extLst>
      <p:ext uri="{BB962C8B-B14F-4D97-AF65-F5344CB8AC3E}">
        <p14:creationId xmlns:p14="http://schemas.microsoft.com/office/powerpoint/2010/main" val="255680924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5058" name="Rectangle 2"/>
          <p:cNvSpPr>
            <a:spLocks noGrp="1" noChangeArrowheads="1"/>
          </p:cNvSpPr>
          <p:nvPr>
            <p:ph type="hdr" sz="quarter"/>
          </p:nvPr>
        </p:nvSpPr>
        <p:spPr bwMode="auto">
          <a:xfrm>
            <a:off x="0" y="0"/>
            <a:ext cx="2919413" cy="4937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nSpc>
                <a:spcPct val="100000"/>
              </a:lnSpc>
              <a:defRPr sz="1200">
                <a:latin typeface="굴림" pitchFamily="50" charset="-127"/>
                <a:ea typeface="굴림" pitchFamily="50" charset="-127"/>
              </a:defRPr>
            </a:lvl1pPr>
          </a:lstStyle>
          <a:p>
            <a:pPr>
              <a:defRPr/>
            </a:pPr>
            <a:endParaRPr lang="en-US" altLang="ko-KR"/>
          </a:p>
        </p:txBody>
      </p:sp>
      <p:sp>
        <p:nvSpPr>
          <p:cNvPr id="45059" name="Rectangle 3"/>
          <p:cNvSpPr>
            <a:spLocks noGrp="1" noChangeArrowheads="1"/>
          </p:cNvSpPr>
          <p:nvPr>
            <p:ph type="dt" idx="1"/>
          </p:nvPr>
        </p:nvSpPr>
        <p:spPr bwMode="auto">
          <a:xfrm>
            <a:off x="3814763" y="0"/>
            <a:ext cx="2919412" cy="4937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lnSpc>
                <a:spcPct val="100000"/>
              </a:lnSpc>
              <a:defRPr sz="1200">
                <a:latin typeface="굴림" pitchFamily="50" charset="-127"/>
                <a:ea typeface="굴림" pitchFamily="50" charset="-127"/>
              </a:defRPr>
            </a:lvl1pPr>
          </a:lstStyle>
          <a:p>
            <a:pPr>
              <a:defRPr/>
            </a:pPr>
            <a:endParaRPr lang="en-US" altLang="ko-KR"/>
          </a:p>
        </p:txBody>
      </p:sp>
      <p:sp>
        <p:nvSpPr>
          <p:cNvPr id="217092" name="Rectangle 4"/>
          <p:cNvSpPr>
            <a:spLocks noGrp="1" noRot="1" noChangeAspect="1" noChangeArrowheads="1" noTextEdit="1"/>
          </p:cNvSpPr>
          <p:nvPr>
            <p:ph type="sldImg" idx="2"/>
          </p:nvPr>
        </p:nvSpPr>
        <p:spPr bwMode="auto">
          <a:xfrm>
            <a:off x="695325" y="739775"/>
            <a:ext cx="5346700" cy="37004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61" name="Rectangle 5"/>
          <p:cNvSpPr>
            <a:spLocks noGrp="1" noChangeArrowheads="1"/>
          </p:cNvSpPr>
          <p:nvPr>
            <p:ph type="body" sz="quarter" idx="3"/>
          </p:nvPr>
        </p:nvSpPr>
        <p:spPr bwMode="auto">
          <a:xfrm>
            <a:off x="674688" y="4686300"/>
            <a:ext cx="5387975" cy="44402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ko-KR" altLang="en-US" noProof="0" smtClean="0"/>
              <a:t>마스터 텍스트 스타일을 편집합니다</a:t>
            </a:r>
          </a:p>
          <a:p>
            <a:pPr lvl="1"/>
            <a:r>
              <a:rPr lang="ko-KR" altLang="en-US" noProof="0" smtClean="0"/>
              <a:t>둘째 수준</a:t>
            </a:r>
          </a:p>
          <a:p>
            <a:pPr lvl="2"/>
            <a:r>
              <a:rPr lang="ko-KR" altLang="en-US" noProof="0" smtClean="0"/>
              <a:t>셋째 수준</a:t>
            </a:r>
          </a:p>
          <a:p>
            <a:pPr lvl="3"/>
            <a:r>
              <a:rPr lang="ko-KR" altLang="en-US" noProof="0" smtClean="0"/>
              <a:t>넷째 수준</a:t>
            </a:r>
          </a:p>
          <a:p>
            <a:pPr lvl="4"/>
            <a:r>
              <a:rPr lang="ko-KR" altLang="en-US" noProof="0" smtClean="0"/>
              <a:t>다섯째 수준</a:t>
            </a:r>
          </a:p>
        </p:txBody>
      </p:sp>
      <p:sp>
        <p:nvSpPr>
          <p:cNvPr id="45062" name="Rectangle 6"/>
          <p:cNvSpPr>
            <a:spLocks noGrp="1" noChangeArrowheads="1"/>
          </p:cNvSpPr>
          <p:nvPr>
            <p:ph type="ftr" sz="quarter" idx="4"/>
          </p:nvPr>
        </p:nvSpPr>
        <p:spPr bwMode="auto">
          <a:xfrm>
            <a:off x="0" y="9371013"/>
            <a:ext cx="2919413" cy="493712"/>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nSpc>
                <a:spcPct val="100000"/>
              </a:lnSpc>
              <a:defRPr sz="1200">
                <a:latin typeface="굴림" pitchFamily="50" charset="-127"/>
                <a:ea typeface="굴림" pitchFamily="50" charset="-127"/>
              </a:defRPr>
            </a:lvl1pPr>
          </a:lstStyle>
          <a:p>
            <a:pPr>
              <a:defRPr/>
            </a:pPr>
            <a:endParaRPr lang="en-US" altLang="ko-KR"/>
          </a:p>
        </p:txBody>
      </p:sp>
      <p:sp>
        <p:nvSpPr>
          <p:cNvPr id="45063" name="Rectangle 7"/>
          <p:cNvSpPr>
            <a:spLocks noGrp="1" noChangeArrowheads="1"/>
          </p:cNvSpPr>
          <p:nvPr>
            <p:ph type="sldNum" sz="quarter" idx="5"/>
          </p:nvPr>
        </p:nvSpPr>
        <p:spPr bwMode="auto">
          <a:xfrm>
            <a:off x="3814763" y="9371013"/>
            <a:ext cx="2919412" cy="493712"/>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lnSpc>
                <a:spcPct val="100000"/>
              </a:lnSpc>
              <a:defRPr sz="1200">
                <a:latin typeface="굴림" pitchFamily="50" charset="-127"/>
                <a:ea typeface="굴림" pitchFamily="50" charset="-127"/>
              </a:defRPr>
            </a:lvl1pPr>
          </a:lstStyle>
          <a:p>
            <a:pPr>
              <a:defRPr/>
            </a:pPr>
            <a:fld id="{9A06CA7F-47D2-421E-8C82-95326333D633}" type="slidenum">
              <a:rPr lang="en-US" altLang="ko-KR"/>
              <a:pPr>
                <a:defRPr/>
              </a:pPr>
              <a:t>‹#›</a:t>
            </a:fld>
            <a:endParaRPr lang="en-US" altLang="ko-KR"/>
          </a:p>
        </p:txBody>
      </p:sp>
    </p:spTree>
    <p:extLst>
      <p:ext uri="{BB962C8B-B14F-4D97-AF65-F5344CB8AC3E}">
        <p14:creationId xmlns:p14="http://schemas.microsoft.com/office/powerpoint/2010/main" val="511658775"/>
      </p:ext>
    </p:extLst>
  </p:cSld>
  <p:clrMap bg1="lt1" tx1="dk1" bg2="lt2" tx2="dk2" accent1="accent1" accent2="accent2" accent3="accent3" accent4="accent4" accent5="accent5" accent6="accent6" hlink="hlink" folHlink="folHlink"/>
  <p:notesStyle>
    <a:lvl1pPr algn="l" rtl="0" eaLnBrk="0" fontAlgn="base" latinLnBrk="1" hangingPunct="0">
      <a:spcBef>
        <a:spcPct val="30000"/>
      </a:spcBef>
      <a:spcAft>
        <a:spcPct val="0"/>
      </a:spcAft>
      <a:defRPr kumimoji="1" sz="1200" kern="1200">
        <a:solidFill>
          <a:schemeClr val="tx1"/>
        </a:solidFill>
        <a:latin typeface="굴림" pitchFamily="50" charset="-127"/>
        <a:ea typeface="굴림" pitchFamily="50" charset="-127"/>
        <a:cs typeface="+mn-cs"/>
      </a:defRPr>
    </a:lvl1pPr>
    <a:lvl2pPr marL="457200" algn="l" rtl="0" eaLnBrk="0" fontAlgn="base" latinLnBrk="1" hangingPunct="0">
      <a:spcBef>
        <a:spcPct val="30000"/>
      </a:spcBef>
      <a:spcAft>
        <a:spcPct val="0"/>
      </a:spcAft>
      <a:defRPr kumimoji="1" sz="1200" kern="1200">
        <a:solidFill>
          <a:schemeClr val="tx1"/>
        </a:solidFill>
        <a:latin typeface="굴림" pitchFamily="50" charset="-127"/>
        <a:ea typeface="굴림" pitchFamily="50" charset="-127"/>
        <a:cs typeface="+mn-cs"/>
      </a:defRPr>
    </a:lvl2pPr>
    <a:lvl3pPr marL="914400" algn="l" rtl="0" eaLnBrk="0" fontAlgn="base" latinLnBrk="1" hangingPunct="0">
      <a:spcBef>
        <a:spcPct val="30000"/>
      </a:spcBef>
      <a:spcAft>
        <a:spcPct val="0"/>
      </a:spcAft>
      <a:defRPr kumimoji="1" sz="1200" kern="1200">
        <a:solidFill>
          <a:schemeClr val="tx1"/>
        </a:solidFill>
        <a:latin typeface="굴림" pitchFamily="50" charset="-127"/>
        <a:ea typeface="굴림" pitchFamily="50" charset="-127"/>
        <a:cs typeface="+mn-cs"/>
      </a:defRPr>
    </a:lvl3pPr>
    <a:lvl4pPr marL="1371600" algn="l" rtl="0" eaLnBrk="0" fontAlgn="base" latinLnBrk="1" hangingPunct="0">
      <a:spcBef>
        <a:spcPct val="30000"/>
      </a:spcBef>
      <a:spcAft>
        <a:spcPct val="0"/>
      </a:spcAft>
      <a:defRPr kumimoji="1" sz="1200" kern="1200">
        <a:solidFill>
          <a:schemeClr val="tx1"/>
        </a:solidFill>
        <a:latin typeface="굴림" pitchFamily="50" charset="-127"/>
        <a:ea typeface="굴림" pitchFamily="50" charset="-127"/>
        <a:cs typeface="+mn-cs"/>
      </a:defRPr>
    </a:lvl4pPr>
    <a:lvl5pPr marL="1828800" algn="l" rtl="0" eaLnBrk="0" fontAlgn="base" latinLnBrk="1" hangingPunct="0">
      <a:spcBef>
        <a:spcPct val="30000"/>
      </a:spcBef>
      <a:spcAft>
        <a:spcPct val="0"/>
      </a:spcAft>
      <a:defRPr kumimoji="1" sz="1200" kern="1200">
        <a:solidFill>
          <a:schemeClr val="tx1"/>
        </a:solidFill>
        <a:latin typeface="굴림" pitchFamily="50" charset="-127"/>
        <a:ea typeface="굴림" pitchFamily="50" charset="-127"/>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슬라이드 이미지 개체 틀 1"/>
          <p:cNvSpPr>
            <a:spLocks noGrp="1" noRot="1" noChangeAspect="1" noTextEdit="1"/>
          </p:cNvSpPr>
          <p:nvPr>
            <p:ph type="sldImg"/>
          </p:nvPr>
        </p:nvSpPr>
        <p:spPr>
          <a:ln/>
        </p:spPr>
      </p:sp>
      <p:sp>
        <p:nvSpPr>
          <p:cNvPr id="73731" name="슬라이드 노트 개체 틀 2"/>
          <p:cNvSpPr>
            <a:spLocks noGrp="1"/>
          </p:cNvSpPr>
          <p:nvPr>
            <p:ph type="body" idx="1"/>
          </p:nvPr>
        </p:nvSpPr>
        <p:spPr>
          <a:noFill/>
        </p:spPr>
        <p:txBody>
          <a:bodyPr/>
          <a:lstStyle/>
          <a:p>
            <a:endParaRPr lang="ko-KR" altLang="en-US" smtClean="0">
              <a:latin typeface="굴림" charset="-127"/>
              <a:ea typeface="굴림" charset="-127"/>
            </a:endParaRPr>
          </a:p>
        </p:txBody>
      </p:sp>
      <p:sp>
        <p:nvSpPr>
          <p:cNvPr id="73732" name="슬라이드 번호 개체 틀 3"/>
          <p:cNvSpPr>
            <a:spLocks noGrp="1"/>
          </p:cNvSpPr>
          <p:nvPr>
            <p:ph type="sldNum" sz="quarter" idx="5"/>
          </p:nvPr>
        </p:nvSpPr>
        <p:spPr>
          <a:noFill/>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0E7AABF0-095F-410F-AD9A-97294DA1D74F}" type="slidenum">
              <a:rPr lang="en-US" altLang="ko-KR" smtClean="0"/>
              <a:pPr eaLnBrk="1" hangingPunct="1">
                <a:spcBef>
                  <a:spcPct val="0"/>
                </a:spcBef>
              </a:pPr>
              <a:t>29</a:t>
            </a:fld>
            <a:endParaRPr lang="en-US" altLang="ko-KR" smtClean="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2"/>
          <p:cNvSpPr>
            <a:spLocks noGrp="1" noRot="1" noChangeAspect="1" noChangeArrowheads="1" noTextEdit="1"/>
          </p:cNvSpPr>
          <p:nvPr>
            <p:ph type="sldImg"/>
          </p:nvPr>
        </p:nvSpPr>
        <p:spPr>
          <a:ln/>
        </p:spPr>
      </p:sp>
      <p:sp>
        <p:nvSpPr>
          <p:cNvPr id="21811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2"/>
          <p:cNvSpPr>
            <a:spLocks noGrp="1" noRot="1" noChangeAspect="1" noChangeArrowheads="1" noTextEdit="1"/>
          </p:cNvSpPr>
          <p:nvPr>
            <p:ph type="sldImg"/>
          </p:nvPr>
        </p:nvSpPr>
        <p:spPr>
          <a:ln/>
        </p:spPr>
      </p:sp>
      <p:sp>
        <p:nvSpPr>
          <p:cNvPr id="21913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2"/>
          <p:cNvSpPr>
            <a:spLocks noGrp="1" noRot="1" noChangeAspect="1" noChangeArrowheads="1" noTextEdit="1"/>
          </p:cNvSpPr>
          <p:nvPr>
            <p:ph type="sldImg"/>
          </p:nvPr>
        </p:nvSpPr>
        <p:spPr>
          <a:ln/>
        </p:spPr>
      </p:sp>
      <p:sp>
        <p:nvSpPr>
          <p:cNvPr id="22016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2"/>
          <p:cNvSpPr>
            <a:spLocks noGrp="1" noRot="1" noChangeAspect="1" noChangeArrowheads="1" noTextEdit="1"/>
          </p:cNvSpPr>
          <p:nvPr>
            <p:ph type="sldImg"/>
          </p:nvPr>
        </p:nvSpPr>
        <p:spPr>
          <a:ln/>
        </p:spPr>
      </p:sp>
      <p:sp>
        <p:nvSpPr>
          <p:cNvPr id="22118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2"/>
          <p:cNvSpPr>
            <a:spLocks noGrp="1" noRot="1" noChangeAspect="1" noChangeArrowheads="1" noTextEdit="1"/>
          </p:cNvSpPr>
          <p:nvPr>
            <p:ph type="sldImg"/>
          </p:nvPr>
        </p:nvSpPr>
        <p:spPr>
          <a:ln/>
        </p:spPr>
      </p:sp>
      <p:sp>
        <p:nvSpPr>
          <p:cNvPr id="22221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Rectangle 2"/>
          <p:cNvSpPr>
            <a:spLocks noGrp="1" noRot="1" noChangeAspect="1" noChangeArrowheads="1" noTextEdit="1"/>
          </p:cNvSpPr>
          <p:nvPr>
            <p:ph type="sldImg"/>
          </p:nvPr>
        </p:nvSpPr>
        <p:spPr>
          <a:ln/>
        </p:spPr>
      </p:sp>
      <p:sp>
        <p:nvSpPr>
          <p:cNvPr id="22323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Rectangle 2"/>
          <p:cNvSpPr>
            <a:spLocks noGrp="1" noRot="1" noChangeAspect="1" noChangeArrowheads="1" noTextEdit="1"/>
          </p:cNvSpPr>
          <p:nvPr>
            <p:ph type="sldImg"/>
          </p:nvPr>
        </p:nvSpPr>
        <p:spPr>
          <a:ln/>
        </p:spPr>
      </p:sp>
      <p:sp>
        <p:nvSpPr>
          <p:cNvPr id="22425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p:cNvSpPr>
            <a:spLocks noGrp="1" noRot="1" noChangeAspect="1" noChangeArrowheads="1" noTextEdit="1"/>
          </p:cNvSpPr>
          <p:nvPr>
            <p:ph type="sldImg"/>
          </p:nvPr>
        </p:nvSpPr>
        <p:spPr>
          <a:ln/>
        </p:spPr>
      </p:sp>
      <p:sp>
        <p:nvSpPr>
          <p:cNvPr id="22528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2"/>
          <p:cNvSpPr>
            <a:spLocks noGrp="1" noRot="1" noChangeAspect="1" noChangeArrowheads="1" noTextEdit="1"/>
          </p:cNvSpPr>
          <p:nvPr>
            <p:ph type="sldImg"/>
          </p:nvPr>
        </p:nvSpPr>
        <p:spPr>
          <a:ln/>
        </p:spPr>
      </p:sp>
      <p:sp>
        <p:nvSpPr>
          <p:cNvPr id="22630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2"/>
          <p:cNvSpPr>
            <a:spLocks noGrp="1" noRot="1" noChangeAspect="1" noChangeArrowheads="1" noTextEdit="1"/>
          </p:cNvSpPr>
          <p:nvPr>
            <p:ph type="sldImg"/>
          </p:nvPr>
        </p:nvSpPr>
        <p:spPr>
          <a:ln/>
        </p:spPr>
      </p:sp>
      <p:sp>
        <p:nvSpPr>
          <p:cNvPr id="22733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Rectangle 2"/>
          <p:cNvSpPr>
            <a:spLocks noGrp="1" noRot="1" noChangeAspect="1" noChangeArrowheads="1" noTextEdit="1"/>
          </p:cNvSpPr>
          <p:nvPr>
            <p:ph type="sldImg"/>
          </p:nvPr>
        </p:nvSpPr>
        <p:spPr>
          <a:ln/>
        </p:spPr>
      </p:sp>
      <p:sp>
        <p:nvSpPr>
          <p:cNvPr id="22835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2"/>
          <p:cNvSpPr>
            <a:spLocks noGrp="1" noRot="1" noChangeAspect="1" noChangeArrowheads="1" noTextEdit="1"/>
          </p:cNvSpPr>
          <p:nvPr>
            <p:ph type="sldImg"/>
          </p:nvPr>
        </p:nvSpPr>
        <p:spPr>
          <a:ln/>
        </p:spPr>
      </p:sp>
      <p:sp>
        <p:nvSpPr>
          <p:cNvPr id="22937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2"/>
          <p:cNvSpPr>
            <a:spLocks noGrp="1" noRot="1" noChangeAspect="1" noChangeArrowheads="1" noTextEdit="1"/>
          </p:cNvSpPr>
          <p:nvPr>
            <p:ph type="sldImg"/>
          </p:nvPr>
        </p:nvSpPr>
        <p:spPr>
          <a:ln/>
        </p:spPr>
      </p:sp>
      <p:sp>
        <p:nvSpPr>
          <p:cNvPr id="23040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2"/>
          <p:cNvSpPr>
            <a:spLocks noGrp="1" noRot="1" noChangeAspect="1" noChangeArrowheads="1" noTextEdit="1"/>
          </p:cNvSpPr>
          <p:nvPr>
            <p:ph type="sldImg"/>
          </p:nvPr>
        </p:nvSpPr>
        <p:spPr>
          <a:ln/>
        </p:spPr>
      </p:sp>
      <p:sp>
        <p:nvSpPr>
          <p:cNvPr id="23142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Rectangle 2"/>
          <p:cNvSpPr>
            <a:spLocks noGrp="1" noRot="1" noChangeAspect="1" noChangeArrowheads="1" noTextEdit="1"/>
          </p:cNvSpPr>
          <p:nvPr>
            <p:ph type="sldImg"/>
          </p:nvPr>
        </p:nvSpPr>
        <p:spPr>
          <a:ln/>
        </p:spPr>
      </p:sp>
      <p:sp>
        <p:nvSpPr>
          <p:cNvPr id="23245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2"/>
          <p:cNvSpPr>
            <a:spLocks noGrp="1" noRot="1" noChangeAspect="1" noChangeArrowheads="1" noTextEdit="1"/>
          </p:cNvSpPr>
          <p:nvPr>
            <p:ph type="sldImg"/>
          </p:nvPr>
        </p:nvSpPr>
        <p:spPr>
          <a:ln/>
        </p:spPr>
      </p:sp>
      <p:sp>
        <p:nvSpPr>
          <p:cNvPr id="23347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Rectangle 2"/>
          <p:cNvSpPr>
            <a:spLocks noGrp="1" noRot="1" noChangeAspect="1" noChangeArrowheads="1" noTextEdit="1"/>
          </p:cNvSpPr>
          <p:nvPr>
            <p:ph type="sldImg"/>
          </p:nvPr>
        </p:nvSpPr>
        <p:spPr>
          <a:ln/>
        </p:spPr>
      </p:sp>
      <p:sp>
        <p:nvSpPr>
          <p:cNvPr id="23449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Rectangle 2"/>
          <p:cNvSpPr>
            <a:spLocks noGrp="1" noRot="1" noChangeAspect="1" noChangeArrowheads="1" noTextEdit="1"/>
          </p:cNvSpPr>
          <p:nvPr>
            <p:ph type="sldImg"/>
          </p:nvPr>
        </p:nvSpPr>
        <p:spPr>
          <a:ln/>
        </p:spPr>
      </p:sp>
      <p:sp>
        <p:nvSpPr>
          <p:cNvPr id="23552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ln/>
        </p:spPr>
      </p:sp>
      <p:sp>
        <p:nvSpPr>
          <p:cNvPr id="23654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p:cNvSpPr>
            <a:spLocks noGrp="1" noRot="1" noChangeAspect="1" noChangeArrowheads="1" noTextEdit="1"/>
          </p:cNvSpPr>
          <p:nvPr>
            <p:ph type="sldImg"/>
          </p:nvPr>
        </p:nvSpPr>
        <p:spPr>
          <a:ln/>
        </p:spPr>
      </p:sp>
      <p:sp>
        <p:nvSpPr>
          <p:cNvPr id="23757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Rectangle 2"/>
          <p:cNvSpPr>
            <a:spLocks noGrp="1" noRot="1" noChangeAspect="1" noChangeArrowheads="1" noTextEdit="1"/>
          </p:cNvSpPr>
          <p:nvPr>
            <p:ph type="sldImg"/>
          </p:nvPr>
        </p:nvSpPr>
        <p:spPr>
          <a:ln/>
        </p:spPr>
      </p:sp>
      <p:sp>
        <p:nvSpPr>
          <p:cNvPr id="23859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2"/>
          <p:cNvSpPr>
            <a:spLocks noGrp="1" noRot="1" noChangeAspect="1" noChangeArrowheads="1" noTextEdit="1"/>
          </p:cNvSpPr>
          <p:nvPr>
            <p:ph type="sldImg"/>
          </p:nvPr>
        </p:nvSpPr>
        <p:spPr>
          <a:ln/>
        </p:spPr>
      </p:sp>
      <p:sp>
        <p:nvSpPr>
          <p:cNvPr id="23961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Rectangle 2"/>
          <p:cNvSpPr>
            <a:spLocks noGrp="1" noRot="1" noChangeAspect="1" noChangeArrowheads="1" noTextEdit="1"/>
          </p:cNvSpPr>
          <p:nvPr>
            <p:ph type="sldImg"/>
          </p:nvPr>
        </p:nvSpPr>
        <p:spPr>
          <a:ln/>
        </p:spPr>
      </p:sp>
      <p:sp>
        <p:nvSpPr>
          <p:cNvPr id="24064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Rectangle 2"/>
          <p:cNvSpPr>
            <a:spLocks noGrp="1" noRot="1" noChangeAspect="1" noChangeArrowheads="1" noTextEdit="1"/>
          </p:cNvSpPr>
          <p:nvPr>
            <p:ph type="sldImg"/>
          </p:nvPr>
        </p:nvSpPr>
        <p:spPr>
          <a:ln/>
        </p:spPr>
      </p:sp>
      <p:sp>
        <p:nvSpPr>
          <p:cNvPr id="24166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2"/>
          <p:cNvSpPr>
            <a:spLocks noGrp="1" noRot="1" noChangeAspect="1" noChangeArrowheads="1" noTextEdit="1"/>
          </p:cNvSpPr>
          <p:nvPr>
            <p:ph type="sldImg"/>
          </p:nvPr>
        </p:nvSpPr>
        <p:spPr>
          <a:ln/>
        </p:spPr>
      </p:sp>
      <p:sp>
        <p:nvSpPr>
          <p:cNvPr id="24269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Rectangle 2"/>
          <p:cNvSpPr>
            <a:spLocks noGrp="1" noRot="1" noChangeAspect="1" noChangeArrowheads="1" noTextEdit="1"/>
          </p:cNvSpPr>
          <p:nvPr>
            <p:ph type="sldImg"/>
          </p:nvPr>
        </p:nvSpPr>
        <p:spPr>
          <a:ln/>
        </p:spPr>
      </p:sp>
      <p:sp>
        <p:nvSpPr>
          <p:cNvPr id="24371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Rectangle 2"/>
          <p:cNvSpPr>
            <a:spLocks noGrp="1" noRot="1" noChangeAspect="1" noChangeArrowheads="1" noTextEdit="1"/>
          </p:cNvSpPr>
          <p:nvPr>
            <p:ph type="sldImg"/>
          </p:nvPr>
        </p:nvSpPr>
        <p:spPr>
          <a:ln/>
        </p:spPr>
      </p:sp>
      <p:sp>
        <p:nvSpPr>
          <p:cNvPr id="24473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Rectangle 2"/>
          <p:cNvSpPr>
            <a:spLocks noGrp="1" noRot="1" noChangeAspect="1" noChangeArrowheads="1" noTextEdit="1"/>
          </p:cNvSpPr>
          <p:nvPr>
            <p:ph type="sldImg"/>
          </p:nvPr>
        </p:nvSpPr>
        <p:spPr>
          <a:ln/>
        </p:spPr>
      </p:sp>
      <p:sp>
        <p:nvSpPr>
          <p:cNvPr id="24576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Rectangle 2"/>
          <p:cNvSpPr>
            <a:spLocks noGrp="1" noRot="1" noChangeAspect="1" noChangeArrowheads="1" noTextEdit="1"/>
          </p:cNvSpPr>
          <p:nvPr>
            <p:ph type="sldImg"/>
          </p:nvPr>
        </p:nvSpPr>
        <p:spPr>
          <a:ln/>
        </p:spPr>
      </p:sp>
      <p:sp>
        <p:nvSpPr>
          <p:cNvPr id="24678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2"/>
          <p:cNvSpPr>
            <a:spLocks noGrp="1" noRot="1" noChangeAspect="1" noChangeArrowheads="1" noTextEdit="1"/>
          </p:cNvSpPr>
          <p:nvPr>
            <p:ph type="sldImg"/>
          </p:nvPr>
        </p:nvSpPr>
        <p:spPr>
          <a:ln/>
        </p:spPr>
      </p:sp>
      <p:sp>
        <p:nvSpPr>
          <p:cNvPr id="24781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4" name="Rectangle 2"/>
          <p:cNvSpPr>
            <a:spLocks noGrp="1" noRot="1" noChangeAspect="1" noChangeArrowheads="1" noTextEdit="1"/>
          </p:cNvSpPr>
          <p:nvPr>
            <p:ph type="sldImg"/>
          </p:nvPr>
        </p:nvSpPr>
        <p:spPr>
          <a:ln/>
        </p:spPr>
      </p:sp>
      <p:sp>
        <p:nvSpPr>
          <p:cNvPr id="24883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2"/>
          <p:cNvSpPr>
            <a:spLocks noGrp="1" noRot="1" noChangeAspect="1" noChangeArrowheads="1" noTextEdit="1"/>
          </p:cNvSpPr>
          <p:nvPr>
            <p:ph type="sldImg"/>
          </p:nvPr>
        </p:nvSpPr>
        <p:spPr>
          <a:ln/>
        </p:spPr>
      </p:sp>
      <p:sp>
        <p:nvSpPr>
          <p:cNvPr id="24985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Rectangle 2"/>
          <p:cNvSpPr>
            <a:spLocks noGrp="1" noRot="1" noChangeAspect="1" noChangeArrowheads="1" noTextEdit="1"/>
          </p:cNvSpPr>
          <p:nvPr>
            <p:ph type="sldImg"/>
          </p:nvPr>
        </p:nvSpPr>
        <p:spPr>
          <a:ln/>
        </p:spPr>
      </p:sp>
      <p:sp>
        <p:nvSpPr>
          <p:cNvPr id="25088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Rectangle 2"/>
          <p:cNvSpPr>
            <a:spLocks noGrp="1" noRot="1" noChangeAspect="1" noChangeArrowheads="1" noTextEdit="1"/>
          </p:cNvSpPr>
          <p:nvPr>
            <p:ph type="sldImg"/>
          </p:nvPr>
        </p:nvSpPr>
        <p:spPr>
          <a:ln/>
        </p:spPr>
      </p:sp>
      <p:sp>
        <p:nvSpPr>
          <p:cNvPr id="25190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Rectangle 2"/>
          <p:cNvSpPr>
            <a:spLocks noGrp="1" noRot="1" noChangeAspect="1" noChangeArrowheads="1" noTextEdit="1"/>
          </p:cNvSpPr>
          <p:nvPr>
            <p:ph type="sldImg"/>
          </p:nvPr>
        </p:nvSpPr>
        <p:spPr>
          <a:ln/>
        </p:spPr>
      </p:sp>
      <p:sp>
        <p:nvSpPr>
          <p:cNvPr id="25293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p:cNvSpPr>
            <a:spLocks noGrp="1" noRot="1" noChangeAspect="1" noChangeArrowheads="1" noTextEdit="1"/>
          </p:cNvSpPr>
          <p:nvPr>
            <p:ph type="sldImg"/>
          </p:nvPr>
        </p:nvSpPr>
        <p:spPr>
          <a:ln/>
        </p:spPr>
      </p:sp>
      <p:sp>
        <p:nvSpPr>
          <p:cNvPr id="25395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Rectangle 2"/>
          <p:cNvSpPr>
            <a:spLocks noGrp="1" noRot="1" noChangeAspect="1" noChangeArrowheads="1" noTextEdit="1"/>
          </p:cNvSpPr>
          <p:nvPr>
            <p:ph type="sldImg"/>
          </p:nvPr>
        </p:nvSpPr>
        <p:spPr>
          <a:ln/>
        </p:spPr>
      </p:sp>
      <p:sp>
        <p:nvSpPr>
          <p:cNvPr id="25497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Rectangle 2"/>
          <p:cNvSpPr>
            <a:spLocks noGrp="1" noRot="1" noChangeAspect="1" noChangeArrowheads="1" noTextEdit="1"/>
          </p:cNvSpPr>
          <p:nvPr>
            <p:ph type="sldImg"/>
          </p:nvPr>
        </p:nvSpPr>
        <p:spPr>
          <a:ln/>
        </p:spPr>
      </p:sp>
      <p:sp>
        <p:nvSpPr>
          <p:cNvPr id="25600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Rectangle 2"/>
          <p:cNvSpPr>
            <a:spLocks noGrp="1" noRot="1" noChangeAspect="1" noChangeArrowheads="1" noTextEdit="1"/>
          </p:cNvSpPr>
          <p:nvPr>
            <p:ph type="sldImg"/>
          </p:nvPr>
        </p:nvSpPr>
        <p:spPr>
          <a:ln/>
        </p:spPr>
      </p:sp>
      <p:sp>
        <p:nvSpPr>
          <p:cNvPr id="25702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Rectangle 2"/>
          <p:cNvSpPr>
            <a:spLocks noGrp="1" noRot="1" noChangeAspect="1" noChangeArrowheads="1" noTextEdit="1"/>
          </p:cNvSpPr>
          <p:nvPr>
            <p:ph type="sldImg"/>
          </p:nvPr>
        </p:nvSpPr>
        <p:spPr>
          <a:ln/>
        </p:spPr>
      </p:sp>
      <p:sp>
        <p:nvSpPr>
          <p:cNvPr id="25805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2"/>
          <p:cNvSpPr>
            <a:spLocks noGrp="1" noRot="1" noChangeAspect="1" noChangeArrowheads="1" noTextEdit="1"/>
          </p:cNvSpPr>
          <p:nvPr>
            <p:ph type="sldImg"/>
          </p:nvPr>
        </p:nvSpPr>
        <p:spPr>
          <a:ln/>
        </p:spPr>
      </p:sp>
      <p:sp>
        <p:nvSpPr>
          <p:cNvPr id="25907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2"/>
          <p:cNvSpPr>
            <a:spLocks noGrp="1" noRot="1" noChangeAspect="1" noChangeArrowheads="1" noTextEdit="1"/>
          </p:cNvSpPr>
          <p:nvPr>
            <p:ph type="sldImg"/>
          </p:nvPr>
        </p:nvSpPr>
        <p:spPr>
          <a:ln/>
        </p:spPr>
      </p:sp>
      <p:sp>
        <p:nvSpPr>
          <p:cNvPr id="26009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2"/>
          <p:cNvSpPr>
            <a:spLocks noGrp="1" noRot="1" noChangeAspect="1" noChangeArrowheads="1" noTextEdit="1"/>
          </p:cNvSpPr>
          <p:nvPr>
            <p:ph type="sldImg"/>
          </p:nvPr>
        </p:nvSpPr>
        <p:spPr>
          <a:ln/>
        </p:spPr>
      </p:sp>
      <p:sp>
        <p:nvSpPr>
          <p:cNvPr id="26112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2"/>
          <p:cNvSpPr>
            <a:spLocks noGrp="1" noRot="1" noChangeAspect="1" noChangeArrowheads="1" noTextEdit="1"/>
          </p:cNvSpPr>
          <p:nvPr>
            <p:ph type="sldImg"/>
          </p:nvPr>
        </p:nvSpPr>
        <p:spPr>
          <a:ln/>
        </p:spPr>
      </p:sp>
      <p:sp>
        <p:nvSpPr>
          <p:cNvPr id="26214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Rot="1" noChangeAspect="1" noChangeArrowheads="1" noTextEdit="1"/>
          </p:cNvSpPr>
          <p:nvPr>
            <p:ph type="sldImg"/>
          </p:nvPr>
        </p:nvSpPr>
        <p:spPr>
          <a:ln/>
        </p:spPr>
      </p:sp>
      <p:sp>
        <p:nvSpPr>
          <p:cNvPr id="26317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2"/>
          <p:cNvSpPr>
            <a:spLocks noGrp="1" noRot="1" noChangeAspect="1" noChangeArrowheads="1" noTextEdit="1"/>
          </p:cNvSpPr>
          <p:nvPr>
            <p:ph type="sldImg"/>
          </p:nvPr>
        </p:nvSpPr>
        <p:spPr>
          <a:ln/>
        </p:spPr>
      </p:sp>
      <p:sp>
        <p:nvSpPr>
          <p:cNvPr id="26419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2"/>
          <p:cNvSpPr>
            <a:spLocks noGrp="1" noRot="1" noChangeAspect="1" noChangeArrowheads="1" noTextEdit="1"/>
          </p:cNvSpPr>
          <p:nvPr>
            <p:ph type="sldImg"/>
          </p:nvPr>
        </p:nvSpPr>
        <p:spPr>
          <a:ln/>
        </p:spPr>
      </p:sp>
      <p:sp>
        <p:nvSpPr>
          <p:cNvPr id="26521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Rectangle 2"/>
          <p:cNvSpPr>
            <a:spLocks noGrp="1" noRot="1" noChangeAspect="1" noChangeArrowheads="1" noTextEdit="1"/>
          </p:cNvSpPr>
          <p:nvPr>
            <p:ph type="sldImg"/>
          </p:nvPr>
        </p:nvSpPr>
        <p:spPr>
          <a:ln/>
        </p:spPr>
      </p:sp>
      <p:sp>
        <p:nvSpPr>
          <p:cNvPr id="26624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Rectangle 2"/>
          <p:cNvSpPr>
            <a:spLocks noGrp="1" noRot="1" noChangeAspect="1" noChangeArrowheads="1" noTextEdit="1"/>
          </p:cNvSpPr>
          <p:nvPr>
            <p:ph type="sldImg"/>
          </p:nvPr>
        </p:nvSpPr>
        <p:spPr>
          <a:ln/>
        </p:spPr>
      </p:sp>
      <p:sp>
        <p:nvSpPr>
          <p:cNvPr id="26726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Rot="1" noChangeAspect="1" noChangeArrowheads="1" noTextEdit="1"/>
          </p:cNvSpPr>
          <p:nvPr>
            <p:ph type="sldImg"/>
          </p:nvPr>
        </p:nvSpPr>
        <p:spPr>
          <a:ln/>
        </p:spPr>
      </p:sp>
      <p:sp>
        <p:nvSpPr>
          <p:cNvPr id="26829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Rectangle 2"/>
          <p:cNvSpPr>
            <a:spLocks noGrp="1" noRot="1" noChangeAspect="1" noChangeArrowheads="1" noTextEdit="1"/>
          </p:cNvSpPr>
          <p:nvPr>
            <p:ph type="sldImg"/>
          </p:nvPr>
        </p:nvSpPr>
        <p:spPr>
          <a:ln/>
        </p:spPr>
      </p:sp>
      <p:sp>
        <p:nvSpPr>
          <p:cNvPr id="26931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2"/>
          <p:cNvSpPr>
            <a:spLocks noGrp="1" noRot="1" noChangeAspect="1" noChangeArrowheads="1" noTextEdit="1"/>
          </p:cNvSpPr>
          <p:nvPr>
            <p:ph type="sldImg"/>
          </p:nvPr>
        </p:nvSpPr>
        <p:spPr>
          <a:ln/>
        </p:spPr>
      </p:sp>
      <p:sp>
        <p:nvSpPr>
          <p:cNvPr id="27033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2"/>
          <p:cNvSpPr>
            <a:spLocks noGrp="1" noRot="1" noChangeAspect="1" noChangeArrowheads="1" noTextEdit="1"/>
          </p:cNvSpPr>
          <p:nvPr>
            <p:ph type="sldImg"/>
          </p:nvPr>
        </p:nvSpPr>
        <p:spPr>
          <a:ln/>
        </p:spPr>
      </p:sp>
      <p:sp>
        <p:nvSpPr>
          <p:cNvPr id="27136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Rot="1" noChangeAspect="1" noChangeArrowheads="1" noTextEdit="1"/>
          </p:cNvSpPr>
          <p:nvPr>
            <p:ph type="sldImg"/>
          </p:nvPr>
        </p:nvSpPr>
        <p:spPr>
          <a:ln/>
        </p:spPr>
      </p:sp>
      <p:sp>
        <p:nvSpPr>
          <p:cNvPr id="27238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2"/>
          <p:cNvSpPr>
            <a:spLocks noGrp="1" noRot="1" noChangeAspect="1" noChangeArrowheads="1" noTextEdit="1"/>
          </p:cNvSpPr>
          <p:nvPr>
            <p:ph type="sldImg"/>
          </p:nvPr>
        </p:nvSpPr>
        <p:spPr>
          <a:ln/>
        </p:spPr>
      </p:sp>
      <p:sp>
        <p:nvSpPr>
          <p:cNvPr id="27341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2"/>
          <p:cNvSpPr>
            <a:spLocks noGrp="1" noRot="1" noChangeAspect="1" noChangeArrowheads="1" noTextEdit="1"/>
          </p:cNvSpPr>
          <p:nvPr>
            <p:ph type="sldImg"/>
          </p:nvPr>
        </p:nvSpPr>
        <p:spPr>
          <a:ln/>
        </p:spPr>
      </p:sp>
      <p:sp>
        <p:nvSpPr>
          <p:cNvPr id="27443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Rectangle 2"/>
          <p:cNvSpPr>
            <a:spLocks noGrp="1" noRot="1" noChangeAspect="1" noChangeArrowheads="1" noTextEdit="1"/>
          </p:cNvSpPr>
          <p:nvPr>
            <p:ph type="sldImg"/>
          </p:nvPr>
        </p:nvSpPr>
        <p:spPr>
          <a:ln/>
        </p:spPr>
      </p:sp>
      <p:sp>
        <p:nvSpPr>
          <p:cNvPr id="27545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2"/>
          <p:cNvSpPr>
            <a:spLocks noGrp="1" noRot="1" noChangeAspect="1" noChangeArrowheads="1" noTextEdit="1"/>
          </p:cNvSpPr>
          <p:nvPr>
            <p:ph type="sldImg"/>
          </p:nvPr>
        </p:nvSpPr>
        <p:spPr>
          <a:ln/>
        </p:spPr>
      </p:sp>
      <p:sp>
        <p:nvSpPr>
          <p:cNvPr id="27648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2"/>
          <p:cNvSpPr>
            <a:spLocks noGrp="1" noRot="1" noChangeAspect="1" noChangeArrowheads="1" noTextEdit="1"/>
          </p:cNvSpPr>
          <p:nvPr>
            <p:ph type="sldImg"/>
          </p:nvPr>
        </p:nvSpPr>
        <p:spPr>
          <a:ln/>
        </p:spPr>
      </p:sp>
      <p:sp>
        <p:nvSpPr>
          <p:cNvPr id="27750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2"/>
          <p:cNvSpPr>
            <a:spLocks noGrp="1" noRot="1" noChangeAspect="1" noChangeArrowheads="1" noTextEdit="1"/>
          </p:cNvSpPr>
          <p:nvPr>
            <p:ph type="sldImg"/>
          </p:nvPr>
        </p:nvSpPr>
        <p:spPr>
          <a:ln/>
        </p:spPr>
      </p:sp>
      <p:sp>
        <p:nvSpPr>
          <p:cNvPr id="27853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2"/>
          <p:cNvSpPr>
            <a:spLocks noGrp="1" noRot="1" noChangeAspect="1" noChangeArrowheads="1" noTextEdit="1"/>
          </p:cNvSpPr>
          <p:nvPr>
            <p:ph type="sldImg"/>
          </p:nvPr>
        </p:nvSpPr>
        <p:spPr>
          <a:ln/>
        </p:spPr>
      </p:sp>
      <p:sp>
        <p:nvSpPr>
          <p:cNvPr id="27955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2"/>
          <p:cNvSpPr>
            <a:spLocks noGrp="1" noRot="1" noChangeAspect="1" noChangeArrowheads="1" noTextEdit="1"/>
          </p:cNvSpPr>
          <p:nvPr>
            <p:ph type="sldImg"/>
          </p:nvPr>
        </p:nvSpPr>
        <p:spPr>
          <a:ln/>
        </p:spPr>
      </p:sp>
      <p:sp>
        <p:nvSpPr>
          <p:cNvPr id="28057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2"/>
          <p:cNvSpPr>
            <a:spLocks noGrp="1" noRot="1" noChangeAspect="1" noChangeArrowheads="1" noTextEdit="1"/>
          </p:cNvSpPr>
          <p:nvPr>
            <p:ph type="sldImg"/>
          </p:nvPr>
        </p:nvSpPr>
        <p:spPr>
          <a:ln/>
        </p:spPr>
      </p:sp>
      <p:sp>
        <p:nvSpPr>
          <p:cNvPr id="28160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2"/>
          <p:cNvSpPr>
            <a:spLocks noGrp="1" noRot="1" noChangeAspect="1" noChangeArrowheads="1" noTextEdit="1"/>
          </p:cNvSpPr>
          <p:nvPr>
            <p:ph type="sldImg"/>
          </p:nvPr>
        </p:nvSpPr>
        <p:spPr>
          <a:ln/>
        </p:spPr>
      </p:sp>
      <p:sp>
        <p:nvSpPr>
          <p:cNvPr id="28262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2"/>
          <p:cNvSpPr>
            <a:spLocks noGrp="1" noRot="1" noChangeAspect="1" noChangeArrowheads="1" noTextEdit="1"/>
          </p:cNvSpPr>
          <p:nvPr>
            <p:ph type="sldImg"/>
          </p:nvPr>
        </p:nvSpPr>
        <p:spPr>
          <a:ln/>
        </p:spPr>
      </p:sp>
      <p:sp>
        <p:nvSpPr>
          <p:cNvPr id="28365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Rectangle 2"/>
          <p:cNvSpPr>
            <a:spLocks noGrp="1" noRot="1" noChangeAspect="1" noChangeArrowheads="1" noTextEdit="1"/>
          </p:cNvSpPr>
          <p:nvPr>
            <p:ph type="sldImg"/>
          </p:nvPr>
        </p:nvSpPr>
        <p:spPr>
          <a:ln/>
        </p:spPr>
      </p:sp>
      <p:sp>
        <p:nvSpPr>
          <p:cNvPr id="284675"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2"/>
          <p:cNvSpPr>
            <a:spLocks noGrp="1" noRot="1" noChangeAspect="1" noChangeArrowheads="1" noTextEdit="1"/>
          </p:cNvSpPr>
          <p:nvPr>
            <p:ph type="sldImg"/>
          </p:nvPr>
        </p:nvSpPr>
        <p:spPr>
          <a:ln/>
        </p:spPr>
      </p:sp>
      <p:sp>
        <p:nvSpPr>
          <p:cNvPr id="285699"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2"/>
          <p:cNvSpPr>
            <a:spLocks noGrp="1" noRot="1" noChangeAspect="1" noChangeArrowheads="1" noTextEdit="1"/>
          </p:cNvSpPr>
          <p:nvPr>
            <p:ph type="sldImg"/>
          </p:nvPr>
        </p:nvSpPr>
        <p:spPr>
          <a:ln/>
        </p:spPr>
      </p:sp>
      <p:sp>
        <p:nvSpPr>
          <p:cNvPr id="286723"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2"/>
          <p:cNvSpPr>
            <a:spLocks noGrp="1" noRot="1" noChangeAspect="1" noChangeArrowheads="1" noTextEdit="1"/>
          </p:cNvSpPr>
          <p:nvPr>
            <p:ph type="sldImg"/>
          </p:nvPr>
        </p:nvSpPr>
        <p:spPr>
          <a:ln/>
        </p:spPr>
      </p:sp>
      <p:sp>
        <p:nvSpPr>
          <p:cNvPr id="287747"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2"/>
          <p:cNvSpPr>
            <a:spLocks noGrp="1" noRot="1" noChangeAspect="1" noChangeArrowheads="1" noTextEdit="1"/>
          </p:cNvSpPr>
          <p:nvPr>
            <p:ph type="sldImg"/>
          </p:nvPr>
        </p:nvSpPr>
        <p:spPr>
          <a:ln/>
        </p:spPr>
      </p:sp>
      <p:sp>
        <p:nvSpPr>
          <p:cNvPr id="288771" name="Rectangle 3"/>
          <p:cNvSpPr>
            <a:spLocks noGrp="1" noChangeArrowheads="1"/>
          </p:cNvSpPr>
          <p:nvPr>
            <p:ph type="body" idx="1"/>
          </p:nvPr>
        </p:nvSpPr>
        <p:spPr>
          <a:xfrm>
            <a:off x="898525" y="4687888"/>
            <a:ext cx="4938713" cy="44386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C78FEC36-BA3F-40D3-B5BF-80D0C9571F38}" type="slidenum">
              <a:rPr lang="en-US" altLang="ko-KR" smtClean="0"/>
              <a:pPr eaLnBrk="1" hangingPunct="1">
                <a:spcBef>
                  <a:spcPct val="0"/>
                </a:spcBef>
              </a:pPr>
              <a:t>137</a:t>
            </a:fld>
            <a:endParaRPr lang="en-US" altLang="ko-KR" smtClean="0"/>
          </a:p>
        </p:txBody>
      </p:sp>
      <p:sp>
        <p:nvSpPr>
          <p:cNvPr id="28979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FDA8917E-A6CB-4FAE-B2F0-22FC72E9C58A}" type="slidenum">
              <a:rPr lang="en-US" altLang="ko-KR"/>
              <a:pPr algn="r" eaLnBrk="1" hangingPunct="1">
                <a:spcBef>
                  <a:spcPct val="0"/>
                </a:spcBef>
              </a:pPr>
              <a:t>137</a:t>
            </a:fld>
            <a:endParaRPr lang="en-US" altLang="ko-KR"/>
          </a:p>
        </p:txBody>
      </p:sp>
      <p:sp>
        <p:nvSpPr>
          <p:cNvPr id="289796" name="Rectangle 2"/>
          <p:cNvSpPr>
            <a:spLocks noGrp="1" noRot="1" noChangeAspect="1" noChangeArrowheads="1" noTextEdit="1"/>
          </p:cNvSpPr>
          <p:nvPr>
            <p:ph type="sldImg"/>
          </p:nvPr>
        </p:nvSpPr>
        <p:spPr>
          <a:ln/>
        </p:spPr>
      </p:sp>
      <p:sp>
        <p:nvSpPr>
          <p:cNvPr id="28979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F52BA632-BE3D-4DB0-9377-01C20FC7DAD1}" type="slidenum">
              <a:rPr lang="en-US" altLang="ko-KR" smtClean="0"/>
              <a:pPr eaLnBrk="1" hangingPunct="1">
                <a:spcBef>
                  <a:spcPct val="0"/>
                </a:spcBef>
              </a:pPr>
              <a:t>138</a:t>
            </a:fld>
            <a:endParaRPr lang="en-US" altLang="ko-KR" smtClean="0"/>
          </a:p>
        </p:txBody>
      </p:sp>
      <p:sp>
        <p:nvSpPr>
          <p:cNvPr id="29081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2B22C319-E060-409B-BB39-0317CA18DE58}" type="slidenum">
              <a:rPr lang="en-US" altLang="ko-KR"/>
              <a:pPr algn="r" eaLnBrk="1" hangingPunct="1">
                <a:spcBef>
                  <a:spcPct val="0"/>
                </a:spcBef>
              </a:pPr>
              <a:t>138</a:t>
            </a:fld>
            <a:endParaRPr lang="en-US" altLang="ko-KR"/>
          </a:p>
        </p:txBody>
      </p:sp>
      <p:sp>
        <p:nvSpPr>
          <p:cNvPr id="290820" name="Rectangle 2"/>
          <p:cNvSpPr>
            <a:spLocks noGrp="1" noRot="1" noChangeAspect="1" noChangeArrowheads="1" noTextEdit="1"/>
          </p:cNvSpPr>
          <p:nvPr>
            <p:ph type="sldImg"/>
          </p:nvPr>
        </p:nvSpPr>
        <p:spPr>
          <a:ln/>
        </p:spPr>
      </p:sp>
      <p:sp>
        <p:nvSpPr>
          <p:cNvPr id="29082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9DF6F9A3-4D65-4C66-A966-6E92E9C4EFBB}" type="slidenum">
              <a:rPr lang="en-US" altLang="ko-KR" smtClean="0"/>
              <a:pPr eaLnBrk="1" hangingPunct="1">
                <a:spcBef>
                  <a:spcPct val="0"/>
                </a:spcBef>
              </a:pPr>
              <a:t>139</a:t>
            </a:fld>
            <a:endParaRPr lang="en-US" altLang="ko-KR" smtClean="0"/>
          </a:p>
        </p:txBody>
      </p:sp>
      <p:sp>
        <p:nvSpPr>
          <p:cNvPr id="291843"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38403AF9-5710-4F24-8EFC-198A62A24B66}" type="slidenum">
              <a:rPr lang="en-US" altLang="ko-KR"/>
              <a:pPr algn="r" eaLnBrk="1" hangingPunct="1">
                <a:spcBef>
                  <a:spcPct val="0"/>
                </a:spcBef>
              </a:pPr>
              <a:t>139</a:t>
            </a:fld>
            <a:endParaRPr lang="en-US" altLang="ko-KR"/>
          </a:p>
        </p:txBody>
      </p:sp>
      <p:sp>
        <p:nvSpPr>
          <p:cNvPr id="291844" name="Rectangle 2"/>
          <p:cNvSpPr>
            <a:spLocks noGrp="1" noRot="1" noChangeAspect="1" noChangeArrowheads="1" noTextEdit="1"/>
          </p:cNvSpPr>
          <p:nvPr>
            <p:ph type="sldImg"/>
          </p:nvPr>
        </p:nvSpPr>
        <p:spPr>
          <a:ln/>
        </p:spPr>
      </p:sp>
      <p:sp>
        <p:nvSpPr>
          <p:cNvPr id="29184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C93BB204-5A8C-431A-A6A1-B96DABE4D404}" type="slidenum">
              <a:rPr lang="en-US" altLang="ko-KR" smtClean="0"/>
              <a:pPr eaLnBrk="1" hangingPunct="1">
                <a:spcBef>
                  <a:spcPct val="0"/>
                </a:spcBef>
              </a:pPr>
              <a:t>140</a:t>
            </a:fld>
            <a:endParaRPr lang="en-US" altLang="ko-KR" smtClean="0"/>
          </a:p>
        </p:txBody>
      </p:sp>
      <p:sp>
        <p:nvSpPr>
          <p:cNvPr id="292867"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537CB344-FA35-4702-BB58-CF87E2497EFC}" type="slidenum">
              <a:rPr lang="en-US" altLang="ko-KR"/>
              <a:pPr algn="r" eaLnBrk="1" hangingPunct="1">
                <a:spcBef>
                  <a:spcPct val="0"/>
                </a:spcBef>
              </a:pPr>
              <a:t>140</a:t>
            </a:fld>
            <a:endParaRPr lang="en-US" altLang="ko-KR"/>
          </a:p>
        </p:txBody>
      </p:sp>
      <p:sp>
        <p:nvSpPr>
          <p:cNvPr id="292868" name="Rectangle 2"/>
          <p:cNvSpPr>
            <a:spLocks noGrp="1" noRot="1" noChangeAspect="1" noChangeArrowheads="1" noTextEdit="1"/>
          </p:cNvSpPr>
          <p:nvPr>
            <p:ph type="sldImg"/>
          </p:nvPr>
        </p:nvSpPr>
        <p:spPr>
          <a:ln/>
        </p:spPr>
      </p:sp>
      <p:sp>
        <p:nvSpPr>
          <p:cNvPr id="29286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1BE82A2C-B16B-4A0E-8467-FE6CF547B992}" type="slidenum">
              <a:rPr lang="en-US" altLang="ko-KR" smtClean="0"/>
              <a:pPr eaLnBrk="1" hangingPunct="1">
                <a:spcBef>
                  <a:spcPct val="0"/>
                </a:spcBef>
              </a:pPr>
              <a:t>141</a:t>
            </a:fld>
            <a:endParaRPr lang="en-US" altLang="ko-KR" smtClean="0"/>
          </a:p>
        </p:txBody>
      </p:sp>
      <p:sp>
        <p:nvSpPr>
          <p:cNvPr id="293891"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4D5719BA-6D27-49AA-A9D8-2C4957DEE193}" type="slidenum">
              <a:rPr lang="en-US" altLang="ko-KR"/>
              <a:pPr algn="r" eaLnBrk="1" hangingPunct="1">
                <a:spcBef>
                  <a:spcPct val="0"/>
                </a:spcBef>
              </a:pPr>
              <a:t>141</a:t>
            </a:fld>
            <a:endParaRPr lang="en-US" altLang="ko-KR"/>
          </a:p>
        </p:txBody>
      </p:sp>
      <p:sp>
        <p:nvSpPr>
          <p:cNvPr id="293892" name="Rectangle 2"/>
          <p:cNvSpPr>
            <a:spLocks noGrp="1" noRot="1" noChangeAspect="1" noChangeArrowheads="1" noTextEdit="1"/>
          </p:cNvSpPr>
          <p:nvPr>
            <p:ph type="sldImg"/>
          </p:nvPr>
        </p:nvSpPr>
        <p:spPr>
          <a:ln/>
        </p:spPr>
      </p:sp>
      <p:sp>
        <p:nvSpPr>
          <p:cNvPr id="29389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784D403D-60EC-44D6-AC4E-29D0F50906A1}" type="slidenum">
              <a:rPr lang="en-US" altLang="ko-KR" smtClean="0"/>
              <a:pPr eaLnBrk="1" hangingPunct="1">
                <a:spcBef>
                  <a:spcPct val="0"/>
                </a:spcBef>
              </a:pPr>
              <a:t>142</a:t>
            </a:fld>
            <a:endParaRPr lang="en-US" altLang="ko-KR" smtClean="0"/>
          </a:p>
        </p:txBody>
      </p:sp>
      <p:sp>
        <p:nvSpPr>
          <p:cNvPr id="29491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874EDC5F-FC7F-423B-ADC7-D5DF4725DBB3}" type="slidenum">
              <a:rPr lang="en-US" altLang="ko-KR"/>
              <a:pPr algn="r" eaLnBrk="1" hangingPunct="1">
                <a:spcBef>
                  <a:spcPct val="0"/>
                </a:spcBef>
              </a:pPr>
              <a:t>142</a:t>
            </a:fld>
            <a:endParaRPr lang="en-US" altLang="ko-KR"/>
          </a:p>
        </p:txBody>
      </p:sp>
      <p:sp>
        <p:nvSpPr>
          <p:cNvPr id="294916" name="Rectangle 2"/>
          <p:cNvSpPr>
            <a:spLocks noGrp="1" noRot="1" noChangeAspect="1" noChangeArrowheads="1" noTextEdit="1"/>
          </p:cNvSpPr>
          <p:nvPr>
            <p:ph type="sldImg"/>
          </p:nvPr>
        </p:nvSpPr>
        <p:spPr>
          <a:ln/>
        </p:spPr>
      </p:sp>
      <p:sp>
        <p:nvSpPr>
          <p:cNvPr id="29491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9AB1B8B9-18E7-4DDA-B55C-954314CFF5AD}" type="slidenum">
              <a:rPr lang="en-US" altLang="ko-KR" smtClean="0"/>
              <a:pPr eaLnBrk="1" hangingPunct="1">
                <a:spcBef>
                  <a:spcPct val="0"/>
                </a:spcBef>
              </a:pPr>
              <a:t>143</a:t>
            </a:fld>
            <a:endParaRPr lang="en-US" altLang="ko-KR" smtClean="0"/>
          </a:p>
        </p:txBody>
      </p:sp>
      <p:sp>
        <p:nvSpPr>
          <p:cNvPr id="29593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6435C8AE-B396-4B05-9748-45A30EC91890}" type="slidenum">
              <a:rPr lang="en-US" altLang="ko-KR"/>
              <a:pPr algn="r" eaLnBrk="1" hangingPunct="1">
                <a:spcBef>
                  <a:spcPct val="0"/>
                </a:spcBef>
              </a:pPr>
              <a:t>143</a:t>
            </a:fld>
            <a:endParaRPr lang="en-US" altLang="ko-KR"/>
          </a:p>
        </p:txBody>
      </p:sp>
      <p:sp>
        <p:nvSpPr>
          <p:cNvPr id="295940" name="Rectangle 2"/>
          <p:cNvSpPr>
            <a:spLocks noGrp="1" noRot="1" noChangeAspect="1" noChangeArrowheads="1" noTextEdit="1"/>
          </p:cNvSpPr>
          <p:nvPr>
            <p:ph type="sldImg"/>
          </p:nvPr>
        </p:nvSpPr>
        <p:spPr>
          <a:ln/>
        </p:spPr>
      </p:sp>
      <p:sp>
        <p:nvSpPr>
          <p:cNvPr id="29594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E31D7724-D2AA-4936-8055-9C8C22E164C5}" type="slidenum">
              <a:rPr lang="en-US" altLang="ko-KR" smtClean="0"/>
              <a:pPr eaLnBrk="1" hangingPunct="1">
                <a:spcBef>
                  <a:spcPct val="0"/>
                </a:spcBef>
              </a:pPr>
              <a:t>144</a:t>
            </a:fld>
            <a:endParaRPr lang="en-US" altLang="ko-KR" smtClean="0"/>
          </a:p>
        </p:txBody>
      </p:sp>
      <p:sp>
        <p:nvSpPr>
          <p:cNvPr id="296963"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A0585E80-995A-4F0D-BB6E-608CA288BB57}" type="slidenum">
              <a:rPr lang="en-US" altLang="ko-KR"/>
              <a:pPr algn="r" eaLnBrk="1" hangingPunct="1">
                <a:spcBef>
                  <a:spcPct val="0"/>
                </a:spcBef>
              </a:pPr>
              <a:t>144</a:t>
            </a:fld>
            <a:endParaRPr lang="en-US" altLang="ko-KR"/>
          </a:p>
        </p:txBody>
      </p:sp>
      <p:sp>
        <p:nvSpPr>
          <p:cNvPr id="296964" name="Rectangle 2"/>
          <p:cNvSpPr>
            <a:spLocks noGrp="1" noRot="1" noChangeAspect="1" noChangeArrowheads="1" noTextEdit="1"/>
          </p:cNvSpPr>
          <p:nvPr>
            <p:ph type="sldImg"/>
          </p:nvPr>
        </p:nvSpPr>
        <p:spPr>
          <a:ln/>
        </p:spPr>
      </p:sp>
      <p:sp>
        <p:nvSpPr>
          <p:cNvPr id="29696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6FE6074A-7B4E-46A2-9F7C-9E10D4A8A996}" type="slidenum">
              <a:rPr lang="en-US" altLang="ko-KR" smtClean="0"/>
              <a:pPr eaLnBrk="1" hangingPunct="1">
                <a:spcBef>
                  <a:spcPct val="0"/>
                </a:spcBef>
              </a:pPr>
              <a:t>145</a:t>
            </a:fld>
            <a:endParaRPr lang="en-US" altLang="ko-KR" smtClean="0"/>
          </a:p>
        </p:txBody>
      </p:sp>
      <p:sp>
        <p:nvSpPr>
          <p:cNvPr id="297987"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2245703B-7788-4085-A130-52DEC95F6BF1}" type="slidenum">
              <a:rPr lang="en-US" altLang="ko-KR"/>
              <a:pPr algn="r" eaLnBrk="1" hangingPunct="1">
                <a:spcBef>
                  <a:spcPct val="0"/>
                </a:spcBef>
              </a:pPr>
              <a:t>145</a:t>
            </a:fld>
            <a:endParaRPr lang="en-US" altLang="ko-KR"/>
          </a:p>
        </p:txBody>
      </p:sp>
      <p:sp>
        <p:nvSpPr>
          <p:cNvPr id="297988" name="Rectangle 2"/>
          <p:cNvSpPr>
            <a:spLocks noGrp="1" noRot="1" noChangeAspect="1" noChangeArrowheads="1" noTextEdit="1"/>
          </p:cNvSpPr>
          <p:nvPr>
            <p:ph type="sldImg"/>
          </p:nvPr>
        </p:nvSpPr>
        <p:spPr>
          <a:ln/>
        </p:spPr>
      </p:sp>
      <p:sp>
        <p:nvSpPr>
          <p:cNvPr id="29798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D0907BE4-BA1C-4E02-A055-E1906EBB6930}" type="slidenum">
              <a:rPr lang="en-US" altLang="ko-KR" smtClean="0"/>
              <a:pPr eaLnBrk="1" hangingPunct="1">
                <a:spcBef>
                  <a:spcPct val="0"/>
                </a:spcBef>
              </a:pPr>
              <a:t>146</a:t>
            </a:fld>
            <a:endParaRPr lang="en-US" altLang="ko-KR" smtClean="0"/>
          </a:p>
        </p:txBody>
      </p:sp>
      <p:sp>
        <p:nvSpPr>
          <p:cNvPr id="299011"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70ABC43A-7A2E-4656-B16A-728C564A89C2}" type="slidenum">
              <a:rPr lang="en-US" altLang="ko-KR"/>
              <a:pPr algn="r" eaLnBrk="1" hangingPunct="1">
                <a:spcBef>
                  <a:spcPct val="0"/>
                </a:spcBef>
              </a:pPr>
              <a:t>146</a:t>
            </a:fld>
            <a:endParaRPr lang="en-US" altLang="ko-KR"/>
          </a:p>
        </p:txBody>
      </p:sp>
      <p:sp>
        <p:nvSpPr>
          <p:cNvPr id="299012" name="Rectangle 2"/>
          <p:cNvSpPr>
            <a:spLocks noGrp="1" noRot="1" noChangeAspect="1" noChangeArrowheads="1" noTextEdit="1"/>
          </p:cNvSpPr>
          <p:nvPr>
            <p:ph type="sldImg"/>
          </p:nvPr>
        </p:nvSpPr>
        <p:spPr>
          <a:ln/>
        </p:spPr>
      </p:sp>
      <p:sp>
        <p:nvSpPr>
          <p:cNvPr id="29901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C46DE445-286B-4B86-854A-62AA0CDA0FBD}" type="slidenum">
              <a:rPr lang="en-US" altLang="ko-KR" smtClean="0"/>
              <a:pPr eaLnBrk="1" hangingPunct="1">
                <a:spcBef>
                  <a:spcPct val="0"/>
                </a:spcBef>
              </a:pPr>
              <a:t>147</a:t>
            </a:fld>
            <a:endParaRPr lang="en-US" altLang="ko-KR" smtClean="0"/>
          </a:p>
        </p:txBody>
      </p:sp>
      <p:sp>
        <p:nvSpPr>
          <p:cNvPr id="30003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1CC5FAD1-F611-4BBB-9473-7EEC0E4D3381}" type="slidenum">
              <a:rPr lang="en-US" altLang="ko-KR"/>
              <a:pPr algn="r" eaLnBrk="1" hangingPunct="1">
                <a:spcBef>
                  <a:spcPct val="0"/>
                </a:spcBef>
              </a:pPr>
              <a:t>147</a:t>
            </a:fld>
            <a:endParaRPr lang="en-US" altLang="ko-KR"/>
          </a:p>
        </p:txBody>
      </p:sp>
      <p:sp>
        <p:nvSpPr>
          <p:cNvPr id="300036" name="Rectangle 2"/>
          <p:cNvSpPr>
            <a:spLocks noGrp="1" noRot="1" noChangeAspect="1" noChangeArrowheads="1" noTextEdit="1"/>
          </p:cNvSpPr>
          <p:nvPr>
            <p:ph type="sldImg"/>
          </p:nvPr>
        </p:nvSpPr>
        <p:spPr>
          <a:ln/>
        </p:spPr>
      </p:sp>
      <p:sp>
        <p:nvSpPr>
          <p:cNvPr id="30003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668CC8C2-3FAD-4DCD-9F49-8BEFEBCC884F}" type="slidenum">
              <a:rPr lang="en-US" altLang="ko-KR" smtClean="0"/>
              <a:pPr eaLnBrk="1" hangingPunct="1">
                <a:spcBef>
                  <a:spcPct val="0"/>
                </a:spcBef>
              </a:pPr>
              <a:t>148</a:t>
            </a:fld>
            <a:endParaRPr lang="en-US" altLang="ko-KR" smtClean="0"/>
          </a:p>
        </p:txBody>
      </p:sp>
      <p:sp>
        <p:nvSpPr>
          <p:cNvPr id="30105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053A161D-2E75-4326-BEBC-21F5BF6F13A3}" type="slidenum">
              <a:rPr lang="en-US" altLang="ko-KR"/>
              <a:pPr algn="r" eaLnBrk="1" hangingPunct="1">
                <a:spcBef>
                  <a:spcPct val="0"/>
                </a:spcBef>
              </a:pPr>
              <a:t>148</a:t>
            </a:fld>
            <a:endParaRPr lang="en-US" altLang="ko-KR"/>
          </a:p>
        </p:txBody>
      </p:sp>
      <p:sp>
        <p:nvSpPr>
          <p:cNvPr id="301060" name="Rectangle 2"/>
          <p:cNvSpPr>
            <a:spLocks noGrp="1" noRot="1" noChangeAspect="1" noChangeArrowheads="1" noTextEdit="1"/>
          </p:cNvSpPr>
          <p:nvPr>
            <p:ph type="sldImg"/>
          </p:nvPr>
        </p:nvSpPr>
        <p:spPr>
          <a:ln/>
        </p:spPr>
      </p:sp>
      <p:sp>
        <p:nvSpPr>
          <p:cNvPr id="30106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58D94BAD-6F1F-40C0-AB48-D320BFB36793}" type="slidenum">
              <a:rPr lang="en-US" altLang="ko-KR" smtClean="0"/>
              <a:pPr eaLnBrk="1" hangingPunct="1">
                <a:spcBef>
                  <a:spcPct val="0"/>
                </a:spcBef>
              </a:pPr>
              <a:t>149</a:t>
            </a:fld>
            <a:endParaRPr lang="en-US" altLang="ko-KR" smtClean="0"/>
          </a:p>
        </p:txBody>
      </p:sp>
      <p:sp>
        <p:nvSpPr>
          <p:cNvPr id="302083"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540AC659-D73D-4A29-B8ED-DC1B11914730}" type="slidenum">
              <a:rPr lang="en-US" altLang="ko-KR"/>
              <a:pPr algn="r" eaLnBrk="1" hangingPunct="1">
                <a:spcBef>
                  <a:spcPct val="0"/>
                </a:spcBef>
              </a:pPr>
              <a:t>149</a:t>
            </a:fld>
            <a:endParaRPr lang="en-US" altLang="ko-KR"/>
          </a:p>
        </p:txBody>
      </p:sp>
      <p:sp>
        <p:nvSpPr>
          <p:cNvPr id="302084" name="Rectangle 2"/>
          <p:cNvSpPr>
            <a:spLocks noGrp="1" noRot="1" noChangeAspect="1" noChangeArrowheads="1" noTextEdit="1"/>
          </p:cNvSpPr>
          <p:nvPr>
            <p:ph type="sldImg"/>
          </p:nvPr>
        </p:nvSpPr>
        <p:spPr>
          <a:ln/>
        </p:spPr>
      </p:sp>
      <p:sp>
        <p:nvSpPr>
          <p:cNvPr id="30208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22B99726-94BF-482B-A3B4-6EBFE912326F}" type="slidenum">
              <a:rPr lang="en-US" altLang="ko-KR" smtClean="0"/>
              <a:pPr eaLnBrk="1" hangingPunct="1">
                <a:spcBef>
                  <a:spcPct val="0"/>
                </a:spcBef>
              </a:pPr>
              <a:t>150</a:t>
            </a:fld>
            <a:endParaRPr lang="en-US" altLang="ko-KR" smtClean="0"/>
          </a:p>
        </p:txBody>
      </p:sp>
      <p:sp>
        <p:nvSpPr>
          <p:cNvPr id="303107"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CBAD3B67-D289-414D-8FC5-81B0132C9586}" type="slidenum">
              <a:rPr lang="en-US" altLang="ko-KR"/>
              <a:pPr algn="r" eaLnBrk="1" hangingPunct="1">
                <a:spcBef>
                  <a:spcPct val="0"/>
                </a:spcBef>
              </a:pPr>
              <a:t>150</a:t>
            </a:fld>
            <a:endParaRPr lang="en-US" altLang="ko-KR"/>
          </a:p>
        </p:txBody>
      </p:sp>
      <p:sp>
        <p:nvSpPr>
          <p:cNvPr id="303108" name="Rectangle 2"/>
          <p:cNvSpPr>
            <a:spLocks noGrp="1" noRot="1" noChangeAspect="1" noChangeArrowheads="1" noTextEdit="1"/>
          </p:cNvSpPr>
          <p:nvPr>
            <p:ph type="sldImg"/>
          </p:nvPr>
        </p:nvSpPr>
        <p:spPr>
          <a:ln/>
        </p:spPr>
      </p:sp>
      <p:sp>
        <p:nvSpPr>
          <p:cNvPr id="30310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DD23F768-13C4-4CD5-A45C-C192C97912F0}" type="slidenum">
              <a:rPr lang="en-US" altLang="ko-KR" smtClean="0"/>
              <a:pPr eaLnBrk="1" hangingPunct="1">
                <a:spcBef>
                  <a:spcPct val="0"/>
                </a:spcBef>
              </a:pPr>
              <a:t>151</a:t>
            </a:fld>
            <a:endParaRPr lang="en-US" altLang="ko-KR" smtClean="0"/>
          </a:p>
        </p:txBody>
      </p:sp>
      <p:sp>
        <p:nvSpPr>
          <p:cNvPr id="304131"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D4B50B79-521C-4CDA-AB49-5CAFD1065989}" type="slidenum">
              <a:rPr lang="en-US" altLang="ko-KR"/>
              <a:pPr algn="r" eaLnBrk="1" hangingPunct="1">
                <a:spcBef>
                  <a:spcPct val="0"/>
                </a:spcBef>
              </a:pPr>
              <a:t>151</a:t>
            </a:fld>
            <a:endParaRPr lang="en-US" altLang="ko-KR"/>
          </a:p>
        </p:txBody>
      </p:sp>
      <p:sp>
        <p:nvSpPr>
          <p:cNvPr id="304132" name="Rectangle 2"/>
          <p:cNvSpPr>
            <a:spLocks noGrp="1" noRot="1" noChangeAspect="1" noChangeArrowheads="1" noTextEdit="1"/>
          </p:cNvSpPr>
          <p:nvPr>
            <p:ph type="sldImg"/>
          </p:nvPr>
        </p:nvSpPr>
        <p:spPr>
          <a:ln/>
        </p:spPr>
      </p:sp>
      <p:sp>
        <p:nvSpPr>
          <p:cNvPr id="30413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7C2C9790-F7DD-4114-9F2A-3FE8238C0972}" type="slidenum">
              <a:rPr lang="en-US" altLang="ko-KR" smtClean="0"/>
              <a:pPr eaLnBrk="1" hangingPunct="1">
                <a:spcBef>
                  <a:spcPct val="0"/>
                </a:spcBef>
              </a:pPr>
              <a:t>152</a:t>
            </a:fld>
            <a:endParaRPr lang="en-US" altLang="ko-KR" smtClean="0"/>
          </a:p>
        </p:txBody>
      </p:sp>
      <p:sp>
        <p:nvSpPr>
          <p:cNvPr id="30515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1EEDBB20-8076-4F22-8519-B93A0C3045C6}" type="slidenum">
              <a:rPr lang="en-US" altLang="ko-KR"/>
              <a:pPr algn="r" eaLnBrk="1" hangingPunct="1">
                <a:spcBef>
                  <a:spcPct val="0"/>
                </a:spcBef>
              </a:pPr>
              <a:t>152</a:t>
            </a:fld>
            <a:endParaRPr lang="en-US" altLang="ko-KR"/>
          </a:p>
        </p:txBody>
      </p:sp>
      <p:sp>
        <p:nvSpPr>
          <p:cNvPr id="305156" name="Rectangle 2"/>
          <p:cNvSpPr>
            <a:spLocks noGrp="1" noRot="1" noChangeAspect="1" noChangeArrowheads="1" noTextEdit="1"/>
          </p:cNvSpPr>
          <p:nvPr>
            <p:ph type="sldImg"/>
          </p:nvPr>
        </p:nvSpPr>
        <p:spPr>
          <a:ln/>
        </p:spPr>
      </p:sp>
      <p:sp>
        <p:nvSpPr>
          <p:cNvPr id="30515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8A16CACB-1EDD-4001-BCC4-126B391BBA0A}" type="slidenum">
              <a:rPr lang="en-US" altLang="ko-KR" smtClean="0"/>
              <a:pPr eaLnBrk="1" hangingPunct="1">
                <a:spcBef>
                  <a:spcPct val="0"/>
                </a:spcBef>
              </a:pPr>
              <a:t>153</a:t>
            </a:fld>
            <a:endParaRPr lang="en-US" altLang="ko-KR" smtClean="0"/>
          </a:p>
        </p:txBody>
      </p:sp>
      <p:sp>
        <p:nvSpPr>
          <p:cNvPr id="30617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D2465B13-306D-4EC5-803A-5A91D974D6F5}" type="slidenum">
              <a:rPr lang="en-US" altLang="ko-KR"/>
              <a:pPr algn="r" eaLnBrk="1" hangingPunct="1">
                <a:spcBef>
                  <a:spcPct val="0"/>
                </a:spcBef>
              </a:pPr>
              <a:t>153</a:t>
            </a:fld>
            <a:endParaRPr lang="en-US" altLang="ko-KR"/>
          </a:p>
        </p:txBody>
      </p:sp>
      <p:sp>
        <p:nvSpPr>
          <p:cNvPr id="306180" name="Rectangle 2"/>
          <p:cNvSpPr>
            <a:spLocks noGrp="1" noRot="1" noChangeAspect="1" noChangeArrowheads="1" noTextEdit="1"/>
          </p:cNvSpPr>
          <p:nvPr>
            <p:ph type="sldImg"/>
          </p:nvPr>
        </p:nvSpPr>
        <p:spPr>
          <a:ln/>
        </p:spPr>
      </p:sp>
      <p:sp>
        <p:nvSpPr>
          <p:cNvPr id="30618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7EFAD1DF-A6A0-4FA0-A6C6-B78ADD917707}" type="slidenum">
              <a:rPr lang="en-US" altLang="ko-KR" smtClean="0"/>
              <a:pPr eaLnBrk="1" hangingPunct="1">
                <a:spcBef>
                  <a:spcPct val="0"/>
                </a:spcBef>
              </a:pPr>
              <a:t>154</a:t>
            </a:fld>
            <a:endParaRPr lang="en-US" altLang="ko-KR" smtClean="0"/>
          </a:p>
        </p:txBody>
      </p:sp>
      <p:sp>
        <p:nvSpPr>
          <p:cNvPr id="307203"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5EC8AF8A-C009-4022-8388-101C5B0ACB5F}" type="slidenum">
              <a:rPr lang="en-US" altLang="ko-KR"/>
              <a:pPr algn="r" eaLnBrk="1" hangingPunct="1">
                <a:spcBef>
                  <a:spcPct val="0"/>
                </a:spcBef>
              </a:pPr>
              <a:t>154</a:t>
            </a:fld>
            <a:endParaRPr lang="en-US" altLang="ko-KR"/>
          </a:p>
        </p:txBody>
      </p:sp>
      <p:sp>
        <p:nvSpPr>
          <p:cNvPr id="307204" name="Rectangle 2"/>
          <p:cNvSpPr>
            <a:spLocks noGrp="1" noRot="1" noChangeAspect="1" noChangeArrowheads="1" noTextEdit="1"/>
          </p:cNvSpPr>
          <p:nvPr>
            <p:ph type="sldImg"/>
          </p:nvPr>
        </p:nvSpPr>
        <p:spPr>
          <a:ln/>
        </p:spPr>
      </p:sp>
      <p:sp>
        <p:nvSpPr>
          <p:cNvPr id="30720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0D7C006C-ADAD-4DC7-8335-EE08D6CBD18F}" type="slidenum">
              <a:rPr lang="en-US" altLang="ko-KR" smtClean="0"/>
              <a:pPr eaLnBrk="1" hangingPunct="1">
                <a:spcBef>
                  <a:spcPct val="0"/>
                </a:spcBef>
              </a:pPr>
              <a:t>155</a:t>
            </a:fld>
            <a:endParaRPr lang="en-US" altLang="ko-KR" smtClean="0"/>
          </a:p>
        </p:txBody>
      </p:sp>
      <p:sp>
        <p:nvSpPr>
          <p:cNvPr id="308227"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CF7D1FC3-33FD-432A-B860-862015E2FF34}" type="slidenum">
              <a:rPr lang="en-US" altLang="ko-KR"/>
              <a:pPr algn="r" eaLnBrk="1" hangingPunct="1">
                <a:spcBef>
                  <a:spcPct val="0"/>
                </a:spcBef>
              </a:pPr>
              <a:t>155</a:t>
            </a:fld>
            <a:endParaRPr lang="en-US" altLang="ko-KR"/>
          </a:p>
        </p:txBody>
      </p:sp>
      <p:sp>
        <p:nvSpPr>
          <p:cNvPr id="308228" name="Rectangle 2"/>
          <p:cNvSpPr>
            <a:spLocks noGrp="1" noRot="1" noChangeAspect="1" noChangeArrowheads="1" noTextEdit="1"/>
          </p:cNvSpPr>
          <p:nvPr>
            <p:ph type="sldImg"/>
          </p:nvPr>
        </p:nvSpPr>
        <p:spPr>
          <a:ln/>
        </p:spPr>
      </p:sp>
      <p:sp>
        <p:nvSpPr>
          <p:cNvPr id="30822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94863F81-C90C-4E6A-992D-DD72DB4870AB}" type="slidenum">
              <a:rPr lang="en-US" altLang="ko-KR" smtClean="0"/>
              <a:pPr eaLnBrk="1" hangingPunct="1">
                <a:spcBef>
                  <a:spcPct val="0"/>
                </a:spcBef>
              </a:pPr>
              <a:t>156</a:t>
            </a:fld>
            <a:endParaRPr lang="en-US" altLang="ko-KR" smtClean="0"/>
          </a:p>
        </p:txBody>
      </p:sp>
      <p:sp>
        <p:nvSpPr>
          <p:cNvPr id="309251"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96E67EA7-C242-4A8C-9ECB-E41F9DD72946}" type="slidenum">
              <a:rPr lang="en-US" altLang="ko-KR"/>
              <a:pPr algn="r" eaLnBrk="1" hangingPunct="1">
                <a:spcBef>
                  <a:spcPct val="0"/>
                </a:spcBef>
              </a:pPr>
              <a:t>156</a:t>
            </a:fld>
            <a:endParaRPr lang="en-US" altLang="ko-KR"/>
          </a:p>
        </p:txBody>
      </p:sp>
      <p:sp>
        <p:nvSpPr>
          <p:cNvPr id="309252" name="Rectangle 2"/>
          <p:cNvSpPr>
            <a:spLocks noGrp="1" noRot="1" noChangeAspect="1" noChangeArrowheads="1" noTextEdit="1"/>
          </p:cNvSpPr>
          <p:nvPr>
            <p:ph type="sldImg"/>
          </p:nvPr>
        </p:nvSpPr>
        <p:spPr>
          <a:ln/>
        </p:spPr>
      </p:sp>
      <p:sp>
        <p:nvSpPr>
          <p:cNvPr id="30925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0F06E219-D73E-4E3A-B743-64CFEB0C7DFB}" type="slidenum">
              <a:rPr lang="en-US" altLang="ko-KR" smtClean="0"/>
              <a:pPr eaLnBrk="1" hangingPunct="1">
                <a:spcBef>
                  <a:spcPct val="0"/>
                </a:spcBef>
              </a:pPr>
              <a:t>157</a:t>
            </a:fld>
            <a:endParaRPr lang="en-US" altLang="ko-KR" smtClean="0"/>
          </a:p>
        </p:txBody>
      </p:sp>
      <p:sp>
        <p:nvSpPr>
          <p:cNvPr id="31027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1DD06FF3-6B5E-4B3A-9CF4-E60027E8021A}" type="slidenum">
              <a:rPr lang="en-US" altLang="ko-KR"/>
              <a:pPr algn="r" eaLnBrk="1" hangingPunct="1">
                <a:spcBef>
                  <a:spcPct val="0"/>
                </a:spcBef>
              </a:pPr>
              <a:t>157</a:t>
            </a:fld>
            <a:endParaRPr lang="en-US" altLang="ko-KR"/>
          </a:p>
        </p:txBody>
      </p:sp>
      <p:sp>
        <p:nvSpPr>
          <p:cNvPr id="310276" name="Rectangle 2"/>
          <p:cNvSpPr>
            <a:spLocks noGrp="1" noRot="1" noChangeAspect="1" noChangeArrowheads="1" noTextEdit="1"/>
          </p:cNvSpPr>
          <p:nvPr>
            <p:ph type="sldImg"/>
          </p:nvPr>
        </p:nvSpPr>
        <p:spPr>
          <a:ln/>
        </p:spPr>
      </p:sp>
      <p:sp>
        <p:nvSpPr>
          <p:cNvPr id="31027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3D3D5CFF-66F7-4768-B95F-0E3E00BD24CB}" type="slidenum">
              <a:rPr lang="en-US" altLang="ko-KR" smtClean="0"/>
              <a:pPr eaLnBrk="1" hangingPunct="1">
                <a:spcBef>
                  <a:spcPct val="0"/>
                </a:spcBef>
              </a:pPr>
              <a:t>158</a:t>
            </a:fld>
            <a:endParaRPr lang="en-US" altLang="ko-KR" smtClean="0"/>
          </a:p>
        </p:txBody>
      </p:sp>
      <p:sp>
        <p:nvSpPr>
          <p:cNvPr id="31129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75CBF456-D5E0-4B51-B9EF-32C99CD47560}" type="slidenum">
              <a:rPr lang="en-US" altLang="ko-KR"/>
              <a:pPr algn="r" eaLnBrk="1" hangingPunct="1">
                <a:spcBef>
                  <a:spcPct val="0"/>
                </a:spcBef>
              </a:pPr>
              <a:t>158</a:t>
            </a:fld>
            <a:endParaRPr lang="en-US" altLang="ko-KR"/>
          </a:p>
        </p:txBody>
      </p:sp>
      <p:sp>
        <p:nvSpPr>
          <p:cNvPr id="311300" name="Rectangle 2"/>
          <p:cNvSpPr>
            <a:spLocks noGrp="1" noRot="1" noChangeAspect="1" noChangeArrowheads="1" noTextEdit="1"/>
          </p:cNvSpPr>
          <p:nvPr>
            <p:ph type="sldImg"/>
          </p:nvPr>
        </p:nvSpPr>
        <p:spPr>
          <a:ln/>
        </p:spPr>
      </p:sp>
      <p:sp>
        <p:nvSpPr>
          <p:cNvPr id="31130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1784213A-E150-44A7-B362-387F15E78019}" type="slidenum">
              <a:rPr lang="en-US" altLang="ko-KR" smtClean="0"/>
              <a:pPr eaLnBrk="1" hangingPunct="1">
                <a:spcBef>
                  <a:spcPct val="0"/>
                </a:spcBef>
              </a:pPr>
              <a:t>159</a:t>
            </a:fld>
            <a:endParaRPr lang="en-US" altLang="ko-KR" smtClean="0"/>
          </a:p>
        </p:txBody>
      </p:sp>
      <p:sp>
        <p:nvSpPr>
          <p:cNvPr id="312323"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EA0C6774-C672-4677-A7A0-8CD7566DCEFD}" type="slidenum">
              <a:rPr lang="en-US" altLang="ko-KR"/>
              <a:pPr algn="r" eaLnBrk="1" hangingPunct="1">
                <a:spcBef>
                  <a:spcPct val="0"/>
                </a:spcBef>
              </a:pPr>
              <a:t>159</a:t>
            </a:fld>
            <a:endParaRPr lang="en-US" altLang="ko-KR"/>
          </a:p>
        </p:txBody>
      </p:sp>
      <p:sp>
        <p:nvSpPr>
          <p:cNvPr id="312324" name="Rectangle 2"/>
          <p:cNvSpPr>
            <a:spLocks noGrp="1" noRot="1" noChangeAspect="1" noChangeArrowheads="1" noTextEdit="1"/>
          </p:cNvSpPr>
          <p:nvPr>
            <p:ph type="sldImg"/>
          </p:nvPr>
        </p:nvSpPr>
        <p:spPr>
          <a:ln/>
        </p:spPr>
      </p:sp>
      <p:sp>
        <p:nvSpPr>
          <p:cNvPr id="31232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75BB5594-EBBF-4245-BFB7-D98008A751D1}" type="slidenum">
              <a:rPr lang="en-US" altLang="ko-KR" smtClean="0"/>
              <a:pPr eaLnBrk="1" hangingPunct="1">
                <a:spcBef>
                  <a:spcPct val="0"/>
                </a:spcBef>
              </a:pPr>
              <a:t>160</a:t>
            </a:fld>
            <a:endParaRPr lang="en-US" altLang="ko-KR" smtClean="0"/>
          </a:p>
        </p:txBody>
      </p:sp>
      <p:sp>
        <p:nvSpPr>
          <p:cNvPr id="313347"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46612C4A-8519-44AA-9C33-FBF313EC1E1F}" type="slidenum">
              <a:rPr lang="en-US" altLang="ko-KR"/>
              <a:pPr algn="r" eaLnBrk="1" hangingPunct="1">
                <a:spcBef>
                  <a:spcPct val="0"/>
                </a:spcBef>
              </a:pPr>
              <a:t>160</a:t>
            </a:fld>
            <a:endParaRPr lang="en-US" altLang="ko-KR"/>
          </a:p>
        </p:txBody>
      </p:sp>
      <p:sp>
        <p:nvSpPr>
          <p:cNvPr id="313348" name="Rectangle 2"/>
          <p:cNvSpPr>
            <a:spLocks noGrp="1" noRot="1" noChangeAspect="1" noChangeArrowheads="1" noTextEdit="1"/>
          </p:cNvSpPr>
          <p:nvPr>
            <p:ph type="sldImg"/>
          </p:nvPr>
        </p:nvSpPr>
        <p:spPr>
          <a:ln/>
        </p:spPr>
      </p:sp>
      <p:sp>
        <p:nvSpPr>
          <p:cNvPr id="31334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A42FF28D-627E-4E44-8E68-42E5BA189D48}" type="slidenum">
              <a:rPr lang="en-US" altLang="ko-KR" smtClean="0"/>
              <a:pPr eaLnBrk="1" hangingPunct="1">
                <a:spcBef>
                  <a:spcPct val="0"/>
                </a:spcBef>
              </a:pPr>
              <a:t>161</a:t>
            </a:fld>
            <a:endParaRPr lang="en-US" altLang="ko-KR" smtClean="0"/>
          </a:p>
        </p:txBody>
      </p:sp>
      <p:sp>
        <p:nvSpPr>
          <p:cNvPr id="314371"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DC946FD3-3AEB-4D1A-8637-95D61B2648B6}" type="slidenum">
              <a:rPr lang="en-US" altLang="ko-KR"/>
              <a:pPr algn="r" eaLnBrk="1" hangingPunct="1">
                <a:spcBef>
                  <a:spcPct val="0"/>
                </a:spcBef>
              </a:pPr>
              <a:t>161</a:t>
            </a:fld>
            <a:endParaRPr lang="en-US" altLang="ko-KR"/>
          </a:p>
        </p:txBody>
      </p:sp>
      <p:sp>
        <p:nvSpPr>
          <p:cNvPr id="314372" name="Rectangle 2"/>
          <p:cNvSpPr>
            <a:spLocks noGrp="1" noRot="1" noChangeAspect="1" noChangeArrowheads="1" noTextEdit="1"/>
          </p:cNvSpPr>
          <p:nvPr>
            <p:ph type="sldImg"/>
          </p:nvPr>
        </p:nvSpPr>
        <p:spPr>
          <a:ln/>
        </p:spPr>
      </p:sp>
      <p:sp>
        <p:nvSpPr>
          <p:cNvPr id="31437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DFFEBD0C-220B-4B50-BBBC-C7032CB67E8F}" type="slidenum">
              <a:rPr lang="en-US" altLang="ko-KR" smtClean="0"/>
              <a:pPr eaLnBrk="1" hangingPunct="1">
                <a:spcBef>
                  <a:spcPct val="0"/>
                </a:spcBef>
              </a:pPr>
              <a:t>162</a:t>
            </a:fld>
            <a:endParaRPr lang="en-US" altLang="ko-KR" smtClean="0"/>
          </a:p>
        </p:txBody>
      </p:sp>
      <p:sp>
        <p:nvSpPr>
          <p:cNvPr id="31539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DD5CAF35-6C83-4C4F-B684-D2676E9B0BB5}" type="slidenum">
              <a:rPr lang="en-US" altLang="ko-KR"/>
              <a:pPr algn="r" eaLnBrk="1" hangingPunct="1">
                <a:spcBef>
                  <a:spcPct val="0"/>
                </a:spcBef>
              </a:pPr>
              <a:t>162</a:t>
            </a:fld>
            <a:endParaRPr lang="en-US" altLang="ko-KR"/>
          </a:p>
        </p:txBody>
      </p:sp>
      <p:sp>
        <p:nvSpPr>
          <p:cNvPr id="315396" name="Rectangle 2"/>
          <p:cNvSpPr>
            <a:spLocks noGrp="1" noRot="1" noChangeAspect="1" noChangeArrowheads="1" noTextEdit="1"/>
          </p:cNvSpPr>
          <p:nvPr>
            <p:ph type="sldImg"/>
          </p:nvPr>
        </p:nvSpPr>
        <p:spPr>
          <a:ln/>
        </p:spPr>
      </p:sp>
      <p:sp>
        <p:nvSpPr>
          <p:cNvPr id="31539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CC05F8F1-BDE6-459C-87BB-71AE59121BD2}" type="slidenum">
              <a:rPr lang="en-US" altLang="ko-KR" smtClean="0"/>
              <a:pPr eaLnBrk="1" hangingPunct="1">
                <a:spcBef>
                  <a:spcPct val="0"/>
                </a:spcBef>
              </a:pPr>
              <a:t>163</a:t>
            </a:fld>
            <a:endParaRPr lang="en-US" altLang="ko-KR" smtClean="0"/>
          </a:p>
        </p:txBody>
      </p:sp>
      <p:sp>
        <p:nvSpPr>
          <p:cNvPr id="31641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97AD0D7C-447E-4468-96CC-47C6977C30C4}" type="slidenum">
              <a:rPr lang="en-US" altLang="ko-KR"/>
              <a:pPr algn="r" eaLnBrk="1" hangingPunct="1">
                <a:spcBef>
                  <a:spcPct val="0"/>
                </a:spcBef>
              </a:pPr>
              <a:t>163</a:t>
            </a:fld>
            <a:endParaRPr lang="en-US" altLang="ko-KR"/>
          </a:p>
        </p:txBody>
      </p:sp>
      <p:sp>
        <p:nvSpPr>
          <p:cNvPr id="316420" name="Rectangle 2"/>
          <p:cNvSpPr>
            <a:spLocks noGrp="1" noRot="1" noChangeAspect="1" noChangeArrowheads="1" noTextEdit="1"/>
          </p:cNvSpPr>
          <p:nvPr>
            <p:ph type="sldImg"/>
          </p:nvPr>
        </p:nvSpPr>
        <p:spPr>
          <a:ln/>
        </p:spPr>
      </p:sp>
      <p:sp>
        <p:nvSpPr>
          <p:cNvPr id="31642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66AFDB97-D742-43D8-9420-22F57C2B6093}" type="slidenum">
              <a:rPr lang="en-US" altLang="ko-KR" smtClean="0"/>
              <a:pPr eaLnBrk="1" hangingPunct="1">
                <a:spcBef>
                  <a:spcPct val="0"/>
                </a:spcBef>
              </a:pPr>
              <a:t>164</a:t>
            </a:fld>
            <a:endParaRPr lang="en-US" altLang="ko-KR" smtClean="0"/>
          </a:p>
        </p:txBody>
      </p:sp>
      <p:sp>
        <p:nvSpPr>
          <p:cNvPr id="317443"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4A6C7A76-2362-400A-804C-B3F3F1CF3920}" type="slidenum">
              <a:rPr lang="en-US" altLang="ko-KR"/>
              <a:pPr algn="r" eaLnBrk="1" hangingPunct="1">
                <a:spcBef>
                  <a:spcPct val="0"/>
                </a:spcBef>
              </a:pPr>
              <a:t>164</a:t>
            </a:fld>
            <a:endParaRPr lang="en-US" altLang="ko-KR"/>
          </a:p>
        </p:txBody>
      </p:sp>
      <p:sp>
        <p:nvSpPr>
          <p:cNvPr id="317444" name="Rectangle 2"/>
          <p:cNvSpPr>
            <a:spLocks noGrp="1" noRot="1" noChangeAspect="1" noChangeArrowheads="1" noTextEdit="1"/>
          </p:cNvSpPr>
          <p:nvPr>
            <p:ph type="sldImg"/>
          </p:nvPr>
        </p:nvSpPr>
        <p:spPr>
          <a:ln/>
        </p:spPr>
      </p:sp>
      <p:sp>
        <p:nvSpPr>
          <p:cNvPr id="31744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1E927F5B-1511-40DE-8E6D-558B5D153C8F}" type="slidenum">
              <a:rPr lang="en-US" altLang="ko-KR" smtClean="0"/>
              <a:pPr eaLnBrk="1" hangingPunct="1">
                <a:spcBef>
                  <a:spcPct val="0"/>
                </a:spcBef>
              </a:pPr>
              <a:t>165</a:t>
            </a:fld>
            <a:endParaRPr lang="en-US" altLang="ko-KR" smtClean="0"/>
          </a:p>
        </p:txBody>
      </p:sp>
      <p:sp>
        <p:nvSpPr>
          <p:cNvPr id="318467"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D615C50C-2123-4FEE-AE44-B271D7FDA2A2}" type="slidenum">
              <a:rPr lang="en-US" altLang="ko-KR"/>
              <a:pPr algn="r" eaLnBrk="1" hangingPunct="1">
                <a:spcBef>
                  <a:spcPct val="0"/>
                </a:spcBef>
              </a:pPr>
              <a:t>165</a:t>
            </a:fld>
            <a:endParaRPr lang="en-US" altLang="ko-KR"/>
          </a:p>
        </p:txBody>
      </p:sp>
      <p:sp>
        <p:nvSpPr>
          <p:cNvPr id="318468" name="Rectangle 2"/>
          <p:cNvSpPr>
            <a:spLocks noGrp="1" noRot="1" noChangeAspect="1" noChangeArrowheads="1" noTextEdit="1"/>
          </p:cNvSpPr>
          <p:nvPr>
            <p:ph type="sldImg"/>
          </p:nvPr>
        </p:nvSpPr>
        <p:spPr>
          <a:ln/>
        </p:spPr>
      </p:sp>
      <p:sp>
        <p:nvSpPr>
          <p:cNvPr id="31846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7AC05FF4-1FAE-4AB3-8593-17256B6F3F90}" type="slidenum">
              <a:rPr lang="en-US" altLang="ko-KR" smtClean="0"/>
              <a:pPr eaLnBrk="1" hangingPunct="1">
                <a:spcBef>
                  <a:spcPct val="0"/>
                </a:spcBef>
              </a:pPr>
              <a:t>166</a:t>
            </a:fld>
            <a:endParaRPr lang="en-US" altLang="ko-KR" smtClean="0"/>
          </a:p>
        </p:txBody>
      </p:sp>
      <p:sp>
        <p:nvSpPr>
          <p:cNvPr id="319491"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8DAB7320-8FE9-41BC-B764-41B3DECD1C27}" type="slidenum">
              <a:rPr lang="en-US" altLang="ko-KR"/>
              <a:pPr algn="r" eaLnBrk="1" hangingPunct="1">
                <a:spcBef>
                  <a:spcPct val="0"/>
                </a:spcBef>
              </a:pPr>
              <a:t>166</a:t>
            </a:fld>
            <a:endParaRPr lang="en-US" altLang="ko-KR"/>
          </a:p>
        </p:txBody>
      </p:sp>
      <p:sp>
        <p:nvSpPr>
          <p:cNvPr id="319492" name="Rectangle 2"/>
          <p:cNvSpPr>
            <a:spLocks noGrp="1" noRot="1" noChangeAspect="1" noChangeArrowheads="1" noTextEdit="1"/>
          </p:cNvSpPr>
          <p:nvPr>
            <p:ph type="sldImg"/>
          </p:nvPr>
        </p:nvSpPr>
        <p:spPr>
          <a:ln/>
        </p:spPr>
      </p:sp>
      <p:sp>
        <p:nvSpPr>
          <p:cNvPr id="31949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27107D63-1004-4530-9802-F3FCCCD24346}" type="slidenum">
              <a:rPr lang="en-US" altLang="ko-KR" smtClean="0"/>
              <a:pPr eaLnBrk="1" hangingPunct="1">
                <a:spcBef>
                  <a:spcPct val="0"/>
                </a:spcBef>
              </a:pPr>
              <a:t>167</a:t>
            </a:fld>
            <a:endParaRPr lang="en-US" altLang="ko-KR" smtClean="0"/>
          </a:p>
        </p:txBody>
      </p:sp>
      <p:sp>
        <p:nvSpPr>
          <p:cNvPr id="32051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8D420CDB-E685-4016-AEFF-4119C2D50BA3}" type="slidenum">
              <a:rPr lang="en-US" altLang="ko-KR"/>
              <a:pPr algn="r" eaLnBrk="1" hangingPunct="1">
                <a:spcBef>
                  <a:spcPct val="0"/>
                </a:spcBef>
              </a:pPr>
              <a:t>167</a:t>
            </a:fld>
            <a:endParaRPr lang="en-US" altLang="ko-KR"/>
          </a:p>
        </p:txBody>
      </p:sp>
      <p:sp>
        <p:nvSpPr>
          <p:cNvPr id="320516" name="Rectangle 2"/>
          <p:cNvSpPr>
            <a:spLocks noGrp="1" noRot="1" noChangeAspect="1" noChangeArrowheads="1" noTextEdit="1"/>
          </p:cNvSpPr>
          <p:nvPr>
            <p:ph type="sldImg"/>
          </p:nvPr>
        </p:nvSpPr>
        <p:spPr>
          <a:ln/>
        </p:spPr>
      </p:sp>
      <p:sp>
        <p:nvSpPr>
          <p:cNvPr id="32051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C5C6572C-8DA1-405A-A7CF-4494DDCF310D}" type="slidenum">
              <a:rPr lang="en-US" altLang="ko-KR" smtClean="0"/>
              <a:pPr eaLnBrk="1" hangingPunct="1">
                <a:spcBef>
                  <a:spcPct val="0"/>
                </a:spcBef>
              </a:pPr>
              <a:t>168</a:t>
            </a:fld>
            <a:endParaRPr lang="en-US" altLang="ko-KR" smtClean="0"/>
          </a:p>
        </p:txBody>
      </p:sp>
      <p:sp>
        <p:nvSpPr>
          <p:cNvPr id="32153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1A743CB2-4EC6-40C6-831B-7A2E4CBA137C}" type="slidenum">
              <a:rPr lang="en-US" altLang="ko-KR"/>
              <a:pPr algn="r" eaLnBrk="1" hangingPunct="1">
                <a:spcBef>
                  <a:spcPct val="0"/>
                </a:spcBef>
              </a:pPr>
              <a:t>168</a:t>
            </a:fld>
            <a:endParaRPr lang="en-US" altLang="ko-KR"/>
          </a:p>
        </p:txBody>
      </p:sp>
      <p:sp>
        <p:nvSpPr>
          <p:cNvPr id="321540" name="Rectangle 2"/>
          <p:cNvSpPr>
            <a:spLocks noGrp="1" noRot="1" noChangeAspect="1" noChangeArrowheads="1" noTextEdit="1"/>
          </p:cNvSpPr>
          <p:nvPr>
            <p:ph type="sldImg"/>
          </p:nvPr>
        </p:nvSpPr>
        <p:spPr>
          <a:ln/>
        </p:spPr>
      </p:sp>
      <p:sp>
        <p:nvSpPr>
          <p:cNvPr id="32154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D13F3F5E-D75D-49D6-AF01-B80B1C5232E6}" type="slidenum">
              <a:rPr lang="en-US" altLang="ko-KR" smtClean="0"/>
              <a:pPr eaLnBrk="1" hangingPunct="1">
                <a:spcBef>
                  <a:spcPct val="0"/>
                </a:spcBef>
              </a:pPr>
              <a:t>169</a:t>
            </a:fld>
            <a:endParaRPr lang="en-US" altLang="ko-KR" smtClean="0"/>
          </a:p>
        </p:txBody>
      </p:sp>
      <p:sp>
        <p:nvSpPr>
          <p:cNvPr id="322563"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099C12A7-68C5-455B-9962-681514A4A719}" type="slidenum">
              <a:rPr lang="en-US" altLang="ko-KR"/>
              <a:pPr algn="r" eaLnBrk="1" hangingPunct="1">
                <a:spcBef>
                  <a:spcPct val="0"/>
                </a:spcBef>
              </a:pPr>
              <a:t>169</a:t>
            </a:fld>
            <a:endParaRPr lang="en-US" altLang="ko-KR"/>
          </a:p>
        </p:txBody>
      </p:sp>
      <p:sp>
        <p:nvSpPr>
          <p:cNvPr id="322564" name="Rectangle 2"/>
          <p:cNvSpPr>
            <a:spLocks noGrp="1" noRot="1" noChangeAspect="1" noChangeArrowheads="1" noTextEdit="1"/>
          </p:cNvSpPr>
          <p:nvPr>
            <p:ph type="sldImg"/>
          </p:nvPr>
        </p:nvSpPr>
        <p:spPr>
          <a:ln/>
        </p:spPr>
      </p:sp>
      <p:sp>
        <p:nvSpPr>
          <p:cNvPr id="32256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B1CBA4F6-7DBC-4E08-B1E8-C036F701F1FB}" type="slidenum">
              <a:rPr lang="en-US" altLang="ko-KR" smtClean="0"/>
              <a:pPr eaLnBrk="1" hangingPunct="1">
                <a:spcBef>
                  <a:spcPct val="0"/>
                </a:spcBef>
              </a:pPr>
              <a:t>170</a:t>
            </a:fld>
            <a:endParaRPr lang="en-US" altLang="ko-KR" smtClean="0"/>
          </a:p>
        </p:txBody>
      </p:sp>
      <p:sp>
        <p:nvSpPr>
          <p:cNvPr id="323587"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B8288CCE-6FF6-4D57-9BDE-DA6D556998DB}" type="slidenum">
              <a:rPr lang="en-US" altLang="ko-KR"/>
              <a:pPr algn="r" eaLnBrk="1" hangingPunct="1">
                <a:spcBef>
                  <a:spcPct val="0"/>
                </a:spcBef>
              </a:pPr>
              <a:t>170</a:t>
            </a:fld>
            <a:endParaRPr lang="en-US" altLang="ko-KR"/>
          </a:p>
        </p:txBody>
      </p:sp>
      <p:sp>
        <p:nvSpPr>
          <p:cNvPr id="323588" name="Rectangle 2"/>
          <p:cNvSpPr>
            <a:spLocks noGrp="1" noRot="1" noChangeAspect="1" noChangeArrowheads="1" noTextEdit="1"/>
          </p:cNvSpPr>
          <p:nvPr>
            <p:ph type="sldImg"/>
          </p:nvPr>
        </p:nvSpPr>
        <p:spPr>
          <a:ln/>
        </p:spPr>
      </p:sp>
      <p:sp>
        <p:nvSpPr>
          <p:cNvPr id="32358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31187E63-2C7A-4777-956D-3CB97D60A4F4}" type="slidenum">
              <a:rPr lang="en-US" altLang="ko-KR" smtClean="0"/>
              <a:pPr eaLnBrk="1" hangingPunct="1">
                <a:spcBef>
                  <a:spcPct val="0"/>
                </a:spcBef>
              </a:pPr>
              <a:t>171</a:t>
            </a:fld>
            <a:endParaRPr lang="en-US" altLang="ko-KR" smtClean="0"/>
          </a:p>
        </p:txBody>
      </p:sp>
      <p:sp>
        <p:nvSpPr>
          <p:cNvPr id="324611"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36292108-EABF-45E2-8152-5404FEBF86D7}" type="slidenum">
              <a:rPr lang="en-US" altLang="ko-KR"/>
              <a:pPr algn="r" eaLnBrk="1" hangingPunct="1">
                <a:spcBef>
                  <a:spcPct val="0"/>
                </a:spcBef>
              </a:pPr>
              <a:t>171</a:t>
            </a:fld>
            <a:endParaRPr lang="en-US" altLang="ko-KR"/>
          </a:p>
        </p:txBody>
      </p:sp>
      <p:sp>
        <p:nvSpPr>
          <p:cNvPr id="324612" name="Rectangle 2"/>
          <p:cNvSpPr>
            <a:spLocks noGrp="1" noRot="1" noChangeAspect="1" noChangeArrowheads="1" noTextEdit="1"/>
          </p:cNvSpPr>
          <p:nvPr>
            <p:ph type="sldImg"/>
          </p:nvPr>
        </p:nvSpPr>
        <p:spPr>
          <a:ln/>
        </p:spPr>
      </p:sp>
      <p:sp>
        <p:nvSpPr>
          <p:cNvPr id="32461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BF6EDEF0-5BFF-4201-8E63-1D95EA039694}" type="slidenum">
              <a:rPr lang="en-US" altLang="ko-KR" smtClean="0"/>
              <a:pPr eaLnBrk="1" hangingPunct="1">
                <a:spcBef>
                  <a:spcPct val="0"/>
                </a:spcBef>
              </a:pPr>
              <a:t>172</a:t>
            </a:fld>
            <a:endParaRPr lang="en-US" altLang="ko-KR" smtClean="0"/>
          </a:p>
        </p:txBody>
      </p:sp>
      <p:sp>
        <p:nvSpPr>
          <p:cNvPr id="32563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67C92C25-4000-4332-BA3E-90AE769F07CC}" type="slidenum">
              <a:rPr lang="en-US" altLang="ko-KR"/>
              <a:pPr algn="r" eaLnBrk="1" hangingPunct="1">
                <a:spcBef>
                  <a:spcPct val="0"/>
                </a:spcBef>
              </a:pPr>
              <a:t>172</a:t>
            </a:fld>
            <a:endParaRPr lang="en-US" altLang="ko-KR"/>
          </a:p>
        </p:txBody>
      </p:sp>
      <p:sp>
        <p:nvSpPr>
          <p:cNvPr id="325636" name="Rectangle 2"/>
          <p:cNvSpPr>
            <a:spLocks noGrp="1" noRot="1" noChangeAspect="1" noChangeArrowheads="1" noTextEdit="1"/>
          </p:cNvSpPr>
          <p:nvPr>
            <p:ph type="sldImg"/>
          </p:nvPr>
        </p:nvSpPr>
        <p:spPr>
          <a:ln/>
        </p:spPr>
      </p:sp>
      <p:sp>
        <p:nvSpPr>
          <p:cNvPr id="32563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55A58677-F79E-48A2-8DFC-BB812984B9A1}" type="slidenum">
              <a:rPr lang="en-US" altLang="ko-KR" smtClean="0"/>
              <a:pPr eaLnBrk="1" hangingPunct="1">
                <a:spcBef>
                  <a:spcPct val="0"/>
                </a:spcBef>
              </a:pPr>
              <a:t>173</a:t>
            </a:fld>
            <a:endParaRPr lang="en-US" altLang="ko-KR" smtClean="0"/>
          </a:p>
        </p:txBody>
      </p:sp>
      <p:sp>
        <p:nvSpPr>
          <p:cNvPr id="32665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7DE8F889-8546-48F7-80C4-4B44F45901DA}" type="slidenum">
              <a:rPr lang="en-US" altLang="ko-KR"/>
              <a:pPr algn="r" eaLnBrk="1" hangingPunct="1">
                <a:spcBef>
                  <a:spcPct val="0"/>
                </a:spcBef>
              </a:pPr>
              <a:t>173</a:t>
            </a:fld>
            <a:endParaRPr lang="en-US" altLang="ko-KR"/>
          </a:p>
        </p:txBody>
      </p:sp>
      <p:sp>
        <p:nvSpPr>
          <p:cNvPr id="326660" name="Rectangle 2"/>
          <p:cNvSpPr>
            <a:spLocks noGrp="1" noRot="1" noChangeAspect="1" noChangeArrowheads="1" noTextEdit="1"/>
          </p:cNvSpPr>
          <p:nvPr>
            <p:ph type="sldImg"/>
          </p:nvPr>
        </p:nvSpPr>
        <p:spPr>
          <a:ln/>
        </p:spPr>
      </p:sp>
      <p:sp>
        <p:nvSpPr>
          <p:cNvPr id="32666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ED00CADA-9409-4646-BE4E-9A9CA3BDB320}" type="slidenum">
              <a:rPr lang="en-US" altLang="ko-KR" smtClean="0"/>
              <a:pPr eaLnBrk="1" hangingPunct="1">
                <a:spcBef>
                  <a:spcPct val="0"/>
                </a:spcBef>
              </a:pPr>
              <a:t>174</a:t>
            </a:fld>
            <a:endParaRPr lang="en-US" altLang="ko-KR" smtClean="0"/>
          </a:p>
        </p:txBody>
      </p:sp>
      <p:sp>
        <p:nvSpPr>
          <p:cNvPr id="327683"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722A2FB0-D6DC-4CEE-BC01-DBB2367DF33B}" type="slidenum">
              <a:rPr lang="en-US" altLang="ko-KR"/>
              <a:pPr algn="r" eaLnBrk="1" hangingPunct="1">
                <a:spcBef>
                  <a:spcPct val="0"/>
                </a:spcBef>
              </a:pPr>
              <a:t>174</a:t>
            </a:fld>
            <a:endParaRPr lang="en-US" altLang="ko-KR"/>
          </a:p>
        </p:txBody>
      </p:sp>
      <p:sp>
        <p:nvSpPr>
          <p:cNvPr id="327684" name="Rectangle 2"/>
          <p:cNvSpPr>
            <a:spLocks noGrp="1" noRot="1" noChangeAspect="1" noChangeArrowheads="1" noTextEdit="1"/>
          </p:cNvSpPr>
          <p:nvPr>
            <p:ph type="sldImg"/>
          </p:nvPr>
        </p:nvSpPr>
        <p:spPr>
          <a:ln/>
        </p:spPr>
      </p:sp>
      <p:sp>
        <p:nvSpPr>
          <p:cNvPr id="32768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E7B16DA1-F9AA-4844-A32E-B9ECB3E02B60}" type="slidenum">
              <a:rPr lang="en-US" altLang="ko-KR" smtClean="0"/>
              <a:pPr eaLnBrk="1" hangingPunct="1">
                <a:spcBef>
                  <a:spcPct val="0"/>
                </a:spcBef>
              </a:pPr>
              <a:t>175</a:t>
            </a:fld>
            <a:endParaRPr lang="en-US" altLang="ko-KR" smtClean="0"/>
          </a:p>
        </p:txBody>
      </p:sp>
      <p:sp>
        <p:nvSpPr>
          <p:cNvPr id="328707"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DB417F1B-40B3-4EBE-AE68-AC3F1326F93C}" type="slidenum">
              <a:rPr lang="en-US" altLang="ko-KR"/>
              <a:pPr algn="r" eaLnBrk="1" hangingPunct="1">
                <a:spcBef>
                  <a:spcPct val="0"/>
                </a:spcBef>
              </a:pPr>
              <a:t>175</a:t>
            </a:fld>
            <a:endParaRPr lang="en-US" altLang="ko-KR"/>
          </a:p>
        </p:txBody>
      </p:sp>
      <p:sp>
        <p:nvSpPr>
          <p:cNvPr id="328708" name="Rectangle 2"/>
          <p:cNvSpPr>
            <a:spLocks noGrp="1" noRot="1" noChangeAspect="1" noChangeArrowheads="1" noTextEdit="1"/>
          </p:cNvSpPr>
          <p:nvPr>
            <p:ph type="sldImg"/>
          </p:nvPr>
        </p:nvSpPr>
        <p:spPr>
          <a:ln/>
        </p:spPr>
      </p:sp>
      <p:sp>
        <p:nvSpPr>
          <p:cNvPr id="32870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670151D7-BA80-4CD1-9546-B6865870E29C}" type="slidenum">
              <a:rPr lang="en-US" altLang="ko-KR" smtClean="0"/>
              <a:pPr eaLnBrk="1" hangingPunct="1">
                <a:spcBef>
                  <a:spcPct val="0"/>
                </a:spcBef>
              </a:pPr>
              <a:t>176</a:t>
            </a:fld>
            <a:endParaRPr lang="en-US" altLang="ko-KR" smtClean="0"/>
          </a:p>
        </p:txBody>
      </p:sp>
      <p:sp>
        <p:nvSpPr>
          <p:cNvPr id="329731"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41F0BA74-5D29-4DE5-B3C9-86FD878983F7}" type="slidenum">
              <a:rPr lang="en-US" altLang="ko-KR"/>
              <a:pPr algn="r" eaLnBrk="1" hangingPunct="1">
                <a:spcBef>
                  <a:spcPct val="0"/>
                </a:spcBef>
              </a:pPr>
              <a:t>176</a:t>
            </a:fld>
            <a:endParaRPr lang="en-US" altLang="ko-KR"/>
          </a:p>
        </p:txBody>
      </p:sp>
      <p:sp>
        <p:nvSpPr>
          <p:cNvPr id="329732" name="Rectangle 2"/>
          <p:cNvSpPr>
            <a:spLocks noGrp="1" noRot="1" noChangeAspect="1" noChangeArrowheads="1" noTextEdit="1"/>
          </p:cNvSpPr>
          <p:nvPr>
            <p:ph type="sldImg"/>
          </p:nvPr>
        </p:nvSpPr>
        <p:spPr>
          <a:ln/>
        </p:spPr>
      </p:sp>
      <p:sp>
        <p:nvSpPr>
          <p:cNvPr id="32973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480F67CC-C8F3-4871-BB03-57AA5605BBB9}" type="slidenum">
              <a:rPr lang="en-US" altLang="ko-KR" smtClean="0"/>
              <a:pPr eaLnBrk="1" hangingPunct="1">
                <a:spcBef>
                  <a:spcPct val="0"/>
                </a:spcBef>
              </a:pPr>
              <a:t>177</a:t>
            </a:fld>
            <a:endParaRPr lang="en-US" altLang="ko-KR" smtClean="0"/>
          </a:p>
        </p:txBody>
      </p:sp>
      <p:sp>
        <p:nvSpPr>
          <p:cNvPr id="33075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68913B3A-29BB-4AD0-9B7B-F66FE4903E6B}" type="slidenum">
              <a:rPr lang="en-US" altLang="ko-KR"/>
              <a:pPr algn="r" eaLnBrk="1" hangingPunct="1">
                <a:spcBef>
                  <a:spcPct val="0"/>
                </a:spcBef>
              </a:pPr>
              <a:t>177</a:t>
            </a:fld>
            <a:endParaRPr lang="en-US" altLang="ko-KR"/>
          </a:p>
        </p:txBody>
      </p:sp>
      <p:sp>
        <p:nvSpPr>
          <p:cNvPr id="330756" name="Rectangle 2"/>
          <p:cNvSpPr>
            <a:spLocks noGrp="1" noRot="1" noChangeAspect="1" noChangeArrowheads="1" noTextEdit="1"/>
          </p:cNvSpPr>
          <p:nvPr>
            <p:ph type="sldImg"/>
          </p:nvPr>
        </p:nvSpPr>
        <p:spPr>
          <a:ln/>
        </p:spPr>
      </p:sp>
      <p:sp>
        <p:nvSpPr>
          <p:cNvPr id="33075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FCC66911-10F2-4FFE-AFA9-9D497B23C6E7}" type="slidenum">
              <a:rPr lang="en-US" altLang="ko-KR" smtClean="0"/>
              <a:pPr eaLnBrk="1" hangingPunct="1">
                <a:spcBef>
                  <a:spcPct val="0"/>
                </a:spcBef>
              </a:pPr>
              <a:t>178</a:t>
            </a:fld>
            <a:endParaRPr lang="en-US" altLang="ko-KR" smtClean="0"/>
          </a:p>
        </p:txBody>
      </p:sp>
      <p:sp>
        <p:nvSpPr>
          <p:cNvPr id="33177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2106DF89-751F-47EC-B1A1-72D96DD32D0E}" type="slidenum">
              <a:rPr lang="en-US" altLang="ko-KR"/>
              <a:pPr algn="r" eaLnBrk="1" hangingPunct="1">
                <a:spcBef>
                  <a:spcPct val="0"/>
                </a:spcBef>
              </a:pPr>
              <a:t>178</a:t>
            </a:fld>
            <a:endParaRPr lang="en-US" altLang="ko-KR"/>
          </a:p>
        </p:txBody>
      </p:sp>
      <p:sp>
        <p:nvSpPr>
          <p:cNvPr id="331780" name="Rectangle 2"/>
          <p:cNvSpPr>
            <a:spLocks noGrp="1" noRot="1" noChangeAspect="1" noChangeArrowheads="1" noTextEdit="1"/>
          </p:cNvSpPr>
          <p:nvPr>
            <p:ph type="sldImg"/>
          </p:nvPr>
        </p:nvSpPr>
        <p:spPr>
          <a:ln/>
        </p:spPr>
      </p:sp>
      <p:sp>
        <p:nvSpPr>
          <p:cNvPr id="33178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DE5B6616-1DD3-469E-8AA0-33C4095D4473}" type="slidenum">
              <a:rPr lang="en-US" altLang="ko-KR" smtClean="0"/>
              <a:pPr eaLnBrk="1" hangingPunct="1">
                <a:spcBef>
                  <a:spcPct val="0"/>
                </a:spcBef>
              </a:pPr>
              <a:t>179</a:t>
            </a:fld>
            <a:endParaRPr lang="en-US" altLang="ko-KR" smtClean="0"/>
          </a:p>
        </p:txBody>
      </p:sp>
      <p:sp>
        <p:nvSpPr>
          <p:cNvPr id="332803"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C89B4575-2BC7-4ABE-888C-04995EC29665}" type="slidenum">
              <a:rPr lang="en-US" altLang="ko-KR"/>
              <a:pPr algn="r" eaLnBrk="1" hangingPunct="1">
                <a:spcBef>
                  <a:spcPct val="0"/>
                </a:spcBef>
              </a:pPr>
              <a:t>179</a:t>
            </a:fld>
            <a:endParaRPr lang="en-US" altLang="ko-KR"/>
          </a:p>
        </p:txBody>
      </p:sp>
      <p:sp>
        <p:nvSpPr>
          <p:cNvPr id="332804" name="Rectangle 2"/>
          <p:cNvSpPr>
            <a:spLocks noGrp="1" noRot="1" noChangeAspect="1" noChangeArrowheads="1" noTextEdit="1"/>
          </p:cNvSpPr>
          <p:nvPr>
            <p:ph type="sldImg"/>
          </p:nvPr>
        </p:nvSpPr>
        <p:spPr>
          <a:ln/>
        </p:spPr>
      </p:sp>
      <p:sp>
        <p:nvSpPr>
          <p:cNvPr id="33280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65D7E3CF-8E3D-413B-8780-1ABE746A58DA}" type="slidenum">
              <a:rPr lang="en-US" altLang="ko-KR" smtClean="0"/>
              <a:pPr eaLnBrk="1" hangingPunct="1">
                <a:spcBef>
                  <a:spcPct val="0"/>
                </a:spcBef>
              </a:pPr>
              <a:t>180</a:t>
            </a:fld>
            <a:endParaRPr lang="en-US" altLang="ko-KR" smtClean="0"/>
          </a:p>
        </p:txBody>
      </p:sp>
      <p:sp>
        <p:nvSpPr>
          <p:cNvPr id="333827"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D9ACD2AB-B6C9-4F17-8FA1-C0792142FE67}" type="slidenum">
              <a:rPr lang="en-US" altLang="ko-KR"/>
              <a:pPr algn="r" eaLnBrk="1" hangingPunct="1">
                <a:spcBef>
                  <a:spcPct val="0"/>
                </a:spcBef>
              </a:pPr>
              <a:t>180</a:t>
            </a:fld>
            <a:endParaRPr lang="en-US" altLang="ko-KR"/>
          </a:p>
        </p:txBody>
      </p:sp>
      <p:sp>
        <p:nvSpPr>
          <p:cNvPr id="333828" name="Rectangle 2"/>
          <p:cNvSpPr>
            <a:spLocks noGrp="1" noRot="1" noChangeAspect="1" noChangeArrowheads="1" noTextEdit="1"/>
          </p:cNvSpPr>
          <p:nvPr>
            <p:ph type="sldImg"/>
          </p:nvPr>
        </p:nvSpPr>
        <p:spPr>
          <a:ln/>
        </p:spPr>
      </p:sp>
      <p:sp>
        <p:nvSpPr>
          <p:cNvPr id="33382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B466DEB3-B7CD-4E55-80F5-9F6B4E8F3EE7}" type="slidenum">
              <a:rPr lang="en-US" altLang="ko-KR" smtClean="0"/>
              <a:pPr eaLnBrk="1" hangingPunct="1">
                <a:spcBef>
                  <a:spcPct val="0"/>
                </a:spcBef>
              </a:pPr>
              <a:t>181</a:t>
            </a:fld>
            <a:endParaRPr lang="en-US" altLang="ko-KR" smtClean="0"/>
          </a:p>
        </p:txBody>
      </p:sp>
      <p:sp>
        <p:nvSpPr>
          <p:cNvPr id="334851"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46190ADE-FBC1-4A3D-A7D3-16A4F8F0FAA6}" type="slidenum">
              <a:rPr lang="en-US" altLang="ko-KR"/>
              <a:pPr algn="r" eaLnBrk="1" hangingPunct="1">
                <a:spcBef>
                  <a:spcPct val="0"/>
                </a:spcBef>
              </a:pPr>
              <a:t>181</a:t>
            </a:fld>
            <a:endParaRPr lang="en-US" altLang="ko-KR"/>
          </a:p>
        </p:txBody>
      </p:sp>
      <p:sp>
        <p:nvSpPr>
          <p:cNvPr id="334852" name="Rectangle 2"/>
          <p:cNvSpPr>
            <a:spLocks noGrp="1" noRot="1" noChangeAspect="1" noChangeArrowheads="1" noTextEdit="1"/>
          </p:cNvSpPr>
          <p:nvPr>
            <p:ph type="sldImg"/>
          </p:nvPr>
        </p:nvSpPr>
        <p:spPr>
          <a:ln/>
        </p:spPr>
      </p:sp>
      <p:sp>
        <p:nvSpPr>
          <p:cNvPr id="33485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65D85F61-4CD9-4946-88DC-C68C080D6BC8}" type="slidenum">
              <a:rPr lang="en-US" altLang="ko-KR" smtClean="0"/>
              <a:pPr eaLnBrk="1" hangingPunct="1">
                <a:spcBef>
                  <a:spcPct val="0"/>
                </a:spcBef>
              </a:pPr>
              <a:t>182</a:t>
            </a:fld>
            <a:endParaRPr lang="en-US" altLang="ko-KR" smtClean="0"/>
          </a:p>
        </p:txBody>
      </p:sp>
      <p:sp>
        <p:nvSpPr>
          <p:cNvPr id="33587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A1F403F8-1377-4408-BC7A-1910997F1BB8}" type="slidenum">
              <a:rPr lang="en-US" altLang="ko-KR"/>
              <a:pPr algn="r" eaLnBrk="1" hangingPunct="1">
                <a:spcBef>
                  <a:spcPct val="0"/>
                </a:spcBef>
              </a:pPr>
              <a:t>182</a:t>
            </a:fld>
            <a:endParaRPr lang="en-US" altLang="ko-KR"/>
          </a:p>
        </p:txBody>
      </p:sp>
      <p:sp>
        <p:nvSpPr>
          <p:cNvPr id="335876" name="Rectangle 2"/>
          <p:cNvSpPr>
            <a:spLocks noGrp="1" noRot="1" noChangeAspect="1" noChangeArrowheads="1" noTextEdit="1"/>
          </p:cNvSpPr>
          <p:nvPr>
            <p:ph type="sldImg"/>
          </p:nvPr>
        </p:nvSpPr>
        <p:spPr>
          <a:ln/>
        </p:spPr>
      </p:sp>
      <p:sp>
        <p:nvSpPr>
          <p:cNvPr id="33587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DDBE35F7-676D-4CA8-9873-AE5968DD533C}" type="slidenum">
              <a:rPr lang="en-US" altLang="ko-KR" smtClean="0"/>
              <a:pPr eaLnBrk="1" hangingPunct="1">
                <a:spcBef>
                  <a:spcPct val="0"/>
                </a:spcBef>
              </a:pPr>
              <a:t>183</a:t>
            </a:fld>
            <a:endParaRPr lang="en-US" altLang="ko-KR" smtClean="0"/>
          </a:p>
        </p:txBody>
      </p:sp>
      <p:sp>
        <p:nvSpPr>
          <p:cNvPr id="33689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224AA31E-C191-4AF1-A20C-94ADFACBE37B}" type="slidenum">
              <a:rPr lang="en-US" altLang="ko-KR"/>
              <a:pPr algn="r" eaLnBrk="1" hangingPunct="1">
                <a:spcBef>
                  <a:spcPct val="0"/>
                </a:spcBef>
              </a:pPr>
              <a:t>183</a:t>
            </a:fld>
            <a:endParaRPr lang="en-US" altLang="ko-KR"/>
          </a:p>
        </p:txBody>
      </p:sp>
      <p:sp>
        <p:nvSpPr>
          <p:cNvPr id="336900" name="Rectangle 2"/>
          <p:cNvSpPr>
            <a:spLocks noGrp="1" noRot="1" noChangeAspect="1" noChangeArrowheads="1" noTextEdit="1"/>
          </p:cNvSpPr>
          <p:nvPr>
            <p:ph type="sldImg"/>
          </p:nvPr>
        </p:nvSpPr>
        <p:spPr>
          <a:ln/>
        </p:spPr>
      </p:sp>
      <p:sp>
        <p:nvSpPr>
          <p:cNvPr id="33690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57E9CD7C-95B8-40C2-8717-8B87315131D9}" type="slidenum">
              <a:rPr lang="en-US" altLang="ko-KR" smtClean="0"/>
              <a:pPr eaLnBrk="1" hangingPunct="1">
                <a:spcBef>
                  <a:spcPct val="0"/>
                </a:spcBef>
              </a:pPr>
              <a:t>184</a:t>
            </a:fld>
            <a:endParaRPr lang="en-US" altLang="ko-KR" smtClean="0"/>
          </a:p>
        </p:txBody>
      </p:sp>
      <p:sp>
        <p:nvSpPr>
          <p:cNvPr id="337923"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26996F29-0531-4B80-85D8-55B0331099CD}" type="slidenum">
              <a:rPr lang="en-US" altLang="ko-KR"/>
              <a:pPr algn="r" eaLnBrk="1" hangingPunct="1">
                <a:spcBef>
                  <a:spcPct val="0"/>
                </a:spcBef>
              </a:pPr>
              <a:t>184</a:t>
            </a:fld>
            <a:endParaRPr lang="en-US" altLang="ko-KR"/>
          </a:p>
        </p:txBody>
      </p:sp>
      <p:sp>
        <p:nvSpPr>
          <p:cNvPr id="337924" name="Rectangle 2"/>
          <p:cNvSpPr>
            <a:spLocks noGrp="1" noRot="1" noChangeAspect="1" noChangeArrowheads="1" noTextEdit="1"/>
          </p:cNvSpPr>
          <p:nvPr>
            <p:ph type="sldImg"/>
          </p:nvPr>
        </p:nvSpPr>
        <p:spPr>
          <a:ln/>
        </p:spPr>
      </p:sp>
      <p:sp>
        <p:nvSpPr>
          <p:cNvPr id="33792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8BE1F3E9-671A-4AD8-BC63-81846D02323D}" type="slidenum">
              <a:rPr lang="en-US" altLang="ko-KR" smtClean="0"/>
              <a:pPr eaLnBrk="1" hangingPunct="1">
                <a:spcBef>
                  <a:spcPct val="0"/>
                </a:spcBef>
              </a:pPr>
              <a:t>185</a:t>
            </a:fld>
            <a:endParaRPr lang="en-US" altLang="ko-KR" smtClean="0"/>
          </a:p>
        </p:txBody>
      </p:sp>
      <p:sp>
        <p:nvSpPr>
          <p:cNvPr id="338947"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4658CBE4-7468-44C5-834D-E72EECF0E0C5}" type="slidenum">
              <a:rPr lang="en-US" altLang="ko-KR"/>
              <a:pPr algn="r" eaLnBrk="1" hangingPunct="1">
                <a:spcBef>
                  <a:spcPct val="0"/>
                </a:spcBef>
              </a:pPr>
              <a:t>185</a:t>
            </a:fld>
            <a:endParaRPr lang="en-US" altLang="ko-KR"/>
          </a:p>
        </p:txBody>
      </p:sp>
      <p:sp>
        <p:nvSpPr>
          <p:cNvPr id="338948" name="Rectangle 2"/>
          <p:cNvSpPr>
            <a:spLocks noGrp="1" noRot="1" noChangeAspect="1" noChangeArrowheads="1" noTextEdit="1"/>
          </p:cNvSpPr>
          <p:nvPr>
            <p:ph type="sldImg"/>
          </p:nvPr>
        </p:nvSpPr>
        <p:spPr>
          <a:ln/>
        </p:spPr>
      </p:sp>
      <p:sp>
        <p:nvSpPr>
          <p:cNvPr id="33894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4E8A3D08-3296-48EC-902D-E4E733CE3C0A}" type="slidenum">
              <a:rPr lang="en-US" altLang="ko-KR" smtClean="0"/>
              <a:pPr eaLnBrk="1" hangingPunct="1">
                <a:spcBef>
                  <a:spcPct val="0"/>
                </a:spcBef>
              </a:pPr>
              <a:t>186</a:t>
            </a:fld>
            <a:endParaRPr lang="en-US" altLang="ko-KR" smtClean="0"/>
          </a:p>
        </p:txBody>
      </p:sp>
      <p:sp>
        <p:nvSpPr>
          <p:cNvPr id="339971"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5CAE1759-C64B-4334-861C-9118310AE014}" type="slidenum">
              <a:rPr lang="en-US" altLang="ko-KR"/>
              <a:pPr algn="r" eaLnBrk="1" hangingPunct="1">
                <a:spcBef>
                  <a:spcPct val="0"/>
                </a:spcBef>
              </a:pPr>
              <a:t>186</a:t>
            </a:fld>
            <a:endParaRPr lang="en-US" altLang="ko-KR"/>
          </a:p>
        </p:txBody>
      </p:sp>
      <p:sp>
        <p:nvSpPr>
          <p:cNvPr id="339972" name="Rectangle 2"/>
          <p:cNvSpPr>
            <a:spLocks noGrp="1" noRot="1" noChangeAspect="1" noChangeArrowheads="1" noTextEdit="1"/>
          </p:cNvSpPr>
          <p:nvPr>
            <p:ph type="sldImg"/>
          </p:nvPr>
        </p:nvSpPr>
        <p:spPr>
          <a:ln/>
        </p:spPr>
      </p:sp>
      <p:sp>
        <p:nvSpPr>
          <p:cNvPr id="33997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30116E28-C579-420D-B9B6-49163505A07C}" type="slidenum">
              <a:rPr lang="en-US" altLang="ko-KR" smtClean="0"/>
              <a:pPr eaLnBrk="1" hangingPunct="1">
                <a:spcBef>
                  <a:spcPct val="0"/>
                </a:spcBef>
              </a:pPr>
              <a:t>187</a:t>
            </a:fld>
            <a:endParaRPr lang="en-US" altLang="ko-KR" smtClean="0"/>
          </a:p>
        </p:txBody>
      </p:sp>
      <p:sp>
        <p:nvSpPr>
          <p:cNvPr id="34099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36CBEDA2-48FD-4FF5-BE7D-A88F0D1933DC}" type="slidenum">
              <a:rPr lang="en-US" altLang="ko-KR"/>
              <a:pPr algn="r" eaLnBrk="1" hangingPunct="1">
                <a:spcBef>
                  <a:spcPct val="0"/>
                </a:spcBef>
              </a:pPr>
              <a:t>187</a:t>
            </a:fld>
            <a:endParaRPr lang="en-US" altLang="ko-KR"/>
          </a:p>
        </p:txBody>
      </p:sp>
      <p:sp>
        <p:nvSpPr>
          <p:cNvPr id="340996" name="Rectangle 2"/>
          <p:cNvSpPr>
            <a:spLocks noGrp="1" noRot="1" noChangeAspect="1" noChangeArrowheads="1" noTextEdit="1"/>
          </p:cNvSpPr>
          <p:nvPr>
            <p:ph type="sldImg"/>
          </p:nvPr>
        </p:nvSpPr>
        <p:spPr>
          <a:ln/>
        </p:spPr>
      </p:sp>
      <p:sp>
        <p:nvSpPr>
          <p:cNvPr id="34099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BF83C3B3-5A5D-4110-9976-305970E0289D}" type="slidenum">
              <a:rPr lang="en-US" altLang="ko-KR" smtClean="0"/>
              <a:pPr eaLnBrk="1" hangingPunct="1">
                <a:spcBef>
                  <a:spcPct val="0"/>
                </a:spcBef>
              </a:pPr>
              <a:t>188</a:t>
            </a:fld>
            <a:endParaRPr lang="en-US" altLang="ko-KR" smtClean="0"/>
          </a:p>
        </p:txBody>
      </p:sp>
      <p:sp>
        <p:nvSpPr>
          <p:cNvPr id="34201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CDFD8B27-AC83-40A2-98F9-8172F6EE20C1}" type="slidenum">
              <a:rPr lang="en-US" altLang="ko-KR"/>
              <a:pPr algn="r" eaLnBrk="1" hangingPunct="1">
                <a:spcBef>
                  <a:spcPct val="0"/>
                </a:spcBef>
              </a:pPr>
              <a:t>188</a:t>
            </a:fld>
            <a:endParaRPr lang="en-US" altLang="ko-KR"/>
          </a:p>
        </p:txBody>
      </p:sp>
      <p:sp>
        <p:nvSpPr>
          <p:cNvPr id="342020" name="Rectangle 2"/>
          <p:cNvSpPr>
            <a:spLocks noGrp="1" noRot="1" noChangeAspect="1" noChangeArrowheads="1" noTextEdit="1"/>
          </p:cNvSpPr>
          <p:nvPr>
            <p:ph type="sldImg"/>
          </p:nvPr>
        </p:nvSpPr>
        <p:spPr>
          <a:ln/>
        </p:spPr>
      </p:sp>
      <p:sp>
        <p:nvSpPr>
          <p:cNvPr id="34202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6B1F4498-4986-4628-88BD-8EFC6FABCA34}" type="slidenum">
              <a:rPr lang="en-US" altLang="ko-KR" smtClean="0"/>
              <a:pPr eaLnBrk="1" hangingPunct="1">
                <a:spcBef>
                  <a:spcPct val="0"/>
                </a:spcBef>
              </a:pPr>
              <a:t>189</a:t>
            </a:fld>
            <a:endParaRPr lang="en-US" altLang="ko-KR" smtClean="0"/>
          </a:p>
        </p:txBody>
      </p:sp>
      <p:sp>
        <p:nvSpPr>
          <p:cNvPr id="343043"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8CA676A4-288D-4610-89D1-A0452ED4080F}" type="slidenum">
              <a:rPr lang="en-US" altLang="ko-KR"/>
              <a:pPr algn="r" eaLnBrk="1" hangingPunct="1">
                <a:spcBef>
                  <a:spcPct val="0"/>
                </a:spcBef>
              </a:pPr>
              <a:t>189</a:t>
            </a:fld>
            <a:endParaRPr lang="en-US" altLang="ko-KR"/>
          </a:p>
        </p:txBody>
      </p:sp>
      <p:sp>
        <p:nvSpPr>
          <p:cNvPr id="343044" name="Rectangle 2"/>
          <p:cNvSpPr>
            <a:spLocks noGrp="1" noRot="1" noChangeAspect="1" noChangeArrowheads="1" noTextEdit="1"/>
          </p:cNvSpPr>
          <p:nvPr>
            <p:ph type="sldImg"/>
          </p:nvPr>
        </p:nvSpPr>
        <p:spPr>
          <a:ln/>
        </p:spPr>
      </p:sp>
      <p:sp>
        <p:nvSpPr>
          <p:cNvPr id="34304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3229ACDF-C0AE-4AB5-9D00-82E4A334580A}" type="slidenum">
              <a:rPr lang="en-US" altLang="ko-KR" smtClean="0"/>
              <a:pPr eaLnBrk="1" hangingPunct="1">
                <a:spcBef>
                  <a:spcPct val="0"/>
                </a:spcBef>
              </a:pPr>
              <a:t>190</a:t>
            </a:fld>
            <a:endParaRPr lang="en-US" altLang="ko-KR" smtClean="0"/>
          </a:p>
        </p:txBody>
      </p:sp>
      <p:sp>
        <p:nvSpPr>
          <p:cNvPr id="344067"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4B0CBCC3-8E21-4553-A855-06F519B847E6}" type="slidenum">
              <a:rPr lang="en-US" altLang="ko-KR"/>
              <a:pPr algn="r" eaLnBrk="1" hangingPunct="1">
                <a:spcBef>
                  <a:spcPct val="0"/>
                </a:spcBef>
              </a:pPr>
              <a:t>190</a:t>
            </a:fld>
            <a:endParaRPr lang="en-US" altLang="ko-KR"/>
          </a:p>
        </p:txBody>
      </p:sp>
      <p:sp>
        <p:nvSpPr>
          <p:cNvPr id="344068" name="Rectangle 2"/>
          <p:cNvSpPr>
            <a:spLocks noGrp="1" noRot="1" noChangeAspect="1" noChangeArrowheads="1" noTextEdit="1"/>
          </p:cNvSpPr>
          <p:nvPr>
            <p:ph type="sldImg"/>
          </p:nvPr>
        </p:nvSpPr>
        <p:spPr>
          <a:ln/>
        </p:spPr>
      </p:sp>
      <p:sp>
        <p:nvSpPr>
          <p:cNvPr id="34406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9D0B9E2E-C004-4922-9408-A6D59A01DADF}" type="slidenum">
              <a:rPr lang="en-US" altLang="ko-KR" smtClean="0"/>
              <a:pPr eaLnBrk="1" hangingPunct="1">
                <a:spcBef>
                  <a:spcPct val="0"/>
                </a:spcBef>
              </a:pPr>
              <a:t>191</a:t>
            </a:fld>
            <a:endParaRPr lang="en-US" altLang="ko-KR" smtClean="0"/>
          </a:p>
        </p:txBody>
      </p:sp>
      <p:sp>
        <p:nvSpPr>
          <p:cNvPr id="345091"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81CBB54F-9331-4326-98F7-F3A53F78D654}" type="slidenum">
              <a:rPr lang="en-US" altLang="ko-KR"/>
              <a:pPr algn="r" eaLnBrk="1" hangingPunct="1">
                <a:spcBef>
                  <a:spcPct val="0"/>
                </a:spcBef>
              </a:pPr>
              <a:t>191</a:t>
            </a:fld>
            <a:endParaRPr lang="en-US" altLang="ko-KR"/>
          </a:p>
        </p:txBody>
      </p:sp>
      <p:sp>
        <p:nvSpPr>
          <p:cNvPr id="345092" name="Rectangle 2"/>
          <p:cNvSpPr>
            <a:spLocks noGrp="1" noRot="1" noChangeAspect="1" noChangeArrowheads="1" noTextEdit="1"/>
          </p:cNvSpPr>
          <p:nvPr>
            <p:ph type="sldImg"/>
          </p:nvPr>
        </p:nvSpPr>
        <p:spPr>
          <a:ln/>
        </p:spPr>
      </p:sp>
      <p:sp>
        <p:nvSpPr>
          <p:cNvPr id="34509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EB841C98-6534-4FA2-B057-464FE8993308}" type="slidenum">
              <a:rPr lang="en-US" altLang="ko-KR" smtClean="0"/>
              <a:pPr eaLnBrk="1" hangingPunct="1">
                <a:spcBef>
                  <a:spcPct val="0"/>
                </a:spcBef>
              </a:pPr>
              <a:t>192</a:t>
            </a:fld>
            <a:endParaRPr lang="en-US" altLang="ko-KR" smtClean="0"/>
          </a:p>
        </p:txBody>
      </p:sp>
      <p:sp>
        <p:nvSpPr>
          <p:cNvPr id="34611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B60DC55D-EBF1-4870-B55A-FEF53043F3D6}" type="slidenum">
              <a:rPr lang="en-US" altLang="ko-KR"/>
              <a:pPr algn="r" eaLnBrk="1" hangingPunct="1">
                <a:spcBef>
                  <a:spcPct val="0"/>
                </a:spcBef>
              </a:pPr>
              <a:t>192</a:t>
            </a:fld>
            <a:endParaRPr lang="en-US" altLang="ko-KR"/>
          </a:p>
        </p:txBody>
      </p:sp>
      <p:sp>
        <p:nvSpPr>
          <p:cNvPr id="346116" name="Rectangle 2"/>
          <p:cNvSpPr>
            <a:spLocks noGrp="1" noRot="1" noChangeAspect="1" noChangeArrowheads="1" noTextEdit="1"/>
          </p:cNvSpPr>
          <p:nvPr>
            <p:ph type="sldImg"/>
          </p:nvPr>
        </p:nvSpPr>
        <p:spPr>
          <a:ln/>
        </p:spPr>
      </p:sp>
      <p:sp>
        <p:nvSpPr>
          <p:cNvPr id="34611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9CC81098-7BAA-4698-8D69-2332C5446457}" type="slidenum">
              <a:rPr lang="en-US" altLang="ko-KR" smtClean="0"/>
              <a:pPr eaLnBrk="1" hangingPunct="1">
                <a:spcBef>
                  <a:spcPct val="0"/>
                </a:spcBef>
              </a:pPr>
              <a:t>193</a:t>
            </a:fld>
            <a:endParaRPr lang="en-US" altLang="ko-KR" smtClean="0"/>
          </a:p>
        </p:txBody>
      </p:sp>
      <p:sp>
        <p:nvSpPr>
          <p:cNvPr id="34713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B9E6B76A-28B5-4764-AB84-6D87B9553ECA}" type="slidenum">
              <a:rPr lang="en-US" altLang="ko-KR"/>
              <a:pPr algn="r" eaLnBrk="1" hangingPunct="1">
                <a:spcBef>
                  <a:spcPct val="0"/>
                </a:spcBef>
              </a:pPr>
              <a:t>193</a:t>
            </a:fld>
            <a:endParaRPr lang="en-US" altLang="ko-KR"/>
          </a:p>
        </p:txBody>
      </p:sp>
      <p:sp>
        <p:nvSpPr>
          <p:cNvPr id="347140" name="Rectangle 2"/>
          <p:cNvSpPr>
            <a:spLocks noGrp="1" noRot="1" noChangeAspect="1" noChangeArrowheads="1" noTextEdit="1"/>
          </p:cNvSpPr>
          <p:nvPr>
            <p:ph type="sldImg"/>
          </p:nvPr>
        </p:nvSpPr>
        <p:spPr>
          <a:ln/>
        </p:spPr>
      </p:sp>
      <p:sp>
        <p:nvSpPr>
          <p:cNvPr id="34714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27239E51-9A68-47E4-A77A-CCA12A34056D}" type="slidenum">
              <a:rPr lang="en-US" altLang="ko-KR" smtClean="0"/>
              <a:pPr eaLnBrk="1" hangingPunct="1">
                <a:spcBef>
                  <a:spcPct val="0"/>
                </a:spcBef>
              </a:pPr>
              <a:t>194</a:t>
            </a:fld>
            <a:endParaRPr lang="en-US" altLang="ko-KR" smtClean="0"/>
          </a:p>
        </p:txBody>
      </p:sp>
      <p:sp>
        <p:nvSpPr>
          <p:cNvPr id="348163"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B1143EA2-D8E4-4532-9FFD-CB792683F23D}" type="slidenum">
              <a:rPr lang="en-US" altLang="ko-KR"/>
              <a:pPr algn="r" eaLnBrk="1" hangingPunct="1">
                <a:spcBef>
                  <a:spcPct val="0"/>
                </a:spcBef>
              </a:pPr>
              <a:t>194</a:t>
            </a:fld>
            <a:endParaRPr lang="en-US" altLang="ko-KR"/>
          </a:p>
        </p:txBody>
      </p:sp>
      <p:sp>
        <p:nvSpPr>
          <p:cNvPr id="348164" name="Rectangle 2"/>
          <p:cNvSpPr>
            <a:spLocks noGrp="1" noRot="1" noChangeAspect="1" noChangeArrowheads="1" noTextEdit="1"/>
          </p:cNvSpPr>
          <p:nvPr>
            <p:ph type="sldImg"/>
          </p:nvPr>
        </p:nvSpPr>
        <p:spPr>
          <a:ln/>
        </p:spPr>
      </p:sp>
      <p:sp>
        <p:nvSpPr>
          <p:cNvPr id="34816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55D15AD6-F5C9-4AE3-9588-B1BD77D9D07B}" type="slidenum">
              <a:rPr lang="en-US" altLang="ko-KR" smtClean="0"/>
              <a:pPr eaLnBrk="1" hangingPunct="1">
                <a:spcBef>
                  <a:spcPct val="0"/>
                </a:spcBef>
              </a:pPr>
              <a:t>195</a:t>
            </a:fld>
            <a:endParaRPr lang="en-US" altLang="ko-KR" smtClean="0"/>
          </a:p>
        </p:txBody>
      </p:sp>
      <p:sp>
        <p:nvSpPr>
          <p:cNvPr id="349187"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89BD1318-B090-4971-97A8-43EEB26F4768}" type="slidenum">
              <a:rPr lang="en-US" altLang="ko-KR"/>
              <a:pPr algn="r" eaLnBrk="1" hangingPunct="1">
                <a:spcBef>
                  <a:spcPct val="0"/>
                </a:spcBef>
              </a:pPr>
              <a:t>195</a:t>
            </a:fld>
            <a:endParaRPr lang="en-US" altLang="ko-KR"/>
          </a:p>
        </p:txBody>
      </p:sp>
      <p:sp>
        <p:nvSpPr>
          <p:cNvPr id="349188" name="Rectangle 2"/>
          <p:cNvSpPr>
            <a:spLocks noGrp="1" noRot="1" noChangeAspect="1" noChangeArrowheads="1" noTextEdit="1"/>
          </p:cNvSpPr>
          <p:nvPr>
            <p:ph type="sldImg"/>
          </p:nvPr>
        </p:nvSpPr>
        <p:spPr>
          <a:ln/>
        </p:spPr>
      </p:sp>
      <p:sp>
        <p:nvSpPr>
          <p:cNvPr id="34918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457F0101-621B-4A41-8AD1-171DC22E01F3}" type="slidenum">
              <a:rPr lang="en-US" altLang="ko-KR" smtClean="0"/>
              <a:pPr eaLnBrk="1" hangingPunct="1">
                <a:spcBef>
                  <a:spcPct val="0"/>
                </a:spcBef>
              </a:pPr>
              <a:t>196</a:t>
            </a:fld>
            <a:endParaRPr lang="en-US" altLang="ko-KR" smtClean="0"/>
          </a:p>
        </p:txBody>
      </p:sp>
      <p:sp>
        <p:nvSpPr>
          <p:cNvPr id="350211"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8E179238-58FC-40DC-9964-065110B0E18B}" type="slidenum">
              <a:rPr lang="en-US" altLang="ko-KR"/>
              <a:pPr algn="r" eaLnBrk="1" hangingPunct="1">
                <a:spcBef>
                  <a:spcPct val="0"/>
                </a:spcBef>
              </a:pPr>
              <a:t>196</a:t>
            </a:fld>
            <a:endParaRPr lang="en-US" altLang="ko-KR"/>
          </a:p>
        </p:txBody>
      </p:sp>
      <p:sp>
        <p:nvSpPr>
          <p:cNvPr id="350212" name="Rectangle 2"/>
          <p:cNvSpPr>
            <a:spLocks noGrp="1" noRot="1" noChangeAspect="1" noChangeArrowheads="1" noTextEdit="1"/>
          </p:cNvSpPr>
          <p:nvPr>
            <p:ph type="sldImg"/>
          </p:nvPr>
        </p:nvSpPr>
        <p:spPr>
          <a:ln/>
        </p:spPr>
      </p:sp>
      <p:sp>
        <p:nvSpPr>
          <p:cNvPr id="35021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DE81630B-2082-44F6-A288-09839D817FAB}" type="slidenum">
              <a:rPr lang="en-US" altLang="ko-KR" smtClean="0"/>
              <a:pPr eaLnBrk="1" hangingPunct="1">
                <a:spcBef>
                  <a:spcPct val="0"/>
                </a:spcBef>
              </a:pPr>
              <a:t>197</a:t>
            </a:fld>
            <a:endParaRPr lang="en-US" altLang="ko-KR" smtClean="0"/>
          </a:p>
        </p:txBody>
      </p:sp>
      <p:sp>
        <p:nvSpPr>
          <p:cNvPr id="351235"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31CE7991-EA8F-4EC4-A172-94F07C35F398}" type="slidenum">
              <a:rPr lang="en-US" altLang="ko-KR"/>
              <a:pPr algn="r" eaLnBrk="1" hangingPunct="1">
                <a:spcBef>
                  <a:spcPct val="0"/>
                </a:spcBef>
              </a:pPr>
              <a:t>197</a:t>
            </a:fld>
            <a:endParaRPr lang="en-US" altLang="ko-KR"/>
          </a:p>
        </p:txBody>
      </p:sp>
      <p:sp>
        <p:nvSpPr>
          <p:cNvPr id="351236" name="Rectangle 2"/>
          <p:cNvSpPr>
            <a:spLocks noGrp="1" noRot="1" noChangeAspect="1" noChangeArrowheads="1" noTextEdit="1"/>
          </p:cNvSpPr>
          <p:nvPr>
            <p:ph type="sldImg"/>
          </p:nvPr>
        </p:nvSpPr>
        <p:spPr>
          <a:ln/>
        </p:spPr>
      </p:sp>
      <p:sp>
        <p:nvSpPr>
          <p:cNvPr id="35123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AD0EC774-C040-442F-B54D-A78B35D690B0}" type="slidenum">
              <a:rPr lang="en-US" altLang="ko-KR" smtClean="0"/>
              <a:pPr eaLnBrk="1" hangingPunct="1">
                <a:spcBef>
                  <a:spcPct val="0"/>
                </a:spcBef>
              </a:pPr>
              <a:t>198</a:t>
            </a:fld>
            <a:endParaRPr lang="en-US" altLang="ko-KR" smtClean="0"/>
          </a:p>
        </p:txBody>
      </p:sp>
      <p:sp>
        <p:nvSpPr>
          <p:cNvPr id="352259" name="Rectangle 7"/>
          <p:cNvSpPr txBox="1">
            <a:spLocks noGrp="1" noChangeArrowheads="1"/>
          </p:cNvSpPr>
          <p:nvPr/>
        </p:nvSpPr>
        <p:spPr bwMode="auto">
          <a:xfrm>
            <a:off x="3816350" y="9375775"/>
            <a:ext cx="292100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defTabSz="844550" eaLnBrk="0" hangingPunct="0">
              <a:spcBef>
                <a:spcPct val="30000"/>
              </a:spcBef>
              <a:defRPr kumimoji="1" sz="1200">
                <a:solidFill>
                  <a:schemeClr val="tx1"/>
                </a:solidFill>
                <a:latin typeface="굴림" pitchFamily="50" charset="-127"/>
                <a:ea typeface="굴림" pitchFamily="50" charset="-127"/>
              </a:defRPr>
            </a:lvl1pPr>
            <a:lvl2pPr marL="742950" indent="-285750" defTabSz="844550" eaLnBrk="0" hangingPunct="0">
              <a:spcBef>
                <a:spcPct val="30000"/>
              </a:spcBef>
              <a:defRPr kumimoji="1" sz="1200">
                <a:solidFill>
                  <a:schemeClr val="tx1"/>
                </a:solidFill>
                <a:latin typeface="굴림" pitchFamily="50" charset="-127"/>
                <a:ea typeface="굴림" pitchFamily="50" charset="-127"/>
              </a:defRPr>
            </a:lvl2pPr>
            <a:lvl3pPr marL="1143000" indent="-228600" defTabSz="844550" eaLnBrk="0" hangingPunct="0">
              <a:spcBef>
                <a:spcPct val="30000"/>
              </a:spcBef>
              <a:defRPr kumimoji="1" sz="1200">
                <a:solidFill>
                  <a:schemeClr val="tx1"/>
                </a:solidFill>
                <a:latin typeface="굴림" pitchFamily="50" charset="-127"/>
                <a:ea typeface="굴림" pitchFamily="50" charset="-127"/>
              </a:defRPr>
            </a:lvl3pPr>
            <a:lvl4pPr marL="1600200" indent="-228600" defTabSz="844550" eaLnBrk="0" hangingPunct="0">
              <a:spcBef>
                <a:spcPct val="30000"/>
              </a:spcBef>
              <a:defRPr kumimoji="1" sz="1200">
                <a:solidFill>
                  <a:schemeClr val="tx1"/>
                </a:solidFill>
                <a:latin typeface="굴림" pitchFamily="50" charset="-127"/>
                <a:ea typeface="굴림" pitchFamily="50" charset="-127"/>
              </a:defRPr>
            </a:lvl4pPr>
            <a:lvl5pPr marL="2057400" indent="-228600" defTabSz="844550" eaLnBrk="0" hangingPunct="0">
              <a:spcBef>
                <a:spcPct val="30000"/>
              </a:spcBef>
              <a:defRPr kumimoji="1" sz="1200">
                <a:solidFill>
                  <a:schemeClr val="tx1"/>
                </a:solidFill>
                <a:latin typeface="굴림" pitchFamily="50" charset="-127"/>
                <a:ea typeface="굴림" pitchFamily="50" charset="-127"/>
              </a:defRPr>
            </a:lvl5pPr>
            <a:lvl6pPr marL="25146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defTabSz="84455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79966FF2-B372-409A-8F32-000F646A16EB}" type="slidenum">
              <a:rPr lang="en-US" altLang="ko-KR"/>
              <a:pPr algn="r" eaLnBrk="1" hangingPunct="1">
                <a:spcBef>
                  <a:spcPct val="0"/>
                </a:spcBef>
              </a:pPr>
              <a:t>198</a:t>
            </a:fld>
            <a:endParaRPr lang="en-US" altLang="ko-KR"/>
          </a:p>
        </p:txBody>
      </p:sp>
      <p:sp>
        <p:nvSpPr>
          <p:cNvPr id="352260" name="Rectangle 2"/>
          <p:cNvSpPr>
            <a:spLocks noGrp="1" noRot="1" noChangeAspect="1" noChangeArrowheads="1" noTextEdit="1"/>
          </p:cNvSpPr>
          <p:nvPr>
            <p:ph type="sldImg"/>
          </p:nvPr>
        </p:nvSpPr>
        <p:spPr>
          <a:ln/>
        </p:spPr>
      </p:sp>
      <p:sp>
        <p:nvSpPr>
          <p:cNvPr id="35226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lstStyle/>
          <a:p>
            <a:endParaRPr lang="ko-KR" altLang="ko-KR" smtClean="0"/>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5" name="Rectangle 6"/>
          <p:cNvSpPr>
            <a:spLocks noGrp="1" noChangeArrowheads="1"/>
          </p:cNvSpPr>
          <p:nvPr>
            <p:ph type="ftr" sz="quarter" idx="3"/>
          </p:nvPr>
        </p:nvSpPr>
        <p:spPr bwMode="auto">
          <a:xfrm>
            <a:off x="3384550" y="6245225"/>
            <a:ext cx="3136900" cy="477838"/>
          </a:xfrm>
          <a:prstGeom prst="rect">
            <a:avLst/>
          </a:prstGeom>
          <a:noFill/>
          <a:ln w="9525">
            <a:noFill/>
            <a:miter lim="800000"/>
            <a:headEnd/>
            <a:tailEnd/>
          </a:ln>
          <a:effectLst/>
        </p:spPr>
        <p:txBody>
          <a:bodyPr vert="horz" wrap="square" lIns="71689" tIns="35844" rIns="71689" bIns="35844" numCol="1" anchor="t" anchorCtr="0" compatLnSpc="1">
            <a:prstTxWarp prst="textNoShape">
              <a:avLst/>
            </a:prstTxWarp>
          </a:bodyPr>
          <a:lstStyle>
            <a:lvl1pPr algn="ctr">
              <a:lnSpc>
                <a:spcPct val="100000"/>
              </a:lnSpc>
              <a:defRPr sz="1100">
                <a:latin typeface="굴림" pitchFamily="50" charset="-127"/>
                <a:ea typeface="굴림" pitchFamily="50" charset="-127"/>
              </a:defRPr>
            </a:lvl1pPr>
          </a:lstStyle>
          <a:p>
            <a:pPr>
              <a:defRPr/>
            </a:pPr>
            <a:endParaRPr lang="en-US" altLang="ko-KR"/>
          </a:p>
        </p:txBody>
      </p:sp>
      <p:sp>
        <p:nvSpPr>
          <p:cNvPr id="6" name="Line 8"/>
          <p:cNvSpPr>
            <a:spLocks noChangeShapeType="1"/>
          </p:cNvSpPr>
          <p:nvPr userDrawn="1"/>
        </p:nvSpPr>
        <p:spPr bwMode="auto">
          <a:xfrm>
            <a:off x="20638" y="512763"/>
            <a:ext cx="9885362" cy="0"/>
          </a:xfrm>
          <a:prstGeom prst="line">
            <a:avLst/>
          </a:prstGeom>
          <a:noFill/>
          <a:ln w="38100">
            <a:solidFill>
              <a:schemeClr val="bg2"/>
            </a:solidFill>
            <a:round/>
            <a:headEnd/>
            <a:tailEnd/>
          </a:ln>
          <a:extLst>
            <a:ext uri="{909E8E84-426E-40DD-AFC4-6F175D3DCCD1}">
              <a14:hiddenFill xmlns:a14="http://schemas.microsoft.com/office/drawing/2010/main">
                <a:noFill/>
              </a14:hiddenFill>
            </a:ext>
          </a:extLst>
        </p:spPr>
        <p:txBody>
          <a:bodyPr>
            <a:spAutoFit/>
          </a:bodyPr>
          <a:lstStyle/>
          <a:p>
            <a:endParaRPr lang="ko-KR" altLang="en-US"/>
          </a:p>
        </p:txBody>
      </p:sp>
      <p:sp>
        <p:nvSpPr>
          <p:cNvPr id="7" name="Text Box 10"/>
          <p:cNvSpPr txBox="1">
            <a:spLocks noChangeArrowheads="1"/>
          </p:cNvSpPr>
          <p:nvPr userDrawn="1"/>
        </p:nvSpPr>
        <p:spPr bwMode="auto">
          <a:xfrm>
            <a:off x="0" y="6557963"/>
            <a:ext cx="3052439" cy="275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000">
                <a:solidFill>
                  <a:schemeClr val="tx1"/>
                </a:solidFill>
                <a:latin typeface="HY견고딕" pitchFamily="18" charset="-127"/>
                <a:ea typeface="HY견고딕" pitchFamily="18" charset="-127"/>
              </a:defRPr>
            </a:lvl1pPr>
            <a:lvl2pPr marL="742950" indent="-285750" eaLnBrk="0" hangingPunct="0">
              <a:defRPr kumimoji="1" sz="2000">
                <a:solidFill>
                  <a:schemeClr val="tx1"/>
                </a:solidFill>
                <a:latin typeface="HY견고딕" pitchFamily="18" charset="-127"/>
                <a:ea typeface="HY견고딕" pitchFamily="18" charset="-127"/>
              </a:defRPr>
            </a:lvl2pPr>
            <a:lvl3pPr marL="1143000" indent="-228600" eaLnBrk="0" hangingPunct="0">
              <a:defRPr kumimoji="1" sz="2000">
                <a:solidFill>
                  <a:schemeClr val="tx1"/>
                </a:solidFill>
                <a:latin typeface="HY견고딕" pitchFamily="18" charset="-127"/>
                <a:ea typeface="HY견고딕" pitchFamily="18" charset="-127"/>
              </a:defRPr>
            </a:lvl3pPr>
            <a:lvl4pPr marL="1600200" indent="-228600" eaLnBrk="0" hangingPunct="0">
              <a:defRPr kumimoji="1" sz="2000">
                <a:solidFill>
                  <a:schemeClr val="tx1"/>
                </a:solidFill>
                <a:latin typeface="HY견고딕" pitchFamily="18" charset="-127"/>
                <a:ea typeface="HY견고딕" pitchFamily="18" charset="-127"/>
              </a:defRPr>
            </a:lvl4pPr>
            <a:lvl5pPr marL="2057400" indent="-228600" eaLnBrk="0" hangingPunct="0">
              <a:defRPr kumimoji="1" sz="2000">
                <a:solidFill>
                  <a:schemeClr val="tx1"/>
                </a:solidFill>
                <a:latin typeface="HY견고딕" pitchFamily="18" charset="-127"/>
                <a:ea typeface="HY견고딕" pitchFamily="18" charset="-127"/>
              </a:defRPr>
            </a:lvl5pPr>
            <a:lvl6pPr marL="25146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defRPr/>
            </a:pPr>
            <a:r>
              <a:rPr lang="en-US" altLang="ko-KR" sz="1100" smtClean="0">
                <a:solidFill>
                  <a:srgbClr val="333333"/>
                </a:solidFill>
                <a:latin typeface="Arial" charset="0"/>
              </a:rPr>
              <a:t>CONFIDENTIAL ⓒ</a:t>
            </a:r>
            <a:r>
              <a:rPr lang="en-US" altLang="ko-KR" sz="1100" smtClean="0">
                <a:solidFill>
                  <a:srgbClr val="333333"/>
                </a:solidFill>
                <a:latin typeface="Arial" charset="0"/>
                <a:ea typeface="돋움" pitchFamily="50" charset="-127"/>
              </a:rPr>
              <a:t> LG Display Co., Ltd. 2016</a:t>
            </a:r>
            <a:endParaRPr lang="en-US" altLang="ko-KR" sz="1100">
              <a:solidFill>
                <a:srgbClr val="333333"/>
              </a:solidFill>
              <a:latin typeface="Arial" charset="0"/>
              <a:ea typeface="돋움" pitchFamily="50" charset="-127"/>
            </a:endParaRPr>
          </a:p>
        </p:txBody>
      </p:sp>
      <p:pic>
        <p:nvPicPr>
          <p:cNvPr id="8" name="Picture 11"/>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8148638" y="6535738"/>
            <a:ext cx="1677987" cy="32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12"/>
          <p:cNvSpPr>
            <a:spLocks noChangeArrowheads="1"/>
          </p:cNvSpPr>
          <p:nvPr userDrawn="1"/>
        </p:nvSpPr>
        <p:spPr bwMode="auto">
          <a:xfrm>
            <a:off x="4052888" y="6451600"/>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eaLnBrk="0" hangingPunct="0">
              <a:defRPr kumimoji="1" sz="2000">
                <a:solidFill>
                  <a:schemeClr val="tx1"/>
                </a:solidFill>
                <a:latin typeface="HY견고딕" pitchFamily="18" charset="-127"/>
                <a:ea typeface="HY견고딕" pitchFamily="18" charset="-127"/>
              </a:defRPr>
            </a:lvl1pPr>
            <a:lvl2pPr marL="742950" indent="-285750" eaLnBrk="0" hangingPunct="0">
              <a:defRPr kumimoji="1" sz="2000">
                <a:solidFill>
                  <a:schemeClr val="tx1"/>
                </a:solidFill>
                <a:latin typeface="HY견고딕" pitchFamily="18" charset="-127"/>
                <a:ea typeface="HY견고딕" pitchFamily="18" charset="-127"/>
              </a:defRPr>
            </a:lvl2pPr>
            <a:lvl3pPr marL="1143000" indent="-228600" eaLnBrk="0" hangingPunct="0">
              <a:defRPr kumimoji="1" sz="2000">
                <a:solidFill>
                  <a:schemeClr val="tx1"/>
                </a:solidFill>
                <a:latin typeface="HY견고딕" pitchFamily="18" charset="-127"/>
                <a:ea typeface="HY견고딕" pitchFamily="18" charset="-127"/>
              </a:defRPr>
            </a:lvl3pPr>
            <a:lvl4pPr marL="1600200" indent="-228600" eaLnBrk="0" hangingPunct="0">
              <a:defRPr kumimoji="1" sz="2000">
                <a:solidFill>
                  <a:schemeClr val="tx1"/>
                </a:solidFill>
                <a:latin typeface="HY견고딕" pitchFamily="18" charset="-127"/>
                <a:ea typeface="HY견고딕" pitchFamily="18" charset="-127"/>
              </a:defRPr>
            </a:lvl4pPr>
            <a:lvl5pPr marL="2057400" indent="-228600" eaLnBrk="0" hangingPunct="0">
              <a:defRPr kumimoji="1" sz="2000">
                <a:solidFill>
                  <a:schemeClr val="tx1"/>
                </a:solidFill>
                <a:latin typeface="HY견고딕" pitchFamily="18" charset="-127"/>
                <a:ea typeface="HY견고딕" pitchFamily="18" charset="-127"/>
              </a:defRPr>
            </a:lvl5pPr>
            <a:lvl6pPr marL="25146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algn="r" eaLnBrk="1" hangingPunct="1">
              <a:lnSpc>
                <a:spcPct val="100000"/>
              </a:lnSpc>
              <a:defRPr/>
            </a:pPr>
            <a:fld id="{4311397E-264F-4F88-8C7E-4A52FA23D8A0}" type="slidenum">
              <a:rPr lang="en-US" altLang="ko-KR" sz="1400" smtClean="0">
                <a:latin typeface="Arial" pitchFamily="34" charset="0"/>
                <a:ea typeface="굴림" pitchFamily="50" charset="-127"/>
              </a:rPr>
              <a:pPr algn="r" eaLnBrk="1" hangingPunct="1">
                <a:lnSpc>
                  <a:spcPct val="100000"/>
                </a:lnSpc>
                <a:defRPr/>
              </a:pPr>
              <a:t>‹#›</a:t>
            </a:fld>
            <a:endParaRPr lang="en-US" altLang="ko-KR" sz="1400" smtClean="0">
              <a:latin typeface="Arial" pitchFamily="34" charset="0"/>
              <a:ea typeface="굴림" pitchFamily="50" charset="-127"/>
            </a:endParaRPr>
          </a:p>
        </p:txBody>
      </p:sp>
      <p:sp>
        <p:nvSpPr>
          <p:cNvPr id="10" name="Line 13"/>
          <p:cNvSpPr>
            <a:spLocks noChangeShapeType="1"/>
          </p:cNvSpPr>
          <p:nvPr userDrawn="1"/>
        </p:nvSpPr>
        <p:spPr bwMode="auto">
          <a:xfrm>
            <a:off x="0" y="6523038"/>
            <a:ext cx="99060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Tree>
    <p:extLst>
      <p:ext uri="{BB962C8B-B14F-4D97-AF65-F5344CB8AC3E}">
        <p14:creationId xmlns:p14="http://schemas.microsoft.com/office/powerpoint/2010/main" val="12823122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reserve="1">
  <p:cSld name="1_빈 화면">
    <p:spTree>
      <p:nvGrpSpPr>
        <p:cNvPr id="1" name=""/>
        <p:cNvGrpSpPr/>
        <p:nvPr/>
      </p:nvGrpSpPr>
      <p:grpSpPr>
        <a:xfrm>
          <a:off x="0" y="0"/>
          <a:ext cx="0" cy="0"/>
          <a:chOff x="0" y="0"/>
          <a:chExt cx="0" cy="0"/>
        </a:xfrm>
      </p:grpSpPr>
    </p:spTree>
    <p:extLst>
      <p:ext uri="{BB962C8B-B14F-4D97-AF65-F5344CB8AC3E}">
        <p14:creationId xmlns:p14="http://schemas.microsoft.com/office/powerpoint/2010/main" val="2187648484"/>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118" r:id="rId1"/>
    <p:sldLayoutId id="2147484119" r:id="rId2"/>
  </p:sldLayoutIdLst>
  <p:txStyles>
    <p:titleStyle>
      <a:lvl1pPr algn="ctr" defTabSz="717550" rtl="0" eaLnBrk="0" fontAlgn="base" latinLnBrk="1" hangingPunct="0">
        <a:spcBef>
          <a:spcPct val="0"/>
        </a:spcBef>
        <a:spcAft>
          <a:spcPct val="0"/>
        </a:spcAft>
        <a:defRPr kumimoji="1" sz="3400">
          <a:solidFill>
            <a:schemeClr val="tx2"/>
          </a:solidFill>
          <a:latin typeface="+mj-lt"/>
          <a:ea typeface="+mj-ea"/>
          <a:cs typeface="+mj-cs"/>
        </a:defRPr>
      </a:lvl1pPr>
      <a:lvl2pPr algn="ctr" defTabSz="717550" rtl="0" eaLnBrk="0" fontAlgn="base" latinLnBrk="1" hangingPunct="0">
        <a:spcBef>
          <a:spcPct val="0"/>
        </a:spcBef>
        <a:spcAft>
          <a:spcPct val="0"/>
        </a:spcAft>
        <a:defRPr kumimoji="1" sz="3400">
          <a:solidFill>
            <a:schemeClr val="tx2"/>
          </a:solidFill>
          <a:latin typeface="굴림" pitchFamily="50" charset="-127"/>
          <a:ea typeface="굴림" pitchFamily="50" charset="-127"/>
        </a:defRPr>
      </a:lvl2pPr>
      <a:lvl3pPr algn="ctr" defTabSz="717550" rtl="0" eaLnBrk="0" fontAlgn="base" latinLnBrk="1" hangingPunct="0">
        <a:spcBef>
          <a:spcPct val="0"/>
        </a:spcBef>
        <a:spcAft>
          <a:spcPct val="0"/>
        </a:spcAft>
        <a:defRPr kumimoji="1" sz="3400">
          <a:solidFill>
            <a:schemeClr val="tx2"/>
          </a:solidFill>
          <a:latin typeface="굴림" pitchFamily="50" charset="-127"/>
          <a:ea typeface="굴림" pitchFamily="50" charset="-127"/>
        </a:defRPr>
      </a:lvl3pPr>
      <a:lvl4pPr algn="ctr" defTabSz="717550" rtl="0" eaLnBrk="0" fontAlgn="base" latinLnBrk="1" hangingPunct="0">
        <a:spcBef>
          <a:spcPct val="0"/>
        </a:spcBef>
        <a:spcAft>
          <a:spcPct val="0"/>
        </a:spcAft>
        <a:defRPr kumimoji="1" sz="3400">
          <a:solidFill>
            <a:schemeClr val="tx2"/>
          </a:solidFill>
          <a:latin typeface="굴림" pitchFamily="50" charset="-127"/>
          <a:ea typeface="굴림" pitchFamily="50" charset="-127"/>
        </a:defRPr>
      </a:lvl4pPr>
      <a:lvl5pPr algn="ctr" defTabSz="717550" rtl="0" eaLnBrk="0" fontAlgn="base" latinLnBrk="1" hangingPunct="0">
        <a:spcBef>
          <a:spcPct val="0"/>
        </a:spcBef>
        <a:spcAft>
          <a:spcPct val="0"/>
        </a:spcAft>
        <a:defRPr kumimoji="1" sz="3400">
          <a:solidFill>
            <a:schemeClr val="tx2"/>
          </a:solidFill>
          <a:latin typeface="굴림" pitchFamily="50" charset="-127"/>
          <a:ea typeface="굴림" pitchFamily="50" charset="-127"/>
        </a:defRPr>
      </a:lvl5pPr>
      <a:lvl6pPr marL="457200" algn="ctr" defTabSz="717550" rtl="0" fontAlgn="base" latinLnBrk="1">
        <a:spcBef>
          <a:spcPct val="0"/>
        </a:spcBef>
        <a:spcAft>
          <a:spcPct val="0"/>
        </a:spcAft>
        <a:defRPr kumimoji="1" sz="3400">
          <a:solidFill>
            <a:schemeClr val="tx2"/>
          </a:solidFill>
          <a:latin typeface="굴림" pitchFamily="50" charset="-127"/>
          <a:ea typeface="굴림" pitchFamily="50" charset="-127"/>
        </a:defRPr>
      </a:lvl6pPr>
      <a:lvl7pPr marL="914400" algn="ctr" defTabSz="717550" rtl="0" fontAlgn="base" latinLnBrk="1">
        <a:spcBef>
          <a:spcPct val="0"/>
        </a:spcBef>
        <a:spcAft>
          <a:spcPct val="0"/>
        </a:spcAft>
        <a:defRPr kumimoji="1" sz="3400">
          <a:solidFill>
            <a:schemeClr val="tx2"/>
          </a:solidFill>
          <a:latin typeface="굴림" pitchFamily="50" charset="-127"/>
          <a:ea typeface="굴림" pitchFamily="50" charset="-127"/>
        </a:defRPr>
      </a:lvl7pPr>
      <a:lvl8pPr marL="1371600" algn="ctr" defTabSz="717550" rtl="0" fontAlgn="base" latinLnBrk="1">
        <a:spcBef>
          <a:spcPct val="0"/>
        </a:spcBef>
        <a:spcAft>
          <a:spcPct val="0"/>
        </a:spcAft>
        <a:defRPr kumimoji="1" sz="3400">
          <a:solidFill>
            <a:schemeClr val="tx2"/>
          </a:solidFill>
          <a:latin typeface="굴림" pitchFamily="50" charset="-127"/>
          <a:ea typeface="굴림" pitchFamily="50" charset="-127"/>
        </a:defRPr>
      </a:lvl8pPr>
      <a:lvl9pPr marL="1828800" algn="ctr" defTabSz="717550" rtl="0" fontAlgn="base" latinLnBrk="1">
        <a:spcBef>
          <a:spcPct val="0"/>
        </a:spcBef>
        <a:spcAft>
          <a:spcPct val="0"/>
        </a:spcAft>
        <a:defRPr kumimoji="1" sz="3400">
          <a:solidFill>
            <a:schemeClr val="tx2"/>
          </a:solidFill>
          <a:latin typeface="굴림" pitchFamily="50" charset="-127"/>
          <a:ea typeface="굴림" pitchFamily="50" charset="-127"/>
        </a:defRPr>
      </a:lvl9pPr>
    </p:titleStyle>
    <p:bodyStyle>
      <a:lvl1pPr marL="268288" indent="-268288" algn="l" defTabSz="717550" rtl="0" eaLnBrk="0" fontAlgn="base" latinLnBrk="1" hangingPunct="0">
        <a:spcBef>
          <a:spcPct val="20000"/>
        </a:spcBef>
        <a:spcAft>
          <a:spcPct val="0"/>
        </a:spcAft>
        <a:buChar char="•"/>
        <a:defRPr kumimoji="1" sz="2500">
          <a:solidFill>
            <a:schemeClr val="tx1"/>
          </a:solidFill>
          <a:latin typeface="+mn-lt"/>
          <a:ea typeface="+mn-ea"/>
          <a:cs typeface="+mn-cs"/>
        </a:defRPr>
      </a:lvl1pPr>
      <a:lvl2pPr marL="582613" indent="-223838" algn="l" defTabSz="717550" rtl="0" eaLnBrk="0" fontAlgn="base" latinLnBrk="1" hangingPunct="0">
        <a:spcBef>
          <a:spcPct val="20000"/>
        </a:spcBef>
        <a:spcAft>
          <a:spcPct val="0"/>
        </a:spcAft>
        <a:buChar char="–"/>
        <a:defRPr kumimoji="1" sz="2200">
          <a:solidFill>
            <a:schemeClr val="tx1"/>
          </a:solidFill>
          <a:latin typeface="+mn-lt"/>
          <a:ea typeface="+mn-ea"/>
        </a:defRPr>
      </a:lvl2pPr>
      <a:lvl3pPr marL="895350" indent="-177800" algn="l" defTabSz="717550" rtl="0" eaLnBrk="0" fontAlgn="base" latinLnBrk="1" hangingPunct="0">
        <a:spcBef>
          <a:spcPct val="20000"/>
        </a:spcBef>
        <a:spcAft>
          <a:spcPct val="0"/>
        </a:spcAft>
        <a:buChar char="•"/>
        <a:defRPr kumimoji="1" sz="1900">
          <a:solidFill>
            <a:schemeClr val="tx1"/>
          </a:solidFill>
          <a:latin typeface="+mn-lt"/>
          <a:ea typeface="+mn-ea"/>
        </a:defRPr>
      </a:lvl3pPr>
      <a:lvl4pPr marL="1254125" indent="-179388" algn="l" defTabSz="717550" rtl="0" eaLnBrk="0" fontAlgn="base" latinLnBrk="1" hangingPunct="0">
        <a:spcBef>
          <a:spcPct val="20000"/>
        </a:spcBef>
        <a:spcAft>
          <a:spcPct val="0"/>
        </a:spcAft>
        <a:buChar char="–"/>
        <a:defRPr kumimoji="1" sz="1600">
          <a:solidFill>
            <a:schemeClr val="tx1"/>
          </a:solidFill>
          <a:latin typeface="+mn-lt"/>
          <a:ea typeface="+mn-ea"/>
        </a:defRPr>
      </a:lvl4pPr>
      <a:lvl5pPr marL="1612900" indent="-179388" algn="l" defTabSz="717550" rtl="0" eaLnBrk="0" fontAlgn="base" latinLnBrk="1" hangingPunct="0">
        <a:spcBef>
          <a:spcPct val="20000"/>
        </a:spcBef>
        <a:spcAft>
          <a:spcPct val="0"/>
        </a:spcAft>
        <a:buChar char="»"/>
        <a:defRPr kumimoji="1" sz="1600">
          <a:solidFill>
            <a:schemeClr val="tx1"/>
          </a:solidFill>
          <a:latin typeface="+mn-lt"/>
          <a:ea typeface="+mn-ea"/>
        </a:defRPr>
      </a:lvl5pPr>
      <a:lvl6pPr marL="2070100" indent="-179388" algn="l" defTabSz="717550" rtl="0" fontAlgn="base" latinLnBrk="1">
        <a:spcBef>
          <a:spcPct val="20000"/>
        </a:spcBef>
        <a:spcAft>
          <a:spcPct val="0"/>
        </a:spcAft>
        <a:buChar char="»"/>
        <a:defRPr kumimoji="1" sz="1600">
          <a:solidFill>
            <a:schemeClr val="tx1"/>
          </a:solidFill>
          <a:latin typeface="+mn-lt"/>
          <a:ea typeface="+mn-ea"/>
        </a:defRPr>
      </a:lvl6pPr>
      <a:lvl7pPr marL="2527300" indent="-179388" algn="l" defTabSz="717550" rtl="0" fontAlgn="base" latinLnBrk="1">
        <a:spcBef>
          <a:spcPct val="20000"/>
        </a:spcBef>
        <a:spcAft>
          <a:spcPct val="0"/>
        </a:spcAft>
        <a:buChar char="»"/>
        <a:defRPr kumimoji="1" sz="1600">
          <a:solidFill>
            <a:schemeClr val="tx1"/>
          </a:solidFill>
          <a:latin typeface="+mn-lt"/>
          <a:ea typeface="+mn-ea"/>
        </a:defRPr>
      </a:lvl7pPr>
      <a:lvl8pPr marL="2984500" indent="-179388" algn="l" defTabSz="717550" rtl="0" fontAlgn="base" latinLnBrk="1">
        <a:spcBef>
          <a:spcPct val="20000"/>
        </a:spcBef>
        <a:spcAft>
          <a:spcPct val="0"/>
        </a:spcAft>
        <a:buChar char="»"/>
        <a:defRPr kumimoji="1" sz="1600">
          <a:solidFill>
            <a:schemeClr val="tx1"/>
          </a:solidFill>
          <a:latin typeface="+mn-lt"/>
          <a:ea typeface="+mn-ea"/>
        </a:defRPr>
      </a:lvl8pPr>
      <a:lvl9pPr marL="3441700" indent="-179388" algn="l" defTabSz="717550" rtl="0" fontAlgn="base" latinLnBrk="1">
        <a:spcBef>
          <a:spcPct val="20000"/>
        </a:spcBef>
        <a:spcAft>
          <a:spcPct val="0"/>
        </a:spcAft>
        <a:buChar char="»"/>
        <a:defRPr kumimoji="1" sz="1600">
          <a:solidFill>
            <a:schemeClr val="tx1"/>
          </a:solidFill>
          <a:latin typeface="+mn-lt"/>
          <a:ea typeface="+mn-ea"/>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jpeg"/><Relationship Id="rId1" Type="http://schemas.openxmlformats.org/officeDocument/2006/relationships/slideLayout" Target="../slideLayouts/slideLayout1.xml"/><Relationship Id="rId6" Type="http://schemas.openxmlformats.org/officeDocument/2006/relationships/image" Target="../media/image9.png"/><Relationship Id="rId5" Type="http://schemas.openxmlformats.org/officeDocument/2006/relationships/image" Target="../media/image8.jpeg"/><Relationship Id="rId4" Type="http://schemas.openxmlformats.org/officeDocument/2006/relationships/image" Target="../media/image7.jpe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image" Target="../media/image15.wmf"/><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image" Target="../media/image17.wmf"/><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image" Target="../media/image17.wmf"/><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image" Target="../media/image18.wmf"/><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wmf"/><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image" Target="../media/image23.wmf"/><Relationship Id="rId2" Type="http://schemas.openxmlformats.org/officeDocument/2006/relationships/image" Target="../media/image22.png"/><Relationship Id="rId1" Type="http://schemas.openxmlformats.org/officeDocument/2006/relationships/slideLayout" Target="../slideLayouts/slideLayout1.xml"/><Relationship Id="rId4" Type="http://schemas.openxmlformats.org/officeDocument/2006/relationships/image" Target="../media/image24.png"/></Relationships>
</file>

<file path=ppt/slides/_rels/slide24.xml.rels><?xml version="1.0" encoding="UTF-8" standalone="yes"?>
<Relationships xmlns="http://schemas.openxmlformats.org/package/2006/relationships"><Relationship Id="rId2" Type="http://schemas.openxmlformats.org/officeDocument/2006/relationships/image" Target="../media/image25.wmf"/><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wmf"/><Relationship Id="rId1" Type="http://schemas.openxmlformats.org/officeDocument/2006/relationships/slideLayout" Target="../slideLayouts/slideLayout1.xml"/><Relationship Id="rId5" Type="http://schemas.openxmlformats.org/officeDocument/2006/relationships/image" Target="../media/image29.png"/><Relationship Id="rId4" Type="http://schemas.openxmlformats.org/officeDocument/2006/relationships/image" Target="../media/image28.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Layout" Target="../slideLayouts/slideLayout1.xml"/><Relationship Id="rId4" Type="http://schemas.openxmlformats.org/officeDocument/2006/relationships/image" Target="../media/image36.png"/></Relationships>
</file>

<file path=ppt/slides/_rels/slide41.xml.rels><?xml version="1.0" encoding="UTF-8" standalone="yes"?>
<Relationships xmlns="http://schemas.openxmlformats.org/package/2006/relationships"><Relationship Id="rId8" Type="http://schemas.openxmlformats.org/officeDocument/2006/relationships/oleObject" Target="../embeddings/oleObject3.bin"/><Relationship Id="rId3" Type="http://schemas.openxmlformats.org/officeDocument/2006/relationships/notesSlide" Target="../notesSlides/notesSlide2.xml"/><Relationship Id="rId7" Type="http://schemas.openxmlformats.org/officeDocument/2006/relationships/image" Target="../media/image38.wmf"/><Relationship Id="rId2" Type="http://schemas.openxmlformats.org/officeDocument/2006/relationships/slideLayout" Target="../slideLayouts/slideLayout1.xml"/><Relationship Id="rId1" Type="http://schemas.openxmlformats.org/officeDocument/2006/relationships/vmlDrawing" Target="../drawings/vmlDrawing1.vml"/><Relationship Id="rId6" Type="http://schemas.openxmlformats.org/officeDocument/2006/relationships/oleObject" Target="../embeddings/oleObject2.bin"/><Relationship Id="rId5" Type="http://schemas.openxmlformats.org/officeDocument/2006/relationships/image" Target="../media/image37.wmf"/><Relationship Id="rId4" Type="http://schemas.openxmlformats.org/officeDocument/2006/relationships/oleObject" Target="../embeddings/oleObject1.bin"/><Relationship Id="rId9" Type="http://schemas.openxmlformats.org/officeDocument/2006/relationships/image" Target="../media/image39.wmf"/></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xml"/><Relationship Id="rId1" Type="http://schemas.openxmlformats.org/officeDocument/2006/relationships/vmlDrawing" Target="../drawings/vmlDrawing2.vml"/><Relationship Id="rId5" Type="http://schemas.openxmlformats.org/officeDocument/2006/relationships/image" Target="../media/image40.wmf"/><Relationship Id="rId4" Type="http://schemas.openxmlformats.org/officeDocument/2006/relationships/oleObject" Target="../embeddings/oleObject4.bin"/></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image" Target="../media/image41.wmf"/><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png"/><Relationship Id="rId1" Type="http://schemas.openxmlformats.org/officeDocument/2006/relationships/slideLayout" Target="../slideLayouts/slideLayout1.xml"/><Relationship Id="rId5" Type="http://schemas.openxmlformats.org/officeDocument/2006/relationships/image" Target="../media/image47.png"/><Relationship Id="rId4" Type="http://schemas.openxmlformats.org/officeDocument/2006/relationships/image" Target="../media/image46.png"/></Relationships>
</file>

<file path=ppt/slides/_rels/slide60.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8" Type="http://schemas.openxmlformats.org/officeDocument/2006/relationships/image" Target="../media/image55.png"/><Relationship Id="rId3" Type="http://schemas.openxmlformats.org/officeDocument/2006/relationships/image" Target="../media/image50.png"/><Relationship Id="rId7" Type="http://schemas.openxmlformats.org/officeDocument/2006/relationships/image" Target="../media/image54.png"/><Relationship Id="rId12" Type="http://schemas.openxmlformats.org/officeDocument/2006/relationships/image" Target="../media/image59.png"/><Relationship Id="rId2" Type="http://schemas.openxmlformats.org/officeDocument/2006/relationships/image" Target="../media/image49.png"/><Relationship Id="rId1" Type="http://schemas.openxmlformats.org/officeDocument/2006/relationships/slideLayout" Target="../slideLayouts/slideLayout1.xml"/><Relationship Id="rId6" Type="http://schemas.openxmlformats.org/officeDocument/2006/relationships/image" Target="../media/image53.png"/><Relationship Id="rId11" Type="http://schemas.openxmlformats.org/officeDocument/2006/relationships/image" Target="../media/image58.png"/><Relationship Id="rId5" Type="http://schemas.openxmlformats.org/officeDocument/2006/relationships/image" Target="../media/image52.png"/><Relationship Id="rId10" Type="http://schemas.openxmlformats.org/officeDocument/2006/relationships/image" Target="../media/image57.png"/><Relationship Id="rId4" Type="http://schemas.openxmlformats.org/officeDocument/2006/relationships/image" Target="../media/image51.png"/><Relationship Id="rId9" Type="http://schemas.openxmlformats.org/officeDocument/2006/relationships/image" Target="../media/image56.png"/></Relationships>
</file>

<file path=ppt/slides/_rels/slide62.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image" Target="../media/image60.png"/><Relationship Id="rId1" Type="http://schemas.openxmlformats.org/officeDocument/2006/relationships/slideLayout" Target="../slideLayouts/slideLayout1.xml"/><Relationship Id="rId4" Type="http://schemas.openxmlformats.org/officeDocument/2006/relationships/image" Target="../media/image62.png"/></Relationships>
</file>

<file path=ppt/slides/_rels/slide63.xml.rels><?xml version="1.0" encoding="UTF-8" standalone="yes"?>
<Relationships xmlns="http://schemas.openxmlformats.org/package/2006/relationships"><Relationship Id="rId3" Type="http://schemas.openxmlformats.org/officeDocument/2006/relationships/image" Target="../media/image64.png"/><Relationship Id="rId7" Type="http://schemas.openxmlformats.org/officeDocument/2006/relationships/image" Target="../media/image68.png"/><Relationship Id="rId2" Type="http://schemas.openxmlformats.org/officeDocument/2006/relationships/image" Target="../media/image63.png"/><Relationship Id="rId1" Type="http://schemas.openxmlformats.org/officeDocument/2006/relationships/slideLayout" Target="../slideLayouts/slideLayout1.xml"/><Relationship Id="rId6" Type="http://schemas.openxmlformats.org/officeDocument/2006/relationships/image" Target="../media/image67.png"/><Relationship Id="rId5" Type="http://schemas.openxmlformats.org/officeDocument/2006/relationships/image" Target="../media/image66.png"/><Relationship Id="rId4" Type="http://schemas.openxmlformats.org/officeDocument/2006/relationships/image" Target="../media/image65.png"/></Relationships>
</file>

<file path=ppt/slides/_rels/slide64.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slideLayout" Target="../slideLayouts/slideLayout1.xml"/><Relationship Id="rId5" Type="http://schemas.openxmlformats.org/officeDocument/2006/relationships/image" Target="../media/image72.png"/><Relationship Id="rId4" Type="http://schemas.openxmlformats.org/officeDocument/2006/relationships/image" Target="../media/image71.png"/></Relationships>
</file>

<file path=ppt/slides/_rels/slide65.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png"/><Relationship Id="rId1" Type="http://schemas.openxmlformats.org/officeDocument/2006/relationships/slideLayout" Target="../slideLayouts/slideLayout1.xml"/><Relationship Id="rId4" Type="http://schemas.openxmlformats.org/officeDocument/2006/relationships/image" Target="../media/image75.png"/></Relationships>
</file>

<file path=ppt/slides/_rels/slide66.xml.rels><?xml version="1.0" encoding="UTF-8" standalone="yes"?>
<Relationships xmlns="http://schemas.openxmlformats.org/package/2006/relationships"><Relationship Id="rId8" Type="http://schemas.openxmlformats.org/officeDocument/2006/relationships/image" Target="../media/image82.png"/><Relationship Id="rId3" Type="http://schemas.openxmlformats.org/officeDocument/2006/relationships/image" Target="../media/image77.png"/><Relationship Id="rId7" Type="http://schemas.openxmlformats.org/officeDocument/2006/relationships/image" Target="../media/image81.png"/><Relationship Id="rId2" Type="http://schemas.openxmlformats.org/officeDocument/2006/relationships/image" Target="../media/image76.png"/><Relationship Id="rId1" Type="http://schemas.openxmlformats.org/officeDocument/2006/relationships/slideLayout" Target="../slideLayouts/slideLayout1.xml"/><Relationship Id="rId6" Type="http://schemas.openxmlformats.org/officeDocument/2006/relationships/image" Target="../media/image80.png"/><Relationship Id="rId5" Type="http://schemas.openxmlformats.org/officeDocument/2006/relationships/image" Target="../media/image79.png"/><Relationship Id="rId4" Type="http://schemas.openxmlformats.org/officeDocument/2006/relationships/image" Target="../media/image78.png"/><Relationship Id="rId9" Type="http://schemas.openxmlformats.org/officeDocument/2006/relationships/image" Target="../media/image83.png"/></Relationships>
</file>

<file path=ppt/slides/_rels/slide67.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12.xml"/><Relationship Id="rId1" Type="http://schemas.openxmlformats.org/officeDocument/2006/relationships/slideLayout" Target="../slideLayouts/slideLayout1.xml"/><Relationship Id="rId4" Type="http://schemas.openxmlformats.org/officeDocument/2006/relationships/image" Target="../media/image88.png"/></Relationships>
</file>

<file path=ppt/slides/_rels/slide71.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13.xml"/><Relationship Id="rId1" Type="http://schemas.openxmlformats.org/officeDocument/2006/relationships/slideLayout" Target="../slideLayouts/slideLayout1.xml"/><Relationship Id="rId5" Type="http://schemas.openxmlformats.org/officeDocument/2006/relationships/image" Target="../media/image91.png"/><Relationship Id="rId4" Type="http://schemas.openxmlformats.org/officeDocument/2006/relationships/image" Target="../media/image90.png"/></Relationships>
</file>

<file path=ppt/slides/_rels/slide72.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notesSlide" Target="../notesSlides/notesSlide14.xml"/><Relationship Id="rId1" Type="http://schemas.openxmlformats.org/officeDocument/2006/relationships/slideLayout" Target="../slideLayouts/slideLayout1.xml"/><Relationship Id="rId4" Type="http://schemas.openxmlformats.org/officeDocument/2006/relationships/image" Target="../media/image93.png"/></Relationships>
</file>

<file path=ppt/slides/_rels/slide73.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notesSlide" Target="../notesSlides/notesSlide15.xml"/><Relationship Id="rId1" Type="http://schemas.openxmlformats.org/officeDocument/2006/relationships/slideLayout" Target="../slideLayouts/slideLayout1.xml"/><Relationship Id="rId4" Type="http://schemas.openxmlformats.org/officeDocument/2006/relationships/image" Target="../media/image95.png"/></Relationships>
</file>

<file path=ppt/slides/_rels/slide74.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notesSlide" Target="../notesSlides/notesSlide22.xml"/><Relationship Id="rId1" Type="http://schemas.openxmlformats.org/officeDocument/2006/relationships/slideLayout" Target="../slideLayouts/slideLayout1.xml"/><Relationship Id="rId4" Type="http://schemas.openxmlformats.org/officeDocument/2006/relationships/image" Target="../media/image103.png"/></Relationships>
</file>

<file path=ppt/slides/_rels/slide81.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23.xml"/><Relationship Id="rId1" Type="http://schemas.openxmlformats.org/officeDocument/2006/relationships/slideLayout" Target="../slideLayouts/slideLayout1.xml"/><Relationship Id="rId6" Type="http://schemas.openxmlformats.org/officeDocument/2006/relationships/image" Target="../media/image107.png"/><Relationship Id="rId5" Type="http://schemas.openxmlformats.org/officeDocument/2006/relationships/image" Target="../media/image106.png"/><Relationship Id="rId4" Type="http://schemas.openxmlformats.org/officeDocument/2006/relationships/image" Target="../media/image105.png"/></Relationships>
</file>

<file path=ppt/slides/_rels/slide82.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24.xml"/><Relationship Id="rId1" Type="http://schemas.openxmlformats.org/officeDocument/2006/relationships/slideLayout" Target="../slideLayouts/slideLayout1.xml"/><Relationship Id="rId5" Type="http://schemas.openxmlformats.org/officeDocument/2006/relationships/image" Target="../media/image110.png"/><Relationship Id="rId4" Type="http://schemas.openxmlformats.org/officeDocument/2006/relationships/image" Target="../media/image109.png"/></Relationships>
</file>

<file path=ppt/slides/_rels/slide83.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26.xml"/><Relationship Id="rId1" Type="http://schemas.openxmlformats.org/officeDocument/2006/relationships/slideLayout" Target="../slideLayouts/slideLayout1.xml"/><Relationship Id="rId4" Type="http://schemas.openxmlformats.org/officeDocument/2006/relationships/image" Target="../media/image113.png"/></Relationships>
</file>

<file path=ppt/slides/_rels/slide85.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notesSlide" Target="../notesSlides/notesSlide27.xml"/><Relationship Id="rId1" Type="http://schemas.openxmlformats.org/officeDocument/2006/relationships/slideLayout" Target="../slideLayouts/slideLayout1.xml"/><Relationship Id="rId4" Type="http://schemas.openxmlformats.org/officeDocument/2006/relationships/image" Target="../media/image115.png"/></Relationships>
</file>

<file path=ppt/slides/_rels/slide86.xml.rels><?xml version="1.0" encoding="UTF-8" standalone="yes"?>
<Relationships xmlns="http://schemas.openxmlformats.org/package/2006/relationships"><Relationship Id="rId8" Type="http://schemas.openxmlformats.org/officeDocument/2006/relationships/image" Target="../media/image121.png"/><Relationship Id="rId3" Type="http://schemas.openxmlformats.org/officeDocument/2006/relationships/image" Target="../media/image116.png"/><Relationship Id="rId7" Type="http://schemas.openxmlformats.org/officeDocument/2006/relationships/image" Target="../media/image120.png"/><Relationship Id="rId2" Type="http://schemas.openxmlformats.org/officeDocument/2006/relationships/notesSlide" Target="../notesSlides/notesSlide28.xml"/><Relationship Id="rId1" Type="http://schemas.openxmlformats.org/officeDocument/2006/relationships/slideLayout" Target="../slideLayouts/slideLayout1.xml"/><Relationship Id="rId6" Type="http://schemas.openxmlformats.org/officeDocument/2006/relationships/image" Target="../media/image119.png"/><Relationship Id="rId5" Type="http://schemas.openxmlformats.org/officeDocument/2006/relationships/image" Target="../media/image118.png"/><Relationship Id="rId4" Type="http://schemas.openxmlformats.org/officeDocument/2006/relationships/image" Target="../media/image117.png"/></Relationships>
</file>

<file path=ppt/slides/_rels/slide87.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29.xml"/><Relationship Id="rId1" Type="http://schemas.openxmlformats.org/officeDocument/2006/relationships/slideLayout" Target="../slideLayouts/slideLayout1.xml"/><Relationship Id="rId6" Type="http://schemas.openxmlformats.org/officeDocument/2006/relationships/image" Target="../media/image125.png"/><Relationship Id="rId5" Type="http://schemas.openxmlformats.org/officeDocument/2006/relationships/image" Target="../media/image124.png"/><Relationship Id="rId4" Type="http://schemas.openxmlformats.org/officeDocument/2006/relationships/image" Target="../media/image123.png"/></Relationships>
</file>

<file path=ppt/slides/_rels/slide88.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32.xml"/><Relationship Id="rId1" Type="http://schemas.openxmlformats.org/officeDocument/2006/relationships/slideLayout" Target="../slideLayouts/slideLayout1.xml"/><Relationship Id="rId5" Type="http://schemas.openxmlformats.org/officeDocument/2006/relationships/image" Target="../media/image130.png"/><Relationship Id="rId4" Type="http://schemas.openxmlformats.org/officeDocument/2006/relationships/image" Target="../media/image129.png"/></Relationships>
</file>

<file path=ppt/slides/_rels/slide91.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notesSlide" Target="../notesSlides/notesSlide33.xml"/><Relationship Id="rId1" Type="http://schemas.openxmlformats.org/officeDocument/2006/relationships/slideLayout" Target="../slideLayouts/slideLayout1.xml"/><Relationship Id="rId4" Type="http://schemas.openxmlformats.org/officeDocument/2006/relationships/image" Target="../media/image132.png"/></Relationships>
</file>

<file path=ppt/slides/_rels/slide92.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notesSlide" Target="../notesSlides/notesSlide36.xml"/><Relationship Id="rId1" Type="http://schemas.openxmlformats.org/officeDocument/2006/relationships/slideLayout" Target="../slideLayouts/slideLayout1.xml"/><Relationship Id="rId4" Type="http://schemas.openxmlformats.org/officeDocument/2006/relationships/image" Target="../media/image136.png"/></Relationships>
</file>

<file path=ppt/slides/_rels/slide95.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39.xml"/><Relationship Id="rId1" Type="http://schemas.openxmlformats.org/officeDocument/2006/relationships/slideLayout" Target="../slideLayouts/slideLayout1.xml"/><Relationship Id="rId6" Type="http://schemas.openxmlformats.org/officeDocument/2006/relationships/image" Target="../media/image142.png"/><Relationship Id="rId5" Type="http://schemas.openxmlformats.org/officeDocument/2006/relationships/image" Target="../media/image141.png"/><Relationship Id="rId4" Type="http://schemas.openxmlformats.org/officeDocument/2006/relationships/image" Target="../media/image140.png"/></Relationships>
</file>

<file path=ppt/slides/_rels/slide98.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notesSlide" Target="../notesSlides/notesSlide40.xml"/><Relationship Id="rId1" Type="http://schemas.openxmlformats.org/officeDocument/2006/relationships/slideLayout" Target="../slideLayouts/slideLayout1.xml"/><Relationship Id="rId4" Type="http://schemas.openxmlformats.org/officeDocument/2006/relationships/image" Target="../media/image144.png"/></Relationships>
</file>

<file path=ppt/slides/_rels/slide99.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notesSlide" Target="../notesSlides/notesSlide41.xml"/><Relationship Id="rId1" Type="http://schemas.openxmlformats.org/officeDocument/2006/relationships/slideLayout" Target="../slideLayouts/slideLayout1.xml"/><Relationship Id="rId4" Type="http://schemas.openxmlformats.org/officeDocument/2006/relationships/image" Target="../media/image146.png"/></Relationships>
</file>

<file path=ppt/slides/_rels/slide100.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42.xml"/><Relationship Id="rId1" Type="http://schemas.openxmlformats.org/officeDocument/2006/relationships/slideLayout" Target="../slideLayouts/slideLayout1.xml"/><Relationship Id="rId5" Type="http://schemas.openxmlformats.org/officeDocument/2006/relationships/image" Target="../media/image149.png"/><Relationship Id="rId4" Type="http://schemas.openxmlformats.org/officeDocument/2006/relationships/image" Target="../media/image148.png"/></Relationships>
</file>

<file path=ppt/slides/_rels/slide101.xml.rels><?xml version="1.0" encoding="UTF-8" standalone="yes"?>
<Relationships xmlns="http://schemas.openxmlformats.org/package/2006/relationships"><Relationship Id="rId8" Type="http://schemas.openxmlformats.org/officeDocument/2006/relationships/image" Target="../media/image155.png"/><Relationship Id="rId3" Type="http://schemas.openxmlformats.org/officeDocument/2006/relationships/image" Target="../media/image150.png"/><Relationship Id="rId7" Type="http://schemas.openxmlformats.org/officeDocument/2006/relationships/image" Target="../media/image154.png"/><Relationship Id="rId2" Type="http://schemas.openxmlformats.org/officeDocument/2006/relationships/notesSlide" Target="../notesSlides/notesSlide43.xml"/><Relationship Id="rId1" Type="http://schemas.openxmlformats.org/officeDocument/2006/relationships/slideLayout" Target="../slideLayouts/slideLayout1.xml"/><Relationship Id="rId6" Type="http://schemas.openxmlformats.org/officeDocument/2006/relationships/image" Target="../media/image153.png"/><Relationship Id="rId5" Type="http://schemas.openxmlformats.org/officeDocument/2006/relationships/image" Target="../media/image152.png"/><Relationship Id="rId4" Type="http://schemas.openxmlformats.org/officeDocument/2006/relationships/image" Target="../media/image151.png"/></Relationships>
</file>

<file path=ppt/slides/_rels/slide102.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notesSlide" Target="../notesSlides/notesSlide44.xml"/><Relationship Id="rId1" Type="http://schemas.openxmlformats.org/officeDocument/2006/relationships/slideLayout" Target="../slideLayouts/slideLayout1.xml"/><Relationship Id="rId4" Type="http://schemas.openxmlformats.org/officeDocument/2006/relationships/image" Target="../media/image157.png"/></Relationships>
</file>

<file path=ppt/slides/_rels/slide103.xml.rels><?xml version="1.0" encoding="UTF-8" standalone="yes"?>
<Relationships xmlns="http://schemas.openxmlformats.org/package/2006/relationships"><Relationship Id="rId3" Type="http://schemas.openxmlformats.org/officeDocument/2006/relationships/image" Target="../media/image158.png"/><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notesSlide" Target="../notesSlides/notesSlide46.xml"/><Relationship Id="rId1" Type="http://schemas.openxmlformats.org/officeDocument/2006/relationships/slideLayout" Target="../slideLayouts/slideLayout1.xml"/><Relationship Id="rId6" Type="http://schemas.openxmlformats.org/officeDocument/2006/relationships/image" Target="46/6-8-2.tif" TargetMode="External"/><Relationship Id="rId5" Type="http://schemas.openxmlformats.org/officeDocument/2006/relationships/image" Target="../media/image160.png"/><Relationship Id="rId4" Type="http://schemas.openxmlformats.org/officeDocument/2006/relationships/image" Target="file:///C:\Documents%20and%20Settings\innovation\&#48148;&#53461;%20&#54868;&#47732;\PLC&#52488;&#44553;_2005_Rev0\46\6-8-1.tif" TargetMode="External"/></Relationships>
</file>

<file path=ppt/slides/_rels/slide105.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notesSlide" Target="../notesSlides/notesSlide47.xml"/><Relationship Id="rId1" Type="http://schemas.openxmlformats.org/officeDocument/2006/relationships/slideLayout" Target="../slideLayouts/slideLayout1.xml"/><Relationship Id="rId4" Type="http://schemas.openxmlformats.org/officeDocument/2006/relationships/image" Target="46/6-9.tif" TargetMode="External"/></Relationships>
</file>

<file path=ppt/slides/_rels/slide106.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notesSlide" Target="../notesSlides/notesSlide48.xml"/><Relationship Id="rId1" Type="http://schemas.openxmlformats.org/officeDocument/2006/relationships/slideLayout" Target="../slideLayouts/slideLayout1.xml"/><Relationship Id="rId4" Type="http://schemas.openxmlformats.org/officeDocument/2006/relationships/image" Target="file:///C:\Documents%20and%20Settings\innovation\&#48148;&#53461;%20&#54868;&#47732;\PLC&#52488;&#44553;_2005_Rev0\46\6-11.tif" TargetMode="External"/></Relationships>
</file>

<file path=ppt/slides/_rels/slide107.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49.xml"/><Relationship Id="rId1" Type="http://schemas.openxmlformats.org/officeDocument/2006/relationships/slideLayout" Target="../slideLayouts/slideLayout1.xml"/><Relationship Id="rId4" Type="http://schemas.openxmlformats.org/officeDocument/2006/relationships/image" Target="file:///C:\Documents%20and%20Settings\innovation\&#48148;&#53461;%20&#54868;&#47732;\PLC&#52488;&#44553;_2005_Rev0\46\6-12-2.tif" TargetMode="External"/></Relationships>
</file>

<file path=ppt/slides/_rels/slide108.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notesSlide" Target="../notesSlides/notesSlide50.xml"/><Relationship Id="rId1" Type="http://schemas.openxmlformats.org/officeDocument/2006/relationships/slideLayout" Target="../slideLayouts/slideLayout1.xml"/><Relationship Id="rId4" Type="http://schemas.openxmlformats.org/officeDocument/2006/relationships/image" Target="file:///C:\Documents%20and%20Settings\innovation\&#48148;&#53461;%20&#54868;&#47732;\PLC&#52488;&#44553;_2005_Rev0\46\6-13.tif" TargetMode="External"/></Relationships>
</file>

<file path=ppt/slides/_rels/slide109.xml.rels><?xml version="1.0" encoding="UTF-8" standalone="yes"?>
<Relationships xmlns="http://schemas.openxmlformats.org/package/2006/relationships"><Relationship Id="rId2" Type="http://schemas.openxmlformats.org/officeDocument/2006/relationships/image" Target="../media/image165.png"/><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8" Type="http://schemas.openxmlformats.org/officeDocument/2006/relationships/image" Target="../media/image167.png"/><Relationship Id="rId3" Type="http://schemas.openxmlformats.org/officeDocument/2006/relationships/notesSlide" Target="../notesSlides/notesSlide51.xml"/><Relationship Id="rId7" Type="http://schemas.openxmlformats.org/officeDocument/2006/relationships/oleObject" Target="../embeddings/oleObject7.bin"/><Relationship Id="rId2" Type="http://schemas.openxmlformats.org/officeDocument/2006/relationships/slideLayout" Target="../slideLayouts/slideLayout1.xml"/><Relationship Id="rId1" Type="http://schemas.openxmlformats.org/officeDocument/2006/relationships/vmlDrawing" Target="../drawings/vmlDrawing3.vml"/><Relationship Id="rId6" Type="http://schemas.openxmlformats.org/officeDocument/2006/relationships/oleObject" Target="../embeddings/oleObject6.bin"/><Relationship Id="rId5" Type="http://schemas.openxmlformats.org/officeDocument/2006/relationships/image" Target="../media/image166.png"/><Relationship Id="rId4" Type="http://schemas.openxmlformats.org/officeDocument/2006/relationships/oleObject" Target="../embeddings/oleObject5.bin"/></Relationships>
</file>

<file path=ppt/slides/_rels/slide111.xml.rels><?xml version="1.0" encoding="UTF-8" standalone="yes"?>
<Relationships xmlns="http://schemas.openxmlformats.org/package/2006/relationships"><Relationship Id="rId3" Type="http://schemas.openxmlformats.org/officeDocument/2006/relationships/notesSlide" Target="../notesSlides/notesSlide52.xml"/><Relationship Id="rId7" Type="http://schemas.openxmlformats.org/officeDocument/2006/relationships/image" Target="../media/image169.png"/><Relationship Id="rId2" Type="http://schemas.openxmlformats.org/officeDocument/2006/relationships/slideLayout" Target="../slideLayouts/slideLayout1.xml"/><Relationship Id="rId1" Type="http://schemas.openxmlformats.org/officeDocument/2006/relationships/vmlDrawing" Target="../drawings/vmlDrawing4.vml"/><Relationship Id="rId6" Type="http://schemas.openxmlformats.org/officeDocument/2006/relationships/oleObject" Target="../embeddings/oleObject9.bin"/><Relationship Id="rId5" Type="http://schemas.openxmlformats.org/officeDocument/2006/relationships/image" Target="../media/image168.png"/><Relationship Id="rId4" Type="http://schemas.openxmlformats.org/officeDocument/2006/relationships/oleObject" Target="../embeddings/oleObject8.bin"/></Relationships>
</file>

<file path=ppt/slides/_rels/slide112.xml.rels><?xml version="1.0" encoding="UTF-8" standalone="yes"?>
<Relationships xmlns="http://schemas.openxmlformats.org/package/2006/relationships"><Relationship Id="rId3" Type="http://schemas.openxmlformats.org/officeDocument/2006/relationships/image" Target="../media/image171.png"/><Relationship Id="rId2" Type="http://schemas.openxmlformats.org/officeDocument/2006/relationships/image" Target="../media/image170.png"/><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2" Type="http://schemas.openxmlformats.org/officeDocument/2006/relationships/image" Target="../media/image172.png"/><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image" Target="../media/image173.png"/><Relationship Id="rId1" Type="http://schemas.openxmlformats.org/officeDocument/2006/relationships/slideLayout" Target="../slideLayouts/slideLayout1.xml"/><Relationship Id="rId4" Type="http://schemas.openxmlformats.org/officeDocument/2006/relationships/image" Target="../media/image175.png"/></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54.xml"/><Relationship Id="rId7" Type="http://schemas.openxmlformats.org/officeDocument/2006/relationships/image" Target="../media/image177.png"/><Relationship Id="rId2" Type="http://schemas.openxmlformats.org/officeDocument/2006/relationships/slideLayout" Target="../slideLayouts/slideLayout1.xml"/><Relationship Id="rId1" Type="http://schemas.openxmlformats.org/officeDocument/2006/relationships/vmlDrawing" Target="../drawings/vmlDrawing5.vml"/><Relationship Id="rId6" Type="http://schemas.openxmlformats.org/officeDocument/2006/relationships/oleObject" Target="../embeddings/oleObject11.bin"/><Relationship Id="rId5" Type="http://schemas.openxmlformats.org/officeDocument/2006/relationships/image" Target="../media/image176.png"/><Relationship Id="rId4" Type="http://schemas.openxmlformats.org/officeDocument/2006/relationships/oleObject" Target="../embeddings/oleObject10.bin"/></Relationships>
</file>

<file path=ppt/slides/_rels/slide117.xml.rels><?xml version="1.0" encoding="UTF-8" standalone="yes"?>
<Relationships xmlns="http://schemas.openxmlformats.org/package/2006/relationships"><Relationship Id="rId3" Type="http://schemas.openxmlformats.org/officeDocument/2006/relationships/image" Target="../media/image178.png"/><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3" Type="http://schemas.openxmlformats.org/officeDocument/2006/relationships/notesSlide" Target="../notesSlides/notesSlide57.xml"/><Relationship Id="rId7" Type="http://schemas.openxmlformats.org/officeDocument/2006/relationships/image" Target="../media/image180.png"/><Relationship Id="rId2" Type="http://schemas.openxmlformats.org/officeDocument/2006/relationships/slideLayout" Target="../slideLayouts/slideLayout1.xml"/><Relationship Id="rId1" Type="http://schemas.openxmlformats.org/officeDocument/2006/relationships/vmlDrawing" Target="../drawings/vmlDrawing6.vml"/><Relationship Id="rId6" Type="http://schemas.openxmlformats.org/officeDocument/2006/relationships/oleObject" Target="../embeddings/oleObject13.bin"/><Relationship Id="rId5" Type="http://schemas.openxmlformats.org/officeDocument/2006/relationships/image" Target="../media/image179.png"/><Relationship Id="rId4" Type="http://schemas.openxmlformats.org/officeDocument/2006/relationships/oleObject" Target="../embeddings/oleObject12.bin"/></Relationships>
</file>

<file path=ppt/slides/_rels/slide120.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notesSlide" Target="../notesSlides/notesSlide58.xml"/><Relationship Id="rId1" Type="http://schemas.openxmlformats.org/officeDocument/2006/relationships/slideLayout" Target="../slideLayouts/slideLayout1.xml"/><Relationship Id="rId4" Type="http://schemas.openxmlformats.org/officeDocument/2006/relationships/image" Target="../media/image182.png"/></Relationships>
</file>

<file path=ppt/slides/_rels/slide121.xml.rels><?xml version="1.0" encoding="UTF-8" standalone="yes"?>
<Relationships xmlns="http://schemas.openxmlformats.org/package/2006/relationships"><Relationship Id="rId8" Type="http://schemas.openxmlformats.org/officeDocument/2006/relationships/image" Target="../media/image186.png"/><Relationship Id="rId3" Type="http://schemas.openxmlformats.org/officeDocument/2006/relationships/notesSlide" Target="../notesSlides/notesSlide59.xml"/><Relationship Id="rId7" Type="http://schemas.openxmlformats.org/officeDocument/2006/relationships/image" Target="../media/image185.png"/><Relationship Id="rId2" Type="http://schemas.openxmlformats.org/officeDocument/2006/relationships/slideLayout" Target="../slideLayouts/slideLayout1.xml"/><Relationship Id="rId1" Type="http://schemas.openxmlformats.org/officeDocument/2006/relationships/vmlDrawing" Target="../drawings/vmlDrawing7.vml"/><Relationship Id="rId6" Type="http://schemas.openxmlformats.org/officeDocument/2006/relationships/image" Target="../media/image184.png"/><Relationship Id="rId5" Type="http://schemas.openxmlformats.org/officeDocument/2006/relationships/image" Target="../media/image183.wmf"/><Relationship Id="rId4" Type="http://schemas.openxmlformats.org/officeDocument/2006/relationships/oleObject" Target="../embeddings/oleObject14.bin"/></Relationships>
</file>

<file path=ppt/slides/_rels/slide122.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3" Type="http://schemas.openxmlformats.org/officeDocument/2006/relationships/image" Target="../media/image188.png"/><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1.xml"/><Relationship Id="rId1" Type="http://schemas.openxmlformats.org/officeDocument/2006/relationships/vmlDrawing" Target="../drawings/vmlDrawing8.vml"/><Relationship Id="rId5" Type="http://schemas.openxmlformats.org/officeDocument/2006/relationships/image" Target="../media/image189.wmf"/><Relationship Id="rId4" Type="http://schemas.openxmlformats.org/officeDocument/2006/relationships/oleObject" Target="../embeddings/oleObject15.bin"/></Relationships>
</file>

<file path=ppt/slides/_rels/slide129.xml.rels><?xml version="1.0" encoding="UTF-8" standalone="yes"?>
<Relationships xmlns="http://schemas.openxmlformats.org/package/2006/relationships"><Relationship Id="rId8" Type="http://schemas.openxmlformats.org/officeDocument/2006/relationships/image" Target="../media/image195.png"/><Relationship Id="rId3" Type="http://schemas.openxmlformats.org/officeDocument/2006/relationships/image" Target="../media/image190.png"/><Relationship Id="rId7" Type="http://schemas.openxmlformats.org/officeDocument/2006/relationships/image" Target="../media/image194.png"/><Relationship Id="rId2" Type="http://schemas.openxmlformats.org/officeDocument/2006/relationships/notesSlide" Target="../notesSlides/notesSlide63.xml"/><Relationship Id="rId1" Type="http://schemas.openxmlformats.org/officeDocument/2006/relationships/slideLayout" Target="../slideLayouts/slideLayout1.xml"/><Relationship Id="rId6" Type="http://schemas.openxmlformats.org/officeDocument/2006/relationships/image" Target="../media/image193.png"/><Relationship Id="rId5" Type="http://schemas.openxmlformats.org/officeDocument/2006/relationships/image" Target="../media/image192.png"/><Relationship Id="rId4" Type="http://schemas.openxmlformats.org/officeDocument/2006/relationships/image" Target="../media/image191.png"/></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8" Type="http://schemas.openxmlformats.org/officeDocument/2006/relationships/oleObject" Target="../embeddings/oleObject18.bin"/><Relationship Id="rId3" Type="http://schemas.openxmlformats.org/officeDocument/2006/relationships/notesSlide" Target="../notesSlides/notesSlide65.xml"/><Relationship Id="rId7" Type="http://schemas.openxmlformats.org/officeDocument/2006/relationships/image" Target="../media/image197.png"/><Relationship Id="rId12" Type="http://schemas.openxmlformats.org/officeDocument/2006/relationships/image" Target="../media/image200.png"/><Relationship Id="rId2" Type="http://schemas.openxmlformats.org/officeDocument/2006/relationships/slideLayout" Target="../slideLayouts/slideLayout1.xml"/><Relationship Id="rId1" Type="http://schemas.openxmlformats.org/officeDocument/2006/relationships/vmlDrawing" Target="../drawings/vmlDrawing9.vml"/><Relationship Id="rId6" Type="http://schemas.openxmlformats.org/officeDocument/2006/relationships/oleObject" Target="../embeddings/oleObject17.bin"/><Relationship Id="rId11" Type="http://schemas.openxmlformats.org/officeDocument/2006/relationships/image" Target="../media/image199.png"/><Relationship Id="rId5" Type="http://schemas.openxmlformats.org/officeDocument/2006/relationships/image" Target="../media/image196.png"/><Relationship Id="rId10" Type="http://schemas.openxmlformats.org/officeDocument/2006/relationships/oleObject" Target="../embeddings/oleObject19.bin"/><Relationship Id="rId4" Type="http://schemas.openxmlformats.org/officeDocument/2006/relationships/oleObject" Target="../embeddings/oleObject16.bin"/><Relationship Id="rId9" Type="http://schemas.openxmlformats.org/officeDocument/2006/relationships/image" Target="../media/image198.wmf"/></Relationships>
</file>

<file path=ppt/slides/_rels/slide132.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1.xml"/><Relationship Id="rId1" Type="http://schemas.openxmlformats.org/officeDocument/2006/relationships/vmlDrawing" Target="../drawings/vmlDrawing10.vml"/><Relationship Id="rId5" Type="http://schemas.openxmlformats.org/officeDocument/2006/relationships/image" Target="../media/image201.png"/><Relationship Id="rId4" Type="http://schemas.openxmlformats.org/officeDocument/2006/relationships/oleObject" Target="../embeddings/oleObject20.bin"/></Relationships>
</file>

<file path=ppt/slides/_rels/slide133.xml.rels><?xml version="1.0" encoding="UTF-8" standalone="yes"?>
<Relationships xmlns="http://schemas.openxmlformats.org/package/2006/relationships"><Relationship Id="rId3" Type="http://schemas.openxmlformats.org/officeDocument/2006/relationships/notesSlide" Target="../notesSlides/notesSlide67.xml"/><Relationship Id="rId2" Type="http://schemas.openxmlformats.org/officeDocument/2006/relationships/slideLayout" Target="../slideLayouts/slideLayout1.xml"/><Relationship Id="rId1" Type="http://schemas.openxmlformats.org/officeDocument/2006/relationships/vmlDrawing" Target="../drawings/vmlDrawing11.vml"/><Relationship Id="rId6" Type="http://schemas.openxmlformats.org/officeDocument/2006/relationships/image" Target="../media/image202.png"/><Relationship Id="rId5" Type="http://schemas.openxmlformats.org/officeDocument/2006/relationships/oleObject" Target="../embeddings/oleObject21.bin"/><Relationship Id="rId4" Type="http://schemas.openxmlformats.org/officeDocument/2006/relationships/image" Target="../media/image200.png"/></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notesSlide" Target="../notesSlides/notesSlide69.xml"/><Relationship Id="rId1" Type="http://schemas.openxmlformats.org/officeDocument/2006/relationships/slideLayout" Target="../slideLayouts/slideLayout1.xml"/><Relationship Id="rId4" Type="http://schemas.openxmlformats.org/officeDocument/2006/relationships/image" Target="../media/image204.png"/></Relationships>
</file>

<file path=ppt/slides/_rels/slide136.xml.rels><?xml version="1.0" encoding="UTF-8" standalone="yes"?>
<Relationships xmlns="http://schemas.openxmlformats.org/package/2006/relationships"><Relationship Id="rId3" Type="http://schemas.openxmlformats.org/officeDocument/2006/relationships/image" Target="../media/image205.png"/><Relationship Id="rId2" Type="http://schemas.openxmlformats.org/officeDocument/2006/relationships/notesSlide" Target="../notesSlides/notesSlide70.xml"/><Relationship Id="rId1" Type="http://schemas.openxmlformats.org/officeDocument/2006/relationships/slideLayout" Target="../slideLayouts/slideLayout1.xml"/><Relationship Id="rId4" Type="http://schemas.openxmlformats.org/officeDocument/2006/relationships/image" Target="../media/image206.png"/></Relationships>
</file>

<file path=ppt/slides/_rels/slide137.xml.rels><?xml version="1.0" encoding="UTF-8" standalone="yes"?>
<Relationships xmlns="http://schemas.openxmlformats.org/package/2006/relationships"><Relationship Id="rId3" Type="http://schemas.openxmlformats.org/officeDocument/2006/relationships/notesSlide" Target="../notesSlides/notesSlide71.xml"/><Relationship Id="rId7" Type="http://schemas.openxmlformats.org/officeDocument/2006/relationships/image" Target="../media/image208.wmf"/><Relationship Id="rId2" Type="http://schemas.openxmlformats.org/officeDocument/2006/relationships/slideLayout" Target="../slideLayouts/slideLayout1.xml"/><Relationship Id="rId1" Type="http://schemas.openxmlformats.org/officeDocument/2006/relationships/vmlDrawing" Target="../drawings/vmlDrawing12.vml"/><Relationship Id="rId6" Type="http://schemas.openxmlformats.org/officeDocument/2006/relationships/oleObject" Target="../embeddings/oleObject23.bin"/><Relationship Id="rId5" Type="http://schemas.openxmlformats.org/officeDocument/2006/relationships/image" Target="../media/image207.wmf"/><Relationship Id="rId4" Type="http://schemas.openxmlformats.org/officeDocument/2006/relationships/oleObject" Target="../embeddings/oleObject22.bin"/></Relationships>
</file>

<file path=ppt/slides/_rels/slide138.xml.rels><?xml version="1.0" encoding="UTF-8" standalone="yes"?>
<Relationships xmlns="http://schemas.openxmlformats.org/package/2006/relationships"><Relationship Id="rId3" Type="http://schemas.openxmlformats.org/officeDocument/2006/relationships/image" Target="../media/image209.png"/><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3" Type="http://schemas.openxmlformats.org/officeDocument/2006/relationships/image" Target="../media/image210.png"/><Relationship Id="rId2" Type="http://schemas.openxmlformats.org/officeDocument/2006/relationships/notesSlide" Target="../notesSlides/notesSlide78.xml"/><Relationship Id="rId1" Type="http://schemas.openxmlformats.org/officeDocument/2006/relationships/slideLayout" Target="../slideLayouts/slideLayout1.xml"/><Relationship Id="rId6" Type="http://schemas.openxmlformats.org/officeDocument/2006/relationships/image" Target="../media/image213.png"/><Relationship Id="rId5" Type="http://schemas.openxmlformats.org/officeDocument/2006/relationships/image" Target="../media/image212.wmf"/><Relationship Id="rId4" Type="http://schemas.openxmlformats.org/officeDocument/2006/relationships/image" Target="../media/image211.png"/></Relationships>
</file>

<file path=ppt/slides/_rels/slide145.xml.rels><?xml version="1.0" encoding="UTF-8" standalone="yes"?>
<Relationships xmlns="http://schemas.openxmlformats.org/package/2006/relationships"><Relationship Id="rId3" Type="http://schemas.openxmlformats.org/officeDocument/2006/relationships/image" Target="../media/image214.wmf"/><Relationship Id="rId2" Type="http://schemas.openxmlformats.org/officeDocument/2006/relationships/notesSlide" Target="../notesSlides/notesSlide79.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3" Type="http://schemas.openxmlformats.org/officeDocument/2006/relationships/image" Target="../media/image216.png"/><Relationship Id="rId2" Type="http://schemas.openxmlformats.org/officeDocument/2006/relationships/notesSlide" Target="../notesSlides/notesSlide81.xml"/><Relationship Id="rId1" Type="http://schemas.openxmlformats.org/officeDocument/2006/relationships/slideLayout" Target="../slideLayouts/slideLayout1.xml"/><Relationship Id="rId5" Type="http://schemas.openxmlformats.org/officeDocument/2006/relationships/image" Target="../media/image218.png"/><Relationship Id="rId4" Type="http://schemas.openxmlformats.org/officeDocument/2006/relationships/image" Target="../media/image217.wmf"/></Relationships>
</file>

<file path=ppt/slides/_rels/slide148.xml.rels><?xml version="1.0" encoding="UTF-8" standalone="yes"?>
<Relationships xmlns="http://schemas.openxmlformats.org/package/2006/relationships"><Relationship Id="rId3" Type="http://schemas.openxmlformats.org/officeDocument/2006/relationships/image" Target="../media/image219.png"/><Relationship Id="rId7" Type="http://schemas.openxmlformats.org/officeDocument/2006/relationships/image" Target="../media/image222.png"/><Relationship Id="rId2" Type="http://schemas.openxmlformats.org/officeDocument/2006/relationships/notesSlide" Target="../notesSlides/notesSlide82.xml"/><Relationship Id="rId1" Type="http://schemas.openxmlformats.org/officeDocument/2006/relationships/slideLayout" Target="../slideLayouts/slideLayout1.xml"/><Relationship Id="rId6" Type="http://schemas.openxmlformats.org/officeDocument/2006/relationships/image" Target="../media/image217.wmf"/><Relationship Id="rId5" Type="http://schemas.openxmlformats.org/officeDocument/2006/relationships/image" Target="../media/image221.png"/><Relationship Id="rId4" Type="http://schemas.openxmlformats.org/officeDocument/2006/relationships/image" Target="../media/image220.png"/></Relationships>
</file>

<file path=ppt/slides/_rels/slide149.xml.rels><?xml version="1.0" encoding="UTF-8" standalone="yes"?>
<Relationships xmlns="http://schemas.openxmlformats.org/package/2006/relationships"><Relationship Id="rId3" Type="http://schemas.openxmlformats.org/officeDocument/2006/relationships/image" Target="../media/image223.png"/><Relationship Id="rId2" Type="http://schemas.openxmlformats.org/officeDocument/2006/relationships/notesSlide" Target="../notesSlides/notesSlide83.xml"/><Relationship Id="rId1" Type="http://schemas.openxmlformats.org/officeDocument/2006/relationships/slideLayout" Target="../slideLayouts/slideLayout1.xml"/><Relationship Id="rId5" Type="http://schemas.openxmlformats.org/officeDocument/2006/relationships/image" Target="../media/image217.wmf"/><Relationship Id="rId4" Type="http://schemas.openxmlformats.org/officeDocument/2006/relationships/image" Target="../media/image224.png"/></Relationships>
</file>

<file path=ppt/slides/_rels/slide150.xml.rels><?xml version="1.0" encoding="UTF-8" standalone="yes"?>
<Relationships xmlns="http://schemas.openxmlformats.org/package/2006/relationships"><Relationship Id="rId3" Type="http://schemas.openxmlformats.org/officeDocument/2006/relationships/image" Target="../media/image225.png"/><Relationship Id="rId2" Type="http://schemas.openxmlformats.org/officeDocument/2006/relationships/notesSlide" Target="../notesSlides/notesSlide84.xml"/><Relationship Id="rId1" Type="http://schemas.openxmlformats.org/officeDocument/2006/relationships/slideLayout" Target="../slideLayouts/slideLayout1.xml"/><Relationship Id="rId5" Type="http://schemas.openxmlformats.org/officeDocument/2006/relationships/image" Target="../media/image217.wmf"/><Relationship Id="rId4" Type="http://schemas.openxmlformats.org/officeDocument/2006/relationships/image" Target="../media/image226.png"/></Relationships>
</file>

<file path=ppt/slides/_rels/slide151.xml.rels><?xml version="1.0" encoding="UTF-8" standalone="yes"?>
<Relationships xmlns="http://schemas.openxmlformats.org/package/2006/relationships"><Relationship Id="rId3" Type="http://schemas.openxmlformats.org/officeDocument/2006/relationships/image" Target="../media/image227.png"/><Relationship Id="rId2" Type="http://schemas.openxmlformats.org/officeDocument/2006/relationships/notesSlide" Target="../notesSlides/notesSlide85.xml"/><Relationship Id="rId1" Type="http://schemas.openxmlformats.org/officeDocument/2006/relationships/slideLayout" Target="../slideLayouts/slideLayout1.xml"/><Relationship Id="rId6" Type="http://schemas.openxmlformats.org/officeDocument/2006/relationships/image" Target="../media/image223.png"/><Relationship Id="rId5" Type="http://schemas.openxmlformats.org/officeDocument/2006/relationships/image" Target="../media/image229.png"/><Relationship Id="rId4" Type="http://schemas.openxmlformats.org/officeDocument/2006/relationships/image" Target="../media/image228.png"/></Relationships>
</file>

<file path=ppt/slides/_rels/slide152.xml.rels><?xml version="1.0" encoding="UTF-8" standalone="yes"?>
<Relationships xmlns="http://schemas.openxmlformats.org/package/2006/relationships"><Relationship Id="rId3" Type="http://schemas.openxmlformats.org/officeDocument/2006/relationships/image" Target="../media/image230.png"/><Relationship Id="rId2" Type="http://schemas.openxmlformats.org/officeDocument/2006/relationships/notesSlide" Target="../notesSlides/notesSlide86.xml"/><Relationship Id="rId1" Type="http://schemas.openxmlformats.org/officeDocument/2006/relationships/slideLayout" Target="../slideLayouts/slideLayout1.xml"/><Relationship Id="rId5" Type="http://schemas.openxmlformats.org/officeDocument/2006/relationships/image" Target="../media/image232.jpeg"/><Relationship Id="rId4" Type="http://schemas.openxmlformats.org/officeDocument/2006/relationships/image" Target="../media/image231.png"/></Relationships>
</file>

<file path=ppt/slides/_rels/slide153.xml.rels><?xml version="1.0" encoding="UTF-8" standalone="yes"?>
<Relationships xmlns="http://schemas.openxmlformats.org/package/2006/relationships"><Relationship Id="rId3" Type="http://schemas.openxmlformats.org/officeDocument/2006/relationships/image" Target="../media/image233.png"/><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3" Type="http://schemas.openxmlformats.org/officeDocument/2006/relationships/image" Target="../media/image234.png"/><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3" Type="http://schemas.openxmlformats.org/officeDocument/2006/relationships/image" Target="../media/image235.png"/><Relationship Id="rId2" Type="http://schemas.openxmlformats.org/officeDocument/2006/relationships/notesSlide" Target="../notesSlides/notesSlide89.xml"/><Relationship Id="rId1" Type="http://schemas.openxmlformats.org/officeDocument/2006/relationships/slideLayout" Target="../slideLayouts/slideLayout1.xml"/><Relationship Id="rId4" Type="http://schemas.openxmlformats.org/officeDocument/2006/relationships/image" Target="../media/image236.jpeg"/></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notesSlide" Target="../notesSlides/notesSlide95.xml"/><Relationship Id="rId1" Type="http://schemas.openxmlformats.org/officeDocument/2006/relationships/slideLayout" Target="../slideLayouts/slideLayout1.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3" Type="http://schemas.openxmlformats.org/officeDocument/2006/relationships/image" Target="../media/image238.jpeg"/><Relationship Id="rId2" Type="http://schemas.openxmlformats.org/officeDocument/2006/relationships/notesSlide" Target="../notesSlides/notesSlide97.xml"/><Relationship Id="rId1" Type="http://schemas.openxmlformats.org/officeDocument/2006/relationships/slideLayout" Target="../slideLayouts/slideLayout1.xml"/><Relationship Id="rId4" Type="http://schemas.openxmlformats.org/officeDocument/2006/relationships/image" Target="../media/image239.jpeg"/></Relationships>
</file>

<file path=ppt/slides/_rels/slide164.xml.rels><?xml version="1.0" encoding="UTF-8" standalone="yes"?>
<Relationships xmlns="http://schemas.openxmlformats.org/package/2006/relationships"><Relationship Id="rId3" Type="http://schemas.openxmlformats.org/officeDocument/2006/relationships/image" Target="../media/image240.wmf"/><Relationship Id="rId2" Type="http://schemas.openxmlformats.org/officeDocument/2006/relationships/notesSlide" Target="../notesSlides/notesSlide98.xml"/><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3" Type="http://schemas.openxmlformats.org/officeDocument/2006/relationships/image" Target="../media/image240.wmf"/><Relationship Id="rId2" Type="http://schemas.openxmlformats.org/officeDocument/2006/relationships/notesSlide" Target="../notesSlides/notesSlide99.xml"/><Relationship Id="rId1" Type="http://schemas.openxmlformats.org/officeDocument/2006/relationships/slideLayout" Target="../slideLayouts/slideLayout1.xml"/><Relationship Id="rId5" Type="http://schemas.openxmlformats.org/officeDocument/2006/relationships/image" Target="../media/image239.jpeg"/><Relationship Id="rId4" Type="http://schemas.openxmlformats.org/officeDocument/2006/relationships/image" Target="../media/image238.jpeg"/></Relationships>
</file>

<file path=ppt/slides/_rels/slide166.xml.rels><?xml version="1.0" encoding="UTF-8" standalone="yes"?>
<Relationships xmlns="http://schemas.openxmlformats.org/package/2006/relationships"><Relationship Id="rId3" Type="http://schemas.openxmlformats.org/officeDocument/2006/relationships/image" Target="../media/image241.png"/><Relationship Id="rId2" Type="http://schemas.openxmlformats.org/officeDocument/2006/relationships/notesSlide" Target="../notesSlides/notesSlide100.xml"/><Relationship Id="rId1" Type="http://schemas.openxmlformats.org/officeDocument/2006/relationships/slideLayout" Target="../slideLayouts/slideLayout1.xml"/><Relationship Id="rId5" Type="http://schemas.openxmlformats.org/officeDocument/2006/relationships/image" Target="../media/image243.png"/><Relationship Id="rId4" Type="http://schemas.openxmlformats.org/officeDocument/2006/relationships/image" Target="../media/image242.png"/></Relationships>
</file>

<file path=ppt/slides/_rels/slide167.xml.rels><?xml version="1.0" encoding="UTF-8" standalone="yes"?>
<Relationships xmlns="http://schemas.openxmlformats.org/package/2006/relationships"><Relationship Id="rId3" Type="http://schemas.openxmlformats.org/officeDocument/2006/relationships/image" Target="../media/image244.png"/><Relationship Id="rId2" Type="http://schemas.openxmlformats.org/officeDocument/2006/relationships/notesSlide" Target="../notesSlides/notesSlide101.xml"/><Relationship Id="rId1" Type="http://schemas.openxmlformats.org/officeDocument/2006/relationships/slideLayout" Target="../slideLayouts/slideLayout1.xml"/><Relationship Id="rId4" Type="http://schemas.openxmlformats.org/officeDocument/2006/relationships/image" Target="../media/image245.png"/></Relationships>
</file>

<file path=ppt/slides/_rels/slide168.xml.rels><?xml version="1.0" encoding="UTF-8" standalone="yes"?>
<Relationships xmlns="http://schemas.openxmlformats.org/package/2006/relationships"><Relationship Id="rId3" Type="http://schemas.openxmlformats.org/officeDocument/2006/relationships/image" Target="../media/image246.png"/><Relationship Id="rId7" Type="http://schemas.openxmlformats.org/officeDocument/2006/relationships/image" Target="../media/image250.png"/><Relationship Id="rId2" Type="http://schemas.openxmlformats.org/officeDocument/2006/relationships/notesSlide" Target="../notesSlides/notesSlide102.xml"/><Relationship Id="rId1" Type="http://schemas.openxmlformats.org/officeDocument/2006/relationships/slideLayout" Target="../slideLayouts/slideLayout1.xml"/><Relationship Id="rId6" Type="http://schemas.openxmlformats.org/officeDocument/2006/relationships/image" Target="../media/image249.png"/><Relationship Id="rId5" Type="http://schemas.openxmlformats.org/officeDocument/2006/relationships/image" Target="../media/image248.png"/><Relationship Id="rId4" Type="http://schemas.openxmlformats.org/officeDocument/2006/relationships/image" Target="../media/image247.png"/></Relationships>
</file>

<file path=ppt/slides/_rels/slide169.xml.rels><?xml version="1.0" encoding="UTF-8" standalone="yes"?>
<Relationships xmlns="http://schemas.openxmlformats.org/package/2006/relationships"><Relationship Id="rId3" Type="http://schemas.openxmlformats.org/officeDocument/2006/relationships/image" Target="../media/image251.png"/><Relationship Id="rId2" Type="http://schemas.openxmlformats.org/officeDocument/2006/relationships/notesSlide" Target="../notesSlides/notesSlide103.xml"/><Relationship Id="rId1" Type="http://schemas.openxmlformats.org/officeDocument/2006/relationships/slideLayout" Target="../slideLayouts/slideLayout1.xml"/><Relationship Id="rId5" Type="http://schemas.openxmlformats.org/officeDocument/2006/relationships/image" Target="../media/image245.png"/><Relationship Id="rId4" Type="http://schemas.openxmlformats.org/officeDocument/2006/relationships/image" Target="../media/image252.png"/></Relationships>
</file>

<file path=ppt/slides/_rels/slide170.xml.rels><?xml version="1.0" encoding="UTF-8" standalone="yes"?>
<Relationships xmlns="http://schemas.openxmlformats.org/package/2006/relationships"><Relationship Id="rId3" Type="http://schemas.openxmlformats.org/officeDocument/2006/relationships/image" Target="../media/image240.wmf"/><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3" Type="http://schemas.openxmlformats.org/officeDocument/2006/relationships/image" Target="../media/image240.wmf"/><Relationship Id="rId2" Type="http://schemas.openxmlformats.org/officeDocument/2006/relationships/notesSlide" Target="../notesSlides/notesSlide105.xml"/><Relationship Id="rId1" Type="http://schemas.openxmlformats.org/officeDocument/2006/relationships/slideLayout" Target="../slideLayouts/slideLayout1.xml"/></Relationships>
</file>

<file path=ppt/slides/_rels/slide172.xml.rels><?xml version="1.0" encoding="UTF-8" standalone="yes"?>
<Relationships xmlns="http://schemas.openxmlformats.org/package/2006/relationships"><Relationship Id="rId3" Type="http://schemas.openxmlformats.org/officeDocument/2006/relationships/image" Target="../media/image240.wmf"/><Relationship Id="rId2" Type="http://schemas.openxmlformats.org/officeDocument/2006/relationships/notesSlide" Target="../notesSlides/notesSlide106.xml"/><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3" Type="http://schemas.openxmlformats.org/officeDocument/2006/relationships/image" Target="../media/image253.jpeg"/><Relationship Id="rId2" Type="http://schemas.openxmlformats.org/officeDocument/2006/relationships/notesSlide" Target="../notesSlides/notesSlide107.xml"/><Relationship Id="rId1" Type="http://schemas.openxmlformats.org/officeDocument/2006/relationships/slideLayout" Target="../slideLayouts/slideLayout1.xml"/><Relationship Id="rId5" Type="http://schemas.openxmlformats.org/officeDocument/2006/relationships/image" Target="../media/image255.jpeg"/><Relationship Id="rId4" Type="http://schemas.openxmlformats.org/officeDocument/2006/relationships/image" Target="../media/image254.jpeg"/></Relationships>
</file>

<file path=ppt/slides/_rels/slide174.xml.rels><?xml version="1.0" encoding="UTF-8" standalone="yes"?>
<Relationships xmlns="http://schemas.openxmlformats.org/package/2006/relationships"><Relationship Id="rId3" Type="http://schemas.openxmlformats.org/officeDocument/2006/relationships/image" Target="../media/image253.jpeg"/><Relationship Id="rId2" Type="http://schemas.openxmlformats.org/officeDocument/2006/relationships/notesSlide" Target="../notesSlides/notesSlide108.xml"/><Relationship Id="rId1" Type="http://schemas.openxmlformats.org/officeDocument/2006/relationships/slideLayout" Target="../slideLayouts/slideLayout1.xml"/><Relationship Id="rId5" Type="http://schemas.openxmlformats.org/officeDocument/2006/relationships/image" Target="../media/image257.png"/><Relationship Id="rId4" Type="http://schemas.openxmlformats.org/officeDocument/2006/relationships/image" Target="../media/image256.jpeg"/></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1.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1.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1.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1.xml"/></Relationships>
</file>

<file path=ppt/slides/_rels/slide179.xml.rels><?xml version="1.0" encoding="UTF-8" standalone="yes"?>
<Relationships xmlns="http://schemas.openxmlformats.org/package/2006/relationships"><Relationship Id="rId3" Type="http://schemas.openxmlformats.org/officeDocument/2006/relationships/image" Target="../media/image258.png"/><Relationship Id="rId2" Type="http://schemas.openxmlformats.org/officeDocument/2006/relationships/notesSlide" Target="../notesSlides/notesSlide113.xml"/><Relationship Id="rId1" Type="http://schemas.openxmlformats.org/officeDocument/2006/relationships/slideLayout" Target="../slideLayouts/slideLayout1.xml"/></Relationships>
</file>

<file path=ppt/slides/_rels/slide180.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notesSlide" Target="../notesSlides/notesSlide114.xml"/><Relationship Id="rId1" Type="http://schemas.openxmlformats.org/officeDocument/2006/relationships/slideLayout" Target="../slideLayouts/slideLayout1.xml"/><Relationship Id="rId4" Type="http://schemas.openxmlformats.org/officeDocument/2006/relationships/image" Target="../media/image260.png"/></Relationships>
</file>

<file path=ppt/slides/_rels/slide181.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notesSlide" Target="../notesSlides/notesSlide115.xml"/><Relationship Id="rId1" Type="http://schemas.openxmlformats.org/officeDocument/2006/relationships/slideLayout" Target="../slideLayouts/slideLayout1.xml"/><Relationship Id="rId4" Type="http://schemas.openxmlformats.org/officeDocument/2006/relationships/image" Target="../media/image261.png"/></Relationships>
</file>

<file path=ppt/slides/_rels/slide182.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notesSlide" Target="../notesSlides/notesSlide116.xml"/><Relationship Id="rId1" Type="http://schemas.openxmlformats.org/officeDocument/2006/relationships/slideLayout" Target="../slideLayouts/slideLayout1.xml"/></Relationships>
</file>

<file path=ppt/slides/_rels/slide183.xml.rels><?xml version="1.0" encoding="UTF-8" standalone="yes"?>
<Relationships xmlns="http://schemas.openxmlformats.org/package/2006/relationships"><Relationship Id="rId3" Type="http://schemas.openxmlformats.org/officeDocument/2006/relationships/image" Target="../media/image262.png"/><Relationship Id="rId2" Type="http://schemas.openxmlformats.org/officeDocument/2006/relationships/notesSlide" Target="../notesSlides/notesSlide117.xml"/><Relationship Id="rId1" Type="http://schemas.openxmlformats.org/officeDocument/2006/relationships/slideLayout" Target="../slideLayouts/slideLayout1.xml"/><Relationship Id="rId5" Type="http://schemas.openxmlformats.org/officeDocument/2006/relationships/image" Target="../media/image264.png"/><Relationship Id="rId4" Type="http://schemas.openxmlformats.org/officeDocument/2006/relationships/image" Target="../media/image263.png"/></Relationships>
</file>

<file path=ppt/slides/_rels/slide184.xml.rels><?xml version="1.0" encoding="UTF-8" standalone="yes"?>
<Relationships xmlns="http://schemas.openxmlformats.org/package/2006/relationships"><Relationship Id="rId3" Type="http://schemas.openxmlformats.org/officeDocument/2006/relationships/image" Target="../media/image265.png"/><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85.xml.rels><?xml version="1.0" encoding="UTF-8" standalone="yes"?>
<Relationships xmlns="http://schemas.openxmlformats.org/package/2006/relationships"><Relationship Id="rId8" Type="http://schemas.openxmlformats.org/officeDocument/2006/relationships/oleObject" Target="../embeddings/Microsoft_Excel_97-2003_Worksheet2.xls"/><Relationship Id="rId3" Type="http://schemas.openxmlformats.org/officeDocument/2006/relationships/notesSlide" Target="../notesSlides/notesSlide119.xml"/><Relationship Id="rId7" Type="http://schemas.openxmlformats.org/officeDocument/2006/relationships/oleObject" Target="../embeddings/oleObject25.bin"/><Relationship Id="rId2" Type="http://schemas.openxmlformats.org/officeDocument/2006/relationships/slideLayout" Target="../slideLayouts/slideLayout1.xml"/><Relationship Id="rId1" Type="http://schemas.openxmlformats.org/officeDocument/2006/relationships/vmlDrawing" Target="../drawings/vmlDrawing13.vml"/><Relationship Id="rId6" Type="http://schemas.openxmlformats.org/officeDocument/2006/relationships/image" Target="../media/image266.png"/><Relationship Id="rId5" Type="http://schemas.openxmlformats.org/officeDocument/2006/relationships/oleObject" Target="../embeddings/Microsoft_Excel_97-2003_Worksheet1.xls"/><Relationship Id="rId4" Type="http://schemas.openxmlformats.org/officeDocument/2006/relationships/oleObject" Target="../embeddings/oleObject24.bin"/><Relationship Id="rId9" Type="http://schemas.openxmlformats.org/officeDocument/2006/relationships/image" Target="../media/image267.png"/></Relationships>
</file>

<file path=ppt/slides/_rels/slide186.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notesSlide" Target="../notesSlides/notesSlide120.xml"/><Relationship Id="rId1" Type="http://schemas.openxmlformats.org/officeDocument/2006/relationships/slideLayout" Target="../slideLayouts/slideLayout1.xml"/><Relationship Id="rId4" Type="http://schemas.openxmlformats.org/officeDocument/2006/relationships/image" Target="../media/image269.png"/></Relationships>
</file>

<file path=ppt/slides/_rels/slide187.xml.rels><?xml version="1.0" encoding="UTF-8" standalone="yes"?>
<Relationships xmlns="http://schemas.openxmlformats.org/package/2006/relationships"><Relationship Id="rId3" Type="http://schemas.openxmlformats.org/officeDocument/2006/relationships/image" Target="../media/image270.png"/><Relationship Id="rId2" Type="http://schemas.openxmlformats.org/officeDocument/2006/relationships/notesSlide" Target="../notesSlides/notesSlide121.xml"/><Relationship Id="rId1" Type="http://schemas.openxmlformats.org/officeDocument/2006/relationships/slideLayout" Target="../slideLayouts/slideLayout1.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89.xml.rels><?xml version="1.0" encoding="UTF-8" standalone="yes"?>
<Relationships xmlns="http://schemas.openxmlformats.org/package/2006/relationships"><Relationship Id="rId3" Type="http://schemas.openxmlformats.org/officeDocument/2006/relationships/image" Target="../media/image271.jpeg"/><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90.xml.rels><?xml version="1.0" encoding="UTF-8" standalone="yes"?>
<Relationships xmlns="http://schemas.openxmlformats.org/package/2006/relationships"><Relationship Id="rId3" Type="http://schemas.openxmlformats.org/officeDocument/2006/relationships/image" Target="../media/image272.png"/><Relationship Id="rId2" Type="http://schemas.openxmlformats.org/officeDocument/2006/relationships/notesSlide" Target="../notesSlides/notesSlide124.xml"/><Relationship Id="rId1" Type="http://schemas.openxmlformats.org/officeDocument/2006/relationships/slideLayout" Target="../slideLayouts/slideLayout1.xml"/><Relationship Id="rId6" Type="http://schemas.openxmlformats.org/officeDocument/2006/relationships/image" Target="../media/image275.png"/><Relationship Id="rId5" Type="http://schemas.openxmlformats.org/officeDocument/2006/relationships/image" Target="../media/image274.png"/><Relationship Id="rId4" Type="http://schemas.openxmlformats.org/officeDocument/2006/relationships/image" Target="../media/image273.png"/></Relationships>
</file>

<file path=ppt/slides/_rels/slide191.xml.rels><?xml version="1.0" encoding="UTF-8" standalone="yes"?>
<Relationships xmlns="http://schemas.openxmlformats.org/package/2006/relationships"><Relationship Id="rId3" Type="http://schemas.openxmlformats.org/officeDocument/2006/relationships/image" Target="../media/image276.png"/><Relationship Id="rId2" Type="http://schemas.openxmlformats.org/officeDocument/2006/relationships/notesSlide" Target="../notesSlides/notesSlide125.xml"/><Relationship Id="rId1" Type="http://schemas.openxmlformats.org/officeDocument/2006/relationships/slideLayout" Target="../slideLayouts/slideLayout1.xml"/><Relationship Id="rId5" Type="http://schemas.openxmlformats.org/officeDocument/2006/relationships/image" Target="../media/image278.png"/><Relationship Id="rId4" Type="http://schemas.openxmlformats.org/officeDocument/2006/relationships/image" Target="../media/image277.png"/></Relationships>
</file>

<file path=ppt/slides/_rels/slide192.xml.rels><?xml version="1.0" encoding="UTF-8" standalone="yes"?>
<Relationships xmlns="http://schemas.openxmlformats.org/package/2006/relationships"><Relationship Id="rId3" Type="http://schemas.openxmlformats.org/officeDocument/2006/relationships/image" Target="../media/image279.png"/><Relationship Id="rId2" Type="http://schemas.openxmlformats.org/officeDocument/2006/relationships/notesSlide" Target="../notesSlides/notesSlide126.xml"/><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3" Type="http://schemas.openxmlformats.org/officeDocument/2006/relationships/image" Target="../media/image280.png"/><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194.xml.rels><?xml version="1.0" encoding="UTF-8" standalone="yes"?>
<Relationships xmlns="http://schemas.openxmlformats.org/package/2006/relationships"><Relationship Id="rId3" Type="http://schemas.openxmlformats.org/officeDocument/2006/relationships/image" Target="../media/image281.png"/><Relationship Id="rId2" Type="http://schemas.openxmlformats.org/officeDocument/2006/relationships/notesSlide" Target="../notesSlides/notesSlide128.xml"/><Relationship Id="rId1" Type="http://schemas.openxmlformats.org/officeDocument/2006/relationships/slideLayout" Target="../slideLayouts/slideLayout1.xml"/><Relationship Id="rId6" Type="http://schemas.openxmlformats.org/officeDocument/2006/relationships/image" Target="../media/image283.png"/><Relationship Id="rId5" Type="http://schemas.openxmlformats.org/officeDocument/2006/relationships/image" Target="../media/image282.png"/><Relationship Id="rId4" Type="http://schemas.openxmlformats.org/officeDocument/2006/relationships/image" Target="../media/image277.png"/></Relationships>
</file>

<file path=ppt/slides/_rels/slide195.xml.rels><?xml version="1.0" encoding="UTF-8" standalone="yes"?>
<Relationships xmlns="http://schemas.openxmlformats.org/package/2006/relationships"><Relationship Id="rId3" Type="http://schemas.openxmlformats.org/officeDocument/2006/relationships/image" Target="../media/image284.png"/><Relationship Id="rId2" Type="http://schemas.openxmlformats.org/officeDocument/2006/relationships/notesSlide" Target="../notesSlides/notesSlide129.xml"/><Relationship Id="rId1" Type="http://schemas.openxmlformats.org/officeDocument/2006/relationships/slideLayout" Target="../slideLayouts/slideLayout1.xml"/><Relationship Id="rId5" Type="http://schemas.openxmlformats.org/officeDocument/2006/relationships/image" Target="../media/image278.png"/><Relationship Id="rId4" Type="http://schemas.openxmlformats.org/officeDocument/2006/relationships/image" Target="../media/image277.png"/></Relationships>
</file>

<file path=ppt/slides/_rels/slide196.xml.rels><?xml version="1.0" encoding="UTF-8" standalone="yes"?>
<Relationships xmlns="http://schemas.openxmlformats.org/package/2006/relationships"><Relationship Id="rId3" Type="http://schemas.openxmlformats.org/officeDocument/2006/relationships/image" Target="../media/image285.png"/><Relationship Id="rId2" Type="http://schemas.openxmlformats.org/officeDocument/2006/relationships/notesSlide" Target="../notesSlides/notesSlide130.xml"/><Relationship Id="rId1" Type="http://schemas.openxmlformats.org/officeDocument/2006/relationships/slideLayout" Target="../slideLayouts/slideLayout1.xml"/><Relationship Id="rId5" Type="http://schemas.openxmlformats.org/officeDocument/2006/relationships/image" Target="../media/image278.png"/><Relationship Id="rId4" Type="http://schemas.openxmlformats.org/officeDocument/2006/relationships/image" Target="../media/image277.png"/></Relationships>
</file>

<file path=ppt/slides/_rels/slide197.xml.rels><?xml version="1.0" encoding="UTF-8" standalone="yes"?>
<Relationships xmlns="http://schemas.openxmlformats.org/package/2006/relationships"><Relationship Id="rId3" Type="http://schemas.openxmlformats.org/officeDocument/2006/relationships/image" Target="../media/image286.png"/><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198.xml.rels><?xml version="1.0" encoding="UTF-8" standalone="yes"?>
<Relationships xmlns="http://schemas.openxmlformats.org/package/2006/relationships"><Relationship Id="rId3" Type="http://schemas.openxmlformats.org/officeDocument/2006/relationships/image" Target="../media/image287.png"/><Relationship Id="rId2" Type="http://schemas.openxmlformats.org/officeDocument/2006/relationships/notesSlide" Target="../notesSlides/notesSlide132.xml"/><Relationship Id="rId1" Type="http://schemas.openxmlformats.org/officeDocument/2006/relationships/slideLayout" Target="../slideLayouts/slideLayout1.xml"/></Relationships>
</file>

<file path=ppt/slides/_rels/slide199.xml.rels><?xml version="1.0" encoding="UTF-8" standalone="yes"?>
<Relationships xmlns="http://schemas.openxmlformats.org/package/2006/relationships"><Relationship Id="rId3" Type="http://schemas.openxmlformats.org/officeDocument/2006/relationships/image" Target="../media/image288.png"/><Relationship Id="rId2" Type="http://schemas.openxmlformats.org/officeDocument/2006/relationships/notesSlide" Target="../notesSlides/notesSlide133.xml"/><Relationship Id="rId1" Type="http://schemas.openxmlformats.org/officeDocument/2006/relationships/slideLayout" Target="../slideLayouts/slideLayout1.xml"/><Relationship Id="rId6" Type="http://schemas.openxmlformats.org/officeDocument/2006/relationships/image" Target="../media/image278.png"/><Relationship Id="rId5" Type="http://schemas.openxmlformats.org/officeDocument/2006/relationships/image" Target="../media/image277.png"/><Relationship Id="rId4" Type="http://schemas.openxmlformats.org/officeDocument/2006/relationships/image" Target="../media/image289.png"/></Relationships>
</file>

<file path=ppt/slides/_rels/slide200.xml.rels><?xml version="1.0" encoding="UTF-8" standalone="yes"?>
<Relationships xmlns="http://schemas.openxmlformats.org/package/2006/relationships"><Relationship Id="rId3" Type="http://schemas.openxmlformats.org/officeDocument/2006/relationships/image" Target="../media/image291.png"/><Relationship Id="rId2" Type="http://schemas.openxmlformats.org/officeDocument/2006/relationships/image" Target="../media/image290.png"/><Relationship Id="rId1" Type="http://schemas.openxmlformats.org/officeDocument/2006/relationships/slideLayout" Target="../slideLayouts/slideLayout1.xml"/><Relationship Id="rId4" Type="http://schemas.openxmlformats.org/officeDocument/2006/relationships/image" Target="../media/image292.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ChangeArrowheads="1"/>
          </p:cNvSpPr>
          <p:nvPr/>
        </p:nvSpPr>
        <p:spPr bwMode="auto">
          <a:xfrm>
            <a:off x="0" y="1387475"/>
            <a:ext cx="9906000" cy="1363663"/>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6147" name="Rectangle 3"/>
          <p:cNvSpPr>
            <a:spLocks noChangeArrowheads="1"/>
          </p:cNvSpPr>
          <p:nvPr/>
        </p:nvSpPr>
        <p:spPr bwMode="auto">
          <a:xfrm>
            <a:off x="0" y="1458913"/>
            <a:ext cx="9906000" cy="1222375"/>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6148" name="Rectangle 4"/>
          <p:cNvSpPr>
            <a:spLocks noChangeArrowheads="1"/>
          </p:cNvSpPr>
          <p:nvPr/>
        </p:nvSpPr>
        <p:spPr bwMode="auto">
          <a:xfrm>
            <a:off x="217488" y="95250"/>
            <a:ext cx="1831975" cy="596900"/>
          </a:xfrm>
          <a:prstGeom prst="rect">
            <a:avLst/>
          </a:prstGeom>
          <a:noFill/>
          <a:ln w="9525">
            <a:solidFill>
              <a:srgbClr val="777777"/>
            </a:solidFill>
            <a:miter lim="800000"/>
            <a:headEnd/>
            <a:tailEnd/>
          </a:ln>
          <a:extLst>
            <a:ext uri="{909E8E84-426E-40DD-AFC4-6F175D3DCCD1}">
              <a14:hiddenFill xmlns:a14="http://schemas.microsoft.com/office/drawing/2010/main">
                <a:solidFill>
                  <a:srgbClr val="FFFFFF"/>
                </a:solidFill>
              </a14:hiddenFill>
            </a:ext>
          </a:extLst>
        </p:spPr>
        <p:txBody>
          <a:bodyPr wrap="none" lIns="72000" tIns="72000" rIns="72000" bIns="72000"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00000"/>
              </a:lnSpc>
              <a:buFontTx/>
              <a:buNone/>
            </a:pPr>
            <a:r>
              <a:rPr lang="en-US" altLang="ko-KR" sz="1100" b="1">
                <a:solidFill>
                  <a:srgbClr val="5F5F5F"/>
                </a:solidFill>
                <a:latin typeface="Times New Roman" panose="02020603050405020304" pitchFamily="18" charset="0"/>
                <a:cs typeface="Times New Roman" panose="02020603050405020304" pitchFamily="18" charset="0"/>
              </a:rPr>
              <a:t>LG Display Co, . Ltd</a:t>
            </a:r>
          </a:p>
          <a:p>
            <a:pPr eaLnBrk="1" hangingPunct="1">
              <a:lnSpc>
                <a:spcPct val="100000"/>
              </a:lnSpc>
              <a:buFontTx/>
              <a:buNone/>
            </a:pPr>
            <a:r>
              <a:rPr lang="en-US" altLang="ko-KR" sz="1100" b="1" err="1" smtClean="0">
                <a:solidFill>
                  <a:srgbClr val="5F5F5F"/>
                </a:solidFill>
                <a:latin typeface="Times New Roman" panose="02020603050405020304" pitchFamily="18" charset="0"/>
                <a:cs typeface="Times New Roman" panose="02020603050405020304" pitchFamily="18" charset="0"/>
              </a:rPr>
              <a:t>Phụ</a:t>
            </a:r>
            <a:r>
              <a:rPr lang="en-US" altLang="ko-KR" sz="1100" b="1" smtClean="0">
                <a:solidFill>
                  <a:srgbClr val="5F5F5F"/>
                </a:solidFill>
                <a:latin typeface="Times New Roman" panose="02020603050405020304" pitchFamily="18" charset="0"/>
                <a:cs typeface="Times New Roman" panose="02020603050405020304" pitchFamily="18" charset="0"/>
              </a:rPr>
              <a:t> </a:t>
            </a:r>
            <a:r>
              <a:rPr lang="en-US" altLang="ko-KR" sz="1100" b="1" err="1" smtClean="0">
                <a:solidFill>
                  <a:srgbClr val="5F5F5F"/>
                </a:solidFill>
                <a:latin typeface="Times New Roman" panose="02020603050405020304" pitchFamily="18" charset="0"/>
                <a:cs typeface="Times New Roman" panose="02020603050405020304" pitchFamily="18" charset="0"/>
              </a:rPr>
              <a:t>trách</a:t>
            </a:r>
            <a:r>
              <a:rPr lang="en-US" altLang="ko-KR" sz="1100" b="1" smtClean="0">
                <a:solidFill>
                  <a:srgbClr val="5F5F5F"/>
                </a:solidFill>
                <a:latin typeface="Times New Roman" panose="02020603050405020304" pitchFamily="18" charset="0"/>
                <a:cs typeface="Times New Roman" panose="02020603050405020304" pitchFamily="18" charset="0"/>
              </a:rPr>
              <a:t> HRD–2013-T115</a:t>
            </a:r>
            <a:endParaRPr lang="en-US" altLang="ko-KR" sz="1100" b="1">
              <a:solidFill>
                <a:srgbClr val="5F5F5F"/>
              </a:solidFill>
              <a:latin typeface="Times New Roman" panose="02020603050405020304" pitchFamily="18" charset="0"/>
              <a:cs typeface="Times New Roman" panose="02020603050405020304" pitchFamily="18" charset="0"/>
            </a:endParaRPr>
          </a:p>
        </p:txBody>
      </p:sp>
      <p:sp>
        <p:nvSpPr>
          <p:cNvPr id="2116613" name="WordArt 5"/>
          <p:cNvSpPr>
            <a:spLocks noChangeArrowheads="1" noChangeShapeType="1" noTextEdit="1"/>
          </p:cNvSpPr>
          <p:nvPr/>
        </p:nvSpPr>
        <p:spPr bwMode="auto">
          <a:xfrm>
            <a:off x="1568450" y="1712913"/>
            <a:ext cx="7015163" cy="819150"/>
          </a:xfrm>
          <a:prstGeom prst="rect">
            <a:avLst/>
          </a:prstGeom>
        </p:spPr>
        <p:txBody>
          <a:bodyPr wrap="none" fromWordArt="1">
            <a:prstTxWarp prst="textPlain">
              <a:avLst>
                <a:gd name="adj" fmla="val 50000"/>
              </a:avLst>
            </a:prstTxWarp>
          </a:bodyPr>
          <a:lstStyle/>
          <a:p>
            <a:pPr algn="ctr">
              <a:defRPr/>
            </a:pPr>
            <a:r>
              <a:rPr lang="ko-KR" altLang="en-US" sz="3200" kern="10" smtClean="0">
                <a:ln w="9525">
                  <a:solidFill>
                    <a:srgbClr val="000000"/>
                  </a:solidFill>
                  <a:round/>
                  <a:headEnd/>
                  <a:tailEnd/>
                </a:ln>
                <a:solidFill>
                  <a:srgbClr val="FFFFFF"/>
                </a:solidFill>
                <a:latin typeface="Times New Roman" panose="02020603050405020304" pitchFamily="18" charset="0"/>
                <a:ea typeface="HY견고딕"/>
                <a:cs typeface="Times New Roman" panose="02020603050405020304" pitchFamily="18" charset="0"/>
              </a:rPr>
              <a:t> </a:t>
            </a:r>
            <a:r>
              <a:rPr lang="en-US" altLang="ko-KR" sz="3200" kern="10" err="1" smtClean="0">
                <a:ln w="9525">
                  <a:solidFill>
                    <a:srgbClr val="000000"/>
                  </a:solidFill>
                  <a:round/>
                  <a:headEnd/>
                  <a:tailEnd/>
                </a:ln>
                <a:solidFill>
                  <a:srgbClr val="FFFFFF"/>
                </a:solidFill>
                <a:latin typeface="Times New Roman" panose="02020603050405020304" pitchFamily="18" charset="0"/>
                <a:ea typeface="HY견고딕"/>
                <a:cs typeface="Times New Roman" panose="02020603050405020304" pitchFamily="18" charset="0"/>
              </a:rPr>
              <a:t>Quá</a:t>
            </a:r>
            <a:r>
              <a:rPr lang="en-US" altLang="ko-KR" sz="3200" kern="10" smtClean="0">
                <a:ln w="9525">
                  <a:solidFill>
                    <a:srgbClr val="000000"/>
                  </a:solidFill>
                  <a:round/>
                  <a:headEnd/>
                  <a:tailEnd/>
                </a:ln>
                <a:solidFill>
                  <a:srgbClr val="FFFFFF"/>
                </a:solidFill>
                <a:latin typeface="Times New Roman" panose="02020603050405020304" pitchFamily="18" charset="0"/>
                <a:ea typeface="HY견고딕"/>
                <a:cs typeface="Times New Roman" panose="02020603050405020304" pitchFamily="18" charset="0"/>
              </a:rPr>
              <a:t> </a:t>
            </a:r>
            <a:r>
              <a:rPr lang="en-US" altLang="ko-KR" sz="3200" kern="10" err="1" smtClean="0">
                <a:ln w="9525">
                  <a:solidFill>
                    <a:srgbClr val="000000"/>
                  </a:solidFill>
                  <a:round/>
                  <a:headEnd/>
                  <a:tailEnd/>
                </a:ln>
                <a:solidFill>
                  <a:srgbClr val="FFFFFF"/>
                </a:solidFill>
                <a:latin typeface="Times New Roman" panose="02020603050405020304" pitchFamily="18" charset="0"/>
                <a:ea typeface="HY견고딕"/>
                <a:cs typeface="Times New Roman" panose="02020603050405020304" pitchFamily="18" charset="0"/>
              </a:rPr>
              <a:t>trình</a:t>
            </a:r>
            <a:r>
              <a:rPr lang="en-US" altLang="ko-KR" sz="3200" kern="10" smtClean="0">
                <a:ln w="9525">
                  <a:solidFill>
                    <a:srgbClr val="000000"/>
                  </a:solidFill>
                  <a:round/>
                  <a:headEnd/>
                  <a:tailEnd/>
                </a:ln>
                <a:solidFill>
                  <a:srgbClr val="FFFFFF"/>
                </a:solidFill>
                <a:latin typeface="Times New Roman" panose="02020603050405020304" pitchFamily="18" charset="0"/>
                <a:ea typeface="HY견고딕"/>
                <a:cs typeface="Times New Roman" panose="02020603050405020304" pitchFamily="18" charset="0"/>
              </a:rPr>
              <a:t> PLC </a:t>
            </a:r>
            <a:r>
              <a:rPr lang="en-US" altLang="ko-KR" sz="3200" kern="10" err="1" smtClean="0">
                <a:ln w="9525">
                  <a:solidFill>
                    <a:srgbClr val="000000"/>
                  </a:solidFill>
                  <a:round/>
                  <a:headEnd/>
                  <a:tailEnd/>
                </a:ln>
                <a:solidFill>
                  <a:srgbClr val="FFFFFF"/>
                </a:solidFill>
                <a:latin typeface="Times New Roman" panose="02020603050405020304" pitchFamily="18" charset="0"/>
                <a:ea typeface="HY견고딕"/>
                <a:cs typeface="Times New Roman" panose="02020603050405020304" pitchFamily="18" charset="0"/>
              </a:rPr>
              <a:t>cơ</a:t>
            </a:r>
            <a:r>
              <a:rPr lang="en-US" altLang="ko-KR" sz="3200" kern="10" smtClean="0">
                <a:ln w="9525">
                  <a:solidFill>
                    <a:srgbClr val="000000"/>
                  </a:solidFill>
                  <a:round/>
                  <a:headEnd/>
                  <a:tailEnd/>
                </a:ln>
                <a:solidFill>
                  <a:srgbClr val="FFFFFF"/>
                </a:solidFill>
                <a:latin typeface="Times New Roman" panose="02020603050405020304" pitchFamily="18" charset="0"/>
                <a:ea typeface="HY견고딕"/>
                <a:cs typeface="Times New Roman" panose="02020603050405020304" pitchFamily="18" charset="0"/>
              </a:rPr>
              <a:t> </a:t>
            </a:r>
            <a:r>
              <a:rPr lang="en-US" altLang="ko-KR" sz="3200" kern="10" err="1" smtClean="0">
                <a:ln w="9525">
                  <a:solidFill>
                    <a:srgbClr val="000000"/>
                  </a:solidFill>
                  <a:round/>
                  <a:headEnd/>
                  <a:tailEnd/>
                </a:ln>
                <a:solidFill>
                  <a:srgbClr val="FFFFFF"/>
                </a:solidFill>
                <a:latin typeface="Times New Roman" panose="02020603050405020304" pitchFamily="18" charset="0"/>
                <a:ea typeface="HY견고딕"/>
                <a:cs typeface="Times New Roman" panose="02020603050405020304" pitchFamily="18" charset="0"/>
              </a:rPr>
              <a:t>bản</a:t>
            </a:r>
            <a:endParaRPr lang="ko-KR" altLang="en-US" sz="3200" kern="10">
              <a:ln w="9525">
                <a:solidFill>
                  <a:srgbClr val="000000"/>
                </a:solidFill>
                <a:round/>
                <a:headEnd/>
                <a:tailEnd/>
              </a:ln>
              <a:solidFill>
                <a:srgbClr val="FFFFFF"/>
              </a:solidFill>
              <a:latin typeface="Times New Roman" panose="02020603050405020304" pitchFamily="18" charset="0"/>
              <a:ea typeface="HY견고딕"/>
              <a:cs typeface="Times New Roman" panose="02020603050405020304" pitchFamily="18" charset="0"/>
            </a:endParaRPr>
          </a:p>
        </p:txBody>
      </p:sp>
      <p:pic>
        <p:nvPicPr>
          <p:cNvPr id="615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11563" y="5876925"/>
            <a:ext cx="3629025"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51" name="Rectangle 16"/>
          <p:cNvSpPr>
            <a:spLocks noChangeArrowheads="1"/>
          </p:cNvSpPr>
          <p:nvPr/>
        </p:nvSpPr>
        <p:spPr bwMode="auto">
          <a:xfrm>
            <a:off x="7945438" y="390525"/>
            <a:ext cx="1044575" cy="298450"/>
          </a:xfrm>
          <a:prstGeom prst="rect">
            <a:avLst/>
          </a:prstGeom>
          <a:noFill/>
          <a:ln w="9525">
            <a:solidFill>
              <a:srgbClr val="777777"/>
            </a:solidFill>
            <a:miter lim="800000"/>
            <a:headEnd/>
            <a:tailEnd/>
          </a:ln>
          <a:extLst>
            <a:ext uri="{909E8E84-426E-40DD-AFC4-6F175D3DCCD1}">
              <a14:hiddenFill xmlns:a14="http://schemas.microsoft.com/office/drawing/2010/main">
                <a:solidFill>
                  <a:srgbClr val="FFFFFF"/>
                </a:solidFill>
              </a14:hiddenFill>
            </a:ext>
          </a:extLst>
        </p:spPr>
        <p:txBody>
          <a:bodyPr wrap="none" lIns="72000" tIns="72000" rIns="72000" bIns="72000"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latinLnBrk="0">
              <a:buFontTx/>
              <a:buNone/>
            </a:pPr>
            <a:r>
              <a:rPr kumimoji="0" lang="en-US" altLang="ko-KR" sz="1300" b="1" err="1" smtClean="0">
                <a:solidFill>
                  <a:srgbClr val="5F5F5F"/>
                </a:solidFill>
                <a:latin typeface="Times New Roman" panose="02020603050405020304" pitchFamily="18" charset="0"/>
                <a:ea typeface="맑은 고딕" pitchFamily="50" charset="-127"/>
                <a:cs typeface="Times New Roman" panose="02020603050405020304" pitchFamily="18" charset="0"/>
              </a:rPr>
              <a:t>Nội</a:t>
            </a:r>
            <a:r>
              <a:rPr kumimoji="0" lang="en-US" altLang="ko-KR" sz="1300" b="1" smtClean="0">
                <a:solidFill>
                  <a:srgbClr val="5F5F5F"/>
                </a:solidFill>
                <a:latin typeface="Times New Roman" panose="02020603050405020304" pitchFamily="18" charset="0"/>
                <a:ea typeface="맑은 고딕" pitchFamily="50" charset="-127"/>
                <a:cs typeface="Times New Roman" panose="02020603050405020304" pitchFamily="18" charset="0"/>
              </a:rPr>
              <a:t> </a:t>
            </a:r>
            <a:r>
              <a:rPr kumimoji="0" lang="en-US" altLang="ko-KR" sz="1300" b="1" err="1" smtClean="0">
                <a:solidFill>
                  <a:srgbClr val="5F5F5F"/>
                </a:solidFill>
                <a:latin typeface="Times New Roman" panose="02020603050405020304" pitchFamily="18" charset="0"/>
                <a:ea typeface="맑은 고딕" pitchFamily="50" charset="-127"/>
                <a:cs typeface="Times New Roman" panose="02020603050405020304" pitchFamily="18" charset="0"/>
              </a:rPr>
              <a:t>bộ</a:t>
            </a:r>
            <a:endParaRPr kumimoji="0" lang="ko-KR" altLang="en-US" sz="1300" b="1">
              <a:solidFill>
                <a:srgbClr val="5F5F5F"/>
              </a:solidFill>
              <a:latin typeface="Times New Roman" panose="02020603050405020304" pitchFamily="18" charset="0"/>
              <a:ea typeface="맑은 고딕" pitchFamily="50" charset="-127"/>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Text Box 2"/>
          <p:cNvSpPr txBox="1">
            <a:spLocks noChangeArrowheads="1"/>
          </p:cNvSpPr>
          <p:nvPr/>
        </p:nvSpPr>
        <p:spPr bwMode="auto">
          <a:xfrm>
            <a:off x="1857375" y="44450"/>
            <a:ext cx="6219825"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71689" tIns="35844" rIns="71689" bIns="35844">
            <a:spAutoFit/>
          </a:bodyPr>
          <a:lstStyle>
            <a:lvl1pPr defTabSz="717550"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717550"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717550"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717550"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717550"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71755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71755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71755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71755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a:latin typeface="Times New Roman" pitchFamily="18" charset="0"/>
                <a:ea typeface="HY견고딕" pitchFamily="18" charset="-127"/>
                <a:cs typeface="Times New Roman" pitchFamily="18" charset="0"/>
              </a:rPr>
              <a:t>Nguyên tắc nhân sự LG</a:t>
            </a:r>
            <a:endParaRPr lang="ko-KR" altLang="en-US">
              <a:latin typeface="Times New Roman" pitchFamily="18" charset="0"/>
              <a:ea typeface="HY견고딕" pitchFamily="18" charset="-127"/>
              <a:cs typeface="Times New Roman" pitchFamily="18" charset="0"/>
            </a:endParaRPr>
          </a:p>
        </p:txBody>
      </p:sp>
      <p:sp>
        <p:nvSpPr>
          <p:cNvPr id="8195" name="AutoShape 3"/>
          <p:cNvSpPr>
            <a:spLocks noChangeArrowheads="1"/>
          </p:cNvSpPr>
          <p:nvPr/>
        </p:nvSpPr>
        <p:spPr bwMode="auto">
          <a:xfrm>
            <a:off x="1455738" y="1276350"/>
            <a:ext cx="7023100" cy="5233988"/>
          </a:xfrm>
          <a:prstGeom prst="roundRect">
            <a:avLst>
              <a:gd name="adj" fmla="val 2111"/>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8196" name="Rectangle 4"/>
          <p:cNvSpPr>
            <a:spLocks noChangeArrowheads="1"/>
          </p:cNvSpPr>
          <p:nvPr/>
        </p:nvSpPr>
        <p:spPr bwMode="auto">
          <a:xfrm>
            <a:off x="1671638" y="820738"/>
            <a:ext cx="69627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spAutoFit/>
          </a:bodyPr>
          <a:lstStyle>
            <a:lvl1pPr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itchFamily="18" charset="0"/>
                <a:ea typeface="Dotum" pitchFamily="50" charset="-127"/>
                <a:cs typeface="Times New Roman" pitchFamily="18" charset="0"/>
              </a:rPr>
              <a:t>Để  LG trở thành nơi làm việc có thể phát huy toàn bộ năng lực và kỹ thuật xuất sắc của nhân viên, yêu cầu thực hiện như dưới đây.</a:t>
            </a:r>
          </a:p>
        </p:txBody>
      </p:sp>
      <p:sp>
        <p:nvSpPr>
          <p:cNvPr id="8197" name="Text Box 5"/>
          <p:cNvSpPr txBox="1">
            <a:spLocks noChangeArrowheads="1"/>
          </p:cNvSpPr>
          <p:nvPr/>
        </p:nvSpPr>
        <p:spPr bwMode="auto">
          <a:xfrm>
            <a:off x="1735138" y="1416050"/>
            <a:ext cx="5413375"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spAutoFit/>
          </a:bodyPr>
          <a:lstStyle>
            <a:lvl1pPr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itchFamily="18" charset="0"/>
                <a:ea typeface="Dotum" pitchFamily="50" charset="-127"/>
                <a:cs typeface="Times New Roman" pitchFamily="18" charset="0"/>
              </a:rPr>
              <a:t>1. Tôn trọng việc tự quản và sáng tạo của cá nhân</a:t>
            </a:r>
            <a:endParaRPr lang="ko-KR" altLang="en-US" sz="1200" b="1">
              <a:latin typeface="Times New Roman" pitchFamily="18" charset="0"/>
              <a:ea typeface="Dotum" pitchFamily="50" charset="-127"/>
              <a:cs typeface="Times New Roman" pitchFamily="18" charset="0"/>
            </a:endParaRPr>
          </a:p>
        </p:txBody>
      </p:sp>
      <p:sp>
        <p:nvSpPr>
          <p:cNvPr id="8198" name="Text Box 6"/>
          <p:cNvSpPr txBox="1">
            <a:spLocks noChangeArrowheads="1"/>
          </p:cNvSpPr>
          <p:nvPr/>
        </p:nvSpPr>
        <p:spPr bwMode="auto">
          <a:xfrm>
            <a:off x="1735138" y="2471738"/>
            <a:ext cx="2533650" cy="271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spAutoFit/>
          </a:bodyPr>
          <a:lstStyle>
            <a:lvl1pPr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itchFamily="18" charset="0"/>
                <a:ea typeface="Dotum" pitchFamily="50" charset="-127"/>
                <a:cs typeface="Times New Roman" pitchFamily="18" charset="0"/>
              </a:rPr>
              <a:t>2. Xem trọng năng lực</a:t>
            </a:r>
            <a:endParaRPr lang="ko-KR" altLang="en-US" sz="1200" b="1">
              <a:latin typeface="Times New Roman" pitchFamily="18" charset="0"/>
              <a:ea typeface="Dotum" pitchFamily="50" charset="-127"/>
              <a:cs typeface="Times New Roman" pitchFamily="18" charset="0"/>
            </a:endParaRPr>
          </a:p>
        </p:txBody>
      </p:sp>
      <p:sp>
        <p:nvSpPr>
          <p:cNvPr id="8199" name="Text Box 7"/>
          <p:cNvSpPr txBox="1">
            <a:spLocks noChangeArrowheads="1"/>
          </p:cNvSpPr>
          <p:nvPr/>
        </p:nvSpPr>
        <p:spPr bwMode="auto">
          <a:xfrm>
            <a:off x="1735138" y="3525838"/>
            <a:ext cx="2424112" cy="271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spAutoFit/>
          </a:bodyPr>
          <a:lstStyle>
            <a:lvl1pPr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itchFamily="18" charset="0"/>
                <a:ea typeface="Dotum" pitchFamily="50" charset="-127"/>
                <a:cs typeface="Times New Roman" pitchFamily="18" charset="0"/>
              </a:rPr>
              <a:t>3. Thưởng dựa trên hiệu suất</a:t>
            </a:r>
            <a:endParaRPr lang="ko-KR" altLang="en-US" sz="1200" b="1">
              <a:latin typeface="Times New Roman" pitchFamily="18" charset="0"/>
              <a:ea typeface="Dotum" pitchFamily="50" charset="-127"/>
              <a:cs typeface="Times New Roman" pitchFamily="18" charset="0"/>
            </a:endParaRPr>
          </a:p>
        </p:txBody>
      </p:sp>
      <p:sp>
        <p:nvSpPr>
          <p:cNvPr id="8200" name="Text Box 8"/>
          <p:cNvSpPr txBox="1">
            <a:spLocks noChangeArrowheads="1"/>
          </p:cNvSpPr>
          <p:nvPr/>
        </p:nvSpPr>
        <p:spPr bwMode="auto">
          <a:xfrm>
            <a:off x="1735138" y="4527550"/>
            <a:ext cx="2325687"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spAutoFit/>
          </a:bodyPr>
          <a:lstStyle>
            <a:lvl1pPr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itchFamily="18" charset="0"/>
                <a:ea typeface="Dotum" pitchFamily="50" charset="-127"/>
                <a:cs typeface="Times New Roman" pitchFamily="18" charset="0"/>
              </a:rPr>
              <a:t>4. </a:t>
            </a:r>
            <a:r>
              <a:rPr lang="en-US" altLang="ko-KR" sz="1200" b="1" err="1">
                <a:latin typeface="Times New Roman" pitchFamily="18" charset="0"/>
                <a:ea typeface="Dotum" pitchFamily="50" charset="-127"/>
                <a:cs typeface="Times New Roman" pitchFamily="18" charset="0"/>
              </a:rPr>
              <a:t>Tạo</a:t>
            </a:r>
            <a:r>
              <a:rPr lang="en-US" altLang="ko-KR" sz="1200" b="1">
                <a:latin typeface="Times New Roman" pitchFamily="18" charset="0"/>
                <a:ea typeface="Dotum" pitchFamily="50" charset="-127"/>
                <a:cs typeface="Times New Roman" pitchFamily="18" charset="0"/>
              </a:rPr>
              <a:t> </a:t>
            </a:r>
            <a:r>
              <a:rPr lang="en-US" altLang="ko-KR" sz="1200" b="1" err="1">
                <a:latin typeface="Times New Roman" pitchFamily="18" charset="0"/>
                <a:ea typeface="Dotum" pitchFamily="50" charset="-127"/>
                <a:cs typeface="Times New Roman" pitchFamily="18" charset="0"/>
              </a:rPr>
              <a:t>cơ</a:t>
            </a:r>
            <a:r>
              <a:rPr lang="en-US" altLang="ko-KR" sz="1200" b="1">
                <a:latin typeface="Times New Roman" pitchFamily="18" charset="0"/>
                <a:ea typeface="Dotum" pitchFamily="50" charset="-127"/>
                <a:cs typeface="Times New Roman" pitchFamily="18" charset="0"/>
              </a:rPr>
              <a:t> </a:t>
            </a:r>
            <a:r>
              <a:rPr lang="en-US" altLang="ko-KR" sz="1200" b="1" err="1">
                <a:latin typeface="Times New Roman" pitchFamily="18" charset="0"/>
                <a:ea typeface="Dotum" pitchFamily="50" charset="-127"/>
                <a:cs typeface="Times New Roman" pitchFamily="18" charset="0"/>
              </a:rPr>
              <a:t>hội</a:t>
            </a:r>
            <a:r>
              <a:rPr lang="en-US" altLang="ko-KR" sz="1200" b="1">
                <a:latin typeface="Times New Roman" pitchFamily="18" charset="0"/>
                <a:ea typeface="Dotum" pitchFamily="50" charset="-127"/>
                <a:cs typeface="Times New Roman" pitchFamily="18" charset="0"/>
              </a:rPr>
              <a:t> </a:t>
            </a:r>
            <a:r>
              <a:rPr lang="en-US" altLang="ko-KR" sz="1200" b="1" err="1">
                <a:latin typeface="Times New Roman" pitchFamily="18" charset="0"/>
                <a:ea typeface="Dotum" pitchFamily="50" charset="-127"/>
                <a:cs typeface="Times New Roman" pitchFamily="18" charset="0"/>
              </a:rPr>
              <a:t>công</a:t>
            </a:r>
            <a:r>
              <a:rPr lang="en-US" altLang="ko-KR" sz="1200" b="1">
                <a:latin typeface="Times New Roman" pitchFamily="18" charset="0"/>
                <a:ea typeface="Dotum" pitchFamily="50" charset="-127"/>
                <a:cs typeface="Times New Roman" pitchFamily="18" charset="0"/>
              </a:rPr>
              <a:t> </a:t>
            </a:r>
            <a:r>
              <a:rPr lang="en-US" altLang="ko-KR" sz="1200" b="1" err="1">
                <a:latin typeface="Times New Roman" pitchFamily="18" charset="0"/>
                <a:ea typeface="Dotum" pitchFamily="50" charset="-127"/>
                <a:cs typeface="Times New Roman" pitchFamily="18" charset="0"/>
              </a:rPr>
              <a:t>bằng</a:t>
            </a:r>
            <a:endParaRPr lang="ko-KR" altLang="en-US" sz="1200" b="1">
              <a:latin typeface="Times New Roman" pitchFamily="18" charset="0"/>
              <a:ea typeface="Dotum" pitchFamily="50" charset="-127"/>
              <a:cs typeface="Times New Roman" pitchFamily="18" charset="0"/>
            </a:endParaRPr>
          </a:p>
        </p:txBody>
      </p:sp>
      <p:sp>
        <p:nvSpPr>
          <p:cNvPr id="8201" name="Text Box 9"/>
          <p:cNvSpPr txBox="1">
            <a:spLocks noChangeArrowheads="1"/>
          </p:cNvSpPr>
          <p:nvPr/>
        </p:nvSpPr>
        <p:spPr bwMode="auto">
          <a:xfrm>
            <a:off x="1735138" y="5318125"/>
            <a:ext cx="1841500"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spAutoFit/>
          </a:bodyPr>
          <a:lstStyle>
            <a:lvl1pPr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itchFamily="18" charset="0"/>
                <a:ea typeface="Dotum" pitchFamily="50" charset="-127"/>
                <a:cs typeface="Times New Roman" pitchFamily="18" charset="0"/>
              </a:rPr>
              <a:t>5. Lập trường</a:t>
            </a:r>
            <a:endParaRPr lang="ko-KR" altLang="en-US" sz="1200" b="1">
              <a:latin typeface="Times New Roman" pitchFamily="18" charset="0"/>
              <a:ea typeface="Dotum" pitchFamily="50" charset="-127"/>
              <a:cs typeface="Times New Roman" pitchFamily="18" charset="0"/>
            </a:endParaRPr>
          </a:p>
        </p:txBody>
      </p:sp>
      <p:sp>
        <p:nvSpPr>
          <p:cNvPr id="8202" name="Rectangle 10"/>
          <p:cNvSpPr>
            <a:spLocks noChangeArrowheads="1"/>
          </p:cNvSpPr>
          <p:nvPr/>
        </p:nvSpPr>
        <p:spPr bwMode="auto">
          <a:xfrm>
            <a:off x="2027238" y="1697038"/>
            <a:ext cx="6348412" cy="695325"/>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spAutoFit/>
          </a:bodyPr>
          <a:lstStyle>
            <a:lvl1pPr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pPr>
            <a:r>
              <a:rPr lang="en-US" altLang="ko-KR" sz="1100" b="1" err="1">
                <a:latin typeface="Times New Roman" pitchFamily="18" charset="0"/>
                <a:cs typeface="Times New Roman" pitchFamily="18" charset="0"/>
              </a:rPr>
              <a:t>Giá</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trị</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cá</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nhân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là</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khởi</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nguồn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của</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việc</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sáng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tạo</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giá</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trị</a:t>
            </a:r>
            <a:r>
              <a:rPr lang="en-US" altLang="ko-KR" sz="1100" b="1">
                <a:latin typeface="Times New Roman" pitchFamily="18" charset="0"/>
                <a:cs typeface="Times New Roman" pitchFamily="18" charset="0"/>
              </a:rPr>
              <a:t>.</a:t>
            </a:r>
            <a:endParaRPr lang="ko-KR" altLang="en-US" sz="1100" b="1">
              <a:latin typeface="Times New Roman" pitchFamily="18" charset="0"/>
              <a:cs typeface="Times New Roman" pitchFamily="18" charset="0"/>
            </a:endParaRPr>
          </a:p>
          <a:p>
            <a:pPr eaLnBrk="1" hangingPunct="1">
              <a:spcBef>
                <a:spcPct val="0"/>
              </a:spcBef>
            </a:pPr>
            <a:r>
              <a:rPr lang="en-US" altLang="ko-KR" sz="1100" b="1" err="1">
                <a:latin typeface="Times New Roman" pitchFamily="18" charset="0"/>
                <a:cs typeface="Times New Roman" pitchFamily="18" charset="0"/>
              </a:rPr>
              <a:t>Tôn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trọng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việc</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tự</a:t>
            </a:r>
            <a:r>
              <a:rPr lang="en-US" altLang="ko-KR" sz="1100" b="1">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quản</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xem</a:t>
            </a:r>
            <a:r>
              <a:rPr lang="en-US" altLang="ko-KR" sz="1100" b="1" smtClean="0">
                <a:latin typeface="Times New Roman" pitchFamily="18" charset="0"/>
                <a:cs typeface="Times New Roman" pitchFamily="18" charset="0"/>
              </a:rPr>
              <a:t> </a:t>
            </a:r>
            <a:r>
              <a:rPr lang="en-US" altLang="ko-KR" sz="1100" b="1" err="1">
                <a:latin typeface="Times New Roman" pitchFamily="18" charset="0"/>
                <a:cs typeface="Times New Roman" pitchFamily="18" charset="0"/>
              </a:rPr>
              <a:t>trọng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tính</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đa</a:t>
            </a:r>
            <a:r>
              <a:rPr lang="en-US" altLang="ko-KR" sz="1100" b="1">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dạng</a:t>
            </a:r>
            <a:r>
              <a:rPr lang="en-US" altLang="ko-KR" sz="1100" b="1">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và</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cá</a:t>
            </a:r>
            <a:r>
              <a:rPr lang="en-US" altLang="ko-KR" sz="1100" b="1" smtClean="0">
                <a:latin typeface="Times New Roman" pitchFamily="18" charset="0"/>
                <a:cs typeface="Times New Roman" pitchFamily="18" charset="0"/>
              </a:rPr>
              <a:t> </a:t>
            </a:r>
            <a:r>
              <a:rPr lang="en-US" altLang="ko-KR" sz="1100" b="1" err="1">
                <a:latin typeface="Times New Roman" pitchFamily="18" charset="0"/>
                <a:cs typeface="Times New Roman" pitchFamily="18" charset="0"/>
              </a:rPr>
              <a:t>tính</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để</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mỗi</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cá</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nhân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có</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thể</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phát</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huy</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toàn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diện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khả</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năng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sáng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tạo</a:t>
            </a:r>
            <a:r>
              <a:rPr lang="en-US" altLang="ko-KR" sz="1100" b="1">
                <a:latin typeface="Times New Roman" pitchFamily="18" charset="0"/>
                <a:cs typeface="Times New Roman" pitchFamily="18" charset="0"/>
              </a:rPr>
              <a:t>.</a:t>
            </a:r>
          </a:p>
        </p:txBody>
      </p:sp>
      <p:sp>
        <p:nvSpPr>
          <p:cNvPr id="8203" name="Rectangle 11"/>
          <p:cNvSpPr>
            <a:spLocks noChangeArrowheads="1"/>
          </p:cNvSpPr>
          <p:nvPr/>
        </p:nvSpPr>
        <p:spPr bwMode="auto">
          <a:xfrm>
            <a:off x="2027238" y="2752725"/>
            <a:ext cx="6348412" cy="695325"/>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spAutoFit/>
          </a:bodyPr>
          <a:lstStyle>
            <a:lvl1pPr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pPr>
            <a:r>
              <a:rPr lang="en-US" altLang="ko-KR" sz="1100" b="1">
                <a:latin typeface="Times New Roman" pitchFamily="18" charset="0"/>
                <a:cs typeface="Times New Roman" pitchFamily="18" charset="0"/>
              </a:rPr>
              <a:t>Năng lực là nguồn gốc tạo nên thành  quả.</a:t>
            </a:r>
          </a:p>
          <a:p>
            <a:pPr eaLnBrk="1" hangingPunct="1">
              <a:spcBef>
                <a:spcPct val="0"/>
              </a:spcBef>
            </a:pPr>
            <a:r>
              <a:rPr lang="en-US" altLang="ko-KR" sz="1100" b="1">
                <a:latin typeface="Times New Roman" pitchFamily="18" charset="0"/>
                <a:cs typeface="Times New Roman" pitchFamily="18" charset="0"/>
              </a:rPr>
              <a:t>Triển khai hoạt động bồi dưỡng.mở rộng theo tiêu chuẩn năng lực  cá nhân và thiết lập trình tự và điều kiện cần thiết để vận hành.</a:t>
            </a:r>
          </a:p>
        </p:txBody>
      </p:sp>
      <p:sp>
        <p:nvSpPr>
          <p:cNvPr id="8204" name="Rectangle 12"/>
          <p:cNvSpPr>
            <a:spLocks noChangeArrowheads="1"/>
          </p:cNvSpPr>
          <p:nvPr/>
        </p:nvSpPr>
        <p:spPr bwMode="auto">
          <a:xfrm>
            <a:off x="2054225" y="3819525"/>
            <a:ext cx="6324600" cy="492125"/>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spAutoFit/>
          </a:bodyPr>
          <a:lstStyle>
            <a:lvl1pPr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pPr>
            <a:r>
              <a:rPr lang="en-US" altLang="ko-KR" sz="1100" b="1" err="1">
                <a:latin typeface="Times New Roman" pitchFamily="18" charset="0"/>
                <a:cs typeface="Times New Roman" pitchFamily="18" charset="0"/>
              </a:rPr>
              <a:t>Thưởng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dựa</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trên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hiệu</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suất</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là</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trọng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tâm</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tạo</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động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lực</a:t>
            </a:r>
            <a:r>
              <a:rPr lang="en-US" altLang="ko-KR" sz="1100" b="1">
                <a:latin typeface="Times New Roman" pitchFamily="18" charset="0"/>
                <a:cs typeface="Times New Roman" pitchFamily="18" charset="0"/>
              </a:rPr>
              <a:t>.</a:t>
            </a:r>
          </a:p>
          <a:p>
            <a:pPr eaLnBrk="1" hangingPunct="1">
              <a:spcBef>
                <a:spcPct val="0"/>
              </a:spcBef>
            </a:pPr>
            <a:r>
              <a:rPr lang="en-US" altLang="ko-KR" sz="1100" b="1" err="1">
                <a:latin typeface="Times New Roman" pitchFamily="18" charset="0"/>
                <a:cs typeface="Times New Roman" pitchFamily="18" charset="0"/>
              </a:rPr>
              <a:t>Đánh</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giá</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công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bằng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hiệu</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suất</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thực</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tế</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và</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thưởng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theo</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mức</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độ</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đóng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góp</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từng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tổ</a:t>
            </a:r>
            <a:r>
              <a:rPr lang="en-US" altLang="ko-KR" sz="1100" b="1">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chức</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từng</a:t>
            </a:r>
            <a:r>
              <a:rPr lang="en-US" altLang="ko-KR" sz="1100" b="1" smtClean="0">
                <a:latin typeface="Times New Roman" pitchFamily="18" charset="0"/>
                <a:cs typeface="Times New Roman" pitchFamily="18" charset="0"/>
              </a:rPr>
              <a:t> </a:t>
            </a:r>
            <a:r>
              <a:rPr lang="en-US" altLang="ko-KR" sz="1100" b="1" err="1">
                <a:latin typeface="Times New Roman" pitchFamily="18" charset="0"/>
                <a:cs typeface="Times New Roman" pitchFamily="18" charset="0"/>
              </a:rPr>
              <a:t>cá</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nhân</a:t>
            </a:r>
            <a:r>
              <a:rPr lang="en-US" altLang="ko-KR" sz="1100" b="1">
                <a:latin typeface="Times New Roman" pitchFamily="18" charset="0"/>
                <a:cs typeface="Times New Roman" pitchFamily="18" charset="0"/>
              </a:rPr>
              <a:t>.</a:t>
            </a:r>
          </a:p>
        </p:txBody>
      </p:sp>
      <p:sp>
        <p:nvSpPr>
          <p:cNvPr id="8205" name="Rectangle 13"/>
          <p:cNvSpPr>
            <a:spLocks noChangeArrowheads="1"/>
          </p:cNvSpPr>
          <p:nvPr/>
        </p:nvSpPr>
        <p:spPr bwMode="auto">
          <a:xfrm>
            <a:off x="2047875" y="4808538"/>
            <a:ext cx="6329363" cy="492125"/>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spAutoFit/>
          </a:bodyPr>
          <a:lstStyle>
            <a:lvl1pPr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pPr>
            <a:r>
              <a:rPr lang="en-US" altLang="ko-KR" sz="1100" b="1" err="1">
                <a:latin typeface="Times New Roman" pitchFamily="18" charset="0"/>
                <a:cs typeface="Times New Roman" pitchFamily="18" charset="0"/>
              </a:rPr>
              <a:t>Tạo</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cơ</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hội</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công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bằng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là</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nền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tảng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của</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sự</a:t>
            </a:r>
            <a:r>
              <a:rPr lang="en-US" altLang="ko-KR" sz="1100" b="1">
                <a:latin typeface="Times New Roman" pitchFamily="18" charset="0"/>
                <a:cs typeface="Times New Roman" pitchFamily="18" charset="0"/>
              </a:rPr>
              <a:t> tin </a:t>
            </a:r>
            <a:r>
              <a:rPr lang="en-US" altLang="ko-KR" sz="1100" b="1" err="1">
                <a:latin typeface="Times New Roman" pitchFamily="18" charset="0"/>
                <a:cs typeface="Times New Roman" pitchFamily="18" charset="0"/>
              </a:rPr>
              <a:t>tưởng</a:t>
            </a:r>
            <a:r>
              <a:rPr lang="en-US" altLang="ko-KR" sz="1100" b="1">
                <a:latin typeface="Times New Roman" pitchFamily="18" charset="0"/>
                <a:cs typeface="Times New Roman" pitchFamily="18" charset="0"/>
              </a:rPr>
              <a:t>.</a:t>
            </a:r>
          </a:p>
          <a:p>
            <a:pPr eaLnBrk="1" hangingPunct="1">
              <a:spcBef>
                <a:spcPct val="0"/>
              </a:spcBef>
            </a:pPr>
            <a:r>
              <a:rPr lang="en-US" altLang="ko-KR" sz="1100" b="1" err="1">
                <a:latin typeface="Times New Roman" pitchFamily="18" charset="0"/>
                <a:cs typeface="Times New Roman" pitchFamily="18" charset="0"/>
              </a:rPr>
              <a:t>Tạo</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cơ</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hội</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công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bằng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tùy</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theo</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tư</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chất</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và</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năng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lực</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của</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thành</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viên</a:t>
            </a:r>
            <a:r>
              <a:rPr lang="en-US" altLang="ko-KR" sz="1100" b="1">
                <a:latin typeface="Times New Roman" pitchFamily="18" charset="0"/>
                <a:cs typeface="Times New Roman" pitchFamily="18" charset="0"/>
              </a:rPr>
              <a:t>.</a:t>
            </a:r>
          </a:p>
        </p:txBody>
      </p:sp>
      <p:sp>
        <p:nvSpPr>
          <p:cNvPr id="8206" name="Rectangle 14"/>
          <p:cNvSpPr>
            <a:spLocks noChangeArrowheads="1"/>
          </p:cNvSpPr>
          <p:nvPr/>
        </p:nvSpPr>
        <p:spPr bwMode="auto">
          <a:xfrm>
            <a:off x="2079625" y="5737225"/>
            <a:ext cx="6300788" cy="492125"/>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spAutoFit/>
          </a:bodyPr>
          <a:lstStyle>
            <a:lvl1pPr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pPr>
            <a:r>
              <a:rPr lang="en-US" altLang="ko-KR" sz="1100" b="1" err="1">
                <a:latin typeface="Times New Roman" pitchFamily="18" charset="0"/>
                <a:cs typeface="Times New Roman" pitchFamily="18" charset="0"/>
              </a:rPr>
              <a:t>Lập</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trường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là</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suy</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nghĩ</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cơ</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bản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của</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việc</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vận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hành</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tổ</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chức</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và</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nhân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sự</a:t>
            </a:r>
            <a:r>
              <a:rPr lang="en-US" altLang="ko-KR" sz="1100" b="1">
                <a:latin typeface="Times New Roman" pitchFamily="18" charset="0"/>
                <a:cs typeface="Times New Roman" pitchFamily="18" charset="0"/>
              </a:rPr>
              <a:t>.</a:t>
            </a:r>
          </a:p>
          <a:p>
            <a:pPr eaLnBrk="1" hangingPunct="1">
              <a:spcBef>
                <a:spcPct val="0"/>
              </a:spcBef>
            </a:pPr>
            <a:r>
              <a:rPr lang="en-US" altLang="ko-KR" sz="1100" b="1" err="1">
                <a:latin typeface="Times New Roman" pitchFamily="18" charset="0"/>
                <a:cs typeface="Times New Roman" pitchFamily="18" charset="0"/>
              </a:rPr>
              <a:t>Xúc</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tiến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nhất</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quán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quyết</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định</a:t>
            </a:r>
            <a:r>
              <a:rPr lang="en-US" altLang="ko-KR" sz="1100" b="1">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và</a:t>
            </a:r>
            <a:r>
              <a:rPr lang="en-US" altLang="ko-KR" sz="1100" b="1" smtClean="0">
                <a:latin typeface="Times New Roman" pitchFamily="18" charset="0"/>
                <a:cs typeface="Times New Roman" pitchFamily="18" charset="0"/>
              </a:rPr>
              <a:t> </a:t>
            </a:r>
            <a:r>
              <a:rPr lang="en-US" altLang="ko-KR" sz="1100" b="1" err="1">
                <a:latin typeface="Times New Roman" pitchFamily="18" charset="0"/>
                <a:cs typeface="Times New Roman" pitchFamily="18" charset="0"/>
              </a:rPr>
              <a:t>hoạt</a:t>
            </a:r>
            <a:r>
              <a:rPr lang="en-US" altLang="ko-KR" sz="1100" b="1">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động</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quan</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trọng</a:t>
            </a:r>
            <a:r>
              <a:rPr lang="en-US" altLang="ko-KR" sz="1100" b="1" smtClean="0">
                <a:latin typeface="Times New Roman" pitchFamily="18" charset="0"/>
                <a:cs typeface="Times New Roman" pitchFamily="18" charset="0"/>
              </a:rPr>
              <a:t> </a:t>
            </a:r>
            <a:r>
              <a:rPr lang="en-US" altLang="ko-KR" sz="1100" b="1" err="1">
                <a:latin typeface="Times New Roman" pitchFamily="18" charset="0"/>
                <a:cs typeface="Times New Roman" pitchFamily="18" charset="0"/>
              </a:rPr>
              <a:t>liên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quan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đến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nhân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sự</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dựa</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trên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lập</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trường</a:t>
            </a:r>
            <a:r>
              <a:rPr lang="en-US" altLang="ko-KR" sz="1100" b="1">
                <a:latin typeface="Times New Roman" pitchFamily="18" charset="0"/>
                <a:cs typeface="Times New Roman" pitchFamily="18" charset="0"/>
              </a:rPr>
              <a:t>.</a:t>
            </a:r>
          </a:p>
        </p:txBody>
      </p:sp>
    </p:spTree>
    <p:extLst>
      <p:ext uri="{BB962C8B-B14F-4D97-AF65-F5344CB8AC3E}">
        <p14:creationId xmlns:p14="http://schemas.microsoft.com/office/powerpoint/2010/main" val="2295784079"/>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 Box 2"/>
          <p:cNvSpPr txBox="1">
            <a:spLocks noChangeArrowheads="1"/>
          </p:cNvSpPr>
          <p:nvPr/>
        </p:nvSpPr>
        <p:spPr bwMode="auto">
          <a:xfrm>
            <a:off x="2225675" y="100013"/>
            <a:ext cx="5741988" cy="565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1689" tIns="35844" rIns="71689" bIns="35844">
            <a:spAutoFit/>
          </a:bodyPr>
          <a:lstStyle>
            <a:lvl1pPr defTabSz="717550"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717550"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717550"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717550"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717550"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71755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71755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71755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71755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a:latin typeface="Times New Roman" pitchFamily="18" charset="0"/>
                <a:ea typeface="HY견고딕" pitchFamily="18" charset="-127"/>
                <a:cs typeface="Times New Roman" pitchFamily="18" charset="0"/>
              </a:rPr>
              <a:t>Hệ thống nhân sự LG Display</a:t>
            </a:r>
            <a:endParaRPr lang="ko-KR" altLang="en-US">
              <a:latin typeface="Times New Roman" pitchFamily="18" charset="0"/>
              <a:ea typeface="HY견고딕" pitchFamily="18" charset="-127"/>
              <a:cs typeface="Times New Roman" pitchFamily="18" charset="0"/>
            </a:endParaRPr>
          </a:p>
        </p:txBody>
      </p:sp>
      <p:grpSp>
        <p:nvGrpSpPr>
          <p:cNvPr id="9219" name="그룹 1"/>
          <p:cNvGrpSpPr>
            <a:grpSpLocks/>
          </p:cNvGrpSpPr>
          <p:nvPr/>
        </p:nvGrpSpPr>
        <p:grpSpPr bwMode="auto">
          <a:xfrm>
            <a:off x="225425" y="1052736"/>
            <a:ext cx="9609138" cy="5557838"/>
            <a:chOff x="207963" y="1184275"/>
            <a:chExt cx="8869362" cy="5557838"/>
          </a:xfrm>
        </p:grpSpPr>
        <p:pic>
          <p:nvPicPr>
            <p:cNvPr id="9220"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11213" y="1184275"/>
              <a:ext cx="8188325" cy="552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1" name="Rectangle 4"/>
            <p:cNvSpPr>
              <a:spLocks noChangeArrowheads="1"/>
            </p:cNvSpPr>
            <p:nvPr/>
          </p:nvSpPr>
          <p:spPr bwMode="auto">
            <a:xfrm>
              <a:off x="3706813" y="6273800"/>
              <a:ext cx="1908175" cy="46831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1200"/>
            </a:p>
          </p:txBody>
        </p:sp>
        <p:pic>
          <p:nvPicPr>
            <p:cNvPr id="9222"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7963" y="1184275"/>
              <a:ext cx="8869362" cy="552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직사각형 5"/>
            <p:cNvSpPr/>
            <p:nvPr/>
          </p:nvSpPr>
          <p:spPr bwMode="auto">
            <a:xfrm>
              <a:off x="1747070" y="2503290"/>
              <a:ext cx="864096" cy="677102"/>
            </a:xfrm>
            <a:prstGeom prst="rect">
              <a:avLst/>
            </a:prstGeom>
            <a:solidFill>
              <a:srgbClr val="FFA3A3"/>
            </a:solidFill>
            <a:ln w="9525" cap="flat" cmpd="sng" algn="ctr">
              <a:noFill/>
              <a:prstDash val="solid"/>
              <a:round/>
              <a:headEnd type="none" w="med" len="med"/>
              <a:tailEnd type="none" w="med" len="med"/>
            </a:ln>
            <a:effectLst/>
            <a:scene3d>
              <a:camera prst="isometricRightUp"/>
              <a:lightRig rig="threePt" dir="t"/>
            </a:scene3d>
          </p:spPr>
          <p:txBody>
            <a:bodyPr lIns="85337" tIns="42669" rIns="85337" bIns="42669" anchor="ctr">
              <a:spAutoFit/>
            </a:bodyPr>
            <a:lstStyle/>
            <a:p>
              <a:pPr marL="342900" indent="-342900" defTabSz="854075">
                <a:defRPr/>
              </a:pPr>
              <a:r>
                <a:rPr lang="en-US" altLang="ko-KR" sz="1600" b="1" err="1">
                  <a:solidFill>
                    <a:srgbClr val="FF0000"/>
                  </a:solidFill>
                  <a:latin typeface="Times New Roman" panose="02020603050405020304" pitchFamily="18" charset="0"/>
                  <a:cs typeface="Times New Roman" panose="02020603050405020304" pitchFamily="18" charset="0"/>
                </a:rPr>
                <a:t>Nhiệt</a:t>
              </a:r>
              <a:endParaRPr lang="en-US" altLang="ko-KR" sz="1600" b="1">
                <a:solidFill>
                  <a:srgbClr val="FF0000"/>
                </a:solidFill>
                <a:latin typeface="Times New Roman" panose="02020603050405020304" pitchFamily="18" charset="0"/>
                <a:cs typeface="Times New Roman" panose="02020603050405020304" pitchFamily="18" charset="0"/>
              </a:endParaRPr>
            </a:p>
            <a:p>
              <a:pPr marL="342900" indent="-342900" defTabSz="854075">
                <a:defRPr/>
              </a:pPr>
              <a:r>
                <a:rPr lang="en-US" altLang="ko-KR" sz="1600" b="1" err="1">
                  <a:solidFill>
                    <a:srgbClr val="FF0000"/>
                  </a:solidFill>
                  <a:latin typeface="Times New Roman" panose="02020603050405020304" pitchFamily="18" charset="0"/>
                  <a:cs typeface="Times New Roman" panose="02020603050405020304" pitchFamily="18" charset="0"/>
                </a:rPr>
                <a:t>huyết</a:t>
              </a:r>
              <a:endParaRPr lang="ko-KR" altLang="en-US" sz="1600" b="1">
                <a:solidFill>
                  <a:srgbClr val="FF0000"/>
                </a:solidFill>
                <a:latin typeface="Times New Roman" panose="02020603050405020304" pitchFamily="18" charset="0"/>
                <a:cs typeface="Times New Roman" panose="02020603050405020304" pitchFamily="18" charset="0"/>
              </a:endParaRPr>
            </a:p>
          </p:txBody>
        </p:sp>
        <p:sp>
          <p:nvSpPr>
            <p:cNvPr id="7" name="직사각형 6"/>
            <p:cNvSpPr/>
            <p:nvPr/>
          </p:nvSpPr>
          <p:spPr bwMode="auto">
            <a:xfrm>
              <a:off x="2699793" y="2490402"/>
              <a:ext cx="1152128" cy="677102"/>
            </a:xfrm>
            <a:prstGeom prst="rect">
              <a:avLst/>
            </a:prstGeom>
            <a:solidFill>
              <a:srgbClr val="69B4FF"/>
            </a:solidFill>
            <a:ln w="9525" cap="flat" cmpd="sng" algn="ctr">
              <a:noFill/>
              <a:prstDash val="solid"/>
              <a:round/>
              <a:headEnd type="none" w="med" len="med"/>
              <a:tailEnd type="none" w="med" len="med"/>
            </a:ln>
            <a:effectLst/>
            <a:scene3d>
              <a:camera prst="isometricLeftDown"/>
              <a:lightRig rig="threePt" dir="t"/>
            </a:scene3d>
          </p:spPr>
          <p:txBody>
            <a:bodyPr lIns="85337" tIns="42669" rIns="85337" bIns="42669" anchor="ctr">
              <a:spAutoFit/>
            </a:bodyPr>
            <a:lstStyle/>
            <a:p>
              <a:pPr marL="342900" indent="-342900" defTabSz="854075">
                <a:defRPr/>
              </a:pPr>
              <a:r>
                <a:rPr lang="en-US" altLang="ko-KR" sz="1600" b="1" err="1">
                  <a:solidFill>
                    <a:srgbClr val="003399"/>
                  </a:solidFill>
                  <a:latin typeface="Times New Roman" panose="02020603050405020304" pitchFamily="18" charset="0"/>
                  <a:cs typeface="Times New Roman" panose="02020603050405020304" pitchFamily="18" charset="0"/>
                </a:rPr>
                <a:t>Chuyên</a:t>
              </a:r>
              <a:r>
                <a:rPr lang="en-US" altLang="ko-KR" sz="1600" b="1">
                  <a:solidFill>
                    <a:srgbClr val="003399"/>
                  </a:solidFill>
                  <a:latin typeface="Times New Roman" panose="02020603050405020304" pitchFamily="18" charset="0"/>
                  <a:cs typeface="Times New Roman" panose="02020603050405020304" pitchFamily="18" charset="0"/>
                </a:rPr>
                <a:t> </a:t>
              </a:r>
              <a:r>
                <a:rPr lang="en-US" altLang="ko-KR" sz="1600" b="1" err="1">
                  <a:solidFill>
                    <a:srgbClr val="003399"/>
                  </a:solidFill>
                  <a:latin typeface="Times New Roman" panose="02020603050405020304" pitchFamily="18" charset="0"/>
                  <a:cs typeface="Times New Roman" panose="02020603050405020304" pitchFamily="18" charset="0"/>
                </a:rPr>
                <a:t>nghiệp</a:t>
              </a:r>
              <a:endParaRPr lang="ko-KR" altLang="en-US" sz="1600" b="1">
                <a:solidFill>
                  <a:srgbClr val="003399"/>
                </a:solidFill>
                <a:latin typeface="Times New Roman" panose="02020603050405020304" pitchFamily="18" charset="0"/>
                <a:cs typeface="Times New Roman" panose="02020603050405020304" pitchFamily="18" charset="0"/>
              </a:endParaRPr>
            </a:p>
          </p:txBody>
        </p:sp>
        <p:sp>
          <p:nvSpPr>
            <p:cNvPr id="8" name="직사각형 7"/>
            <p:cNvSpPr/>
            <p:nvPr/>
          </p:nvSpPr>
          <p:spPr bwMode="auto">
            <a:xfrm>
              <a:off x="2345291" y="3363036"/>
              <a:ext cx="830862" cy="714036"/>
            </a:xfrm>
            <a:prstGeom prst="rect">
              <a:avLst/>
            </a:prstGeom>
            <a:solidFill>
              <a:srgbClr val="00C060"/>
            </a:solidFill>
            <a:ln w="9525" cap="flat" cmpd="sng" algn="ctr">
              <a:noFill/>
              <a:prstDash val="solid"/>
              <a:round/>
              <a:headEnd type="none" w="med" len="med"/>
              <a:tailEnd type="none" w="med" len="med"/>
            </a:ln>
            <a:effectLst/>
            <a:scene3d>
              <a:camera prst="isometricTopUp"/>
              <a:lightRig rig="threePt" dir="t"/>
            </a:scene3d>
          </p:spPr>
          <p:txBody>
            <a:bodyPr lIns="85337" tIns="42669" rIns="85337" bIns="42669" anchor="ctr">
              <a:spAutoFit/>
            </a:bodyPr>
            <a:lstStyle/>
            <a:p>
              <a:pPr marL="342900" indent="-342900" defTabSz="854075">
                <a:defRPr/>
              </a:pPr>
              <a:r>
                <a:rPr lang="en-US" altLang="ko-KR" sz="1700" b="1">
                  <a:solidFill>
                    <a:srgbClr val="008000"/>
                  </a:solidFill>
                  <a:latin typeface="Times New Roman" panose="02020603050405020304" pitchFamily="18" charset="0"/>
                  <a:cs typeface="Times New Roman" panose="02020603050405020304" pitchFamily="18" charset="0"/>
                </a:rPr>
                <a:t>Team</a:t>
              </a:r>
            </a:p>
            <a:p>
              <a:pPr marL="342900" indent="-342900" defTabSz="854075">
                <a:defRPr/>
              </a:pPr>
              <a:r>
                <a:rPr lang="en-US" altLang="ko-KR" sz="1700" b="1">
                  <a:solidFill>
                    <a:srgbClr val="008000"/>
                  </a:solidFill>
                  <a:latin typeface="Times New Roman" panose="02020603050405020304" pitchFamily="18" charset="0"/>
                  <a:cs typeface="Times New Roman" panose="02020603050405020304" pitchFamily="18" charset="0"/>
                </a:rPr>
                <a:t>work</a:t>
              </a:r>
              <a:endParaRPr lang="ko-KR" altLang="en-US" sz="1700" b="1">
                <a:solidFill>
                  <a:srgbClr val="008000"/>
                </a:solidFill>
                <a:latin typeface="Times New Roman" panose="02020603050405020304" pitchFamily="18" charset="0"/>
                <a:cs typeface="Times New Roman" panose="02020603050405020304" pitchFamily="18" charset="0"/>
              </a:endParaRPr>
            </a:p>
          </p:txBody>
        </p:sp>
        <p:sp>
          <p:nvSpPr>
            <p:cNvPr id="9226" name="직사각형 8"/>
            <p:cNvSpPr>
              <a:spLocks noChangeArrowheads="1"/>
            </p:cNvSpPr>
            <p:nvPr/>
          </p:nvSpPr>
          <p:spPr bwMode="auto">
            <a:xfrm>
              <a:off x="3995738" y="2708275"/>
              <a:ext cx="5081587" cy="917575"/>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Người</a:t>
              </a:r>
              <a:r>
                <a:rPr lang="en-US" altLang="ko-KR" sz="1500" b="1">
                  <a:latin typeface="Times New Roman" pitchFamily="18" charset="0"/>
                  <a:cs typeface="Times New Roman" pitchFamily="18" charset="0"/>
                </a:rPr>
                <a:t> LGD </a:t>
              </a:r>
              <a:r>
                <a:rPr lang="en-US" altLang="ko-KR" sz="1500" b="1" err="1">
                  <a:latin typeface="Times New Roman" pitchFamily="18" charset="0"/>
                  <a:cs typeface="Times New Roman" pitchFamily="18" charset="0"/>
                </a:rPr>
                <a:t>xây</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dựng</a:t>
              </a:r>
              <a:r>
                <a:rPr lang="en-US" altLang="ko-KR" sz="1500" b="1">
                  <a:latin typeface="Times New Roman" pitchFamily="18" charset="0"/>
                  <a:cs typeface="Times New Roman" pitchFamily="18" charset="0"/>
                </a:rPr>
                <a:t> teamwork </a:t>
              </a:r>
              <a:r>
                <a:rPr lang="en-US" altLang="ko-KR" sz="1500" b="1" err="1">
                  <a:latin typeface="Times New Roman" pitchFamily="18" charset="0"/>
                  <a:cs typeface="Times New Roman" pitchFamily="18" charset="0"/>
                </a:rPr>
                <a:t>dựa</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trên</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nền</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tảng</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quan</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tâm</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lẫn</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nhau</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và</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hướng</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tới</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trở</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thành</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chuyên</a:t>
              </a:r>
              <a:r>
                <a:rPr lang="en-US" altLang="ko-KR" sz="1500" b="1">
                  <a:latin typeface="Times New Roman" pitchFamily="18" charset="0"/>
                  <a:cs typeface="Times New Roman" pitchFamily="18" charset="0"/>
                </a:rPr>
                <a:t> </a:t>
              </a:r>
              <a:r>
                <a:rPr lang="en-US" altLang="ko-KR" sz="1500" b="1" err="1">
                  <a:latin typeface="Times New Roman" pitchFamily="18" charset="0"/>
                  <a:cs typeface="Times New Roman" pitchFamily="18" charset="0"/>
                </a:rPr>
                <a:t>gia</a:t>
              </a:r>
              <a:r>
                <a:rPr lang="en-US" altLang="ko-KR" sz="1500" b="1">
                  <a:latin typeface="Times New Roman" pitchFamily="18" charset="0"/>
                  <a:cs typeface="Times New Roman" pitchFamily="18" charset="0"/>
                </a:rPr>
                <a:t> </a:t>
              </a:r>
              <a:r>
                <a:rPr lang="en-US" altLang="ko-KR" sz="1500" b="1" err="1" smtClean="0">
                  <a:latin typeface="Times New Roman" pitchFamily="18" charset="0"/>
                  <a:cs typeface="Times New Roman" pitchFamily="18" charset="0"/>
                </a:rPr>
                <a:t>tràn</a:t>
              </a:r>
              <a:r>
                <a:rPr lang="en-US" altLang="ko-KR" sz="1500" b="1" smtClean="0">
                  <a:latin typeface="Times New Roman" pitchFamily="18" charset="0"/>
                  <a:cs typeface="Times New Roman" pitchFamily="18" charset="0"/>
                </a:rPr>
                <a:t> </a:t>
              </a:r>
              <a:r>
                <a:rPr lang="en-US" altLang="ko-KR" sz="1500" b="1" err="1" smtClean="0">
                  <a:latin typeface="Times New Roman" pitchFamily="18" charset="0"/>
                  <a:cs typeface="Times New Roman" pitchFamily="18" charset="0"/>
                </a:rPr>
                <a:t>đầy</a:t>
              </a:r>
              <a:r>
                <a:rPr lang="en-US" altLang="ko-KR" sz="1500" b="1" smtClean="0">
                  <a:latin typeface="Times New Roman" pitchFamily="18" charset="0"/>
                  <a:cs typeface="Times New Roman" pitchFamily="18" charset="0"/>
                </a:rPr>
                <a:t> </a:t>
              </a:r>
              <a:r>
                <a:rPr lang="en-US" altLang="ko-KR" sz="1500" b="1" err="1" smtClean="0">
                  <a:latin typeface="Times New Roman" pitchFamily="18" charset="0"/>
                  <a:cs typeface="Times New Roman" pitchFamily="18" charset="0"/>
                </a:rPr>
                <a:t>nhiệt</a:t>
              </a:r>
              <a:r>
                <a:rPr lang="en-US" altLang="ko-KR" sz="1500" b="1" smtClean="0">
                  <a:latin typeface="Times New Roman" pitchFamily="18" charset="0"/>
                  <a:cs typeface="Times New Roman" pitchFamily="18" charset="0"/>
                </a:rPr>
                <a:t> </a:t>
              </a:r>
              <a:r>
                <a:rPr lang="en-US" altLang="ko-KR" sz="1500" b="1" err="1" smtClean="0">
                  <a:latin typeface="Times New Roman" pitchFamily="18" charset="0"/>
                  <a:cs typeface="Times New Roman" pitchFamily="18" charset="0"/>
                </a:rPr>
                <a:t>huyết</a:t>
              </a:r>
              <a:r>
                <a:rPr lang="en-US" altLang="ko-KR" sz="1500" b="1" smtClean="0">
                  <a:latin typeface="Times New Roman" pitchFamily="18" charset="0"/>
                  <a:cs typeface="Times New Roman" pitchFamily="18" charset="0"/>
                </a:rPr>
                <a:t>. </a:t>
              </a:r>
              <a:endParaRPr lang="ko-KR" altLang="en-US" sz="1500" b="1">
                <a:latin typeface="Times New Roman" pitchFamily="18" charset="0"/>
                <a:cs typeface="Times New Roman" pitchFamily="18" charset="0"/>
              </a:endParaRPr>
            </a:p>
          </p:txBody>
        </p:sp>
        <p:sp>
          <p:nvSpPr>
            <p:cNvPr id="9227" name="직사각형 8"/>
            <p:cNvSpPr>
              <a:spLocks noChangeArrowheads="1"/>
            </p:cNvSpPr>
            <p:nvPr/>
          </p:nvSpPr>
          <p:spPr bwMode="auto">
            <a:xfrm>
              <a:off x="1042988" y="1773238"/>
              <a:ext cx="2233612" cy="417512"/>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err="1">
                  <a:latin typeface="Times New Roman" pitchFamily="18" charset="0"/>
                  <a:cs typeface="Times New Roman" pitchFamily="18" charset="0"/>
                </a:rPr>
                <a:t>Tinh</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thần</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chiến</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thắng</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thử</a:t>
              </a:r>
              <a:r>
                <a:rPr lang="en-US" altLang="ko-KR" sz="900" b="1">
                  <a:latin typeface="Times New Roman" pitchFamily="18" charset="0"/>
                  <a:cs typeface="Times New Roman" pitchFamily="18" charset="0"/>
                </a:rPr>
                <a:t> </a:t>
              </a:r>
              <a:r>
                <a:rPr lang="en-US" altLang="ko-KR" sz="900" b="1" err="1" smtClean="0">
                  <a:latin typeface="Times New Roman" pitchFamily="18" charset="0"/>
                  <a:cs typeface="Times New Roman" pitchFamily="18" charset="0"/>
                </a:rPr>
                <a:t>thách</a:t>
              </a:r>
              <a:endParaRPr lang="en-US" altLang="ko-KR" sz="900" b="1" smtClean="0">
                <a:latin typeface="Times New Roman" pitchFamily="18" charset="0"/>
                <a:cs typeface="Times New Roman" pitchFamily="18" charset="0"/>
              </a:endParaRPr>
            </a:p>
            <a:p>
              <a:pPr eaLnBrk="1" hangingPunct="1">
                <a:spcBef>
                  <a:spcPct val="0"/>
                </a:spcBef>
                <a:buFontTx/>
                <a:buNone/>
              </a:pPr>
              <a:r>
                <a:rPr lang="en-US" altLang="ko-KR" sz="900" b="1" err="1" smtClean="0">
                  <a:latin typeface="Times New Roman" pitchFamily="18" charset="0"/>
                  <a:cs typeface="Times New Roman" pitchFamily="18" charset="0"/>
                </a:rPr>
                <a:t>Nhiệt</a:t>
              </a:r>
              <a:r>
                <a:rPr lang="en-US" altLang="ko-KR" sz="900" b="1" smtClean="0">
                  <a:latin typeface="Times New Roman" pitchFamily="18" charset="0"/>
                  <a:cs typeface="Times New Roman" pitchFamily="18" charset="0"/>
                </a:rPr>
                <a:t> </a:t>
              </a:r>
              <a:r>
                <a:rPr lang="en-US" altLang="ko-KR" sz="900" b="1" err="1">
                  <a:latin typeface="Times New Roman" pitchFamily="18" charset="0"/>
                  <a:cs typeface="Times New Roman" pitchFamily="18" charset="0"/>
                </a:rPr>
                <a:t>huyết</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với</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công</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việc</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và</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công</a:t>
              </a:r>
              <a:r>
                <a:rPr lang="en-US" altLang="ko-KR" sz="900" b="1">
                  <a:latin typeface="Times New Roman" pitchFamily="18" charset="0"/>
                  <a:cs typeface="Times New Roman" pitchFamily="18" charset="0"/>
                </a:rPr>
                <a:t> ty</a:t>
              </a:r>
              <a:endParaRPr lang="ko-KR" altLang="en-US" sz="900" b="1">
                <a:latin typeface="Times New Roman" pitchFamily="18" charset="0"/>
                <a:cs typeface="Times New Roman" pitchFamily="18" charset="0"/>
              </a:endParaRPr>
            </a:p>
          </p:txBody>
        </p:sp>
        <p:sp>
          <p:nvSpPr>
            <p:cNvPr id="9228" name="직사각형 8"/>
            <p:cNvSpPr>
              <a:spLocks noChangeArrowheads="1"/>
            </p:cNvSpPr>
            <p:nvPr/>
          </p:nvSpPr>
          <p:spPr bwMode="auto">
            <a:xfrm>
              <a:off x="5435600" y="1762125"/>
              <a:ext cx="2157413" cy="417513"/>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err="1">
                  <a:latin typeface="Times New Roman" pitchFamily="18" charset="0"/>
                  <a:cs typeface="Times New Roman" pitchFamily="18" charset="0"/>
                </a:rPr>
                <a:t>Tiến</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tới</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tính</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chuyên</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nghiệp</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cao</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nhất</a:t>
              </a:r>
              <a:r>
                <a:rPr lang="en-US" altLang="ko-KR" sz="900" b="1">
                  <a:latin typeface="Times New Roman" pitchFamily="18" charset="0"/>
                  <a:cs typeface="Times New Roman" pitchFamily="18" charset="0"/>
                </a:rPr>
                <a:t>,</a:t>
              </a:r>
            </a:p>
            <a:p>
              <a:pPr eaLnBrk="1" hangingPunct="1">
                <a:spcBef>
                  <a:spcPct val="0"/>
                </a:spcBef>
                <a:buFontTx/>
                <a:buNone/>
              </a:pPr>
              <a:r>
                <a:rPr lang="en-US" altLang="ko-KR" sz="900" b="1" err="1">
                  <a:latin typeface="Times New Roman" pitchFamily="18" charset="0"/>
                  <a:cs typeface="Times New Roman" pitchFamily="18" charset="0"/>
                </a:rPr>
                <a:t>Sáng</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tạo</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tạo</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nên</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thành</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quả</a:t>
              </a:r>
              <a:endParaRPr lang="ko-KR" altLang="en-US" sz="900" b="1">
                <a:latin typeface="Times New Roman" pitchFamily="18" charset="0"/>
                <a:cs typeface="Times New Roman" pitchFamily="18" charset="0"/>
              </a:endParaRPr>
            </a:p>
          </p:txBody>
        </p:sp>
        <p:sp>
          <p:nvSpPr>
            <p:cNvPr id="9229" name="직사각형 8"/>
            <p:cNvSpPr>
              <a:spLocks noChangeArrowheads="1"/>
            </p:cNvSpPr>
            <p:nvPr/>
          </p:nvSpPr>
          <p:spPr bwMode="auto">
            <a:xfrm>
              <a:off x="5197475" y="4221163"/>
              <a:ext cx="2157413" cy="419100"/>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err="1" smtClean="0">
                  <a:latin typeface="Times New Roman" pitchFamily="18" charset="0"/>
                  <a:cs typeface="Times New Roman" pitchFamily="18" charset="0"/>
                </a:rPr>
                <a:t>Thực</a:t>
              </a:r>
              <a:r>
                <a:rPr lang="en-US" altLang="ko-KR" sz="900" b="1" smtClean="0">
                  <a:latin typeface="Times New Roman" pitchFamily="18" charset="0"/>
                  <a:cs typeface="Times New Roman" pitchFamily="18" charset="0"/>
                </a:rPr>
                <a:t> </a:t>
              </a:r>
              <a:r>
                <a:rPr lang="en-US" altLang="ko-KR" sz="900" b="1" err="1">
                  <a:latin typeface="Times New Roman" pitchFamily="18" charset="0"/>
                  <a:cs typeface="Times New Roman" pitchFamily="18" charset="0"/>
                </a:rPr>
                <a:t>hiện</a:t>
              </a:r>
              <a:r>
                <a:rPr lang="en-US" altLang="ko-KR" sz="900" b="1">
                  <a:latin typeface="Times New Roman" pitchFamily="18" charset="0"/>
                  <a:cs typeface="Times New Roman" pitchFamily="18" charset="0"/>
                </a:rPr>
                <a:t> teamwork </a:t>
              </a:r>
              <a:r>
                <a:rPr lang="en-US" altLang="ko-KR" sz="900" b="1" err="1">
                  <a:latin typeface="Times New Roman" pitchFamily="18" charset="0"/>
                  <a:cs typeface="Times New Roman" pitchFamily="18" charset="0"/>
                </a:rPr>
                <a:t>trên</a:t>
              </a:r>
              <a:endParaRPr lang="en-US" altLang="ko-KR" sz="900" b="1">
                <a:latin typeface="Times New Roman" pitchFamily="18" charset="0"/>
                <a:cs typeface="Times New Roman" pitchFamily="18" charset="0"/>
              </a:endParaRPr>
            </a:p>
            <a:p>
              <a:pPr eaLnBrk="1" hangingPunct="1">
                <a:spcBef>
                  <a:spcPct val="0"/>
                </a:spcBef>
                <a:buFontTx/>
                <a:buNone/>
              </a:pPr>
              <a:r>
                <a:rPr lang="en-US" altLang="ko-KR" sz="900" b="1" err="1">
                  <a:latin typeface="Times New Roman" pitchFamily="18" charset="0"/>
                  <a:cs typeface="Times New Roman" pitchFamily="18" charset="0"/>
                </a:rPr>
                <a:t>tinh</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thần</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quan</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tâm</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lẫn</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nhau</a:t>
              </a:r>
              <a:endParaRPr lang="ko-KR" altLang="en-US" sz="900" b="1">
                <a:latin typeface="Times New Roman" pitchFamily="18" charset="0"/>
                <a:cs typeface="Times New Roman" pitchFamily="18" charset="0"/>
              </a:endParaRPr>
            </a:p>
          </p:txBody>
        </p:sp>
      </p:grpSp>
      <p:sp>
        <p:nvSpPr>
          <p:cNvPr id="2" name="직사각형 1"/>
          <p:cNvSpPr/>
          <p:nvPr/>
        </p:nvSpPr>
        <p:spPr bwMode="auto">
          <a:xfrm>
            <a:off x="92460" y="4689140"/>
            <a:ext cx="9289032" cy="1453121"/>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Tree>
    <p:extLst>
      <p:ext uri="{BB962C8B-B14F-4D97-AF65-F5344CB8AC3E}">
        <p14:creationId xmlns:p14="http://schemas.microsoft.com/office/powerpoint/2010/main" val="1557725425"/>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ext Box 2"/>
          <p:cNvSpPr txBox="1">
            <a:spLocks noChangeArrowheads="1"/>
          </p:cNvSpPr>
          <p:nvPr/>
        </p:nvSpPr>
        <p:spPr bwMode="auto">
          <a:xfrm>
            <a:off x="76200" y="82550"/>
            <a:ext cx="8851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smtClean="0">
                <a:latin typeface="Times New Roman" panose="02020603050405020304" pitchFamily="18" charset="0"/>
                <a:ea typeface="돋움" pitchFamily="50" charset="-127"/>
                <a:cs typeface="Times New Roman" panose="02020603050405020304" pitchFamily="18" charset="0"/>
              </a:rPr>
              <a:t>An </a:t>
            </a:r>
            <a:r>
              <a:rPr lang="en-US" altLang="ko-KR" sz="1600" b="1" err="1" smtClean="0">
                <a:latin typeface="Times New Roman" panose="02020603050405020304" pitchFamily="18" charset="0"/>
                <a:ea typeface="돋움" pitchFamily="50" charset="-127"/>
                <a:cs typeface="Times New Roman" panose="02020603050405020304" pitchFamily="18" charset="0"/>
              </a:rPr>
              <a:t>toàn</a:t>
            </a:r>
            <a:endParaRPr lang="en-US" altLang="ko-KR" sz="1600" b="1">
              <a:latin typeface="Times New Roman" panose="02020603050405020304" pitchFamily="18" charset="0"/>
              <a:ea typeface="돋움" pitchFamily="50" charset="-127"/>
              <a:cs typeface="Times New Roman" panose="02020603050405020304" pitchFamily="18" charset="0"/>
            </a:endParaRPr>
          </a:p>
        </p:txBody>
      </p:sp>
      <p:graphicFrame>
        <p:nvGraphicFramePr>
          <p:cNvPr id="119" name="표 118"/>
          <p:cNvGraphicFramePr>
            <a:graphicFrameLocks noGrp="1"/>
          </p:cNvGraphicFramePr>
          <p:nvPr>
            <p:extLst>
              <p:ext uri="{D42A27DB-BD31-4B8C-83A1-F6EECF244321}">
                <p14:modId xmlns:p14="http://schemas.microsoft.com/office/powerpoint/2010/main" val="882929257"/>
              </p:ext>
            </p:extLst>
          </p:nvPr>
        </p:nvGraphicFramePr>
        <p:xfrm>
          <a:off x="360363" y="3132138"/>
          <a:ext cx="8799511" cy="3233736"/>
        </p:xfrm>
        <a:graphic>
          <a:graphicData uri="http://schemas.openxmlformats.org/drawingml/2006/table">
            <a:tbl>
              <a:tblPr/>
              <a:tblGrid>
                <a:gridCol w="2213818"/>
                <a:gridCol w="2234803"/>
                <a:gridCol w="3105768"/>
                <a:gridCol w="1245122"/>
              </a:tblGrid>
              <a:tr h="357289">
                <a:tc gridSpan="2">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pPr algn="ctr"/>
                      <a:r>
                        <a:rPr lang="en-US" altLang="ko-KR" sz="1100" b="1"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Hạng</a:t>
                      </a:r>
                      <a:r>
                        <a:rPr lang="en-US" altLang="ko-KR" sz="1100" b="1"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1"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mục</a:t>
                      </a:r>
                      <a:r>
                        <a:rPr lang="en-US" altLang="ko-KR" sz="1100" b="1"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1"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c</a:t>
                      </a:r>
                      <a:r>
                        <a:rPr lang="en-US" altLang="ko-KR" sz="1100" b="1"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hú</a:t>
                      </a:r>
                      <a:r>
                        <a:rPr lang="en-US" altLang="ko-KR" sz="1100" b="1"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ý</a:t>
                      </a:r>
                      <a:endParaRPr lang="en-US" altLang="ko-KR" sz="1100" b="1" u="none" strike="noStrike">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endParaRPr>
                    </a:p>
                  </a:txBody>
                  <a:tcPr marL="0" marR="0" marT="0" marB="0" anchor="ctr">
                    <a:lnL w="3175" cap="flat" cmpd="sng" algn="ctr">
                      <a:noFill/>
                      <a:prstDash val="solid"/>
                      <a:round/>
                      <a:headEnd type="none" w="med" len="med"/>
                      <a:tailEnd type="none" w="med" len="med"/>
                    </a:lnL>
                    <a:lnR w="12700" cap="flat" cmpd="sng" algn="ctr">
                      <a:solidFill>
                        <a:srgbClr val="FFFFFF">
                          <a:lumMod val="65000"/>
                        </a:srgbClr>
                      </a:solidFill>
                      <a:prstDash val="solid"/>
                      <a:round/>
                      <a:headEnd type="none" w="med" len="med"/>
                      <a:tailEnd type="none" w="med" len="med"/>
                    </a:lnR>
                    <a:lnT w="3175" cap="flat" cmpd="sng" algn="ctr">
                      <a:solidFill>
                        <a:srgbClr val="000000">
                          <a:lumMod val="65000"/>
                          <a:lumOff val="35000"/>
                        </a:srgbClr>
                      </a:solidFill>
                      <a:prstDash val="solid"/>
                      <a:round/>
                      <a:headEnd type="none" w="med" len="med"/>
                      <a:tailEnd type="none" w="med" len="med"/>
                    </a:lnT>
                    <a:lnB w="3175" cap="flat" cmpd="sng" algn="ctr">
                      <a:solidFill>
                        <a:srgbClr val="000000">
                          <a:lumMod val="65000"/>
                          <a:lumOff val="3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hMerge="1">
                  <a:txBody>
                    <a:bodyPr/>
                    <a:lstStyle/>
                    <a:p>
                      <a:pPr latinLnBrk="1"/>
                      <a:endParaRPr lang="ko-KR" altLang="en-US"/>
                    </a:p>
                  </a:txBody>
                  <a:tcPr/>
                </a:tc>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pPr algn="ctr"/>
                      <a:r>
                        <a:rPr lang="en-US" altLang="ko-KR" sz="1100" b="1"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Đối</a:t>
                      </a:r>
                      <a:r>
                        <a:rPr lang="en-US" altLang="ko-KR" sz="1100" b="1"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1"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sách</a:t>
                      </a:r>
                      <a:endParaRPr lang="en-US" altLang="ko-KR" sz="1100" b="1" u="none" strike="noStrike">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endParaRPr>
                    </a:p>
                  </a:txBody>
                  <a:tcPr marL="0" marR="0" marT="0" marB="0" anchor="ctr">
                    <a:lnL w="12700" cap="flat" cmpd="sng" algn="ctr">
                      <a:solidFill>
                        <a:srgbClr val="FFFFFF">
                          <a:lumMod val="65000"/>
                        </a:srgbClr>
                      </a:solidFill>
                      <a:prstDash val="solid"/>
                      <a:round/>
                      <a:headEnd type="none" w="med" len="med"/>
                      <a:tailEnd type="none" w="med" len="med"/>
                    </a:lnL>
                    <a:lnR w="12700" cap="flat" cmpd="sng" algn="ctr">
                      <a:solidFill>
                        <a:srgbClr val="FFFFFF">
                          <a:lumMod val="65000"/>
                        </a:srgbClr>
                      </a:solidFill>
                      <a:prstDash val="solid"/>
                      <a:round/>
                      <a:headEnd type="none" w="med" len="med"/>
                      <a:tailEnd type="none" w="med" len="med"/>
                    </a:lnR>
                    <a:lnT w="3175" cap="flat" cmpd="sng" algn="ctr">
                      <a:solidFill>
                        <a:srgbClr val="000000">
                          <a:lumMod val="65000"/>
                          <a:lumOff val="35000"/>
                        </a:srgbClr>
                      </a:solidFill>
                      <a:prstDash val="solid"/>
                      <a:round/>
                      <a:headEnd type="none" w="med" len="med"/>
                      <a:tailEnd type="none" w="med" len="med"/>
                    </a:lnT>
                    <a:lnB w="3175" cap="flat" cmpd="sng" algn="ctr">
                      <a:solidFill>
                        <a:srgbClr val="000000">
                          <a:lumMod val="65000"/>
                          <a:lumOff val="3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pPr algn="ctr"/>
                      <a:r>
                        <a:rPr lang="en-US" altLang="ko-KR" sz="1100" b="1"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Ghi</a:t>
                      </a:r>
                      <a:r>
                        <a:rPr lang="en-US" altLang="ko-KR" sz="1100" b="1"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1"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chú</a:t>
                      </a:r>
                      <a:endParaRPr lang="en-US" altLang="ko-KR" sz="1100" b="1" u="none" strike="noStrike">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endParaRPr>
                    </a:p>
                  </a:txBody>
                  <a:tcPr marL="0" marR="0" marT="0" marB="0" anchor="ctr">
                    <a:lnL w="12700" cap="flat" cmpd="sng" algn="ctr">
                      <a:solidFill>
                        <a:srgbClr val="FFFFFF">
                          <a:lumMod val="65000"/>
                        </a:srgb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rgbClr val="000000">
                          <a:lumMod val="65000"/>
                          <a:lumOff val="35000"/>
                        </a:srgbClr>
                      </a:solidFill>
                      <a:prstDash val="solid"/>
                      <a:round/>
                      <a:headEnd type="none" w="med" len="med"/>
                      <a:tailEnd type="none" w="med" len="med"/>
                    </a:lnT>
                    <a:lnB w="3175" cap="flat" cmpd="sng" algn="ctr">
                      <a:solidFill>
                        <a:srgbClr val="000000">
                          <a:lumMod val="65000"/>
                          <a:lumOff val="3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r>
              <a:tr h="933520">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endParaRPr lang="ko-KR" altLang="en-US" sz="1800">
                        <a:latin typeface="Times New Roman" panose="02020603050405020304" pitchFamily="18" charset="0"/>
                        <a:cs typeface="Times New Roman" panose="02020603050405020304" pitchFamily="18" charset="0"/>
                      </a:endParaRPr>
                    </a:p>
                  </a:txBody>
                  <a:tcPr marL="72001" marR="0" marT="0" marB="0" anchor="ctr">
                    <a:lnL w="3175" cap="flat" cmpd="sng" algn="ctr">
                      <a:noFill/>
                      <a:prstDash val="solid"/>
                      <a:round/>
                      <a:headEnd type="none" w="med" len="med"/>
                      <a:tailEnd type="none" w="med" len="med"/>
                    </a:lnL>
                    <a:lnR w="12700" cap="flat" cmpd="sng" algn="ctr">
                      <a:solidFill>
                        <a:srgbClr val="FFFFFF">
                          <a:lumMod val="65000"/>
                        </a:srgbClr>
                      </a:solidFill>
                      <a:prstDash val="solid"/>
                      <a:round/>
                      <a:headEnd type="none" w="med" len="med"/>
                      <a:tailEnd type="none" w="med" len="med"/>
                    </a:lnR>
                    <a:lnT w="3175" cap="flat" cmpd="sng" algn="ctr">
                      <a:solidFill>
                        <a:srgbClr val="000000">
                          <a:lumMod val="65000"/>
                          <a:lumOff val="35000"/>
                        </a:srgbClr>
                      </a:solidFill>
                      <a:prstDash val="solid"/>
                      <a:round/>
                      <a:headEnd type="none" w="med" len="med"/>
                      <a:tailEnd type="none" w="med" len="med"/>
                    </a:lnT>
                    <a:lnB w="12700" cap="flat" cmpd="sng" algn="ctr">
                      <a:solidFill>
                        <a:srgbClr val="FFFFFF">
                          <a:lumMod val="6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pPr marL="0" indent="0" algn="l">
                        <a:buFontTx/>
                        <a:buNone/>
                      </a:pP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Tai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nạn</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gãy</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ngón</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tay</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do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găng</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tay</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bị</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cuốn</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lại</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khi</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quay motor</a:t>
                      </a:r>
                      <a:endParaRPr lang="en-US" altLang="ko-KR" sz="1100" u="none" strike="noStrike">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endParaRPr>
                    </a:p>
                  </a:txBody>
                  <a:tcPr marL="72001" marR="0" marT="0" marB="0" anchor="ctr">
                    <a:lnL w="12700" cap="flat" cmpd="sng" algn="ctr">
                      <a:solidFill>
                        <a:srgbClr val="FFFFFF">
                          <a:lumMod val="65000"/>
                        </a:srgbClr>
                      </a:solidFill>
                      <a:prstDash val="solid"/>
                      <a:round/>
                      <a:headEnd type="none" w="med" len="med"/>
                      <a:tailEnd type="none" w="med" len="med"/>
                    </a:lnL>
                    <a:lnR w="12700" cap="flat" cmpd="sng" algn="ctr">
                      <a:solidFill>
                        <a:srgbClr val="FFFFFF">
                          <a:lumMod val="65000"/>
                        </a:srgbClr>
                      </a:solidFill>
                      <a:prstDash val="solid"/>
                      <a:round/>
                      <a:headEnd type="none" w="med" len="med"/>
                      <a:tailEnd type="none" w="med" len="med"/>
                    </a:lnR>
                    <a:lnT w="3175" cap="flat" cmpd="sng" algn="ctr">
                      <a:solidFill>
                        <a:srgbClr val="000000">
                          <a:lumMod val="65000"/>
                          <a:lumOff val="35000"/>
                        </a:srgbClr>
                      </a:solidFill>
                      <a:prstDash val="solid"/>
                      <a:round/>
                      <a:headEnd type="none" w="med" len="med"/>
                      <a:tailEnd type="none" w="med" len="med"/>
                    </a:lnT>
                    <a:lnB w="12700" cap="flat" cmpd="sng" algn="ctr">
                      <a:solidFill>
                        <a:srgbClr val="FFFFFF">
                          <a:lumMod val="6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pPr algn="l"/>
                      <a:r>
                        <a:rPr lang="en-US" altLang="ko-KR"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a:t>
                      </a:r>
                      <a:r>
                        <a:rPr lang="ko-KR" altLang="en-US"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Tiến</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đ</a:t>
                      </a:r>
                      <a:r>
                        <a:rPr lang="en-US" altLang="ko-KR" sz="1100"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ào</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tạo</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a:t>
                      </a:r>
                      <a:r>
                        <a:rPr lang="en-US" altLang="ko-KR" sz="1100"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rước</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rồi</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mới</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hành</a:t>
                      </a:r>
                      <a:endParaRPr lang="en-US" altLang="ko-KR"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endParaRPr>
                    </a:p>
                    <a:p>
                      <a:pPr algn="l"/>
                      <a:r>
                        <a:rPr lang="en-US" altLang="ko-KR"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a:t>
                      </a:r>
                      <a:r>
                        <a:rPr lang="ko-KR" altLang="en-US"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Cấm</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đeo</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găng</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tay</a:t>
                      </a:r>
                      <a:endParaRPr lang="en-US" altLang="ko-KR"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a:t>
                      </a:r>
                      <a:r>
                        <a:rPr lang="ko-KR" altLang="en-US"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Vận</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quay RPM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với</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tốc</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độ</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thấp</a:t>
                      </a:r>
                      <a:endParaRPr lang="en-US" altLang="ko-KR"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endParaRPr>
                    </a:p>
                  </a:txBody>
                  <a:tcPr marL="72001" marR="0" marT="0" marB="0" anchor="ctr">
                    <a:lnL w="12700" cap="flat" cmpd="sng" algn="ctr">
                      <a:solidFill>
                        <a:srgbClr val="FFFFFF">
                          <a:lumMod val="65000"/>
                        </a:srgbClr>
                      </a:solidFill>
                      <a:prstDash val="solid"/>
                      <a:round/>
                      <a:headEnd type="none" w="med" len="med"/>
                      <a:tailEnd type="none" w="med" len="med"/>
                    </a:lnL>
                    <a:lnR w="12700" cap="flat" cmpd="sng" algn="ctr">
                      <a:solidFill>
                        <a:srgbClr val="FFFFFF">
                          <a:lumMod val="65000"/>
                        </a:srgbClr>
                      </a:solidFill>
                      <a:prstDash val="solid"/>
                      <a:round/>
                      <a:headEnd type="none" w="med" len="med"/>
                      <a:tailEnd type="none" w="med" len="med"/>
                    </a:lnR>
                    <a:lnT w="3175" cap="flat" cmpd="sng" algn="ctr">
                      <a:solidFill>
                        <a:srgbClr val="000000">
                          <a:lumMod val="65000"/>
                          <a:lumOff val="35000"/>
                        </a:srgbClr>
                      </a:solidFill>
                      <a:prstDash val="solid"/>
                      <a:round/>
                      <a:headEnd type="none" w="med" len="med"/>
                      <a:tailEnd type="none" w="med" len="med"/>
                    </a:lnT>
                    <a:lnB w="12700" cap="flat" cmpd="sng" algn="ctr">
                      <a:solidFill>
                        <a:srgbClr val="FFFFFF">
                          <a:lumMod val="6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1000" b="0" smtClean="0">
                        <a:latin typeface="Times New Roman" panose="02020603050405020304" pitchFamily="18" charset="0"/>
                        <a:cs typeface="Times New Roman" panose="02020603050405020304" pitchFamily="18" charset="0"/>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b="0" err="1" smtClean="0">
                          <a:latin typeface="Times New Roman" panose="02020603050405020304" pitchFamily="18" charset="0"/>
                          <a:cs typeface="Times New Roman" panose="02020603050405020304" pitchFamily="18" charset="0"/>
                        </a:rPr>
                        <a:t>Chờ</a:t>
                      </a:r>
                      <a:r>
                        <a:rPr lang="en-US" altLang="ko-KR" sz="1000" b="0" baseline="0" smtClean="0">
                          <a:latin typeface="Times New Roman" panose="02020603050405020304" pitchFamily="18" charset="0"/>
                          <a:cs typeface="Times New Roman" panose="02020603050405020304" pitchFamily="18" charset="0"/>
                        </a:rPr>
                        <a:t> </a:t>
                      </a:r>
                      <a:r>
                        <a:rPr lang="en-US" altLang="ko-KR" sz="1000" b="0" baseline="0" err="1" smtClean="0">
                          <a:latin typeface="Times New Roman" panose="02020603050405020304" pitchFamily="18" charset="0"/>
                          <a:cs typeface="Times New Roman" panose="02020603050405020304" pitchFamily="18" charset="0"/>
                        </a:rPr>
                        <a:t>giảng</a:t>
                      </a:r>
                      <a:r>
                        <a:rPr lang="en-US" altLang="ko-KR" sz="1000" b="0" baseline="0" smtClean="0">
                          <a:latin typeface="Times New Roman" panose="02020603050405020304" pitchFamily="18" charset="0"/>
                          <a:cs typeface="Times New Roman" panose="02020603050405020304" pitchFamily="18" charset="0"/>
                        </a:rPr>
                        <a:t> </a:t>
                      </a:r>
                      <a:r>
                        <a:rPr lang="en-US" altLang="ko-KR" sz="1000" b="0" baseline="0" err="1" smtClean="0">
                          <a:latin typeface="Times New Roman" panose="02020603050405020304" pitchFamily="18" charset="0"/>
                          <a:cs typeface="Times New Roman" panose="02020603050405020304" pitchFamily="18" charset="0"/>
                        </a:rPr>
                        <a:t>viên</a:t>
                      </a:r>
                      <a:endParaRPr lang="ko-KR" altLang="en-US" sz="1000" b="0" smtClean="0">
                        <a:latin typeface="Times New Roman" panose="02020603050405020304" pitchFamily="18" charset="0"/>
                        <a:cs typeface="Times New Roman" panose="02020603050405020304" pitchFamily="18" charset="0"/>
                      </a:endParaRPr>
                    </a:p>
                  </a:txBody>
                  <a:tcPr marL="72001" marR="0" marT="0" marB="0" anchor="ctr">
                    <a:lnL w="12700" cap="flat" cmpd="sng" algn="ctr">
                      <a:solidFill>
                        <a:srgbClr val="FFFFFF">
                          <a:lumMod val="65000"/>
                        </a:srgb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rgbClr val="000000">
                          <a:lumMod val="65000"/>
                          <a:lumOff val="35000"/>
                        </a:srgbClr>
                      </a:solidFill>
                      <a:prstDash val="solid"/>
                      <a:round/>
                      <a:headEnd type="none" w="med" len="med"/>
                      <a:tailEnd type="none" w="med" len="med"/>
                    </a:lnT>
                    <a:lnB w="12700" cap="flat" cmpd="sng" algn="ctr">
                      <a:solidFill>
                        <a:srgbClr val="FFFFFF">
                          <a:lumMod val="65000"/>
                        </a:srgbClr>
                      </a:solidFill>
                      <a:prstDash val="solid"/>
                      <a:round/>
                      <a:headEnd type="none" w="med" len="med"/>
                      <a:tailEnd type="none" w="med" len="med"/>
                    </a:lnB>
                    <a:lnTlToBr w="12700" cmpd="sng">
                      <a:noFill/>
                      <a:prstDash val="solid"/>
                    </a:lnTlToBr>
                    <a:lnBlToTr w="12700" cmpd="sng">
                      <a:noFill/>
                      <a:prstDash val="solid"/>
                    </a:lnBlToTr>
                    <a:noFill/>
                  </a:tcPr>
                </a:tc>
              </a:tr>
              <a:tr h="935484">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endParaRPr lang="ko-KR" altLang="en-US" sz="1800">
                        <a:latin typeface="Times New Roman" panose="02020603050405020304" pitchFamily="18" charset="0"/>
                        <a:cs typeface="Times New Roman" panose="02020603050405020304" pitchFamily="18" charset="0"/>
                      </a:endParaRPr>
                    </a:p>
                  </a:txBody>
                  <a:tcPr marL="72001" marR="0" marT="0" marB="0" anchor="ctr">
                    <a:lnL w="3175" cap="flat" cmpd="sng" algn="ctr">
                      <a:noFill/>
                      <a:prstDash val="solid"/>
                      <a:round/>
                      <a:headEnd type="none" w="med" len="med"/>
                      <a:tailEnd type="none" w="med" len="med"/>
                    </a:lnL>
                    <a:lnR w="12700" cap="flat" cmpd="sng" algn="ctr">
                      <a:solidFill>
                        <a:srgbClr val="FFFFFF">
                          <a:lumMod val="65000"/>
                        </a:srgbClr>
                      </a:solidFill>
                      <a:prstDash val="solid"/>
                      <a:round/>
                      <a:headEnd type="none" w="med" len="med"/>
                      <a:tailEnd type="none" w="med" len="med"/>
                    </a:lnR>
                    <a:lnT w="12700" cap="flat" cmpd="sng" algn="ctr">
                      <a:solidFill>
                        <a:srgbClr val="FFFFFF">
                          <a:lumMod val="65000"/>
                        </a:srgbClr>
                      </a:solidFill>
                      <a:prstDash val="solid"/>
                      <a:round/>
                      <a:headEnd type="none" w="med" len="med"/>
                      <a:tailEnd type="none" w="med" len="med"/>
                    </a:lnT>
                    <a:lnB w="12700" cap="flat" cmpd="sng" algn="ctr">
                      <a:solidFill>
                        <a:srgbClr val="FFFFFF">
                          <a:lumMod val="6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pPr algn="l"/>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Tai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nạn</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gây</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bầm</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tím</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mặt</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và</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gãy</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ngón</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tay</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đo</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Tool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khi</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di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chuyển</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Robot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tọa</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độ</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góc</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vuông</a:t>
                      </a:r>
                      <a:endParaRPr lang="en-US" altLang="ko-KR" sz="1100" u="none" strike="noStrike">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endParaRPr>
                    </a:p>
                  </a:txBody>
                  <a:tcPr marL="72001" marR="0" marT="0" marB="0" anchor="ctr">
                    <a:lnL w="12700" cap="flat" cmpd="sng" algn="ctr">
                      <a:solidFill>
                        <a:srgbClr val="FFFFFF">
                          <a:lumMod val="65000"/>
                        </a:srgbClr>
                      </a:solidFill>
                      <a:prstDash val="solid"/>
                      <a:round/>
                      <a:headEnd type="none" w="med" len="med"/>
                      <a:tailEnd type="none" w="med" len="med"/>
                    </a:lnL>
                    <a:lnR w="12700" cap="flat" cmpd="sng" algn="ctr">
                      <a:solidFill>
                        <a:srgbClr val="FFFFFF">
                          <a:lumMod val="65000"/>
                        </a:srgbClr>
                      </a:solidFill>
                      <a:prstDash val="solid"/>
                      <a:round/>
                      <a:headEnd type="none" w="med" len="med"/>
                      <a:tailEnd type="none" w="med" len="med"/>
                    </a:lnR>
                    <a:lnT w="12700" cap="flat" cmpd="sng" algn="ctr">
                      <a:solidFill>
                        <a:srgbClr val="FFFFFF">
                          <a:lumMod val="65000"/>
                        </a:srgbClr>
                      </a:solidFill>
                      <a:prstDash val="solid"/>
                      <a:round/>
                      <a:headEnd type="none" w="med" len="med"/>
                      <a:tailEnd type="none" w="med" len="med"/>
                    </a:lnT>
                    <a:lnB w="12700" cap="flat" cmpd="sng" algn="ctr">
                      <a:solidFill>
                        <a:srgbClr val="FFFFFF">
                          <a:lumMod val="6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pPr algn="l"/>
                      <a:r>
                        <a:rPr lang="en-US" altLang="ko-KR"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Tiến</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đ</a:t>
                      </a:r>
                      <a:r>
                        <a:rPr lang="en-US" altLang="ko-KR" sz="1100"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ào</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tạo</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a:t>
                      </a:r>
                      <a:r>
                        <a:rPr lang="en-US" altLang="ko-KR" sz="1100"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rước</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rồi</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mới</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hành</a:t>
                      </a:r>
                      <a:endPar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endParaRPr>
                    </a:p>
                    <a:p>
                      <a:pPr algn="l"/>
                      <a:r>
                        <a:rPr lang="en-US" altLang="ko-KR"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a:t>
                      </a:r>
                      <a:r>
                        <a:rPr lang="ko-KR" altLang="en-US"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Áp</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dụng</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Limit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trên</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dưới</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software</a:t>
                      </a:r>
                      <a:endParaRPr lang="en-US" altLang="ko-KR"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endParaRPr>
                    </a:p>
                    <a:p>
                      <a:pPr algn="l"/>
                      <a:r>
                        <a:rPr lang="en-US" altLang="ko-KR"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a:t>
                      </a:r>
                      <a:r>
                        <a:rPr lang="ko-KR" altLang="en-US"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Áp</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dụng</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tốc</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độ</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chậm</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giá</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trị</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thông</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u="none" strike="noStrike" baseline="0" err="1"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số</a:t>
                      </a:r>
                      <a:r>
                        <a:rPr lang="en-US" altLang="ko-KR" sz="1100" u="none" strike="noStrike" baseline="0"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rPr>
                        <a:t> quay RPM </a:t>
                      </a:r>
                      <a:endParaRPr lang="en-US" altLang="ko-KR" sz="1100" u="none" strike="noStrike" smtClean="0">
                        <a:solidFill>
                          <a:srgbClr val="000000"/>
                        </a:solidFill>
                        <a:effectLst/>
                        <a:latin typeface="Times New Roman" panose="02020603050405020304" pitchFamily="18" charset="0"/>
                        <a:ea typeface="돋움" panose="020B0600000101010101" pitchFamily="50" charset="-127"/>
                        <a:cs typeface="Times New Roman" panose="02020603050405020304" pitchFamily="18" charset="0"/>
                      </a:endParaRPr>
                    </a:p>
                  </a:txBody>
                  <a:tcPr marL="72001" marR="0" marT="0" marB="0" anchor="ctr">
                    <a:lnL w="12700" cap="flat" cmpd="sng" algn="ctr">
                      <a:solidFill>
                        <a:srgbClr val="FFFFFF">
                          <a:lumMod val="65000"/>
                        </a:srgbClr>
                      </a:solidFill>
                      <a:prstDash val="solid"/>
                      <a:round/>
                      <a:headEnd type="none" w="med" len="med"/>
                      <a:tailEnd type="none" w="med" len="med"/>
                    </a:lnL>
                    <a:lnR w="12700" cap="flat" cmpd="sng" algn="ctr">
                      <a:solidFill>
                        <a:srgbClr val="FFFFFF">
                          <a:lumMod val="65000"/>
                        </a:srgbClr>
                      </a:solidFill>
                      <a:prstDash val="solid"/>
                      <a:round/>
                      <a:headEnd type="none" w="med" len="med"/>
                      <a:tailEnd type="none" w="med" len="med"/>
                    </a:lnR>
                    <a:lnT w="12700" cap="flat" cmpd="sng" algn="ctr">
                      <a:solidFill>
                        <a:srgbClr val="FFFFFF">
                          <a:lumMod val="65000"/>
                        </a:srgbClr>
                      </a:solidFill>
                      <a:prstDash val="solid"/>
                      <a:round/>
                      <a:headEnd type="none" w="med" len="med"/>
                      <a:tailEnd type="none" w="med" len="med"/>
                    </a:lnT>
                    <a:lnB w="12700" cap="flat" cmpd="sng" algn="ctr">
                      <a:solidFill>
                        <a:srgbClr val="FFFFFF">
                          <a:lumMod val="6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b="0" err="1" smtClean="0">
                          <a:latin typeface="Times New Roman" panose="02020603050405020304" pitchFamily="18" charset="0"/>
                          <a:cs typeface="Times New Roman" panose="02020603050405020304" pitchFamily="18" charset="0"/>
                        </a:rPr>
                        <a:t>Thiết</a:t>
                      </a:r>
                      <a:r>
                        <a:rPr lang="en-US" altLang="ko-KR" sz="1000" b="0" baseline="0" smtClean="0">
                          <a:latin typeface="Times New Roman" panose="02020603050405020304" pitchFamily="18" charset="0"/>
                          <a:cs typeface="Times New Roman" panose="02020603050405020304" pitchFamily="18" charset="0"/>
                        </a:rPr>
                        <a:t> </a:t>
                      </a:r>
                      <a:r>
                        <a:rPr lang="en-US" altLang="ko-KR" sz="1000" b="0" baseline="0" err="1" smtClean="0">
                          <a:latin typeface="Times New Roman" panose="02020603050405020304" pitchFamily="18" charset="0"/>
                          <a:cs typeface="Times New Roman" panose="02020603050405020304" pitchFamily="18" charset="0"/>
                        </a:rPr>
                        <a:t>lập</a:t>
                      </a:r>
                      <a:r>
                        <a:rPr lang="en-US" altLang="ko-KR" sz="1000" b="0" baseline="0" smtClean="0">
                          <a:latin typeface="Times New Roman" panose="02020603050405020304" pitchFamily="18" charset="0"/>
                          <a:cs typeface="Times New Roman" panose="02020603050405020304" pitchFamily="18" charset="0"/>
                        </a:rPr>
                        <a:t> </a:t>
                      </a:r>
                      <a:r>
                        <a:rPr lang="en-US" altLang="ko-KR" sz="1000" b="0" baseline="0" err="1" smtClean="0">
                          <a:latin typeface="Times New Roman" panose="02020603050405020304" pitchFamily="18" charset="0"/>
                          <a:cs typeface="Times New Roman" panose="02020603050405020304" pitchFamily="18" charset="0"/>
                        </a:rPr>
                        <a:t>giá</a:t>
                      </a:r>
                      <a:r>
                        <a:rPr lang="en-US" altLang="ko-KR" sz="1000" b="0" baseline="0" smtClean="0">
                          <a:latin typeface="Times New Roman" panose="02020603050405020304" pitchFamily="18" charset="0"/>
                          <a:cs typeface="Times New Roman" panose="02020603050405020304" pitchFamily="18" charset="0"/>
                        </a:rPr>
                        <a:t> </a:t>
                      </a:r>
                      <a:r>
                        <a:rPr lang="en-US" altLang="ko-KR" sz="1000" b="0" baseline="0" err="1" smtClean="0">
                          <a:latin typeface="Times New Roman" panose="02020603050405020304" pitchFamily="18" charset="0"/>
                          <a:cs typeface="Times New Roman" panose="02020603050405020304" pitchFamily="18" charset="0"/>
                        </a:rPr>
                        <a:t>trị</a:t>
                      </a:r>
                      <a:r>
                        <a:rPr lang="en-US" altLang="ko-KR" sz="1000" b="0" baseline="0" smtClean="0">
                          <a:latin typeface="Times New Roman" panose="02020603050405020304" pitchFamily="18" charset="0"/>
                          <a:cs typeface="Times New Roman" panose="02020603050405020304" pitchFamily="18" charset="0"/>
                        </a:rPr>
                        <a:t> </a:t>
                      </a:r>
                      <a:r>
                        <a:rPr lang="en-US" altLang="ko-KR" sz="1000" b="0" baseline="0" err="1" smtClean="0">
                          <a:latin typeface="Times New Roman" panose="02020603050405020304" pitchFamily="18" charset="0"/>
                          <a:cs typeface="Times New Roman" panose="02020603050405020304" pitchFamily="18" charset="0"/>
                        </a:rPr>
                        <a:t>thông</a:t>
                      </a:r>
                      <a:r>
                        <a:rPr lang="en-US" altLang="ko-KR" sz="1000" b="0" baseline="0" smtClean="0">
                          <a:latin typeface="Times New Roman" panose="02020603050405020304" pitchFamily="18" charset="0"/>
                          <a:cs typeface="Times New Roman" panose="02020603050405020304" pitchFamily="18" charset="0"/>
                        </a:rPr>
                        <a:t> </a:t>
                      </a:r>
                      <a:r>
                        <a:rPr lang="en-US" altLang="ko-KR" sz="1000" b="0" baseline="0" err="1" smtClean="0">
                          <a:latin typeface="Times New Roman" panose="02020603050405020304" pitchFamily="18" charset="0"/>
                          <a:cs typeface="Times New Roman" panose="02020603050405020304" pitchFamily="18" charset="0"/>
                        </a:rPr>
                        <a:t>số</a:t>
                      </a:r>
                      <a:endParaRPr lang="ko-KR" altLang="en-US" sz="1000" b="0" smtClean="0">
                        <a:latin typeface="Times New Roman" panose="02020603050405020304" pitchFamily="18" charset="0"/>
                        <a:cs typeface="Times New Roman" panose="02020603050405020304" pitchFamily="18" charset="0"/>
                      </a:endParaRPr>
                    </a:p>
                  </a:txBody>
                  <a:tcPr marL="72001" marR="0" marT="0" marB="0" anchor="ctr">
                    <a:lnL w="12700" cap="flat" cmpd="sng" algn="ctr">
                      <a:solidFill>
                        <a:srgbClr val="FFFFFF">
                          <a:lumMod val="65000"/>
                        </a:srgb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rgbClr val="FFFFFF">
                          <a:lumMod val="65000"/>
                        </a:srgbClr>
                      </a:solidFill>
                      <a:prstDash val="solid"/>
                      <a:round/>
                      <a:headEnd type="none" w="med" len="med"/>
                      <a:tailEnd type="none" w="med" len="med"/>
                    </a:lnT>
                    <a:lnB w="12700" cap="flat" cmpd="sng" algn="ctr">
                      <a:solidFill>
                        <a:srgbClr val="FFFFFF">
                          <a:lumMod val="65000"/>
                        </a:srgbClr>
                      </a:solidFill>
                      <a:prstDash val="solid"/>
                      <a:round/>
                      <a:headEnd type="none" w="med" len="med"/>
                      <a:tailEnd type="none" w="med" len="med"/>
                    </a:lnB>
                    <a:lnTlToBr w="12700" cmpd="sng">
                      <a:noFill/>
                      <a:prstDash val="solid"/>
                    </a:lnTlToBr>
                    <a:lnBlToTr w="12700" cmpd="sng">
                      <a:noFill/>
                      <a:prstDash val="solid"/>
                    </a:lnBlToTr>
                    <a:noFill/>
                  </a:tcPr>
                </a:tc>
              </a:tr>
              <a:tr h="1007443">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endParaRPr lang="ko-KR" altLang="en-US" sz="1800">
                        <a:latin typeface="Times New Roman" panose="02020603050405020304" pitchFamily="18" charset="0"/>
                        <a:cs typeface="Times New Roman" panose="02020603050405020304" pitchFamily="18" charset="0"/>
                      </a:endParaRPr>
                    </a:p>
                  </a:txBody>
                  <a:tcPr marL="72001" marR="0" marT="0" marB="0" anchor="ctr">
                    <a:lnL w="3175" cap="flat" cmpd="sng" algn="ctr">
                      <a:noFill/>
                      <a:prstDash val="solid"/>
                      <a:round/>
                      <a:headEnd type="none" w="med" len="med"/>
                      <a:tailEnd type="none" w="med" len="med"/>
                    </a:lnL>
                    <a:lnR w="12700" cap="flat" cmpd="sng" algn="ctr">
                      <a:solidFill>
                        <a:srgbClr val="FFFFFF">
                          <a:lumMod val="65000"/>
                        </a:srgbClr>
                      </a:solidFill>
                      <a:prstDash val="solid"/>
                      <a:round/>
                      <a:headEnd type="none" w="med" len="med"/>
                      <a:tailEnd type="none" w="med" len="med"/>
                    </a:lnR>
                    <a:lnT w="12700" cap="flat" cmpd="sng" algn="ctr">
                      <a:solidFill>
                        <a:srgbClr val="FFFFFF">
                          <a:lumMod val="65000"/>
                        </a:srgbClr>
                      </a:solidFill>
                      <a:prstDash val="solid"/>
                      <a:round/>
                      <a:headEnd type="none" w="med" len="med"/>
                      <a:tailEnd type="none" w="med" len="med"/>
                    </a:lnT>
                    <a:lnB w="3175" cap="flat" cmpd="sng" algn="ctr">
                      <a:solidFill>
                        <a:srgbClr val="000000">
                          <a:lumMod val="65000"/>
                          <a:lumOff val="3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pPr marL="0" indent="0" algn="l" latinLnBrk="1">
                        <a:lnSpc>
                          <a:spcPct val="120000"/>
                        </a:lnSpc>
                        <a:buFontTx/>
                        <a:buChar char="-"/>
                      </a:pPr>
                      <a:r>
                        <a:rPr lang="en-US" altLang="ko-KR" sz="11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Tai </a:t>
                      </a:r>
                      <a:r>
                        <a:rPr lang="en-US" altLang="ko-KR" sz="11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nạ</a:t>
                      </a:r>
                      <a:r>
                        <a:rPr lang="en-US" altLang="ko-KR" sz="11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a:t>
                      </a:r>
                      <a:r>
                        <a:rPr lang="en-US" altLang="ko-KR" sz="11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1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giật</a:t>
                      </a:r>
                      <a:r>
                        <a:rPr lang="en-US" altLang="ko-KR" sz="11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khi</a:t>
                      </a:r>
                      <a:r>
                        <a:rPr lang="en-US" altLang="ko-KR" sz="11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1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11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với</a:t>
                      </a:r>
                      <a:r>
                        <a:rPr lang="en-US" altLang="ko-KR" sz="11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1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endParaRPr lang="en-US" altLang="ko-KR" sz="11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p>
                      <a:pPr marL="0" indent="0" algn="l" latinLnBrk="1">
                        <a:lnSpc>
                          <a:spcPct val="120000"/>
                        </a:lnSpc>
                        <a:buFontTx/>
                        <a:buNone/>
                      </a:pPr>
                      <a:r>
                        <a:rPr lang="en-US" altLang="ko-KR" sz="11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 </a:t>
                      </a:r>
                      <a:r>
                        <a:rPr lang="en-US" altLang="ko-KR" sz="11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1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giật</a:t>
                      </a:r>
                      <a:r>
                        <a:rPr lang="en-US" altLang="ko-KR" sz="11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24V)</a:t>
                      </a:r>
                      <a:endParaRPr lang="ko-KR" altLang="en-US" sz="11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72001" marR="0" marT="0" marB="0" anchor="ctr">
                    <a:lnL w="12700" cap="flat" cmpd="sng" algn="ctr">
                      <a:solidFill>
                        <a:srgbClr val="FFFFFF">
                          <a:lumMod val="65000"/>
                        </a:srgbClr>
                      </a:solidFill>
                      <a:prstDash val="solid"/>
                      <a:round/>
                      <a:headEnd type="none" w="med" len="med"/>
                      <a:tailEnd type="none" w="med" len="med"/>
                    </a:lnL>
                    <a:lnR w="12700" cap="flat" cmpd="sng" algn="ctr">
                      <a:solidFill>
                        <a:srgbClr val="FFFFFF">
                          <a:lumMod val="65000"/>
                        </a:srgbClr>
                      </a:solidFill>
                      <a:prstDash val="solid"/>
                      <a:round/>
                      <a:headEnd type="none" w="med" len="med"/>
                      <a:tailEnd type="none" w="med" len="med"/>
                    </a:lnR>
                    <a:lnT w="12700" cap="flat" cmpd="sng" algn="ctr">
                      <a:solidFill>
                        <a:srgbClr val="FFFFFF">
                          <a:lumMod val="65000"/>
                        </a:srgbClr>
                      </a:solidFill>
                      <a:prstDash val="solid"/>
                      <a:round/>
                      <a:headEnd type="none" w="med" len="med"/>
                      <a:tailEnd type="none" w="med" len="med"/>
                    </a:lnT>
                    <a:lnB w="3175" cap="flat" cmpd="sng" algn="ctr">
                      <a:solidFill>
                        <a:srgbClr val="000000">
                          <a:lumMod val="65000"/>
                          <a:lumOff val="3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pPr marL="0" marR="0" indent="0" algn="l" defTabSz="914400" rtl="0" eaLnBrk="1" fontAlgn="auto" latinLnBrk="1" hangingPunct="1">
                        <a:lnSpc>
                          <a:spcPct val="120000"/>
                        </a:lnSpc>
                        <a:spcBef>
                          <a:spcPts val="0"/>
                        </a:spcBef>
                        <a:spcAft>
                          <a:spcPts val="0"/>
                        </a:spcAft>
                        <a:buClrTx/>
                        <a:buSzTx/>
                        <a:buFontTx/>
                        <a:buNone/>
                        <a:tabLst/>
                        <a:defRPr/>
                      </a:pPr>
                      <a:r>
                        <a:rPr lang="en-US" altLang="ko-KR" sz="1100" b="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ko-KR" altLang="en-US" sz="1100" b="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OFF </a:t>
                      </a:r>
                      <a:r>
                        <a:rPr lang="en-US" altLang="ko-KR" sz="1100" b="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nguồn</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khi</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với</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endParaRPr lang="en-US" altLang="ko-KR" sz="1100" b="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p>
                      <a:pPr marL="0" marR="0" indent="0" algn="l" defTabSz="914400" rtl="0" eaLnBrk="1" fontAlgn="auto" latinLnBrk="1" hangingPunct="1">
                        <a:lnSpc>
                          <a:spcPct val="120000"/>
                        </a:lnSpc>
                        <a:spcBef>
                          <a:spcPts val="0"/>
                        </a:spcBef>
                        <a:spcAft>
                          <a:spcPts val="0"/>
                        </a:spcAft>
                        <a:buClrTx/>
                        <a:buSzTx/>
                        <a:buFontTx/>
                        <a:buNone/>
                        <a:tabLst/>
                        <a:defRPr/>
                      </a:pPr>
                      <a:r>
                        <a:rPr lang="en-US" altLang="ko-KR" sz="1100" b="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ko-KR" altLang="en-US" sz="1100" b="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Đeo</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găng</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tay</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khi</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với</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100" b="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100" b="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100" b="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72001" marR="0" marT="0" marB="0" anchor="ctr">
                    <a:lnL w="12700" cap="flat" cmpd="sng" algn="ctr">
                      <a:solidFill>
                        <a:srgbClr val="FFFFFF">
                          <a:lumMod val="65000"/>
                        </a:srgbClr>
                      </a:solidFill>
                      <a:prstDash val="solid"/>
                      <a:round/>
                      <a:headEnd type="none" w="med" len="med"/>
                      <a:tailEnd type="none" w="med" len="med"/>
                    </a:lnL>
                    <a:lnR w="12700" cap="flat" cmpd="sng" algn="ctr">
                      <a:solidFill>
                        <a:srgbClr val="FFFFFF">
                          <a:lumMod val="65000"/>
                        </a:srgbClr>
                      </a:solidFill>
                      <a:prstDash val="solid"/>
                      <a:round/>
                      <a:headEnd type="none" w="med" len="med"/>
                      <a:tailEnd type="none" w="med" len="med"/>
                    </a:lnR>
                    <a:lnT w="12700" cap="flat" cmpd="sng" algn="ctr">
                      <a:solidFill>
                        <a:srgbClr val="FFFFFF">
                          <a:lumMod val="65000"/>
                        </a:srgbClr>
                      </a:solidFill>
                      <a:prstDash val="solid"/>
                      <a:round/>
                      <a:headEnd type="none" w="med" len="med"/>
                      <a:tailEnd type="none" w="med" len="med"/>
                    </a:lnT>
                    <a:lnB w="3175" cap="flat" cmpd="sng" algn="ctr">
                      <a:solidFill>
                        <a:srgbClr val="000000">
                          <a:lumMod val="65000"/>
                          <a:lumOff val="3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cs typeface=""/>
                        </a:defRPr>
                      </a:lvl1pPr>
                      <a:lvl2pPr marL="457200" algn="l" defTabSz="914400" rtl="0" eaLnBrk="1" latinLnBrk="1" hangingPunct="1">
                        <a:defRPr sz="1800" kern="1200">
                          <a:solidFill>
                            <a:schemeClr val="tx1"/>
                          </a:solidFill>
                          <a:latin typeface="굴림"/>
                          <a:ea typeface="굴림"/>
                          <a:cs typeface=""/>
                        </a:defRPr>
                      </a:lvl2pPr>
                      <a:lvl3pPr marL="914400" algn="l" defTabSz="914400" rtl="0" eaLnBrk="1" latinLnBrk="1" hangingPunct="1">
                        <a:defRPr sz="1800" kern="1200">
                          <a:solidFill>
                            <a:schemeClr val="tx1"/>
                          </a:solidFill>
                          <a:latin typeface="굴림"/>
                          <a:ea typeface="굴림"/>
                          <a:cs typeface=""/>
                        </a:defRPr>
                      </a:lvl3pPr>
                      <a:lvl4pPr marL="1371600" algn="l" defTabSz="914400" rtl="0" eaLnBrk="1" latinLnBrk="1" hangingPunct="1">
                        <a:defRPr sz="1800" kern="1200">
                          <a:solidFill>
                            <a:schemeClr val="tx1"/>
                          </a:solidFill>
                          <a:latin typeface="굴림"/>
                          <a:ea typeface="굴림"/>
                          <a:cs typeface=""/>
                        </a:defRPr>
                      </a:lvl4pPr>
                      <a:lvl5pPr marL="1828800" algn="l" defTabSz="914400" rtl="0" eaLnBrk="1" latinLnBrk="1" hangingPunct="1">
                        <a:defRPr sz="1800" kern="1200">
                          <a:solidFill>
                            <a:schemeClr val="tx1"/>
                          </a:solidFill>
                          <a:latin typeface="굴림"/>
                          <a:ea typeface="굴림"/>
                          <a:cs typeface=""/>
                        </a:defRPr>
                      </a:lvl5pPr>
                      <a:lvl6pPr marL="2286000" algn="l" defTabSz="914400" rtl="0" eaLnBrk="1" latinLnBrk="1" hangingPunct="1">
                        <a:defRPr sz="1800" kern="1200">
                          <a:solidFill>
                            <a:schemeClr val="tx1"/>
                          </a:solidFill>
                          <a:latin typeface="굴림"/>
                          <a:ea typeface="굴림"/>
                          <a:cs typeface=""/>
                        </a:defRPr>
                      </a:lvl6pPr>
                      <a:lvl7pPr marL="2743200" algn="l" defTabSz="914400" rtl="0" eaLnBrk="1" latinLnBrk="1" hangingPunct="1">
                        <a:defRPr sz="1800" kern="1200">
                          <a:solidFill>
                            <a:schemeClr val="tx1"/>
                          </a:solidFill>
                          <a:latin typeface="굴림"/>
                          <a:ea typeface="굴림"/>
                          <a:cs typeface=""/>
                        </a:defRPr>
                      </a:lvl7pPr>
                      <a:lvl8pPr marL="3200400" algn="l" defTabSz="914400" rtl="0" eaLnBrk="1" latinLnBrk="1" hangingPunct="1">
                        <a:defRPr sz="1800" kern="1200">
                          <a:solidFill>
                            <a:schemeClr val="tx1"/>
                          </a:solidFill>
                          <a:latin typeface="굴림"/>
                          <a:ea typeface="굴림"/>
                          <a:cs typeface=""/>
                        </a:defRPr>
                      </a:lvl8pPr>
                      <a:lvl9pPr marL="3657600" algn="l" defTabSz="914400" rtl="0" eaLnBrk="1" latinLnBrk="1" hangingPunct="1">
                        <a:defRPr sz="1800" kern="1200">
                          <a:solidFill>
                            <a:schemeClr val="tx1"/>
                          </a:solidFill>
                          <a:latin typeface="굴림"/>
                          <a:ea typeface="굴림"/>
                          <a:cs typeface=""/>
                        </a:defRPr>
                      </a:lvl9p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1000" b="0" smtClean="0">
                        <a:latin typeface="Times New Roman" panose="02020603050405020304" pitchFamily="18" charset="0"/>
                        <a:cs typeface="Times New Roman" panose="02020603050405020304" pitchFamily="18" charset="0"/>
                      </a:endParaRPr>
                    </a:p>
                  </a:txBody>
                  <a:tcPr marL="72001" marR="0" marT="0" marB="0" anchor="ctr">
                    <a:lnL w="12700" cap="flat" cmpd="sng" algn="ctr">
                      <a:solidFill>
                        <a:srgbClr val="FFFFFF">
                          <a:lumMod val="65000"/>
                        </a:srgb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rgbClr val="FFFFFF">
                          <a:lumMod val="65000"/>
                        </a:srgbClr>
                      </a:solidFill>
                      <a:prstDash val="solid"/>
                      <a:round/>
                      <a:headEnd type="none" w="med" len="med"/>
                      <a:tailEnd type="none" w="med" len="med"/>
                    </a:lnT>
                    <a:lnB w="3175" cap="flat" cmpd="sng" algn="ctr">
                      <a:solidFill>
                        <a:srgbClr val="000000">
                          <a:lumMod val="65000"/>
                          <a:lumOff val="35000"/>
                        </a:srgbClr>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pic>
        <p:nvPicPr>
          <p:cNvPr id="11291" name="그림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79413" y="3594100"/>
            <a:ext cx="1044575" cy="782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92" name="그림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444625" y="3584575"/>
            <a:ext cx="1106488"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93" name="그림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30275" y="4543425"/>
            <a:ext cx="1023938" cy="76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94" name="그림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925513" y="5492750"/>
            <a:ext cx="1019175" cy="765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95" name="Picture 5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89888" y="5519738"/>
            <a:ext cx="1128712" cy="728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lgn="ctr">
                <a:solidFill>
                  <a:srgbClr val="FF0000"/>
                </a:solidFill>
                <a:miter lim="800000"/>
                <a:headEnd/>
                <a:tailEnd/>
              </a14:hiddenLine>
            </a:ext>
            <a:ext uri="{AF507438-7753-43E0-B8FC-AC1667EBCBE1}">
              <a14:hiddenEffects xmlns:a14="http://schemas.microsoft.com/office/drawing/2010/main">
                <a:effectLst>
                  <a:outerShdw dist="17961" dir="2700000" algn="ctr" rotWithShape="0">
                    <a:srgbClr val="708688"/>
                  </a:outerShdw>
                </a:effectLst>
              </a14:hiddenEffects>
            </a:ext>
          </a:extLst>
        </p:spPr>
      </p:pic>
      <p:sp>
        <p:nvSpPr>
          <p:cNvPr id="11296" name="직사각형 1"/>
          <p:cNvSpPr>
            <a:spLocks noChangeArrowheads="1"/>
          </p:cNvSpPr>
          <p:nvPr/>
        </p:nvSpPr>
        <p:spPr bwMode="auto">
          <a:xfrm>
            <a:off x="366712" y="709613"/>
            <a:ext cx="923080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ko-KR" altLang="en-US" sz="1600" b="1">
                <a:solidFill>
                  <a:srgbClr val="FF0000"/>
                </a:solidFill>
                <a:latin typeface="Times New Roman" panose="02020603050405020304" pitchFamily="18" charset="0"/>
                <a:ea typeface="돋움" pitchFamily="50" charset="-127"/>
                <a:cs typeface="Times New Roman" panose="02020603050405020304" pitchFamily="18" charset="0"/>
              </a:rPr>
              <a:t>■ </a:t>
            </a:r>
            <a:r>
              <a:rPr lang="en-US" altLang="ko-KR" sz="1600" b="1" err="1" smtClean="0">
                <a:solidFill>
                  <a:srgbClr val="FF0000"/>
                </a:solidFill>
                <a:latin typeface="Times New Roman" panose="02020603050405020304" pitchFamily="18" charset="0"/>
                <a:ea typeface="돋움" pitchFamily="50" charset="-127"/>
                <a:cs typeface="Times New Roman" panose="02020603050405020304" pitchFamily="18" charset="0"/>
              </a:rPr>
              <a:t>Chú</a:t>
            </a:r>
            <a:r>
              <a:rPr lang="en-US" altLang="ko-KR" sz="1600" b="1" smtClean="0">
                <a:solidFill>
                  <a:srgbClr val="FF0000"/>
                </a:solidFill>
                <a:latin typeface="Times New Roman" panose="02020603050405020304" pitchFamily="18" charset="0"/>
                <a:ea typeface="돋움" pitchFamily="50" charset="-127"/>
                <a:cs typeface="Times New Roman" panose="02020603050405020304" pitchFamily="18" charset="0"/>
              </a:rPr>
              <a:t> ý </a:t>
            </a:r>
            <a:r>
              <a:rPr lang="en-US" altLang="ko-KR" sz="1600" b="1" err="1" smtClean="0">
                <a:solidFill>
                  <a:srgbClr val="FF0000"/>
                </a:solidFill>
                <a:latin typeface="Times New Roman" panose="02020603050405020304" pitchFamily="18" charset="0"/>
                <a:ea typeface="돋움" pitchFamily="50" charset="-127"/>
                <a:cs typeface="Times New Roman" panose="02020603050405020304" pitchFamily="18" charset="0"/>
              </a:rPr>
              <a:t>trước</a:t>
            </a:r>
            <a:r>
              <a:rPr lang="en-US" altLang="ko-KR" sz="16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en-US" altLang="ko-KR" sz="1600" b="1" err="1" smtClean="0">
                <a:solidFill>
                  <a:srgbClr val="FF0000"/>
                </a:solidFill>
                <a:latin typeface="Times New Roman" panose="02020603050405020304" pitchFamily="18" charset="0"/>
                <a:ea typeface="돋움" pitchFamily="50" charset="-127"/>
                <a:cs typeface="Times New Roman" panose="02020603050405020304" pitchFamily="18" charset="0"/>
              </a:rPr>
              <a:t>khi</a:t>
            </a:r>
            <a:r>
              <a:rPr lang="en-US" altLang="ko-KR" sz="16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en-US" altLang="ko-KR" sz="1600" b="1" err="1" smtClean="0">
                <a:solidFill>
                  <a:srgbClr val="FF0000"/>
                </a:solidFill>
                <a:latin typeface="Times New Roman" panose="02020603050405020304" pitchFamily="18" charset="0"/>
                <a:ea typeface="돋움" pitchFamily="50" charset="-127"/>
                <a:cs typeface="Times New Roman" panose="02020603050405020304" pitchFamily="18" charset="0"/>
              </a:rPr>
              <a:t>thực</a:t>
            </a:r>
            <a:r>
              <a:rPr lang="en-US" altLang="ko-KR" sz="16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en-US" altLang="ko-KR" sz="1600" b="1" err="1" smtClean="0">
                <a:solidFill>
                  <a:srgbClr val="FF0000"/>
                </a:solidFill>
                <a:latin typeface="Times New Roman" panose="02020603050405020304" pitchFamily="18" charset="0"/>
                <a:ea typeface="돋움" pitchFamily="50" charset="-127"/>
                <a:cs typeface="Times New Roman" panose="02020603050405020304" pitchFamily="18" charset="0"/>
              </a:rPr>
              <a:t>hành</a:t>
            </a:r>
            <a:r>
              <a:rPr lang="en-US" altLang="ko-KR" sz="1600" b="1" smtClean="0">
                <a:solidFill>
                  <a:srgbClr val="FF0000"/>
                </a:solidFill>
                <a:latin typeface="Times New Roman" panose="02020603050405020304" pitchFamily="18" charset="0"/>
                <a:ea typeface="돋움" pitchFamily="50" charset="-127"/>
                <a:cs typeface="Times New Roman" panose="02020603050405020304" pitchFamily="18" charset="0"/>
              </a:rPr>
              <a:t> PLC</a:t>
            </a:r>
            <a:endParaRPr lang="en-US" altLang="ko-KR" sz="1600" b="1">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1400" b="1">
                <a:solidFill>
                  <a:srgbClr val="FF0000"/>
                </a:solidFill>
                <a:latin typeface="Times New Roman" panose="02020603050405020304" pitchFamily="18" charset="0"/>
                <a:ea typeface="돋움" pitchFamily="50" charset="-127"/>
                <a:cs typeface="Times New Roman" panose="02020603050405020304" pitchFamily="18" charset="0"/>
              </a:rPr>
              <a:t>  </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Ghi</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nhớ</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các</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hạng</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mục</a:t>
            </a:r>
            <a:r>
              <a:rPr lang="en-US" altLang="ko-KR" sz="1400" b="1" smtClean="0">
                <a:latin typeface="Times New Roman" panose="02020603050405020304" pitchFamily="18" charset="0"/>
                <a:ea typeface="돋움" pitchFamily="50" charset="-127"/>
                <a:cs typeface="Times New Roman" panose="02020603050405020304" pitchFamily="18" charset="0"/>
              </a:rPr>
              <a:t> an </a:t>
            </a:r>
            <a:r>
              <a:rPr lang="en-US" altLang="ko-KR" sz="1400" b="1" err="1" smtClean="0">
                <a:latin typeface="Times New Roman" panose="02020603050405020304" pitchFamily="18" charset="0"/>
                <a:ea typeface="돋움" pitchFamily="50" charset="-127"/>
                <a:cs typeface="Times New Roman" panose="02020603050405020304" pitchFamily="18" charset="0"/>
              </a:rPr>
              <a:t>toàn</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trước</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khi</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thực</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hành</a:t>
            </a:r>
            <a:r>
              <a:rPr lang="en-US" altLang="ko-KR" sz="1400" b="1" smtClean="0">
                <a:latin typeface="Times New Roman" panose="02020603050405020304" pitchFamily="18" charset="0"/>
                <a:ea typeface="돋움" pitchFamily="50" charset="-127"/>
                <a:cs typeface="Times New Roman" panose="02020603050405020304" pitchFamily="18" charset="0"/>
              </a:rPr>
              <a:t>.</a:t>
            </a:r>
            <a:endParaRPr lang="en-US" altLang="ko-KR" sz="1400" b="1">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1400" b="1">
                <a:latin typeface="Times New Roman" panose="02020603050405020304" pitchFamily="18" charset="0"/>
                <a:ea typeface="돋움" pitchFamily="50" charset="-127"/>
                <a:cs typeface="Times New Roman" panose="02020603050405020304" pitchFamily="18" charset="0"/>
              </a:rPr>
              <a:t>  - </a:t>
            </a:r>
            <a:r>
              <a:rPr lang="en-US" altLang="ko-KR" sz="1400" b="1" err="1" smtClean="0">
                <a:latin typeface="Times New Roman" panose="02020603050405020304" pitchFamily="18" charset="0"/>
                <a:ea typeface="돋움" pitchFamily="50" charset="-127"/>
                <a:cs typeface="Times New Roman" panose="02020603050405020304" pitchFamily="18" charset="0"/>
              </a:rPr>
              <a:t>Không</a:t>
            </a:r>
            <a:r>
              <a:rPr lang="en-US" altLang="ko-KR" sz="1400" b="1" smtClean="0">
                <a:latin typeface="Times New Roman" panose="02020603050405020304" pitchFamily="18" charset="0"/>
                <a:ea typeface="돋움" pitchFamily="50" charset="-127"/>
                <a:cs typeface="Times New Roman" panose="02020603050405020304" pitchFamily="18" charset="0"/>
              </a:rPr>
              <a:t> di </a:t>
            </a:r>
            <a:r>
              <a:rPr lang="en-US" altLang="ko-KR" sz="1400" b="1" err="1" smtClean="0">
                <a:latin typeface="Times New Roman" panose="02020603050405020304" pitchFamily="18" charset="0"/>
                <a:ea typeface="돋움" pitchFamily="50" charset="-127"/>
                <a:cs typeface="Times New Roman" panose="02020603050405020304" pitchFamily="18" charset="0"/>
              </a:rPr>
              <a:t>chuyển</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và</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tự</a:t>
            </a:r>
            <a:r>
              <a:rPr lang="en-US" altLang="ko-KR" sz="1400" b="1" smtClean="0">
                <a:latin typeface="Times New Roman" panose="02020603050405020304" pitchFamily="18" charset="0"/>
                <a:ea typeface="돋움" pitchFamily="50" charset="-127"/>
                <a:cs typeface="Times New Roman" panose="02020603050405020304" pitchFamily="18" charset="0"/>
              </a:rPr>
              <a:t> ý </a:t>
            </a:r>
            <a:r>
              <a:rPr lang="en-US" altLang="ko-KR" sz="1400" b="1" err="1" smtClean="0">
                <a:latin typeface="Times New Roman" panose="02020603050405020304" pitchFamily="18" charset="0"/>
                <a:ea typeface="돋움" pitchFamily="50" charset="-127"/>
                <a:cs typeface="Times New Roman" panose="02020603050405020304" pitchFamily="18" charset="0"/>
              </a:rPr>
              <a:t>phân</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tách</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thiết</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bị</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máy</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móc</a:t>
            </a:r>
            <a:r>
              <a:rPr lang="en-US" altLang="ko-KR" sz="1400" b="1" smtClean="0">
                <a:latin typeface="Times New Roman" panose="02020603050405020304" pitchFamily="18" charset="0"/>
                <a:ea typeface="돋움" pitchFamily="50" charset="-127"/>
                <a:cs typeface="Times New Roman" panose="02020603050405020304" pitchFamily="18" charset="0"/>
              </a:rPr>
              <a:t> .</a:t>
            </a:r>
            <a:endParaRPr lang="en-US" altLang="ko-KR" sz="1400" b="1">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1400" b="1">
                <a:latin typeface="Times New Roman" panose="02020603050405020304" pitchFamily="18" charset="0"/>
                <a:ea typeface="돋움" pitchFamily="50" charset="-127"/>
                <a:cs typeface="Times New Roman" panose="02020603050405020304" pitchFamily="18" charset="0"/>
              </a:rPr>
              <a:t>  - </a:t>
            </a:r>
            <a:r>
              <a:rPr lang="en-US" altLang="ko-KR" sz="1400" b="1" err="1">
                <a:latin typeface="Times New Roman" panose="02020603050405020304" pitchFamily="18" charset="0"/>
                <a:ea typeface="돋움" pitchFamily="50" charset="-127"/>
                <a:cs typeface="Times New Roman" panose="02020603050405020304" pitchFamily="18" charset="0"/>
              </a:rPr>
              <a:t>Khi</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thực</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hành</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trong</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trạng</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thái</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chỉnh</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lý</a:t>
            </a:r>
            <a:r>
              <a:rPr lang="en-US" altLang="ko-KR" sz="1400" b="1">
                <a:latin typeface="Times New Roman" panose="02020603050405020304" pitchFamily="18" charset="0"/>
                <a:ea typeface="돋움" pitchFamily="50" charset="-127"/>
                <a:cs typeface="Times New Roman" panose="02020603050405020304" pitchFamily="18" charset="0"/>
              </a:rPr>
              <a:t>/</a:t>
            </a:r>
            <a:r>
              <a:rPr lang="en-US" altLang="ko-KR" sz="1400" b="1" err="1">
                <a:latin typeface="Times New Roman" panose="02020603050405020304" pitchFamily="18" charset="0"/>
                <a:ea typeface="돋움" pitchFamily="50" charset="-127"/>
                <a:cs typeface="Times New Roman" panose="02020603050405020304" pitchFamily="18" charset="0"/>
              </a:rPr>
              <a:t>gọn</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gàng</a:t>
            </a:r>
            <a:r>
              <a:rPr lang="en-US" altLang="ko-KR" sz="1400" b="1">
                <a:latin typeface="Times New Roman" panose="02020603050405020304" pitchFamily="18" charset="0"/>
                <a:ea typeface="돋움" pitchFamily="50" charset="-127"/>
                <a:cs typeface="Times New Roman" panose="02020603050405020304" pitchFamily="18" charset="0"/>
              </a:rPr>
              <a:t>/</a:t>
            </a:r>
            <a:r>
              <a:rPr lang="en-US" altLang="ko-KR" sz="1400" b="1" err="1">
                <a:latin typeface="Times New Roman" panose="02020603050405020304" pitchFamily="18" charset="0"/>
                <a:ea typeface="돋움" pitchFamily="50" charset="-127"/>
                <a:cs typeface="Times New Roman" panose="02020603050405020304" pitchFamily="18" charset="0"/>
              </a:rPr>
              <a:t>sạch</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sẽ</a:t>
            </a:r>
            <a:r>
              <a:rPr lang="en-US" altLang="ko-KR" sz="1400" b="1">
                <a:latin typeface="Times New Roman" panose="02020603050405020304" pitchFamily="18" charset="0"/>
                <a:ea typeface="돋움" pitchFamily="50" charset="-127"/>
                <a:cs typeface="Times New Roman" panose="02020603050405020304" pitchFamily="18" charset="0"/>
              </a:rPr>
              <a:t> , </a:t>
            </a:r>
            <a:r>
              <a:rPr lang="en-US" altLang="ko-KR" sz="1400" b="1" err="1">
                <a:latin typeface="Times New Roman" panose="02020603050405020304" pitchFamily="18" charset="0"/>
                <a:ea typeface="돋움" pitchFamily="50" charset="-127"/>
                <a:cs typeface="Times New Roman" panose="02020603050405020304" pitchFamily="18" charset="0"/>
              </a:rPr>
              <a:t>tuân</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thủ</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nội</a:t>
            </a:r>
            <a:r>
              <a:rPr lang="en-US" altLang="ko-KR" sz="1400" b="1">
                <a:latin typeface="Times New Roman" panose="02020603050405020304" pitchFamily="18" charset="0"/>
                <a:ea typeface="돋움" pitchFamily="50" charset="-127"/>
                <a:cs typeface="Times New Roman" panose="02020603050405020304" pitchFamily="18" charset="0"/>
              </a:rPr>
              <a:t> dung </a:t>
            </a:r>
            <a:r>
              <a:rPr lang="en-US" altLang="ko-KR" sz="1400" b="1" err="1">
                <a:latin typeface="Times New Roman" panose="02020603050405020304" pitchFamily="18" charset="0"/>
                <a:ea typeface="돋움" pitchFamily="50" charset="-127"/>
                <a:cs typeface="Times New Roman" panose="02020603050405020304" pitchFamily="18" charset="0"/>
              </a:rPr>
              <a:t>chỉ</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thị</a:t>
            </a:r>
            <a:r>
              <a:rPr lang="en-US" altLang="ko-KR" sz="1400" b="1">
                <a:latin typeface="Times New Roman" panose="02020603050405020304" pitchFamily="18" charset="0"/>
                <a:ea typeface="돋움" pitchFamily="50" charset="-127"/>
                <a:cs typeface="Times New Roman" panose="02020603050405020304" pitchFamily="18" charset="0"/>
              </a:rPr>
              <a:t> an </a:t>
            </a:r>
            <a:r>
              <a:rPr lang="en-US" altLang="ko-KR" sz="1400" b="1" err="1">
                <a:latin typeface="Times New Roman" panose="02020603050405020304" pitchFamily="18" charset="0"/>
                <a:ea typeface="돋움" pitchFamily="50" charset="-127"/>
                <a:cs typeface="Times New Roman" panose="02020603050405020304" pitchFamily="18" charset="0"/>
              </a:rPr>
              <a:t>toàn</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và</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nguyên</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a:latin typeface="Times New Roman" panose="02020603050405020304" pitchFamily="18" charset="0"/>
                <a:ea typeface="돋움" pitchFamily="50" charset="-127"/>
                <a:cs typeface="Times New Roman" panose="02020603050405020304" pitchFamily="18" charset="0"/>
              </a:rPr>
              <a:t>tắc</a:t>
            </a:r>
            <a:r>
              <a:rPr lang="en-US" altLang="ko-KR" sz="1400" b="1">
                <a:latin typeface="Times New Roman" panose="02020603050405020304" pitchFamily="18" charset="0"/>
                <a:ea typeface="돋움" pitchFamily="50" charset="-127"/>
                <a:cs typeface="Times New Roman" panose="02020603050405020304" pitchFamily="18" charset="0"/>
              </a:rPr>
              <a:t> an </a:t>
            </a:r>
            <a:r>
              <a:rPr lang="en-US" altLang="ko-KR" sz="1400" b="1" err="1">
                <a:latin typeface="Times New Roman" panose="02020603050405020304" pitchFamily="18" charset="0"/>
                <a:ea typeface="돋움" pitchFamily="50" charset="-127"/>
                <a:cs typeface="Times New Roman" panose="02020603050405020304" pitchFamily="18" charset="0"/>
              </a:rPr>
              <a:t>toàn</a:t>
            </a:r>
            <a:r>
              <a:rPr lang="en-US" altLang="ko-KR" sz="1400" b="1">
                <a:latin typeface="Times New Roman" panose="02020603050405020304" pitchFamily="18" charset="0"/>
                <a:ea typeface="돋움" pitchFamily="50" charset="-127"/>
                <a:cs typeface="Times New Roman" panose="02020603050405020304" pitchFamily="18" charset="0"/>
              </a:rPr>
              <a:t>.</a:t>
            </a:r>
          </a:p>
          <a:p>
            <a:pPr eaLnBrk="1" hangingPunct="1">
              <a:spcBef>
                <a:spcPct val="0"/>
              </a:spcBef>
              <a:buFontTx/>
              <a:buNone/>
            </a:pP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Trang</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bị</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đồ</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bảo</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hộ</a:t>
            </a:r>
            <a:r>
              <a:rPr lang="en-US" altLang="ko-KR" sz="1400" b="1" smtClean="0">
                <a:latin typeface="Times New Roman" panose="02020603050405020304" pitchFamily="18" charset="0"/>
                <a:ea typeface="돋움" pitchFamily="50" charset="-127"/>
                <a:cs typeface="Times New Roman" panose="02020603050405020304" pitchFamily="18" charset="0"/>
              </a:rPr>
              <a:t> an </a:t>
            </a:r>
            <a:r>
              <a:rPr lang="en-US" altLang="ko-KR" sz="1400" b="1" err="1" smtClean="0">
                <a:latin typeface="Times New Roman" panose="02020603050405020304" pitchFamily="18" charset="0"/>
                <a:ea typeface="돋움" pitchFamily="50" charset="-127"/>
                <a:cs typeface="Times New Roman" panose="02020603050405020304" pitchFamily="18" charset="0"/>
              </a:rPr>
              <a:t>toàn</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được</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chỉ</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định</a:t>
            </a:r>
            <a:r>
              <a:rPr lang="en-US" altLang="ko-KR" sz="1400" b="1" smtClean="0">
                <a:latin typeface="Times New Roman" panose="02020603050405020304" pitchFamily="18" charset="0"/>
                <a:ea typeface="돋움" pitchFamily="50" charset="-127"/>
                <a:cs typeface="Times New Roman" panose="02020603050405020304" pitchFamily="18" charset="0"/>
              </a:rPr>
              <a:t>.</a:t>
            </a:r>
            <a:r>
              <a:rPr lang="ko-KR" altLang="en-US" sz="1400" b="1" smtClean="0">
                <a:latin typeface="Times New Roman" panose="02020603050405020304" pitchFamily="18" charset="0"/>
                <a:ea typeface="돋움" pitchFamily="50" charset="-127"/>
                <a:cs typeface="Times New Roman" panose="02020603050405020304" pitchFamily="18" charset="0"/>
              </a:rPr>
              <a:t> </a:t>
            </a:r>
            <a:endParaRPr lang="en-US" altLang="ko-KR" sz="1400" b="1"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smtClean="0">
                <a:latin typeface="Times New Roman" panose="02020603050405020304" pitchFamily="18" charset="0"/>
                <a:ea typeface="돋움" pitchFamily="50" charset="-127"/>
                <a:cs typeface="Times New Roman" panose="02020603050405020304" pitchFamily="18" charset="0"/>
              </a:rPr>
              <a:t> - </a:t>
            </a:r>
            <a:r>
              <a:rPr lang="en-US" altLang="ko-KR" sz="1400" b="1" err="1" smtClean="0">
                <a:latin typeface="Times New Roman" panose="02020603050405020304" pitchFamily="18" charset="0"/>
                <a:ea typeface="돋움" pitchFamily="50" charset="-127"/>
                <a:cs typeface="Times New Roman" panose="02020603050405020304" pitchFamily="18" charset="0"/>
              </a:rPr>
              <a:t>Trong</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khi</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thực</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hành</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khi</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phán</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đoán</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có</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lỗi</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nghiêm</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trọng</a:t>
            </a:r>
            <a:r>
              <a:rPr lang="en-US" altLang="ko-KR" sz="1400" b="1" smtClean="0">
                <a:latin typeface="Times New Roman" panose="02020603050405020304" pitchFamily="18" charset="0"/>
                <a:ea typeface="돋움" pitchFamily="50" charset="-127"/>
                <a:cs typeface="Times New Roman" panose="02020603050405020304" pitchFamily="18" charset="0"/>
              </a:rPr>
              <a:t> hay </a:t>
            </a:r>
            <a:r>
              <a:rPr lang="en-US" altLang="ko-KR" sz="1400" b="1" err="1" smtClean="0">
                <a:latin typeface="Times New Roman" panose="02020603050405020304" pitchFamily="18" charset="0"/>
                <a:ea typeface="돋움" pitchFamily="50" charset="-127"/>
                <a:cs typeface="Times New Roman" panose="02020603050405020304" pitchFamily="18" charset="0"/>
              </a:rPr>
              <a:t>nguy</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hiểm</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về</a:t>
            </a:r>
            <a:r>
              <a:rPr lang="en-US" altLang="ko-KR" sz="1400" b="1" smtClean="0">
                <a:latin typeface="Times New Roman" panose="02020603050405020304" pitchFamily="18" charset="0"/>
                <a:ea typeface="돋움" pitchFamily="50" charset="-127"/>
                <a:cs typeface="Times New Roman" panose="02020603050405020304" pitchFamily="18" charset="0"/>
              </a:rPr>
              <a:t> an </a:t>
            </a:r>
            <a:r>
              <a:rPr lang="en-US" altLang="ko-KR" sz="1400" b="1" err="1" smtClean="0">
                <a:latin typeface="Times New Roman" panose="02020603050405020304" pitchFamily="18" charset="0"/>
                <a:ea typeface="돋움" pitchFamily="50" charset="-127"/>
                <a:cs typeface="Times New Roman" panose="02020603050405020304" pitchFamily="18" charset="0"/>
              </a:rPr>
              <a:t>toàn</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lập</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tức</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dừng</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lại</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sửa</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chữa</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và</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nhận</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sự</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đồng</a:t>
            </a:r>
            <a:r>
              <a:rPr lang="en-US" altLang="ko-KR" sz="1400" b="1" smtClean="0">
                <a:latin typeface="Times New Roman" panose="02020603050405020304" pitchFamily="18" charset="0"/>
                <a:ea typeface="돋움" pitchFamily="50" charset="-127"/>
                <a:cs typeface="Times New Roman" panose="02020603050405020304" pitchFamily="18" charset="0"/>
              </a:rPr>
              <a:t> ý </a:t>
            </a:r>
            <a:r>
              <a:rPr lang="en-US" altLang="ko-KR" sz="1400" b="1" err="1" smtClean="0">
                <a:latin typeface="Times New Roman" panose="02020603050405020304" pitchFamily="18" charset="0"/>
                <a:ea typeface="돋움" pitchFamily="50" charset="-127"/>
                <a:cs typeface="Times New Roman" panose="02020603050405020304" pitchFamily="18" charset="0"/>
              </a:rPr>
              <a:t>của</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người</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phụ</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trách</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sau</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đó</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tiếp</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tục</a:t>
            </a:r>
            <a:r>
              <a:rPr lang="en-US" altLang="ko-KR" sz="1400" b="1">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thực</a:t>
            </a:r>
            <a:r>
              <a:rPr lang="en-US" altLang="ko-KR" sz="1400" b="1" smtClean="0">
                <a:latin typeface="Times New Roman" panose="02020603050405020304" pitchFamily="18" charset="0"/>
                <a:ea typeface="돋움" pitchFamily="50" charset="-127"/>
                <a:cs typeface="Times New Roman" panose="02020603050405020304" pitchFamily="18" charset="0"/>
              </a:rPr>
              <a:t> </a:t>
            </a:r>
            <a:r>
              <a:rPr lang="en-US" altLang="ko-KR" sz="1400" b="1" err="1" smtClean="0">
                <a:latin typeface="Times New Roman" panose="02020603050405020304" pitchFamily="18" charset="0"/>
                <a:ea typeface="돋움" pitchFamily="50" charset="-127"/>
                <a:cs typeface="Times New Roman" panose="02020603050405020304" pitchFamily="18" charset="0"/>
              </a:rPr>
              <a:t>hành</a:t>
            </a:r>
            <a:r>
              <a:rPr lang="en-US" altLang="ko-KR" sz="1400" b="1" smtClean="0">
                <a:latin typeface="Times New Roman" panose="02020603050405020304" pitchFamily="18" charset="0"/>
                <a:ea typeface="돋움" pitchFamily="50" charset="-127"/>
                <a:cs typeface="Times New Roman" panose="02020603050405020304" pitchFamily="18" charset="0"/>
              </a:rPr>
              <a:t>.</a:t>
            </a:r>
            <a:endParaRPr lang="en-US" altLang="ko-KR" sz="1400" b="1">
              <a:latin typeface="Times New Roman" panose="02020603050405020304" pitchFamily="18" charset="0"/>
              <a:ea typeface="돋움" pitchFamily="50" charset="-127"/>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Text Box 2"/>
          <p:cNvSpPr txBox="1">
            <a:spLocks noChangeArrowheads="1"/>
          </p:cNvSpPr>
          <p:nvPr/>
        </p:nvSpPr>
        <p:spPr bwMode="auto">
          <a:xfrm>
            <a:off x="2538413" y="512763"/>
            <a:ext cx="5300662" cy="560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71689" tIns="35844" rIns="71689" bIns="35844">
            <a:spAutoFit/>
          </a:bodyPr>
          <a:lstStyle>
            <a:lvl1pPr defTabSz="717550"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717550"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717550"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717550"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717550"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71755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71755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71755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71755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err="1" smtClean="0">
                <a:latin typeface="Times New Roman" panose="02020603050405020304" pitchFamily="18" charset="0"/>
                <a:ea typeface="HY견고딕" pitchFamily="18" charset="-127"/>
                <a:cs typeface="Times New Roman" panose="02020603050405020304" pitchFamily="18" charset="0"/>
              </a:rPr>
              <a:t>Mục</a:t>
            </a:r>
            <a:r>
              <a:rPr lang="en-US" altLang="ko-KR" smtClean="0">
                <a:latin typeface="Times New Roman" panose="02020603050405020304" pitchFamily="18" charset="0"/>
                <a:ea typeface="HY견고딕" pitchFamily="18" charset="-127"/>
                <a:cs typeface="Times New Roman" panose="02020603050405020304" pitchFamily="18" charset="0"/>
              </a:rPr>
              <a:t> </a:t>
            </a:r>
            <a:r>
              <a:rPr lang="en-US" altLang="ko-KR" err="1" smtClean="0">
                <a:latin typeface="Times New Roman" panose="02020603050405020304" pitchFamily="18" charset="0"/>
                <a:ea typeface="HY견고딕" pitchFamily="18" charset="-127"/>
                <a:cs typeface="Times New Roman" panose="02020603050405020304" pitchFamily="18" charset="0"/>
              </a:rPr>
              <a:t>lục</a:t>
            </a:r>
            <a:endParaRPr lang="ko-KR" altLang="en-US">
              <a:latin typeface="Times New Roman" panose="02020603050405020304" pitchFamily="18" charset="0"/>
              <a:ea typeface="HY견고딕" pitchFamily="18" charset="-127"/>
              <a:cs typeface="Times New Roman" panose="02020603050405020304" pitchFamily="18" charset="0"/>
            </a:endParaRPr>
          </a:p>
        </p:txBody>
      </p:sp>
      <p:sp>
        <p:nvSpPr>
          <p:cNvPr id="2216963" name="Arc 3"/>
          <p:cNvSpPr>
            <a:spLocks/>
          </p:cNvSpPr>
          <p:nvPr/>
        </p:nvSpPr>
        <p:spPr bwMode="auto">
          <a:xfrm>
            <a:off x="0" y="839788"/>
            <a:ext cx="3681413" cy="601821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gradFill rotWithShape="0">
            <a:gsLst>
              <a:gs pos="0">
                <a:schemeClr val="accent2">
                  <a:gamma/>
                  <a:tint val="0"/>
                  <a:invGamma/>
                </a:schemeClr>
              </a:gs>
              <a:gs pos="100000">
                <a:schemeClr val="accent2"/>
              </a:gs>
            </a:gsLst>
            <a:lin ang="5400000" scaled="1"/>
          </a:gradFill>
          <a:ln w="9525">
            <a:noFill/>
            <a:round/>
            <a:headEnd type="none" w="sm" len="sm"/>
            <a:tailEnd type="none" w="sm" len="sm"/>
          </a:ln>
          <a:effectLst/>
        </p:spPr>
        <p:txBody>
          <a:bodyPr/>
          <a:lstStyle/>
          <a:p>
            <a:pPr>
              <a:lnSpc>
                <a:spcPct val="100000"/>
              </a:lnSpc>
              <a:defRPr/>
            </a:pPr>
            <a:endParaRPr lang="ko-KR" altLang="ko-KR" sz="2400">
              <a:latin typeface="Times New Roman" panose="02020603050405020304" pitchFamily="18" charset="0"/>
              <a:ea typeface="굴림" pitchFamily="50" charset="-127"/>
              <a:cs typeface="Times New Roman" panose="02020603050405020304" pitchFamily="18" charset="0"/>
            </a:endParaRPr>
          </a:p>
        </p:txBody>
      </p:sp>
      <p:sp>
        <p:nvSpPr>
          <p:cNvPr id="12292" name="Line 4"/>
          <p:cNvSpPr>
            <a:spLocks noChangeShapeType="1"/>
          </p:cNvSpPr>
          <p:nvPr/>
        </p:nvSpPr>
        <p:spPr bwMode="auto">
          <a:xfrm>
            <a:off x="3073400" y="1125538"/>
            <a:ext cx="4229100" cy="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2293" name="Text Box 8"/>
          <p:cNvSpPr txBox="1">
            <a:spLocks noChangeArrowheads="1"/>
          </p:cNvSpPr>
          <p:nvPr/>
        </p:nvSpPr>
        <p:spPr bwMode="auto">
          <a:xfrm>
            <a:off x="2864768" y="1744663"/>
            <a:ext cx="2927340" cy="3650230"/>
          </a:xfrm>
          <a:prstGeom prst="rect">
            <a:avLst/>
          </a:prstGeom>
          <a:noFill/>
          <a:ln>
            <a:noFill/>
          </a:ln>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70000"/>
              </a:lnSpc>
              <a:spcBef>
                <a:spcPct val="0"/>
              </a:spcBef>
              <a:buFontTx/>
              <a:buNone/>
            </a:pPr>
            <a:r>
              <a:rPr lang="en-US" altLang="ko-KR" sz="1400" b="1">
                <a:latin typeface="Times New Roman" panose="02020603050405020304" pitchFamily="18" charset="0"/>
                <a:cs typeface="Times New Roman" panose="02020603050405020304" pitchFamily="18" charset="0"/>
              </a:rPr>
              <a:t>1. </a:t>
            </a:r>
            <a:r>
              <a:rPr lang="en-US" altLang="ko-KR" sz="1400" b="1" err="1" smtClean="0">
                <a:latin typeface="Times New Roman" panose="02020603050405020304" pitchFamily="18" charset="0"/>
                <a:cs typeface="Times New Roman" panose="02020603050405020304" pitchFamily="18" charset="0"/>
              </a:rPr>
              <a:t>Tìm</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hiểu</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cấu</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tạo</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cơ</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bản</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của</a:t>
            </a:r>
            <a:r>
              <a:rPr lang="en-US" altLang="ko-KR" sz="1400" b="1" smtClean="0">
                <a:latin typeface="Times New Roman" panose="02020603050405020304" pitchFamily="18" charset="0"/>
                <a:cs typeface="Times New Roman" panose="02020603050405020304" pitchFamily="18" charset="0"/>
              </a:rPr>
              <a:t> PLC</a:t>
            </a:r>
            <a:endParaRPr lang="ko-KR" altLang="en-US" sz="1400" b="1">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1-1. </a:t>
            </a:r>
            <a:r>
              <a:rPr lang="en-US" altLang="ko-KR" sz="1200" err="1" smtClean="0">
                <a:latin typeface="Times New Roman" panose="02020603050405020304" pitchFamily="18" charset="0"/>
                <a:cs typeface="Times New Roman" panose="02020603050405020304" pitchFamily="18" charset="0"/>
              </a:rPr>
              <a:t>Sơ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lược</a:t>
            </a:r>
            <a:r>
              <a:rPr lang="en-US" altLang="ko-KR" sz="1200" smtClean="0">
                <a:latin typeface="Times New Roman" panose="02020603050405020304" pitchFamily="18" charset="0"/>
                <a:cs typeface="Times New Roman" panose="02020603050405020304" pitchFamily="18" charset="0"/>
              </a:rPr>
              <a:t> PLC</a:t>
            </a:r>
            <a:endParaRPr lang="ko-KR" altLang="en-US" sz="1200">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1-2. </a:t>
            </a:r>
            <a:r>
              <a:rPr lang="en-US" altLang="ko-KR" sz="1200" err="1" smtClean="0">
                <a:latin typeface="Times New Roman" panose="02020603050405020304" pitchFamily="18" charset="0"/>
                <a:cs typeface="Times New Roman" panose="02020603050405020304" pitchFamily="18" charset="0"/>
              </a:rPr>
              <a:t>Cấu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tạo</a:t>
            </a:r>
            <a:r>
              <a:rPr lang="en-US" altLang="ko-KR" sz="1200" smtClean="0">
                <a:latin typeface="Times New Roman" panose="02020603050405020304" pitchFamily="18" charset="0"/>
                <a:cs typeface="Times New Roman" panose="02020603050405020304" pitchFamily="18" charset="0"/>
              </a:rPr>
              <a:t> PLC</a:t>
            </a:r>
            <a:endParaRPr lang="ko-KR" altLang="en-US" sz="1200">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1-3. </a:t>
            </a:r>
            <a:r>
              <a:rPr lang="en-US" altLang="ko-KR" sz="1200" err="1" smtClean="0">
                <a:latin typeface="Times New Roman" panose="02020603050405020304" pitchFamily="18" charset="0"/>
                <a:cs typeface="Times New Roman" panose="02020603050405020304" pitchFamily="18" charset="0"/>
              </a:rPr>
              <a:t>Vai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trò</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từng</a:t>
            </a:r>
            <a:r>
              <a:rPr lang="en-US" altLang="ko-KR" sz="1200" smtClean="0">
                <a:latin typeface="Times New Roman" panose="02020603050405020304" pitchFamily="18" charset="0"/>
                <a:cs typeface="Times New Roman" panose="02020603050405020304" pitchFamily="18" charset="0"/>
              </a:rPr>
              <a:t> PLC Card</a:t>
            </a:r>
            <a:endParaRPr lang="ko-KR" altLang="en-US" sz="1200">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1-4.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chia I/O(</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chiếm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hữu</a:t>
            </a:r>
            <a:r>
              <a:rPr lang="en-US" altLang="ko-KR" sz="1200" smtClean="0">
                <a:latin typeface="Times New Roman" panose="02020603050405020304" pitchFamily="18" charset="0"/>
                <a:cs typeface="Times New Roman" panose="02020603050405020304" pitchFamily="18" charset="0"/>
              </a:rPr>
              <a:t>)</a:t>
            </a:r>
            <a:endParaRPr lang="ko-KR" altLang="en-US" sz="1200">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1-5. </a:t>
            </a:r>
            <a:r>
              <a:rPr lang="en-US" altLang="ko-KR" sz="1200" err="1" smtClean="0">
                <a:latin typeface="Times New Roman" panose="02020603050405020304" pitchFamily="18" charset="0"/>
                <a:cs typeface="Times New Roman" panose="02020603050405020304" pitchFamily="18" charset="0"/>
              </a:rPr>
              <a:t>Biểu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hiện</a:t>
            </a:r>
            <a:r>
              <a:rPr lang="en-US" altLang="ko-KR" sz="1200" smtClean="0">
                <a:latin typeface="Times New Roman" panose="02020603050405020304" pitchFamily="18" charset="0"/>
                <a:cs typeface="Times New Roman" panose="02020603050405020304" pitchFamily="18" charset="0"/>
              </a:rPr>
              <a:t> Data (</a:t>
            </a:r>
            <a:r>
              <a:rPr lang="en-US" altLang="ko-KR" sz="1200" err="1" smtClean="0">
                <a:latin typeface="Times New Roman" panose="02020603050405020304" pitchFamily="18" charset="0"/>
                <a:cs typeface="Times New Roman" panose="02020603050405020304" pitchFamily="18" charset="0"/>
              </a:rPr>
              <a:t>Số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liệu</a:t>
            </a:r>
            <a:r>
              <a:rPr lang="en-US" altLang="ko-KR" sz="1200" smtClean="0">
                <a:latin typeface="Times New Roman" panose="02020603050405020304" pitchFamily="18" charset="0"/>
                <a:cs typeface="Times New Roman" panose="02020603050405020304" pitchFamily="18" charset="0"/>
              </a:rPr>
              <a:t>)</a:t>
            </a:r>
            <a:endParaRPr lang="ko-KR" altLang="en-US" sz="1200">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1-6. </a:t>
            </a:r>
            <a:r>
              <a:rPr lang="en-US" altLang="ko-KR" sz="1200" err="1" smtClean="0">
                <a:latin typeface="Times New Roman" panose="02020603050405020304" pitchFamily="18" charset="0"/>
                <a:cs typeface="Times New Roman" panose="02020603050405020304" pitchFamily="18" charset="0"/>
              </a:rPr>
              <a:t>Thay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liệu</a:t>
            </a:r>
            <a:endParaRPr lang="en-US" altLang="ko-KR" sz="1200" smtClean="0">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lnSpc>
                <a:spcPct val="170000"/>
              </a:lnSpc>
              <a:spcBef>
                <a:spcPct val="0"/>
              </a:spcBef>
              <a:buFontTx/>
              <a:buNone/>
            </a:pPr>
            <a:r>
              <a:rPr lang="ko-KR" altLang="en-US" sz="1200" smtClean="0">
                <a:latin typeface="Times New Roman" panose="02020603050405020304" pitchFamily="18" charset="0"/>
                <a:cs typeface="Times New Roman" panose="02020603050405020304" pitchFamily="18" charset="0"/>
              </a:rPr>
              <a:t>  </a:t>
            </a:r>
            <a:endParaRPr lang="en-US" altLang="ko-KR" sz="1200">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en-US" altLang="ko-KR" sz="1400" b="1">
                <a:latin typeface="Times New Roman" panose="02020603050405020304" pitchFamily="18" charset="0"/>
                <a:cs typeface="Times New Roman" panose="02020603050405020304" pitchFamily="18" charset="0"/>
              </a:rPr>
              <a:t>2. PLC Device </a:t>
            </a:r>
            <a:r>
              <a:rPr lang="ko-KR" altLang="en-US"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và</a:t>
            </a:r>
            <a:r>
              <a:rPr lang="en-US" altLang="ko-KR" sz="1400" b="1" smtClean="0">
                <a:latin typeface="Times New Roman" panose="02020603050405020304" pitchFamily="18" charset="0"/>
                <a:cs typeface="Times New Roman" panose="02020603050405020304" pitchFamily="18" charset="0"/>
              </a:rPr>
              <a:t> Flow </a:t>
            </a:r>
            <a:r>
              <a:rPr lang="en-US" altLang="ko-KR" sz="1400" b="1" err="1" smtClean="0">
                <a:latin typeface="Times New Roman" panose="02020603050405020304" pitchFamily="18" charset="0"/>
                <a:cs typeface="Times New Roman" panose="02020603050405020304" pitchFamily="18" charset="0"/>
              </a:rPr>
              <a:t>thao</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tác</a:t>
            </a:r>
            <a:endParaRPr lang="en-US" altLang="ko-KR" sz="1400" b="1">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en-US" altLang="ko-KR" sz="1200">
                <a:latin typeface="Times New Roman" panose="02020603050405020304" pitchFamily="18" charset="0"/>
                <a:cs typeface="Times New Roman" panose="02020603050405020304" pitchFamily="18" charset="0"/>
              </a:rPr>
              <a:t>   2-1. </a:t>
            </a:r>
            <a:r>
              <a:rPr lang="en-US" altLang="ko-KR" sz="1200" err="1" smtClean="0">
                <a:latin typeface="Times New Roman" panose="02020603050405020304" pitchFamily="18" charset="0"/>
                <a:cs typeface="Times New Roman" panose="02020603050405020304" pitchFamily="18" charset="0"/>
              </a:rPr>
              <a:t>Các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Device</a:t>
            </a:r>
            <a:endParaRPr lang="ko-KR" altLang="en-US" sz="1200">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2-2. </a:t>
            </a:r>
            <a:r>
              <a:rPr lang="en-US" altLang="ko-KR" sz="1200" smtClean="0">
                <a:latin typeface="Times New Roman" panose="02020603050405020304" pitchFamily="18" charset="0"/>
                <a:cs typeface="Times New Roman" panose="02020603050405020304" pitchFamily="18" charset="0"/>
              </a:rPr>
              <a:t>Flow </a:t>
            </a:r>
            <a:r>
              <a:rPr lang="en-US" altLang="ko-KR" sz="1200" err="1" smtClean="0">
                <a:latin typeface="Times New Roman" panose="02020603050405020304" pitchFamily="18" charset="0"/>
                <a:cs typeface="Times New Roman" panose="02020603050405020304" pitchFamily="18" charset="0"/>
              </a:rPr>
              <a:t>thao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PLC</a:t>
            </a:r>
            <a:endParaRPr lang="en-US" altLang="ko-KR" sz="1200">
              <a:latin typeface="Times New Roman" panose="02020603050405020304" pitchFamily="18" charset="0"/>
              <a:cs typeface="Times New Roman" panose="02020603050405020304" pitchFamily="18" charset="0"/>
            </a:endParaRPr>
          </a:p>
        </p:txBody>
      </p:sp>
      <p:sp>
        <p:nvSpPr>
          <p:cNvPr id="12294" name="Text Box 10"/>
          <p:cNvSpPr txBox="1">
            <a:spLocks noChangeArrowheads="1"/>
          </p:cNvSpPr>
          <p:nvPr/>
        </p:nvSpPr>
        <p:spPr bwMode="auto">
          <a:xfrm>
            <a:off x="6106169" y="1743075"/>
            <a:ext cx="2367956" cy="2394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70000"/>
              </a:lnSpc>
              <a:spcBef>
                <a:spcPct val="0"/>
              </a:spcBef>
              <a:buFontTx/>
              <a:buNone/>
            </a:pPr>
            <a:r>
              <a:rPr lang="en-US" altLang="ko-KR" sz="1400" b="1">
                <a:latin typeface="Times New Roman" panose="02020603050405020304" pitchFamily="18" charset="0"/>
                <a:cs typeface="Times New Roman" panose="02020603050405020304" pitchFamily="18" charset="0"/>
              </a:rPr>
              <a:t>3. </a:t>
            </a:r>
            <a:r>
              <a:rPr lang="en-US" altLang="ko-KR" sz="1400" b="1" err="1" smtClean="0">
                <a:latin typeface="Times New Roman" panose="02020603050405020304" pitchFamily="18" charset="0"/>
                <a:cs typeface="Times New Roman" panose="02020603050405020304" pitchFamily="18" charset="0"/>
              </a:rPr>
              <a:t>Cài</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đặt</a:t>
            </a:r>
            <a:r>
              <a:rPr lang="en-US" altLang="ko-KR" sz="1400" b="1" smtClean="0">
                <a:latin typeface="Times New Roman" panose="02020603050405020304" pitchFamily="18" charset="0"/>
                <a:cs typeface="Times New Roman" panose="02020603050405020304" pitchFamily="18" charset="0"/>
              </a:rPr>
              <a:t> PLC Software</a:t>
            </a:r>
            <a:endParaRPr lang="ko-KR" altLang="en-US" sz="1400" b="1">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3-1. </a:t>
            </a:r>
            <a:r>
              <a:rPr lang="en-US" altLang="ko-KR" sz="1200" err="1" smtClean="0">
                <a:latin typeface="Times New Roman" panose="02020603050405020304" pitchFamily="18" charset="0"/>
                <a:cs typeface="Times New Roman" panose="02020603050405020304" pitchFamily="18" charset="0"/>
              </a:rPr>
              <a:t>Cài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đặt</a:t>
            </a:r>
            <a:r>
              <a:rPr lang="en-US" altLang="ko-KR" sz="1200" smtClean="0">
                <a:latin typeface="Times New Roman" panose="02020603050405020304" pitchFamily="18" charset="0"/>
                <a:cs typeface="Times New Roman" panose="02020603050405020304" pitchFamily="18" charset="0"/>
              </a:rPr>
              <a:t> GX Developer</a:t>
            </a:r>
            <a:endParaRPr lang="ko-KR" altLang="en-US" sz="1200">
              <a:latin typeface="Times New Roman" panose="02020603050405020304" pitchFamily="18" charset="0"/>
              <a:cs typeface="Times New Roman" panose="02020603050405020304" pitchFamily="18" charset="0"/>
            </a:endParaRPr>
          </a:p>
          <a:p>
            <a:pPr eaLnBrk="1" hangingPunct="1">
              <a:lnSpc>
                <a:spcPct val="18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3-2. </a:t>
            </a:r>
            <a:r>
              <a:rPr lang="en-US" altLang="ko-KR" sz="1200" err="1" smtClean="0">
                <a:latin typeface="Times New Roman" panose="02020603050405020304" pitchFamily="18" charset="0"/>
                <a:cs typeface="Times New Roman" panose="02020603050405020304" pitchFamily="18" charset="0"/>
              </a:rPr>
              <a:t>Cài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đặt</a:t>
            </a:r>
            <a:r>
              <a:rPr lang="en-US" altLang="ko-KR" sz="1200" smtClean="0">
                <a:latin typeface="Times New Roman" panose="02020603050405020304" pitchFamily="18" charset="0"/>
                <a:cs typeface="Times New Roman" panose="02020603050405020304" pitchFamily="18" charset="0"/>
              </a:rPr>
              <a:t> Utility</a:t>
            </a:r>
            <a:endParaRPr lang="ko-KR" altLang="en-US" sz="1200">
              <a:latin typeface="Times New Roman" panose="02020603050405020304" pitchFamily="18" charset="0"/>
              <a:cs typeface="Times New Roman" panose="02020603050405020304" pitchFamily="18" charset="0"/>
            </a:endParaRPr>
          </a:p>
          <a:p>
            <a:pPr eaLnBrk="1" hangingPunct="1">
              <a:lnSpc>
                <a:spcPct val="16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3-3. </a:t>
            </a:r>
            <a:r>
              <a:rPr lang="en-US" altLang="ko-KR" sz="1200" err="1" smtClean="0">
                <a:latin typeface="Times New Roman" panose="02020603050405020304" pitchFamily="18" charset="0"/>
                <a:cs typeface="Times New Roman" panose="02020603050405020304" pitchFamily="18" charset="0"/>
              </a:rPr>
              <a:t>Cài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đặt</a:t>
            </a:r>
            <a:r>
              <a:rPr lang="en-US" altLang="ko-KR" sz="1200" smtClean="0">
                <a:latin typeface="Times New Roman" panose="02020603050405020304" pitchFamily="18" charset="0"/>
                <a:cs typeface="Times New Roman" panose="02020603050405020304" pitchFamily="18" charset="0"/>
              </a:rPr>
              <a:t> Drive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tấn</a:t>
            </a:r>
            <a:r>
              <a:rPr lang="en-US" altLang="ko-KR" sz="1200" smtClean="0">
                <a:latin typeface="Times New Roman" panose="02020603050405020304" pitchFamily="18" charset="0"/>
                <a:cs typeface="Times New Roman" panose="02020603050405020304" pitchFamily="18" charset="0"/>
              </a:rPr>
              <a:t> USB</a:t>
            </a:r>
            <a:endParaRPr lang="en-US" altLang="ko-KR" sz="800" b="1">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en-US" altLang="ko-KR" sz="1400" b="1">
                <a:latin typeface="Times New Roman" panose="02020603050405020304" pitchFamily="18" charset="0"/>
                <a:cs typeface="Times New Roman" panose="02020603050405020304" pitchFamily="18" charset="0"/>
              </a:rPr>
              <a:t>4. </a:t>
            </a:r>
            <a:r>
              <a:rPr lang="en-US" altLang="ko-KR" sz="1400" b="1" err="1" smtClean="0">
                <a:latin typeface="Times New Roman" panose="02020603050405020304" pitchFamily="18" charset="0"/>
                <a:cs typeface="Times New Roman" panose="02020603050405020304" pitchFamily="18" charset="0"/>
              </a:rPr>
              <a:t>Vận</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hành</a:t>
            </a:r>
            <a:r>
              <a:rPr lang="en-US" altLang="ko-KR" sz="1400" b="1" smtClean="0">
                <a:latin typeface="Times New Roman" panose="02020603050405020304" pitchFamily="18" charset="0"/>
                <a:cs typeface="Times New Roman" panose="02020603050405020304" pitchFamily="18" charset="0"/>
              </a:rPr>
              <a:t> GX Developer</a:t>
            </a:r>
            <a:endParaRPr lang="ko-KR" altLang="en-US" sz="1400" b="1">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4-1. </a:t>
            </a:r>
            <a:r>
              <a:rPr lang="en-US" altLang="ko-KR" sz="1200" err="1" smtClean="0">
                <a:latin typeface="Times New Roman" panose="02020603050405020304" pitchFamily="18" charset="0"/>
                <a:cs typeface="Times New Roman" panose="02020603050405020304" pitchFamily="18" charset="0"/>
              </a:rPr>
              <a:t>Cấu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màn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hình</a:t>
            </a:r>
            <a:r>
              <a:rPr lang="en-US" altLang="ko-KR" sz="1200" smtClean="0">
                <a:latin typeface="Times New Roman" panose="02020603050405020304" pitchFamily="18" charset="0"/>
                <a:cs typeface="Times New Roman" panose="02020603050405020304" pitchFamily="18" charset="0"/>
              </a:rPr>
              <a:t> GPPW</a:t>
            </a:r>
            <a:endParaRPr lang="ko-KR" altLang="en-US" sz="1200">
              <a:latin typeface="Times New Roman" panose="02020603050405020304" pitchFamily="18" charset="0"/>
              <a:cs typeface="Times New Roman" panose="02020603050405020304" pitchFamily="18" charset="0"/>
            </a:endParaRPr>
          </a:p>
          <a:p>
            <a:pPr eaLnBrk="1" hangingPunct="1">
              <a:lnSpc>
                <a:spcPct val="17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4-2. </a:t>
            </a:r>
            <a:r>
              <a:rPr lang="en-US" altLang="ko-KR" sz="1200" err="1" smtClean="0">
                <a:latin typeface="Times New Roman" panose="02020603050405020304" pitchFamily="18" charset="0"/>
                <a:cs typeface="Times New Roman" panose="02020603050405020304" pitchFamily="18" charset="0"/>
              </a:rPr>
              <a:t>Thao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bản</a:t>
            </a:r>
            <a:r>
              <a:rPr lang="en-US" altLang="ko-KR" sz="1200" smtClean="0">
                <a:latin typeface="Times New Roman" panose="02020603050405020304" pitchFamily="18" charset="0"/>
                <a:cs typeface="Times New Roman" panose="02020603050405020304" pitchFamily="18" charset="0"/>
              </a:rPr>
              <a:t> GPPW</a:t>
            </a:r>
            <a:endParaRPr lang="ko-KR" altLang="en-US" sz="1200">
              <a:latin typeface="Times New Roman" panose="02020603050405020304" pitchFamily="18" charset="0"/>
              <a:cs typeface="Times New Roman" panose="02020603050405020304" pitchFamily="18" charset="0"/>
            </a:endParaRPr>
          </a:p>
        </p:txBody>
      </p:sp>
      <p:sp>
        <p:nvSpPr>
          <p:cNvPr id="12295" name="Rectangle 12"/>
          <p:cNvSpPr>
            <a:spLocks noChangeArrowheads="1"/>
          </p:cNvSpPr>
          <p:nvPr/>
        </p:nvSpPr>
        <p:spPr bwMode="auto">
          <a:xfrm>
            <a:off x="6106169" y="4383088"/>
            <a:ext cx="2735263" cy="172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85337" tIns="42669" rIns="85337" bIns="42669">
            <a:spAutoFit/>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5. </a:t>
            </a:r>
            <a:r>
              <a:rPr lang="en-US" altLang="ko-KR" sz="1400" b="1" err="1" smtClean="0">
                <a:latin typeface="Times New Roman" panose="02020603050405020304" pitchFamily="18" charset="0"/>
                <a:cs typeface="Times New Roman" panose="02020603050405020304" pitchFamily="18" charset="0"/>
              </a:rPr>
              <a:t>Từ</a:t>
            </a:r>
            <a:r>
              <a:rPr lang="en-US" altLang="ko-KR" sz="1400" b="1" smtClean="0">
                <a:latin typeface="Times New Roman" panose="02020603050405020304" pitchFamily="18" charset="0"/>
                <a:cs typeface="Times New Roman" panose="02020603050405020304" pitchFamily="18" charset="0"/>
              </a:rPr>
              <a:t> lệnh cơ bản</a:t>
            </a:r>
            <a:endParaRPr lang="ko-KR" altLang="en-US" sz="1400" b="1">
              <a:latin typeface="Times New Roman" panose="02020603050405020304" pitchFamily="18" charset="0"/>
              <a:cs typeface="Times New Roman" panose="02020603050405020304" pitchFamily="18" charset="0"/>
            </a:endParaRPr>
          </a:p>
          <a:p>
            <a:pPr eaLnBrk="1" hangingPunct="1">
              <a:lnSpc>
                <a:spcPct val="160000"/>
              </a:lnSpc>
              <a:spcBef>
                <a:spcPct val="0"/>
              </a:spcBef>
              <a:buFontTx/>
              <a:buNone/>
            </a:pPr>
            <a:r>
              <a:rPr lang="ko-KR" altLang="en-US" sz="1400" b="1">
                <a:latin typeface="Times New Roman" panose="02020603050405020304" pitchFamily="18" charset="0"/>
                <a:cs typeface="Times New Roman" panose="02020603050405020304" pitchFamily="18" charset="0"/>
              </a:rPr>
              <a:t> </a:t>
            </a:r>
            <a:r>
              <a:rPr lang="ko-KR" altLang="en-US" sz="14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5-1. </a:t>
            </a:r>
            <a:r>
              <a:rPr lang="en-US" altLang="ko-KR" sz="1200" err="1" smtClean="0">
                <a:latin typeface="Times New Roman" panose="02020603050405020304" pitchFamily="18" charset="0"/>
                <a:cs typeface="Times New Roman" panose="02020603050405020304" pitchFamily="18" charset="0"/>
              </a:rPr>
              <a:t>Từ</a:t>
            </a:r>
            <a:r>
              <a:rPr lang="en-US" altLang="ko-KR" sz="1200" smtClean="0">
                <a:latin typeface="Times New Roman" panose="02020603050405020304" pitchFamily="18" charset="0"/>
                <a:cs typeface="Times New Roman" panose="02020603050405020304" pitchFamily="18" charset="0"/>
              </a:rPr>
              <a:t> lệnh cơ bản</a:t>
            </a:r>
            <a:endParaRPr lang="ko-KR" altLang="en-US" sz="120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5-2. </a:t>
            </a:r>
            <a:r>
              <a:rPr lang="en-US" altLang="ko-KR" sz="1200" err="1" smtClean="0">
                <a:latin typeface="Times New Roman" panose="02020603050405020304" pitchFamily="18" charset="0"/>
                <a:cs typeface="Times New Roman" panose="02020603050405020304" pitchFamily="18" charset="0"/>
              </a:rPr>
              <a:t>Chuẩn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đoán</a:t>
            </a:r>
            <a:r>
              <a:rPr lang="en-US" altLang="ko-KR" sz="1200" smtClean="0">
                <a:latin typeface="Times New Roman" panose="02020603050405020304" pitchFamily="18" charset="0"/>
                <a:cs typeface="Times New Roman" panose="02020603050405020304" pitchFamily="18" charset="0"/>
              </a:rPr>
              <a:t> Trouble</a:t>
            </a:r>
          </a:p>
          <a:p>
            <a:pPr eaLnBrk="1" hangingPunct="1">
              <a:lnSpc>
                <a:spcPct val="140000"/>
              </a:lnSpc>
              <a:spcBef>
                <a:spcPct val="0"/>
              </a:spcBef>
              <a:buFontTx/>
              <a:buNone/>
            </a:pP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5-3</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UDH CPU</a:t>
            </a:r>
            <a:endParaRPr lang="en-US" altLang="ko-KR" sz="120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a:latin typeface="Times New Roman" panose="02020603050405020304" pitchFamily="18" charset="0"/>
                <a:cs typeface="Times New Roman" panose="02020603050405020304" pitchFamily="18" charset="0"/>
              </a:rPr>
              <a:t>   5-4.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CPU </a:t>
            </a:r>
            <a:endParaRPr lang="en-US" altLang="ko-KR" sz="120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a:latin typeface="Times New Roman" panose="02020603050405020304" pitchFamily="18" charset="0"/>
                <a:cs typeface="Times New Roman" panose="02020603050405020304" pitchFamily="18" charset="0"/>
              </a:rPr>
              <a:t>   5-5. </a:t>
            </a:r>
            <a:r>
              <a:rPr lang="en-US" altLang="ko-KR" sz="1200" err="1" smtClean="0">
                <a:latin typeface="Times New Roman" panose="02020603050405020304" pitchFamily="18" charset="0"/>
                <a:cs typeface="Times New Roman" panose="02020603050405020304" pitchFamily="18" charset="0"/>
              </a:rPr>
              <a:t>Phụ</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lục</a:t>
            </a:r>
            <a:endParaRPr lang="ko-KR" altLang="en-US" sz="1200">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Oval 105"/>
          <p:cNvSpPr>
            <a:spLocks noChangeArrowheads="1"/>
          </p:cNvSpPr>
          <p:nvPr/>
        </p:nvSpPr>
        <p:spPr bwMode="auto">
          <a:xfrm>
            <a:off x="115888" y="700088"/>
            <a:ext cx="954087" cy="533400"/>
          </a:xfrm>
          <a:prstGeom prst="ellipse">
            <a:avLst/>
          </a:prstGeom>
          <a:gradFill rotWithShape="0">
            <a:gsLst>
              <a:gs pos="0">
                <a:srgbClr val="FFFFFF"/>
              </a:gs>
              <a:gs pos="100000">
                <a:srgbClr val="E8D8DC"/>
              </a:gs>
            </a:gsLst>
            <a:path path="shape">
              <a:fillToRect l="50000" t="50000" r="50000" b="50000"/>
            </a:path>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defTabSz="96043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96043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96043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96043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96043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96043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96043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96043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96043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100" b="1">
                <a:latin typeface="Times New Roman" panose="02020603050405020304" pitchFamily="18" charset="0"/>
                <a:ea typeface="돋움" pitchFamily="50" charset="-127"/>
                <a:cs typeface="Times New Roman" panose="02020603050405020304" pitchFamily="18" charset="0"/>
              </a:rPr>
              <a:t>Terminal</a:t>
            </a:r>
          </a:p>
          <a:p>
            <a:pPr algn="ctr" eaLnBrk="1" hangingPunct="1">
              <a:lnSpc>
                <a:spcPct val="100000"/>
              </a:lnSpc>
              <a:spcBef>
                <a:spcPct val="0"/>
              </a:spcBef>
              <a:buFontTx/>
              <a:buNone/>
            </a:pPr>
            <a:r>
              <a:rPr lang="en-US" altLang="ko-KR" sz="1100" b="1">
                <a:latin typeface="Times New Roman" panose="02020603050405020304" pitchFamily="18" charset="0"/>
                <a:ea typeface="돋움" pitchFamily="50" charset="-127"/>
                <a:cs typeface="Times New Roman" panose="02020603050405020304" pitchFamily="18" charset="0"/>
              </a:rPr>
              <a:t>Objective</a:t>
            </a:r>
          </a:p>
        </p:txBody>
      </p:sp>
      <p:sp>
        <p:nvSpPr>
          <p:cNvPr id="13316" name="Oval 106"/>
          <p:cNvSpPr>
            <a:spLocks noChangeArrowheads="1"/>
          </p:cNvSpPr>
          <p:nvPr/>
        </p:nvSpPr>
        <p:spPr bwMode="auto">
          <a:xfrm>
            <a:off x="115888" y="1492250"/>
            <a:ext cx="954087" cy="533400"/>
          </a:xfrm>
          <a:prstGeom prst="ellipse">
            <a:avLst/>
          </a:prstGeom>
          <a:gradFill rotWithShape="0">
            <a:gsLst>
              <a:gs pos="0">
                <a:srgbClr val="FFFFFF"/>
              </a:gs>
              <a:gs pos="100000">
                <a:srgbClr val="E8D8DC"/>
              </a:gs>
            </a:gsLst>
            <a:path path="shape">
              <a:fillToRect l="50000" t="50000" r="50000" b="50000"/>
            </a:path>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defTabSz="96043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96043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96043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96043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96043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96043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96043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96043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96043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100" b="1">
                <a:latin typeface="Times New Roman" panose="02020603050405020304" pitchFamily="18" charset="0"/>
                <a:ea typeface="돋움" pitchFamily="50" charset="-127"/>
                <a:cs typeface="Times New Roman" panose="02020603050405020304" pitchFamily="18" charset="0"/>
              </a:rPr>
              <a:t>Enabling</a:t>
            </a:r>
          </a:p>
          <a:p>
            <a:pPr algn="ctr" eaLnBrk="1" hangingPunct="1">
              <a:lnSpc>
                <a:spcPct val="100000"/>
              </a:lnSpc>
              <a:spcBef>
                <a:spcPct val="0"/>
              </a:spcBef>
              <a:buFontTx/>
              <a:buNone/>
            </a:pPr>
            <a:r>
              <a:rPr lang="en-US" altLang="ko-KR" sz="1100" b="1">
                <a:latin typeface="Times New Roman" panose="02020603050405020304" pitchFamily="18" charset="0"/>
                <a:ea typeface="돋움" pitchFamily="50" charset="-127"/>
                <a:cs typeface="Times New Roman" panose="02020603050405020304" pitchFamily="18" charset="0"/>
              </a:rPr>
              <a:t>Objective</a:t>
            </a:r>
          </a:p>
        </p:txBody>
      </p:sp>
      <p:sp>
        <p:nvSpPr>
          <p:cNvPr id="13317" name="Oval 107"/>
          <p:cNvSpPr>
            <a:spLocks noChangeArrowheads="1"/>
          </p:cNvSpPr>
          <p:nvPr/>
        </p:nvSpPr>
        <p:spPr bwMode="auto">
          <a:xfrm>
            <a:off x="115888" y="2614613"/>
            <a:ext cx="954087" cy="533400"/>
          </a:xfrm>
          <a:prstGeom prst="ellipse">
            <a:avLst/>
          </a:prstGeom>
          <a:gradFill rotWithShape="0">
            <a:gsLst>
              <a:gs pos="0">
                <a:srgbClr val="FFFFFF"/>
              </a:gs>
              <a:gs pos="100000">
                <a:srgbClr val="E8D8DC"/>
              </a:gs>
            </a:gsLst>
            <a:path path="shape">
              <a:fillToRect l="50000" t="50000" r="50000" b="50000"/>
            </a:path>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defTabSz="96043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96043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96043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96043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96043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96043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96043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96043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96043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b="1" err="1" smtClean="0">
                <a:latin typeface="Times New Roman" panose="02020603050405020304" pitchFamily="18" charset="0"/>
                <a:ea typeface="돋움" pitchFamily="50" charset="-127"/>
                <a:cs typeface="Times New Roman" panose="02020603050405020304" pitchFamily="18" charset="0"/>
              </a:rPr>
              <a:t>Nội</a:t>
            </a:r>
            <a:r>
              <a:rPr lang="en-US" altLang="ko-KR" sz="1000" b="1" smtClean="0">
                <a:latin typeface="Times New Roman" panose="02020603050405020304" pitchFamily="18" charset="0"/>
                <a:ea typeface="돋움" pitchFamily="50" charset="-127"/>
                <a:cs typeface="Times New Roman" panose="02020603050405020304" pitchFamily="18" charset="0"/>
              </a:rPr>
              <a:t> dung </a:t>
            </a:r>
            <a:r>
              <a:rPr lang="en-US" altLang="ko-KR" sz="1000" b="1" err="1" smtClean="0">
                <a:latin typeface="Times New Roman" panose="02020603050405020304" pitchFamily="18" charset="0"/>
                <a:ea typeface="돋움" pitchFamily="50" charset="-127"/>
                <a:cs typeface="Times New Roman" panose="02020603050405020304" pitchFamily="18" charset="0"/>
              </a:rPr>
              <a:t>đào</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tạo</a:t>
            </a:r>
            <a:endParaRPr lang="ko-KR" altLang="en-US" sz="1000" b="1">
              <a:latin typeface="Times New Roman" panose="02020603050405020304" pitchFamily="18" charset="0"/>
              <a:ea typeface="돋움" pitchFamily="50" charset="-127"/>
              <a:cs typeface="Times New Roman" panose="02020603050405020304" pitchFamily="18" charset="0"/>
            </a:endParaRPr>
          </a:p>
          <a:p>
            <a:pPr algn="ctr" eaLnBrk="1" hangingPunct="1">
              <a:lnSpc>
                <a:spcPct val="100000"/>
              </a:lnSpc>
              <a:spcBef>
                <a:spcPct val="0"/>
              </a:spcBef>
              <a:buFontTx/>
              <a:buNone/>
            </a:pPr>
            <a:r>
              <a:rPr lang="en-US" altLang="ko-KR" sz="1000" b="1" smtClean="0">
                <a:latin typeface="Times New Roman" panose="02020603050405020304" pitchFamily="18" charset="0"/>
                <a:ea typeface="돋움" pitchFamily="50" charset="-127"/>
                <a:cs typeface="Times New Roman" panose="02020603050405020304" pitchFamily="18" charset="0"/>
              </a:rPr>
              <a:t>/</a:t>
            </a:r>
            <a:r>
              <a:rPr lang="en-US" altLang="ko-KR" sz="1000" b="1" err="1" smtClean="0">
                <a:latin typeface="Times New Roman" panose="02020603050405020304" pitchFamily="18" charset="0"/>
                <a:ea typeface="돋움" pitchFamily="50" charset="-127"/>
                <a:cs typeface="Times New Roman" panose="02020603050405020304" pitchFamily="18" charset="0"/>
              </a:rPr>
              <a:t>Mục</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tiêu</a:t>
            </a:r>
            <a:r>
              <a:rPr lang="en-US" altLang="ko-KR" sz="1000" b="1" smtClean="0">
                <a:latin typeface="Times New Roman" panose="02020603050405020304" pitchFamily="18" charset="0"/>
                <a:ea typeface="돋움" pitchFamily="50" charset="-127"/>
                <a:cs typeface="Times New Roman" panose="02020603050405020304" pitchFamily="18" charset="0"/>
              </a:rPr>
              <a:t> chi </a:t>
            </a:r>
            <a:r>
              <a:rPr lang="en-US" altLang="ko-KR" sz="1000" b="1" err="1" smtClean="0">
                <a:latin typeface="Times New Roman" panose="02020603050405020304" pitchFamily="18" charset="0"/>
                <a:ea typeface="돋움" pitchFamily="50" charset="-127"/>
                <a:cs typeface="Times New Roman" panose="02020603050405020304" pitchFamily="18" charset="0"/>
              </a:rPr>
              <a:t>tiết</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18" name="Rectangle 126"/>
          <p:cNvSpPr>
            <a:spLocks noChangeArrowheads="1"/>
          </p:cNvSpPr>
          <p:nvPr/>
        </p:nvSpPr>
        <p:spPr bwMode="auto">
          <a:xfrm>
            <a:off x="1063625" y="804863"/>
            <a:ext cx="7783513" cy="2954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Clr>
                <a:schemeClr val="tx1"/>
              </a:buClr>
              <a:buFont typeface="Wingdings" pitchFamily="2" charset="2"/>
              <a:buChar char="§"/>
            </a:pPr>
            <a:r>
              <a:rPr lang="en-US" altLang="ko-KR" sz="1100" b="1" smtClean="0">
                <a:latin typeface="Times New Roman" panose="02020603050405020304" pitchFamily="18" charset="0"/>
                <a:ea typeface="돋움" pitchFamily="50" charset="-127"/>
                <a:cs typeface="Times New Roman" panose="02020603050405020304" pitchFamily="18" charset="0"/>
              </a:rPr>
              <a:t> </a:t>
            </a:r>
            <a:r>
              <a:rPr lang="en-US" altLang="ko-KR" sz="1100" b="1" err="1" smtClean="0">
                <a:latin typeface="Times New Roman" panose="02020603050405020304" pitchFamily="18" charset="0"/>
                <a:ea typeface="돋움" pitchFamily="50" charset="-127"/>
                <a:cs typeface="Times New Roman" panose="02020603050405020304" pitchFamily="18" charset="0"/>
              </a:rPr>
              <a:t>Có</a:t>
            </a:r>
            <a:r>
              <a:rPr lang="en-US" altLang="ko-KR" sz="1100" b="1" smtClean="0">
                <a:latin typeface="Times New Roman" panose="02020603050405020304" pitchFamily="18" charset="0"/>
                <a:ea typeface="돋움" pitchFamily="50" charset="-127"/>
                <a:cs typeface="Times New Roman" panose="02020603050405020304" pitchFamily="18" charset="0"/>
              </a:rPr>
              <a:t> </a:t>
            </a:r>
            <a:r>
              <a:rPr lang="en-US" altLang="ko-KR" sz="1100" b="1" err="1" smtClean="0">
                <a:latin typeface="Times New Roman" panose="02020603050405020304" pitchFamily="18" charset="0"/>
                <a:ea typeface="돋움" pitchFamily="50" charset="-127"/>
                <a:cs typeface="Times New Roman" panose="02020603050405020304" pitchFamily="18" charset="0"/>
              </a:rPr>
              <a:t>thể</a:t>
            </a:r>
            <a:r>
              <a:rPr lang="en-US" altLang="ko-KR" sz="1100" b="1" smtClean="0">
                <a:latin typeface="Times New Roman" panose="02020603050405020304" pitchFamily="18" charset="0"/>
                <a:ea typeface="돋움" pitchFamily="50" charset="-127"/>
                <a:cs typeface="Times New Roman" panose="02020603050405020304" pitchFamily="18" charset="0"/>
              </a:rPr>
              <a:t> Program Back-Up</a:t>
            </a:r>
            <a:r>
              <a:rPr lang="ko-KR" altLang="en-US" sz="1100" b="1" smtClean="0">
                <a:latin typeface="Times New Roman" panose="02020603050405020304" pitchFamily="18" charset="0"/>
                <a:ea typeface="돋움" pitchFamily="50" charset="-127"/>
                <a:cs typeface="Times New Roman" panose="02020603050405020304" pitchFamily="18" charset="0"/>
              </a:rPr>
              <a:t> </a:t>
            </a:r>
            <a:r>
              <a:rPr lang="en-US" altLang="ko-KR" sz="1100" b="1" err="1" smtClean="0">
                <a:latin typeface="Times New Roman" panose="02020603050405020304" pitchFamily="18" charset="0"/>
                <a:ea typeface="돋움" pitchFamily="50" charset="-127"/>
                <a:cs typeface="Times New Roman" panose="02020603050405020304" pitchFamily="18" charset="0"/>
              </a:rPr>
              <a:t>thông</a:t>
            </a:r>
            <a:r>
              <a:rPr lang="en-US" altLang="ko-KR" sz="1100" b="1" smtClean="0">
                <a:latin typeface="Times New Roman" panose="02020603050405020304" pitchFamily="18" charset="0"/>
                <a:ea typeface="돋움" pitchFamily="50" charset="-127"/>
                <a:cs typeface="Times New Roman" panose="02020603050405020304" pitchFamily="18" charset="0"/>
              </a:rPr>
              <a:t> qua GPPW </a:t>
            </a:r>
            <a:r>
              <a:rPr lang="en-US" altLang="ko-KR" sz="1100" b="1" err="1" smtClean="0">
                <a:latin typeface="Times New Roman" panose="02020603050405020304" pitchFamily="18" charset="0"/>
                <a:ea typeface="돋움" pitchFamily="50" charset="-127"/>
                <a:cs typeface="Times New Roman" panose="02020603050405020304" pitchFamily="18" charset="0"/>
              </a:rPr>
              <a:t>và</a:t>
            </a:r>
            <a:r>
              <a:rPr lang="en-US" altLang="ko-KR" sz="1100" b="1" smtClean="0">
                <a:latin typeface="Times New Roman" panose="02020603050405020304" pitchFamily="18" charset="0"/>
                <a:ea typeface="돋움" pitchFamily="50" charset="-127"/>
                <a:cs typeface="Times New Roman" panose="02020603050405020304" pitchFamily="18" charset="0"/>
              </a:rPr>
              <a:t> </a:t>
            </a:r>
            <a:r>
              <a:rPr lang="en-US" altLang="ko-KR" sz="1100" b="1" err="1" smtClean="0">
                <a:latin typeface="Times New Roman" panose="02020603050405020304" pitchFamily="18" charset="0"/>
                <a:ea typeface="돋움" pitchFamily="50" charset="-127"/>
                <a:cs typeface="Times New Roman" panose="02020603050405020304" pitchFamily="18" charset="0"/>
              </a:rPr>
              <a:t>hiểu</a:t>
            </a:r>
            <a:r>
              <a:rPr lang="en-US" altLang="ko-KR" sz="1100" b="1" smtClean="0">
                <a:latin typeface="Times New Roman" panose="02020603050405020304" pitchFamily="18" charset="0"/>
                <a:ea typeface="돋움" pitchFamily="50" charset="-127"/>
                <a:cs typeface="Times New Roman" panose="02020603050405020304" pitchFamily="18" charset="0"/>
              </a:rPr>
              <a:t> </a:t>
            </a:r>
            <a:r>
              <a:rPr lang="en-US" altLang="ko-KR" sz="1100" b="1" err="1" smtClean="0">
                <a:latin typeface="Times New Roman" panose="02020603050405020304" pitchFamily="18" charset="0"/>
                <a:ea typeface="돋움" pitchFamily="50" charset="-127"/>
                <a:cs typeface="Times New Roman" panose="02020603050405020304" pitchFamily="18" charset="0"/>
              </a:rPr>
              <a:t>rõ</a:t>
            </a:r>
            <a:r>
              <a:rPr lang="en-US" altLang="ko-KR" sz="1100" b="1" smtClean="0">
                <a:latin typeface="Times New Roman" panose="02020603050405020304" pitchFamily="18" charset="0"/>
                <a:ea typeface="돋움" pitchFamily="50" charset="-127"/>
                <a:cs typeface="Times New Roman" panose="02020603050405020304" pitchFamily="18" charset="0"/>
              </a:rPr>
              <a:t> </a:t>
            </a:r>
            <a:r>
              <a:rPr lang="en-US" altLang="ko-KR" sz="1100" b="1" err="1" smtClean="0">
                <a:latin typeface="Times New Roman" panose="02020603050405020304" pitchFamily="18" charset="0"/>
                <a:ea typeface="돋움" pitchFamily="50" charset="-127"/>
                <a:cs typeface="Times New Roman" panose="02020603050405020304" pitchFamily="18" charset="0"/>
              </a:rPr>
              <a:t>hệ</a:t>
            </a:r>
            <a:r>
              <a:rPr lang="en-US" altLang="ko-KR" sz="1100" b="1" smtClean="0">
                <a:latin typeface="Times New Roman" panose="02020603050405020304" pitchFamily="18" charset="0"/>
                <a:ea typeface="돋움" pitchFamily="50" charset="-127"/>
                <a:cs typeface="Times New Roman" panose="02020603050405020304" pitchFamily="18" charset="0"/>
              </a:rPr>
              <a:t> </a:t>
            </a:r>
            <a:r>
              <a:rPr lang="en-US" altLang="ko-KR" sz="1100" b="1" err="1" smtClean="0">
                <a:latin typeface="Times New Roman" panose="02020603050405020304" pitchFamily="18" charset="0"/>
                <a:ea typeface="돋움" pitchFamily="50" charset="-127"/>
                <a:cs typeface="Times New Roman" panose="02020603050405020304" pitchFamily="18" charset="0"/>
              </a:rPr>
              <a:t>thống</a:t>
            </a:r>
            <a:r>
              <a:rPr lang="en-US" altLang="ko-KR" sz="1100" b="1" smtClean="0">
                <a:latin typeface="Times New Roman" panose="02020603050405020304" pitchFamily="18" charset="0"/>
                <a:ea typeface="돋움" pitchFamily="50" charset="-127"/>
                <a:cs typeface="Times New Roman" panose="02020603050405020304" pitchFamily="18" charset="0"/>
              </a:rPr>
              <a:t>  </a:t>
            </a:r>
            <a:r>
              <a:rPr lang="en-US" altLang="ko-KR" sz="1100" b="1" err="1" smtClean="0">
                <a:latin typeface="Times New Roman" panose="02020603050405020304" pitchFamily="18" charset="0"/>
                <a:ea typeface="돋움" pitchFamily="50" charset="-127"/>
                <a:cs typeface="Times New Roman" panose="02020603050405020304" pitchFamily="18" charset="0"/>
              </a:rPr>
              <a:t>của</a:t>
            </a:r>
            <a:r>
              <a:rPr lang="en-US" altLang="ko-KR" sz="1100" b="1" smtClean="0">
                <a:latin typeface="Times New Roman" panose="02020603050405020304" pitchFamily="18" charset="0"/>
                <a:ea typeface="돋움" pitchFamily="50" charset="-127"/>
                <a:cs typeface="Times New Roman" panose="02020603050405020304" pitchFamily="18" charset="0"/>
              </a:rPr>
              <a:t> </a:t>
            </a:r>
            <a:r>
              <a:rPr lang="en-US" altLang="ko-KR" sz="1100" b="1" err="1" smtClean="0">
                <a:latin typeface="Times New Roman" panose="02020603050405020304" pitchFamily="18" charset="0"/>
                <a:ea typeface="돋움" pitchFamily="50" charset="-127"/>
                <a:cs typeface="Times New Roman" panose="02020603050405020304" pitchFamily="18" charset="0"/>
              </a:rPr>
              <a:t>thiết</a:t>
            </a:r>
            <a:r>
              <a:rPr lang="en-US" altLang="ko-KR" sz="1100" b="1" smtClean="0">
                <a:latin typeface="Times New Roman" panose="02020603050405020304" pitchFamily="18" charset="0"/>
                <a:ea typeface="돋움" pitchFamily="50" charset="-127"/>
                <a:cs typeface="Times New Roman" panose="02020603050405020304" pitchFamily="18" charset="0"/>
              </a:rPr>
              <a:t> </a:t>
            </a:r>
            <a:r>
              <a:rPr lang="en-US" altLang="ko-KR" sz="1100" b="1" err="1" smtClean="0">
                <a:latin typeface="Times New Roman" panose="02020603050405020304" pitchFamily="18" charset="0"/>
                <a:ea typeface="돋움" pitchFamily="50" charset="-127"/>
                <a:cs typeface="Times New Roman" panose="02020603050405020304" pitchFamily="18" charset="0"/>
              </a:rPr>
              <a:t>bị</a:t>
            </a:r>
            <a:r>
              <a:rPr lang="en-US" altLang="ko-KR" sz="1100" b="1" smtClean="0">
                <a:latin typeface="Times New Roman" panose="02020603050405020304" pitchFamily="18" charset="0"/>
                <a:ea typeface="돋움" pitchFamily="50" charset="-127"/>
                <a:cs typeface="Times New Roman" panose="02020603050405020304" pitchFamily="18" charset="0"/>
              </a:rPr>
              <a:t> </a:t>
            </a:r>
            <a:r>
              <a:rPr lang="en-US" altLang="ko-KR" sz="1100" b="1" err="1" smtClean="0">
                <a:latin typeface="Times New Roman" panose="02020603050405020304" pitchFamily="18" charset="0"/>
                <a:ea typeface="돋움" pitchFamily="50" charset="-127"/>
                <a:cs typeface="Times New Roman" panose="02020603050405020304" pitchFamily="18" charset="0"/>
              </a:rPr>
              <a:t>điều</a:t>
            </a:r>
            <a:r>
              <a:rPr lang="en-US" altLang="ko-KR" sz="1100" b="1" smtClean="0">
                <a:latin typeface="Times New Roman" panose="02020603050405020304" pitchFamily="18" charset="0"/>
                <a:ea typeface="돋움" pitchFamily="50" charset="-127"/>
                <a:cs typeface="Times New Roman" panose="02020603050405020304" pitchFamily="18" charset="0"/>
              </a:rPr>
              <a:t> </a:t>
            </a:r>
            <a:r>
              <a:rPr lang="en-US" altLang="ko-KR" sz="1100" b="1" err="1" smtClean="0">
                <a:latin typeface="Times New Roman" panose="02020603050405020304" pitchFamily="18" charset="0"/>
                <a:ea typeface="돋움" pitchFamily="50" charset="-127"/>
                <a:cs typeface="Times New Roman" panose="02020603050405020304" pitchFamily="18" charset="0"/>
              </a:rPr>
              <a:t>khiển</a:t>
            </a:r>
            <a:r>
              <a:rPr lang="en-US" altLang="ko-KR" sz="1100" b="1" smtClean="0">
                <a:latin typeface="Times New Roman" panose="02020603050405020304" pitchFamily="18" charset="0"/>
                <a:ea typeface="돋움" pitchFamily="50" charset="-127"/>
                <a:cs typeface="Times New Roman" panose="02020603050405020304" pitchFamily="18" charset="0"/>
              </a:rPr>
              <a:t> PLC.</a:t>
            </a:r>
            <a:endParaRPr lang="en-US" altLang="ko-KR" sz="1100" b="1">
              <a:latin typeface="Times New Roman" panose="02020603050405020304" pitchFamily="18" charset="0"/>
              <a:ea typeface="돋움" pitchFamily="50" charset="-127"/>
              <a:cs typeface="Times New Roman" panose="02020603050405020304" pitchFamily="18" charset="0"/>
            </a:endParaRPr>
          </a:p>
        </p:txBody>
      </p:sp>
      <p:sp>
        <p:nvSpPr>
          <p:cNvPr id="13319" name="Rectangle 133"/>
          <p:cNvSpPr>
            <a:spLocks noChangeArrowheads="1"/>
          </p:cNvSpPr>
          <p:nvPr/>
        </p:nvSpPr>
        <p:spPr bwMode="auto">
          <a:xfrm>
            <a:off x="1122363" y="1336675"/>
            <a:ext cx="1765300" cy="395288"/>
          </a:xfrm>
          <a:prstGeom prst="rect">
            <a:avLst/>
          </a:prstGeom>
          <a:solidFill>
            <a:srgbClr val="FFCCFF"/>
          </a:solidFill>
          <a:ln w="9525">
            <a:solidFill>
              <a:schemeClr val="folHlink"/>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b="1">
                <a:latin typeface="Times New Roman" panose="02020603050405020304" pitchFamily="18" charset="0"/>
                <a:ea typeface="돋움" pitchFamily="50" charset="-127"/>
                <a:cs typeface="Times New Roman" panose="02020603050405020304" pitchFamily="18" charset="0"/>
              </a:rPr>
              <a:t>Module1. </a:t>
            </a:r>
          </a:p>
          <a:p>
            <a:pPr eaLnBrk="1" hangingPunct="1">
              <a:lnSpc>
                <a:spcPct val="100000"/>
              </a:lnSpc>
              <a:spcBef>
                <a:spcPct val="0"/>
              </a:spcBef>
              <a:buFontTx/>
              <a:buNone/>
            </a:pPr>
            <a:r>
              <a:rPr lang="en-US" altLang="ko-KR" sz="900" b="1">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Tìm</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hiểu</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cấu</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tạo</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cơ</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bản</a:t>
            </a:r>
            <a:r>
              <a:rPr lang="en-US" altLang="ko-KR" sz="900" b="1" smtClean="0">
                <a:latin typeface="Times New Roman" panose="02020603050405020304" pitchFamily="18" charset="0"/>
                <a:ea typeface="돋움" pitchFamily="50" charset="-127"/>
                <a:cs typeface="Times New Roman" panose="02020603050405020304" pitchFamily="18" charset="0"/>
              </a:rPr>
              <a:t> PLC</a:t>
            </a:r>
            <a:endParaRPr lang="ko-KR" altLang="en-US" sz="900" b="1">
              <a:latin typeface="Times New Roman" panose="02020603050405020304" pitchFamily="18" charset="0"/>
              <a:ea typeface="돋움" pitchFamily="50" charset="-127"/>
              <a:cs typeface="Times New Roman" panose="02020603050405020304" pitchFamily="18" charset="0"/>
            </a:endParaRPr>
          </a:p>
        </p:txBody>
      </p:sp>
      <p:sp>
        <p:nvSpPr>
          <p:cNvPr id="13320" name="AutoShape 134"/>
          <p:cNvSpPr>
            <a:spLocks noChangeArrowheads="1"/>
          </p:cNvSpPr>
          <p:nvPr/>
        </p:nvSpPr>
        <p:spPr bwMode="auto">
          <a:xfrm>
            <a:off x="1128713" y="2484438"/>
            <a:ext cx="1676400" cy="152400"/>
          </a:xfrm>
          <a:prstGeom prst="downArrow">
            <a:avLst>
              <a:gd name="adj1" fmla="val 64231"/>
              <a:gd name="adj2" fmla="val 100000"/>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321" name="Rectangle 135"/>
          <p:cNvSpPr>
            <a:spLocks noChangeArrowheads="1"/>
          </p:cNvSpPr>
          <p:nvPr/>
        </p:nvSpPr>
        <p:spPr bwMode="auto">
          <a:xfrm>
            <a:off x="1122363" y="1733550"/>
            <a:ext cx="1765300" cy="649288"/>
          </a:xfrm>
          <a:prstGeom prst="rect">
            <a:avLst/>
          </a:prstGeom>
          <a:solidFill>
            <a:srgbClr val="FFFFFF"/>
          </a:solidFill>
          <a:ln w="9525">
            <a:solidFill>
              <a:schemeClr val="folHlink"/>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b="1" err="1" smtClean="0">
                <a:latin typeface="Times New Roman" panose="02020603050405020304" pitchFamily="18" charset="0"/>
                <a:ea typeface="돋움" pitchFamily="50" charset="-127"/>
                <a:cs typeface="Times New Roman" panose="02020603050405020304" pitchFamily="18" charset="0"/>
              </a:rPr>
              <a:t>Định</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nghĩa</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về</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cấu</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tạo</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cơ</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bản</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của</a:t>
            </a:r>
            <a:r>
              <a:rPr lang="en-US" altLang="ko-KR" sz="900" b="1" smtClean="0">
                <a:latin typeface="Times New Roman" panose="02020603050405020304" pitchFamily="18" charset="0"/>
                <a:ea typeface="돋움" pitchFamily="50" charset="-127"/>
                <a:cs typeface="Times New Roman" panose="02020603050405020304" pitchFamily="18" charset="0"/>
              </a:rPr>
              <a:t> PLC </a:t>
            </a:r>
            <a:r>
              <a:rPr lang="en-US" altLang="ko-KR" sz="900" b="1" err="1" smtClean="0">
                <a:latin typeface="Times New Roman" panose="02020603050405020304" pitchFamily="18" charset="0"/>
                <a:ea typeface="돋움" pitchFamily="50" charset="-127"/>
                <a:cs typeface="Times New Roman" panose="02020603050405020304" pitchFamily="18" charset="0"/>
              </a:rPr>
              <a:t>và</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có</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thể</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giải</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thích</a:t>
            </a:r>
            <a:r>
              <a:rPr lang="en-US" altLang="ko-KR" sz="900" b="1" smtClean="0">
                <a:latin typeface="Times New Roman" panose="02020603050405020304" pitchFamily="18" charset="0"/>
                <a:ea typeface="돋움" pitchFamily="50" charset="-127"/>
                <a:cs typeface="Times New Roman" panose="02020603050405020304" pitchFamily="18" charset="0"/>
              </a:rPr>
              <a:t> , </a:t>
            </a:r>
            <a:r>
              <a:rPr lang="en-US" altLang="ko-KR" sz="900" b="1" err="1" smtClean="0">
                <a:latin typeface="Times New Roman" panose="02020603050405020304" pitchFamily="18" charset="0"/>
                <a:ea typeface="돋움" pitchFamily="50" charset="-127"/>
                <a:cs typeface="Times New Roman" panose="02020603050405020304" pitchFamily="18" charset="0"/>
              </a:rPr>
              <a:t>phân</a:t>
            </a:r>
            <a:r>
              <a:rPr lang="en-US" altLang="ko-KR" sz="900" b="1" smtClean="0">
                <a:latin typeface="Times New Roman" panose="02020603050405020304" pitchFamily="18" charset="0"/>
                <a:ea typeface="돋움" pitchFamily="50" charset="-127"/>
                <a:cs typeface="Times New Roman" panose="02020603050405020304" pitchFamily="18" charset="0"/>
              </a:rPr>
              <a:t> chia I/O.</a:t>
            </a:r>
            <a:endParaRPr lang="en-US" altLang="ko-KR" sz="900" b="1">
              <a:latin typeface="Times New Roman" panose="02020603050405020304" pitchFamily="18" charset="0"/>
              <a:ea typeface="돋움" pitchFamily="50" charset="-127"/>
              <a:cs typeface="Times New Roman" panose="02020603050405020304" pitchFamily="18" charset="0"/>
            </a:endParaRPr>
          </a:p>
        </p:txBody>
      </p:sp>
      <p:sp>
        <p:nvSpPr>
          <p:cNvPr id="13322" name="Rectangle 136"/>
          <p:cNvSpPr>
            <a:spLocks noChangeArrowheads="1"/>
          </p:cNvSpPr>
          <p:nvPr/>
        </p:nvSpPr>
        <p:spPr bwMode="auto">
          <a:xfrm>
            <a:off x="2933700" y="1336675"/>
            <a:ext cx="1644650" cy="395288"/>
          </a:xfrm>
          <a:prstGeom prst="rect">
            <a:avLst/>
          </a:prstGeom>
          <a:solidFill>
            <a:srgbClr val="FFCCFF"/>
          </a:solidFill>
          <a:ln w="9525">
            <a:solidFill>
              <a:schemeClr val="folHlink"/>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b="1">
                <a:latin typeface="Times New Roman" panose="02020603050405020304" pitchFamily="18" charset="0"/>
                <a:ea typeface="돋움" pitchFamily="50" charset="-127"/>
                <a:cs typeface="Times New Roman" panose="02020603050405020304" pitchFamily="18" charset="0"/>
              </a:rPr>
              <a:t>Module2. </a:t>
            </a:r>
          </a:p>
          <a:p>
            <a:pPr eaLnBrk="1" hangingPunct="1">
              <a:lnSpc>
                <a:spcPct val="100000"/>
              </a:lnSpc>
              <a:spcBef>
                <a:spcPct val="0"/>
              </a:spcBef>
              <a:buFontTx/>
              <a:buNone/>
            </a:pPr>
            <a:r>
              <a:rPr lang="en-US" altLang="ko-KR" sz="900" b="1">
                <a:latin typeface="Times New Roman" panose="02020603050405020304" pitchFamily="18" charset="0"/>
                <a:ea typeface="돋움" pitchFamily="50" charset="-127"/>
                <a:cs typeface="Times New Roman" panose="02020603050405020304" pitchFamily="18" charset="0"/>
              </a:rPr>
              <a:t>    PLC Device </a:t>
            </a:r>
            <a:r>
              <a:rPr lang="en-US" altLang="ko-KR" sz="900" b="1" err="1" smtClean="0">
                <a:latin typeface="Times New Roman" panose="02020603050405020304" pitchFamily="18" charset="0"/>
                <a:ea typeface="돋움" pitchFamily="50" charset="-127"/>
                <a:cs typeface="Times New Roman" panose="02020603050405020304" pitchFamily="18" charset="0"/>
              </a:rPr>
              <a:t>và</a:t>
            </a:r>
            <a:r>
              <a:rPr lang="en-US" altLang="ko-KR" sz="900" b="1" smtClean="0">
                <a:latin typeface="Times New Roman" panose="02020603050405020304" pitchFamily="18" charset="0"/>
                <a:ea typeface="돋움" pitchFamily="50" charset="-127"/>
                <a:cs typeface="Times New Roman" panose="02020603050405020304" pitchFamily="18" charset="0"/>
              </a:rPr>
              <a:t> Flow </a:t>
            </a:r>
            <a:r>
              <a:rPr lang="en-US" altLang="ko-KR" sz="900" b="1" err="1" smtClean="0">
                <a:latin typeface="Times New Roman" panose="02020603050405020304" pitchFamily="18" charset="0"/>
                <a:ea typeface="돋움" pitchFamily="50" charset="-127"/>
                <a:cs typeface="Times New Roman" panose="02020603050405020304" pitchFamily="18" charset="0"/>
              </a:rPr>
              <a:t>thao</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tác</a:t>
            </a:r>
            <a:endParaRPr lang="en-US" altLang="ko-KR" sz="900" b="1">
              <a:latin typeface="Times New Roman" panose="02020603050405020304" pitchFamily="18" charset="0"/>
              <a:ea typeface="돋움" pitchFamily="50" charset="-127"/>
              <a:cs typeface="Times New Roman" panose="02020603050405020304" pitchFamily="18" charset="0"/>
            </a:endParaRPr>
          </a:p>
        </p:txBody>
      </p:sp>
      <p:sp>
        <p:nvSpPr>
          <p:cNvPr id="13323" name="AutoShape 137"/>
          <p:cNvSpPr>
            <a:spLocks noChangeArrowheads="1"/>
          </p:cNvSpPr>
          <p:nvPr/>
        </p:nvSpPr>
        <p:spPr bwMode="auto">
          <a:xfrm>
            <a:off x="2901950" y="2484438"/>
            <a:ext cx="1676400" cy="152400"/>
          </a:xfrm>
          <a:prstGeom prst="downArrow">
            <a:avLst>
              <a:gd name="adj1" fmla="val 64231"/>
              <a:gd name="adj2" fmla="val 100000"/>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324" name="Rectangle 138"/>
          <p:cNvSpPr>
            <a:spLocks noChangeArrowheads="1"/>
          </p:cNvSpPr>
          <p:nvPr/>
        </p:nvSpPr>
        <p:spPr bwMode="auto">
          <a:xfrm>
            <a:off x="2932113" y="1738313"/>
            <a:ext cx="1646237" cy="649287"/>
          </a:xfrm>
          <a:prstGeom prst="rect">
            <a:avLst/>
          </a:prstGeom>
          <a:solidFill>
            <a:srgbClr val="FFFFFF"/>
          </a:solidFill>
          <a:ln w="9525">
            <a:solidFill>
              <a:schemeClr val="folHlink"/>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b="1" err="1" smtClean="0">
                <a:latin typeface="Times New Roman" panose="02020603050405020304" pitchFamily="18" charset="0"/>
                <a:ea typeface="돋움" pitchFamily="50" charset="-127"/>
                <a:cs typeface="Times New Roman" panose="02020603050405020304" pitchFamily="18" charset="0"/>
              </a:rPr>
              <a:t>Có</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thể</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giải</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thích</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chủng</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loại</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và</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mục</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đích</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sử</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dụng</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của</a:t>
            </a:r>
            <a:r>
              <a:rPr lang="en-US" altLang="ko-KR" sz="900" b="1" smtClean="0">
                <a:latin typeface="Times New Roman" panose="02020603050405020304" pitchFamily="18" charset="0"/>
                <a:ea typeface="돋움" pitchFamily="50" charset="-127"/>
                <a:cs typeface="Times New Roman" panose="02020603050405020304" pitchFamily="18" charset="0"/>
              </a:rPr>
              <a:t> PLC Device, </a:t>
            </a:r>
            <a:r>
              <a:rPr lang="en-US" altLang="ko-KR" sz="900" b="1" err="1" smtClean="0">
                <a:latin typeface="Times New Roman" panose="02020603050405020304" pitchFamily="18" charset="0"/>
                <a:ea typeface="돋움" pitchFamily="50" charset="-127"/>
                <a:cs typeface="Times New Roman" panose="02020603050405020304" pitchFamily="18" charset="0"/>
              </a:rPr>
              <a:t>phân</a:t>
            </a:r>
            <a:r>
              <a:rPr lang="en-US" altLang="ko-KR" sz="900" b="1">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biệt</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được</a:t>
            </a:r>
            <a:r>
              <a:rPr lang="en-US" altLang="ko-KR" sz="900" b="1" smtClean="0">
                <a:latin typeface="Times New Roman" panose="02020603050405020304" pitchFamily="18" charset="0"/>
                <a:ea typeface="돋움" pitchFamily="50" charset="-127"/>
                <a:cs typeface="Times New Roman" panose="02020603050405020304" pitchFamily="18" charset="0"/>
              </a:rPr>
              <a:t> Bit/Word Device.</a:t>
            </a:r>
            <a:endParaRPr lang="en-US" altLang="ko-KR" sz="900" b="1">
              <a:latin typeface="Times New Roman" panose="02020603050405020304" pitchFamily="18" charset="0"/>
              <a:ea typeface="돋움" pitchFamily="50" charset="-127"/>
              <a:cs typeface="Times New Roman" panose="02020603050405020304" pitchFamily="18" charset="0"/>
            </a:endParaRPr>
          </a:p>
        </p:txBody>
      </p:sp>
      <p:sp>
        <p:nvSpPr>
          <p:cNvPr id="13325" name="AutoShape 139"/>
          <p:cNvSpPr>
            <a:spLocks noChangeArrowheads="1"/>
          </p:cNvSpPr>
          <p:nvPr/>
        </p:nvSpPr>
        <p:spPr bwMode="auto">
          <a:xfrm>
            <a:off x="4618038" y="2484438"/>
            <a:ext cx="1676400" cy="152400"/>
          </a:xfrm>
          <a:prstGeom prst="downArrow">
            <a:avLst>
              <a:gd name="adj1" fmla="val 64231"/>
              <a:gd name="adj2" fmla="val 100000"/>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326" name="AutoShape 140"/>
          <p:cNvSpPr>
            <a:spLocks noChangeArrowheads="1"/>
          </p:cNvSpPr>
          <p:nvPr/>
        </p:nvSpPr>
        <p:spPr bwMode="auto">
          <a:xfrm>
            <a:off x="6348413" y="2484438"/>
            <a:ext cx="1676400" cy="152400"/>
          </a:xfrm>
          <a:prstGeom prst="downArrow">
            <a:avLst>
              <a:gd name="adj1" fmla="val 64231"/>
              <a:gd name="adj2" fmla="val 100000"/>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327" name="Rectangle 143"/>
          <p:cNvSpPr>
            <a:spLocks noChangeArrowheads="1"/>
          </p:cNvSpPr>
          <p:nvPr/>
        </p:nvSpPr>
        <p:spPr bwMode="auto">
          <a:xfrm>
            <a:off x="4630738" y="1336675"/>
            <a:ext cx="1636712" cy="395288"/>
          </a:xfrm>
          <a:prstGeom prst="rect">
            <a:avLst/>
          </a:prstGeom>
          <a:solidFill>
            <a:srgbClr val="FFCCFF"/>
          </a:solidFill>
          <a:ln w="9525">
            <a:solidFill>
              <a:schemeClr val="folHlink"/>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b="1">
                <a:latin typeface="Times New Roman" panose="02020603050405020304" pitchFamily="18" charset="0"/>
                <a:ea typeface="돋움" pitchFamily="50" charset="-127"/>
                <a:cs typeface="Times New Roman" panose="02020603050405020304" pitchFamily="18" charset="0"/>
              </a:rPr>
              <a:t>Module3. </a:t>
            </a:r>
          </a:p>
          <a:p>
            <a:pPr eaLnBrk="1" hangingPunct="1">
              <a:lnSpc>
                <a:spcPct val="100000"/>
              </a:lnSpc>
              <a:spcBef>
                <a:spcPct val="0"/>
              </a:spcBef>
              <a:buFontTx/>
              <a:buNone/>
            </a:pPr>
            <a:r>
              <a:rPr lang="en-US" altLang="ko-KR" sz="900" b="1">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Cài</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đặt</a:t>
            </a:r>
            <a:r>
              <a:rPr lang="en-US" altLang="ko-KR" sz="900" b="1" smtClean="0">
                <a:latin typeface="Times New Roman" panose="02020603050405020304" pitchFamily="18" charset="0"/>
                <a:ea typeface="돋움" pitchFamily="50" charset="-127"/>
                <a:cs typeface="Times New Roman" panose="02020603050405020304" pitchFamily="18" charset="0"/>
              </a:rPr>
              <a:t>  PLC Software</a:t>
            </a:r>
            <a:endParaRPr lang="ko-KR" altLang="en-US" sz="900" b="1">
              <a:latin typeface="Times New Roman" panose="02020603050405020304" pitchFamily="18" charset="0"/>
              <a:ea typeface="돋움" pitchFamily="50" charset="-127"/>
              <a:cs typeface="Times New Roman" panose="02020603050405020304" pitchFamily="18" charset="0"/>
            </a:endParaRPr>
          </a:p>
        </p:txBody>
      </p:sp>
      <p:sp>
        <p:nvSpPr>
          <p:cNvPr id="13328" name="Rectangle 144"/>
          <p:cNvSpPr>
            <a:spLocks noChangeArrowheads="1"/>
          </p:cNvSpPr>
          <p:nvPr/>
        </p:nvSpPr>
        <p:spPr bwMode="auto">
          <a:xfrm>
            <a:off x="4637088" y="1738313"/>
            <a:ext cx="1628775" cy="649287"/>
          </a:xfrm>
          <a:prstGeom prst="rect">
            <a:avLst/>
          </a:prstGeom>
          <a:solidFill>
            <a:srgbClr val="FFFFFF"/>
          </a:solidFill>
          <a:ln w="9525">
            <a:solidFill>
              <a:schemeClr val="folHlink"/>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b="1" err="1" smtClean="0">
                <a:latin typeface="Times New Roman" panose="02020603050405020304" pitchFamily="18" charset="0"/>
                <a:ea typeface="돋움" pitchFamily="50" charset="-127"/>
                <a:cs typeface="Times New Roman" panose="02020603050405020304" pitchFamily="18" charset="0"/>
              </a:rPr>
              <a:t>Có</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thể</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cài</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đặt</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Sofrware</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liên</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quan</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điều</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khiển</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cho</a:t>
            </a:r>
            <a:r>
              <a:rPr lang="en-US" altLang="ko-KR" sz="900" b="1" smtClean="0">
                <a:latin typeface="Times New Roman" panose="02020603050405020304" pitchFamily="18" charset="0"/>
                <a:ea typeface="돋움" pitchFamily="50" charset="-127"/>
                <a:cs typeface="Times New Roman" panose="02020603050405020304" pitchFamily="18" charset="0"/>
              </a:rPr>
              <a:t> PC.</a:t>
            </a:r>
            <a:endParaRPr lang="en-US" altLang="ko-KR" sz="900" b="1">
              <a:latin typeface="Times New Roman" panose="02020603050405020304" pitchFamily="18" charset="0"/>
              <a:ea typeface="돋움" pitchFamily="50" charset="-127"/>
              <a:cs typeface="Times New Roman" panose="02020603050405020304" pitchFamily="18" charset="0"/>
            </a:endParaRPr>
          </a:p>
        </p:txBody>
      </p:sp>
      <p:sp>
        <p:nvSpPr>
          <p:cNvPr id="13329" name="Rectangle 146"/>
          <p:cNvSpPr>
            <a:spLocks noChangeArrowheads="1"/>
          </p:cNvSpPr>
          <p:nvPr/>
        </p:nvSpPr>
        <p:spPr bwMode="auto">
          <a:xfrm>
            <a:off x="6332538" y="1336675"/>
            <a:ext cx="1695450" cy="395288"/>
          </a:xfrm>
          <a:prstGeom prst="rect">
            <a:avLst/>
          </a:prstGeom>
          <a:solidFill>
            <a:srgbClr val="FFCCFF"/>
          </a:solidFill>
          <a:ln w="9525">
            <a:solidFill>
              <a:schemeClr val="folHlink"/>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b="1">
                <a:latin typeface="Times New Roman" panose="02020603050405020304" pitchFamily="18" charset="0"/>
                <a:ea typeface="돋움" pitchFamily="50" charset="-127"/>
                <a:cs typeface="Times New Roman" panose="02020603050405020304" pitchFamily="18" charset="0"/>
              </a:rPr>
              <a:t>Module4. </a:t>
            </a:r>
          </a:p>
          <a:p>
            <a:pPr eaLnBrk="1" hangingPunct="1">
              <a:lnSpc>
                <a:spcPct val="100000"/>
              </a:lnSpc>
              <a:spcBef>
                <a:spcPct val="0"/>
              </a:spcBef>
              <a:buFontTx/>
              <a:buNone/>
            </a:pPr>
            <a:r>
              <a:rPr lang="en-US" altLang="ko-KR" sz="900" b="1">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Vận</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hành</a:t>
            </a:r>
            <a:r>
              <a:rPr lang="en-US" altLang="ko-KR" sz="900" b="1" smtClean="0">
                <a:latin typeface="Times New Roman" panose="02020603050405020304" pitchFamily="18" charset="0"/>
                <a:ea typeface="돋움" pitchFamily="50" charset="-127"/>
                <a:cs typeface="Times New Roman" panose="02020603050405020304" pitchFamily="18" charset="0"/>
              </a:rPr>
              <a:t> GX Developer</a:t>
            </a:r>
            <a:endParaRPr lang="ko-KR" altLang="en-US" sz="900" b="1">
              <a:latin typeface="Times New Roman" panose="02020603050405020304" pitchFamily="18" charset="0"/>
              <a:ea typeface="돋움" pitchFamily="50" charset="-127"/>
              <a:cs typeface="Times New Roman" panose="02020603050405020304" pitchFamily="18" charset="0"/>
            </a:endParaRPr>
          </a:p>
        </p:txBody>
      </p:sp>
      <p:sp>
        <p:nvSpPr>
          <p:cNvPr id="13330" name="Rectangle 147"/>
          <p:cNvSpPr>
            <a:spLocks noChangeArrowheads="1"/>
          </p:cNvSpPr>
          <p:nvPr/>
        </p:nvSpPr>
        <p:spPr bwMode="auto">
          <a:xfrm>
            <a:off x="6332538" y="1738313"/>
            <a:ext cx="1695450" cy="649287"/>
          </a:xfrm>
          <a:prstGeom prst="rect">
            <a:avLst/>
          </a:prstGeom>
          <a:solidFill>
            <a:srgbClr val="FFFFFF"/>
          </a:solidFill>
          <a:ln w="9525">
            <a:solidFill>
              <a:schemeClr val="folHlink"/>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b="1" err="1" smtClean="0">
                <a:latin typeface="Times New Roman" panose="02020603050405020304" pitchFamily="18" charset="0"/>
                <a:ea typeface="돋움" pitchFamily="50" charset="-127"/>
                <a:cs typeface="Times New Roman" panose="02020603050405020304" pitchFamily="18" charset="0"/>
              </a:rPr>
              <a:t>Có</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thể</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lưu</a:t>
            </a:r>
            <a:r>
              <a:rPr lang="en-US" altLang="ko-KR" sz="900" b="1">
                <a:latin typeface="Times New Roman" panose="02020603050405020304" pitchFamily="18" charset="0"/>
                <a:ea typeface="돋움" pitchFamily="50" charset="-127"/>
                <a:cs typeface="Times New Roman" panose="02020603050405020304" pitchFamily="18" charset="0"/>
              </a:rPr>
              <a:t> </a:t>
            </a:r>
            <a:r>
              <a:rPr lang="en-US" altLang="ko-KR" sz="900" b="1" smtClean="0">
                <a:latin typeface="Times New Roman" panose="02020603050405020304" pitchFamily="18" charset="0"/>
                <a:ea typeface="돋움" pitchFamily="50" charset="-127"/>
                <a:cs typeface="Times New Roman" panose="02020603050405020304" pitchFamily="18" charset="0"/>
              </a:rPr>
              <a:t>Back-Up Logic </a:t>
            </a:r>
            <a:r>
              <a:rPr lang="en-US" altLang="ko-KR" sz="900" b="1" err="1" smtClean="0">
                <a:latin typeface="Times New Roman" panose="02020603050405020304" pitchFamily="18" charset="0"/>
                <a:ea typeface="돋움" pitchFamily="50" charset="-127"/>
                <a:cs typeface="Times New Roman" panose="02020603050405020304" pitchFamily="18" charset="0"/>
              </a:rPr>
              <a:t>ứng</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dụng</a:t>
            </a:r>
            <a:r>
              <a:rPr lang="en-US" altLang="ko-KR" sz="900" b="1" smtClean="0">
                <a:latin typeface="Times New Roman" panose="02020603050405020304" pitchFamily="18" charset="0"/>
                <a:ea typeface="돋움" pitchFamily="50" charset="-127"/>
                <a:cs typeface="Times New Roman" panose="02020603050405020304" pitchFamily="18" charset="0"/>
              </a:rPr>
              <a:t> PLC </a:t>
            </a:r>
            <a:r>
              <a:rPr lang="en-US" altLang="ko-KR" sz="900" b="1" err="1" smtClean="0">
                <a:latin typeface="Times New Roman" panose="02020603050405020304" pitchFamily="18" charset="0"/>
                <a:ea typeface="돋움" pitchFamily="50" charset="-127"/>
                <a:cs typeface="Times New Roman" panose="02020603050405020304" pitchFamily="18" charset="0"/>
              </a:rPr>
              <a:t>thông</a:t>
            </a:r>
            <a:r>
              <a:rPr lang="en-US" altLang="ko-KR" sz="900" b="1" smtClean="0">
                <a:latin typeface="Times New Roman" panose="02020603050405020304" pitchFamily="18" charset="0"/>
                <a:ea typeface="돋움" pitchFamily="50" charset="-127"/>
                <a:cs typeface="Times New Roman" panose="02020603050405020304" pitchFamily="18" charset="0"/>
              </a:rPr>
              <a:t> qua </a:t>
            </a:r>
            <a:r>
              <a:rPr lang="en-US" altLang="ko-KR" sz="900" b="1" err="1" smtClean="0">
                <a:latin typeface="Times New Roman" panose="02020603050405020304" pitchFamily="18" charset="0"/>
                <a:ea typeface="돋움" pitchFamily="50" charset="-127"/>
                <a:cs typeface="Times New Roman" panose="02020603050405020304" pitchFamily="18" charset="0"/>
              </a:rPr>
              <a:t>thao</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tác</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a:latin typeface="Times New Roman" panose="02020603050405020304" pitchFamily="18" charset="0"/>
                <a:ea typeface="돋움" pitchFamily="50" charset="-127"/>
                <a:cs typeface="Times New Roman" panose="02020603050405020304" pitchFamily="18" charset="0"/>
              </a:rPr>
              <a:t>GX </a:t>
            </a:r>
            <a:r>
              <a:rPr lang="en-US" altLang="ko-KR" sz="900" b="1" smtClean="0">
                <a:latin typeface="Times New Roman" panose="02020603050405020304" pitchFamily="18" charset="0"/>
                <a:ea typeface="돋움" pitchFamily="50" charset="-127"/>
                <a:cs typeface="Times New Roman" panose="02020603050405020304" pitchFamily="18" charset="0"/>
              </a:rPr>
              <a:t>Developer.</a:t>
            </a:r>
            <a:endParaRPr lang="en-US" altLang="ko-KR" sz="900" b="1">
              <a:latin typeface="Times New Roman" panose="02020603050405020304" pitchFamily="18" charset="0"/>
              <a:ea typeface="돋움" pitchFamily="50" charset="-127"/>
              <a:cs typeface="Times New Roman" panose="02020603050405020304" pitchFamily="18" charset="0"/>
            </a:endParaRPr>
          </a:p>
        </p:txBody>
      </p:sp>
      <p:sp>
        <p:nvSpPr>
          <p:cNvPr id="13331" name="AutoShape 159"/>
          <p:cNvSpPr>
            <a:spLocks noChangeArrowheads="1"/>
          </p:cNvSpPr>
          <p:nvPr/>
        </p:nvSpPr>
        <p:spPr bwMode="auto">
          <a:xfrm>
            <a:off x="8088313" y="2489200"/>
            <a:ext cx="1676400" cy="152400"/>
          </a:xfrm>
          <a:prstGeom prst="downArrow">
            <a:avLst>
              <a:gd name="adj1" fmla="val 64231"/>
              <a:gd name="adj2" fmla="val 100000"/>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332" name="Rectangle 160"/>
          <p:cNvSpPr>
            <a:spLocks noChangeArrowheads="1"/>
          </p:cNvSpPr>
          <p:nvPr/>
        </p:nvSpPr>
        <p:spPr bwMode="auto">
          <a:xfrm>
            <a:off x="8072438" y="1341438"/>
            <a:ext cx="1695450" cy="395287"/>
          </a:xfrm>
          <a:prstGeom prst="rect">
            <a:avLst/>
          </a:prstGeom>
          <a:solidFill>
            <a:srgbClr val="FFCCFF"/>
          </a:solidFill>
          <a:ln w="9525">
            <a:solidFill>
              <a:schemeClr val="folHlink"/>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b="1">
                <a:latin typeface="Times New Roman" panose="02020603050405020304" pitchFamily="18" charset="0"/>
                <a:ea typeface="돋움" pitchFamily="50" charset="-127"/>
                <a:cs typeface="Times New Roman" panose="02020603050405020304" pitchFamily="18" charset="0"/>
              </a:rPr>
              <a:t>Module5. </a:t>
            </a:r>
          </a:p>
          <a:p>
            <a:pPr eaLnBrk="1" hangingPunct="1">
              <a:lnSpc>
                <a:spcPct val="100000"/>
              </a:lnSpc>
              <a:spcBef>
                <a:spcPct val="0"/>
              </a:spcBef>
              <a:buFontTx/>
              <a:buNone/>
            </a:pPr>
            <a:r>
              <a:rPr lang="en-US" altLang="ko-KR" sz="900" b="1">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Từ</a:t>
            </a:r>
            <a:r>
              <a:rPr lang="en-US" altLang="ko-KR" sz="900" b="1" smtClean="0">
                <a:latin typeface="Times New Roman" panose="02020603050405020304" pitchFamily="18" charset="0"/>
                <a:ea typeface="돋움" pitchFamily="50" charset="-127"/>
                <a:cs typeface="Times New Roman" panose="02020603050405020304" pitchFamily="18" charset="0"/>
              </a:rPr>
              <a:t> lệnh cơ bản</a:t>
            </a:r>
            <a:endParaRPr lang="ko-KR" altLang="en-US" sz="900" b="1">
              <a:latin typeface="Times New Roman" panose="02020603050405020304" pitchFamily="18" charset="0"/>
              <a:ea typeface="돋움" pitchFamily="50" charset="-127"/>
              <a:cs typeface="Times New Roman" panose="02020603050405020304" pitchFamily="18" charset="0"/>
            </a:endParaRPr>
          </a:p>
        </p:txBody>
      </p:sp>
      <p:sp>
        <p:nvSpPr>
          <p:cNvPr id="13333" name="Rectangle 161"/>
          <p:cNvSpPr>
            <a:spLocks noChangeArrowheads="1"/>
          </p:cNvSpPr>
          <p:nvPr/>
        </p:nvSpPr>
        <p:spPr bwMode="auto">
          <a:xfrm>
            <a:off x="8072438" y="1733550"/>
            <a:ext cx="1695450" cy="649288"/>
          </a:xfrm>
          <a:prstGeom prst="rect">
            <a:avLst/>
          </a:prstGeom>
          <a:solidFill>
            <a:srgbClr val="FFFFFF"/>
          </a:solidFill>
          <a:ln w="9525">
            <a:solidFill>
              <a:schemeClr val="folHlink"/>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b="1" err="1" smtClean="0">
                <a:latin typeface="Times New Roman" panose="02020603050405020304" pitchFamily="18" charset="0"/>
                <a:ea typeface="돋움" pitchFamily="50" charset="-127"/>
                <a:cs typeface="Times New Roman" panose="02020603050405020304" pitchFamily="18" charset="0"/>
              </a:rPr>
              <a:t>Tiếp</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thu</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kiến</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thức</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về</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từ</a:t>
            </a:r>
            <a:r>
              <a:rPr lang="en-US" altLang="ko-KR" sz="900" b="1" smtClean="0">
                <a:latin typeface="Times New Roman" panose="02020603050405020304" pitchFamily="18" charset="0"/>
                <a:ea typeface="돋움" pitchFamily="50" charset="-127"/>
                <a:cs typeface="Times New Roman" panose="02020603050405020304" pitchFamily="18" charset="0"/>
              </a:rPr>
              <a:t> lệnh cơ bản </a:t>
            </a:r>
            <a:r>
              <a:rPr lang="en-US" altLang="ko-KR" sz="900" b="1" err="1" smtClean="0">
                <a:latin typeface="Times New Roman" panose="02020603050405020304" pitchFamily="18" charset="0"/>
                <a:ea typeface="돋움" pitchFamily="50" charset="-127"/>
                <a:cs typeface="Times New Roman" panose="02020603050405020304" pitchFamily="18" charset="0"/>
              </a:rPr>
              <a:t>và</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có</a:t>
            </a:r>
            <a:r>
              <a:rPr lang="en-US" altLang="ko-KR" sz="900" b="1">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thể</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soạn</a:t>
            </a:r>
            <a:r>
              <a:rPr lang="en-US" altLang="ko-KR" sz="900" b="1" smtClean="0">
                <a:latin typeface="Times New Roman" panose="02020603050405020304" pitchFamily="18" charset="0"/>
                <a:ea typeface="돋움" pitchFamily="50" charset="-127"/>
                <a:cs typeface="Times New Roman" panose="02020603050405020304" pitchFamily="18" charset="0"/>
              </a:rPr>
              <a:t> </a:t>
            </a:r>
            <a:r>
              <a:rPr lang="en-US" altLang="ko-KR" sz="900" b="1" err="1" smtClean="0">
                <a:latin typeface="Times New Roman" panose="02020603050405020304" pitchFamily="18" charset="0"/>
                <a:ea typeface="돋움" pitchFamily="50" charset="-127"/>
                <a:cs typeface="Times New Roman" panose="02020603050405020304" pitchFamily="18" charset="0"/>
              </a:rPr>
              <a:t>thảo</a:t>
            </a:r>
            <a:r>
              <a:rPr lang="en-US" altLang="ko-KR" sz="900" b="1" smtClean="0">
                <a:latin typeface="Times New Roman" panose="02020603050405020304" pitchFamily="18" charset="0"/>
                <a:ea typeface="돋움" pitchFamily="50" charset="-127"/>
                <a:cs typeface="Times New Roman" panose="02020603050405020304" pitchFamily="18" charset="0"/>
              </a:rPr>
              <a:t> program.</a:t>
            </a:r>
            <a:endParaRPr lang="en-US" altLang="ko-KR" sz="900" b="1">
              <a:latin typeface="Times New Roman" panose="02020603050405020304" pitchFamily="18" charset="0"/>
              <a:ea typeface="돋움" pitchFamily="50" charset="-127"/>
              <a:cs typeface="Times New Roman" panose="02020603050405020304" pitchFamily="18" charset="0"/>
            </a:endParaRPr>
          </a:p>
        </p:txBody>
      </p:sp>
      <p:sp>
        <p:nvSpPr>
          <p:cNvPr id="13334" name="Rectangle 108"/>
          <p:cNvSpPr>
            <a:spLocks noChangeArrowheads="1"/>
          </p:cNvSpPr>
          <p:nvPr/>
        </p:nvSpPr>
        <p:spPr bwMode="auto">
          <a:xfrm>
            <a:off x="2940050" y="3814763"/>
            <a:ext cx="1639888" cy="56832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Hiểu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và</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giải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thích</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trạng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thái</a:t>
            </a:r>
            <a:r>
              <a:rPr lang="en-US" altLang="ko-KR" sz="900" smtClean="0">
                <a:latin typeface="Times New Roman" panose="02020603050405020304" pitchFamily="18" charset="0"/>
                <a:ea typeface="돋움" pitchFamily="50" charset="-127"/>
                <a:cs typeface="Times New Roman" panose="02020603050405020304" pitchFamily="18" charset="0"/>
              </a:rPr>
              <a:t> Flow </a:t>
            </a:r>
            <a:r>
              <a:rPr lang="en-US" altLang="ko-KR" sz="900" err="1" smtClean="0">
                <a:latin typeface="Times New Roman" panose="02020603050405020304" pitchFamily="18" charset="0"/>
                <a:ea typeface="돋움" pitchFamily="50" charset="-127"/>
                <a:cs typeface="Times New Roman" panose="02020603050405020304" pitchFamily="18" charset="0"/>
              </a:rPr>
              <a:t>thao</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tác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PLC.</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3335" name="Rectangle 109"/>
          <p:cNvSpPr>
            <a:spLocks noChangeArrowheads="1"/>
          </p:cNvSpPr>
          <p:nvPr/>
        </p:nvSpPr>
        <p:spPr bwMode="auto">
          <a:xfrm>
            <a:off x="2940050" y="3562350"/>
            <a:ext cx="1639888" cy="268288"/>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2.2 </a:t>
            </a:r>
            <a:r>
              <a:rPr lang="en-US" altLang="ko-KR" sz="1000" b="1" smtClean="0">
                <a:latin typeface="Times New Roman" panose="02020603050405020304" pitchFamily="18" charset="0"/>
                <a:ea typeface="돋움" pitchFamily="50" charset="-127"/>
                <a:cs typeface="Times New Roman" panose="02020603050405020304" pitchFamily="18" charset="0"/>
              </a:rPr>
              <a:t>Flow </a:t>
            </a:r>
            <a:r>
              <a:rPr lang="en-US" altLang="ko-KR" sz="1000" b="1" err="1" smtClean="0">
                <a:latin typeface="Times New Roman" panose="02020603050405020304" pitchFamily="18" charset="0"/>
                <a:ea typeface="돋움" pitchFamily="50" charset="-127"/>
                <a:cs typeface="Times New Roman" panose="02020603050405020304" pitchFamily="18" charset="0"/>
              </a:rPr>
              <a:t>thao</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tác</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của</a:t>
            </a:r>
            <a:r>
              <a:rPr lang="en-US" altLang="ko-KR" sz="1000" b="1" smtClean="0">
                <a:latin typeface="Times New Roman" panose="02020603050405020304" pitchFamily="18" charset="0"/>
                <a:ea typeface="돋움" pitchFamily="50" charset="-127"/>
                <a:cs typeface="Times New Roman" panose="02020603050405020304" pitchFamily="18" charset="0"/>
              </a:rPr>
              <a:t> PLC</a:t>
            </a:r>
            <a:endParaRPr lang="en-US" altLang="ko-KR" sz="1000" b="1">
              <a:latin typeface="Times New Roman" panose="02020603050405020304" pitchFamily="18" charset="0"/>
              <a:ea typeface="돋움" pitchFamily="50" charset="-127"/>
              <a:cs typeface="Times New Roman" panose="02020603050405020304" pitchFamily="18" charset="0"/>
            </a:endParaRPr>
          </a:p>
        </p:txBody>
      </p:sp>
      <p:sp>
        <p:nvSpPr>
          <p:cNvPr id="13336" name="Rectangle 110"/>
          <p:cNvSpPr>
            <a:spLocks noChangeArrowheads="1"/>
          </p:cNvSpPr>
          <p:nvPr/>
        </p:nvSpPr>
        <p:spPr bwMode="auto">
          <a:xfrm>
            <a:off x="6334125" y="2927350"/>
            <a:ext cx="1703388" cy="56832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nSpc>
                <a:spcPct val="11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Hiểu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và</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giải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thích</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cấu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trúc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màn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hình</a:t>
            </a:r>
            <a:r>
              <a:rPr lang="en-US" altLang="ko-KR" sz="900" smtClean="0">
                <a:latin typeface="Times New Roman" panose="02020603050405020304" pitchFamily="18" charset="0"/>
                <a:ea typeface="돋움" pitchFamily="50" charset="-127"/>
                <a:cs typeface="Times New Roman" panose="02020603050405020304" pitchFamily="18" charset="0"/>
              </a:rPr>
              <a:t> GPPW.</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3337" name="Rectangle 111"/>
          <p:cNvSpPr>
            <a:spLocks noChangeArrowheads="1"/>
          </p:cNvSpPr>
          <p:nvPr/>
        </p:nvSpPr>
        <p:spPr bwMode="auto">
          <a:xfrm>
            <a:off x="6334125" y="2674938"/>
            <a:ext cx="1703388" cy="268287"/>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4.1 </a:t>
            </a:r>
            <a:r>
              <a:rPr lang="en-US" altLang="ko-KR" sz="1000" b="1" err="1" smtClean="0">
                <a:latin typeface="Times New Roman" panose="02020603050405020304" pitchFamily="18" charset="0"/>
                <a:ea typeface="돋움" pitchFamily="50" charset="-127"/>
                <a:cs typeface="Times New Roman" panose="02020603050405020304" pitchFamily="18" charset="0"/>
              </a:rPr>
              <a:t>Cấu</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tạo</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màn</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hình</a:t>
            </a:r>
            <a:r>
              <a:rPr lang="en-US" altLang="ko-KR" sz="1000" b="1" smtClean="0">
                <a:latin typeface="Times New Roman" panose="02020603050405020304" pitchFamily="18" charset="0"/>
                <a:ea typeface="돋움" pitchFamily="50" charset="-127"/>
                <a:cs typeface="Times New Roman" panose="02020603050405020304" pitchFamily="18" charset="0"/>
              </a:rPr>
              <a:t> GPPW</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38" name="Rectangle 112"/>
          <p:cNvSpPr>
            <a:spLocks noChangeArrowheads="1"/>
          </p:cNvSpPr>
          <p:nvPr/>
        </p:nvSpPr>
        <p:spPr bwMode="auto">
          <a:xfrm>
            <a:off x="6334125" y="3800475"/>
            <a:ext cx="1703388" cy="56832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nSpc>
                <a:spcPct val="11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Nắm</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rõ</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thao</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tác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cơ</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bản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GPPW </a:t>
            </a:r>
            <a:r>
              <a:rPr lang="en-US" altLang="ko-KR" sz="900" err="1" smtClean="0">
                <a:latin typeface="Times New Roman" panose="02020603050405020304" pitchFamily="18" charset="0"/>
                <a:ea typeface="돋움" pitchFamily="50" charset="-127"/>
                <a:cs typeface="Times New Roman" panose="02020603050405020304" pitchFamily="18" charset="0"/>
              </a:rPr>
              <a:t>và</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Back-Up Logic </a:t>
            </a:r>
            <a:r>
              <a:rPr lang="en-US" altLang="ko-KR" sz="900" err="1" smtClean="0">
                <a:latin typeface="Times New Roman" panose="02020603050405020304" pitchFamily="18" charset="0"/>
                <a:ea typeface="돋움" pitchFamily="50" charset="-127"/>
                <a:cs typeface="Times New Roman" panose="02020603050405020304" pitchFamily="18" charset="0"/>
              </a:rPr>
              <a:t>ứng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dụng</a:t>
            </a:r>
            <a:r>
              <a:rPr lang="en-US" altLang="ko-KR" sz="900" smtClean="0">
                <a:latin typeface="Times New Roman" panose="02020603050405020304" pitchFamily="18" charset="0"/>
                <a:ea typeface="돋움" pitchFamily="50" charset="-127"/>
                <a:cs typeface="Times New Roman" panose="02020603050405020304" pitchFamily="18" charset="0"/>
              </a:rPr>
              <a:t> PLC.</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3339" name="Rectangle 113"/>
          <p:cNvSpPr>
            <a:spLocks noChangeArrowheads="1"/>
          </p:cNvSpPr>
          <p:nvPr/>
        </p:nvSpPr>
        <p:spPr bwMode="auto">
          <a:xfrm>
            <a:off x="6334125" y="3554413"/>
            <a:ext cx="1703388" cy="268287"/>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4.2 </a:t>
            </a:r>
            <a:r>
              <a:rPr lang="en-US" altLang="ko-KR" sz="1000" b="1" err="1" smtClean="0">
                <a:latin typeface="Times New Roman" panose="02020603050405020304" pitchFamily="18" charset="0"/>
                <a:ea typeface="돋움" pitchFamily="50" charset="-127"/>
                <a:cs typeface="Times New Roman" panose="02020603050405020304" pitchFamily="18" charset="0"/>
              </a:rPr>
              <a:t>Thao</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tác</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cơ</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bản</a:t>
            </a:r>
            <a:r>
              <a:rPr lang="en-US" altLang="ko-KR" sz="1000" b="1" smtClean="0">
                <a:latin typeface="Times New Roman" panose="02020603050405020304" pitchFamily="18" charset="0"/>
                <a:ea typeface="돋움" pitchFamily="50" charset="-127"/>
                <a:cs typeface="Times New Roman" panose="02020603050405020304" pitchFamily="18" charset="0"/>
              </a:rPr>
              <a:t> GPPW</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40" name="Rectangle 114"/>
          <p:cNvSpPr>
            <a:spLocks noChangeArrowheads="1"/>
          </p:cNvSpPr>
          <p:nvPr/>
        </p:nvSpPr>
        <p:spPr bwMode="auto">
          <a:xfrm>
            <a:off x="2935288" y="2943225"/>
            <a:ext cx="1646237" cy="56832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nSpc>
                <a:spcPct val="110000"/>
              </a:lnSpc>
              <a:spcBef>
                <a:spcPct val="0"/>
              </a:spcBef>
              <a:buFontTx/>
              <a:buNone/>
            </a:pPr>
            <a:r>
              <a:rPr lang="en-US" altLang="ko-KR" sz="900" smtClean="0">
                <a:latin typeface="Times New Roman" panose="02020603050405020304" pitchFamily="18" charset="0"/>
                <a:ea typeface="돋움" pitchFamily="50" charset="-127"/>
                <a:cs typeface="Times New Roman" panose="02020603050405020304" pitchFamily="18" charset="0"/>
              </a:rPr>
              <a:t>Có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giải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thích</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và</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nêu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các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loại</a:t>
            </a:r>
            <a:r>
              <a:rPr lang="en-US" altLang="ko-KR" sz="900">
                <a:latin typeface="Times New Roman" panose="02020603050405020304" pitchFamily="18" charset="0"/>
                <a:ea typeface="돋움" pitchFamily="50" charset="-127"/>
                <a:cs typeface="Times New Roman" panose="02020603050405020304" pitchFamily="18" charset="0"/>
              </a:rPr>
              <a:t> Bit/Word Device.</a:t>
            </a:r>
          </a:p>
        </p:txBody>
      </p:sp>
      <p:sp>
        <p:nvSpPr>
          <p:cNvPr id="13341" name="Rectangle 115"/>
          <p:cNvSpPr>
            <a:spLocks noChangeArrowheads="1"/>
          </p:cNvSpPr>
          <p:nvPr/>
        </p:nvSpPr>
        <p:spPr bwMode="auto">
          <a:xfrm>
            <a:off x="2935288" y="2681288"/>
            <a:ext cx="1646237" cy="268287"/>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2.1 </a:t>
            </a:r>
            <a:r>
              <a:rPr lang="en-US" altLang="ko-KR" sz="1000" b="1" err="1" smtClean="0">
                <a:latin typeface="Times New Roman" panose="02020603050405020304" pitchFamily="18" charset="0"/>
                <a:ea typeface="돋움" pitchFamily="50" charset="-127"/>
                <a:cs typeface="Times New Roman" panose="02020603050405020304" pitchFamily="18" charset="0"/>
              </a:rPr>
              <a:t>Các</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loại</a:t>
            </a:r>
            <a:r>
              <a:rPr lang="en-US" altLang="ko-KR" sz="1000" b="1" smtClean="0">
                <a:latin typeface="Times New Roman" panose="02020603050405020304" pitchFamily="18" charset="0"/>
                <a:ea typeface="돋움" pitchFamily="50" charset="-127"/>
                <a:cs typeface="Times New Roman" panose="02020603050405020304" pitchFamily="18" charset="0"/>
              </a:rPr>
              <a:t> Device</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42" name="Rectangle 116"/>
          <p:cNvSpPr>
            <a:spLocks noChangeArrowheads="1"/>
          </p:cNvSpPr>
          <p:nvPr/>
        </p:nvSpPr>
        <p:spPr bwMode="auto">
          <a:xfrm>
            <a:off x="4633913" y="2933700"/>
            <a:ext cx="1624012" cy="56832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cài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đặt</a:t>
            </a:r>
            <a:r>
              <a:rPr lang="en-US" altLang="ko-KR" sz="900">
                <a:latin typeface="Times New Roman" panose="02020603050405020304" pitchFamily="18" charset="0"/>
                <a:ea typeface="돋움" pitchFamily="50" charset="-127"/>
                <a:cs typeface="Times New Roman" panose="02020603050405020304" pitchFamily="18" charset="0"/>
              </a:rPr>
              <a:t> GX Develop </a:t>
            </a:r>
            <a:r>
              <a:rPr lang="en-US" altLang="ko-KR" sz="900" smtClean="0">
                <a:latin typeface="Times New Roman" panose="02020603050405020304" pitchFamily="18" charset="0"/>
                <a:ea typeface="돋움" pitchFamily="50" charset="-127"/>
                <a:cs typeface="Times New Roman" panose="02020603050405020304" pitchFamily="18" charset="0"/>
              </a:rPr>
              <a:t>Software ở PC.</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3343" name="Rectangle 117"/>
          <p:cNvSpPr>
            <a:spLocks noChangeArrowheads="1"/>
          </p:cNvSpPr>
          <p:nvPr/>
        </p:nvSpPr>
        <p:spPr bwMode="auto">
          <a:xfrm>
            <a:off x="4633913" y="2671763"/>
            <a:ext cx="1624012" cy="268287"/>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3.1 </a:t>
            </a:r>
            <a:r>
              <a:rPr lang="en-US" altLang="ko-KR" sz="1000" b="1" err="1" smtClean="0">
                <a:latin typeface="Times New Roman" panose="02020603050405020304" pitchFamily="18" charset="0"/>
                <a:ea typeface="돋움" pitchFamily="50" charset="-127"/>
                <a:cs typeface="Times New Roman" panose="02020603050405020304" pitchFamily="18" charset="0"/>
              </a:rPr>
              <a:t>Cài</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đặt</a:t>
            </a:r>
            <a:r>
              <a:rPr lang="en-US" altLang="ko-KR" sz="1000" b="1" smtClean="0">
                <a:latin typeface="Times New Roman" panose="02020603050405020304" pitchFamily="18" charset="0"/>
                <a:ea typeface="돋움" pitchFamily="50" charset="-127"/>
                <a:cs typeface="Times New Roman" panose="02020603050405020304" pitchFamily="18" charset="0"/>
              </a:rPr>
              <a:t> GX Developer</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44" name="Rectangle 118"/>
          <p:cNvSpPr>
            <a:spLocks noChangeArrowheads="1"/>
          </p:cNvSpPr>
          <p:nvPr/>
        </p:nvSpPr>
        <p:spPr bwMode="auto">
          <a:xfrm>
            <a:off x="4633913" y="3805238"/>
            <a:ext cx="1624012" cy="56832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cài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đặt</a:t>
            </a:r>
            <a:r>
              <a:rPr lang="en-US" altLang="ko-KR" sz="900" smtClean="0">
                <a:latin typeface="Times New Roman" panose="02020603050405020304" pitchFamily="18" charset="0"/>
                <a:ea typeface="돋움" pitchFamily="50" charset="-127"/>
                <a:cs typeface="Times New Roman" panose="02020603050405020304" pitchFamily="18" charset="0"/>
              </a:rPr>
              <a:t> Software </a:t>
            </a:r>
            <a:r>
              <a:rPr lang="en-US" altLang="ko-KR" sz="900" err="1" smtClean="0">
                <a:latin typeface="Times New Roman" panose="02020603050405020304" pitchFamily="18" charset="0"/>
                <a:ea typeface="돋움" pitchFamily="50" charset="-127"/>
                <a:cs typeface="Times New Roman" panose="02020603050405020304" pitchFamily="18" charset="0"/>
              </a:rPr>
              <a:t>chuyên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điều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khiển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thẻ</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đặc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biệt</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3345" name="Rectangle 119"/>
          <p:cNvSpPr>
            <a:spLocks noChangeArrowheads="1"/>
          </p:cNvSpPr>
          <p:nvPr/>
        </p:nvSpPr>
        <p:spPr bwMode="auto">
          <a:xfrm>
            <a:off x="4633913" y="3552825"/>
            <a:ext cx="1624012" cy="268288"/>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3.2 </a:t>
            </a:r>
            <a:r>
              <a:rPr lang="en-US" altLang="ko-KR" sz="1000" b="1" err="1" smtClean="0">
                <a:latin typeface="Times New Roman" panose="02020603050405020304" pitchFamily="18" charset="0"/>
                <a:ea typeface="돋움" pitchFamily="50" charset="-127"/>
                <a:cs typeface="Times New Roman" panose="02020603050405020304" pitchFamily="18" charset="0"/>
              </a:rPr>
              <a:t>Cài</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đặt</a:t>
            </a:r>
            <a:r>
              <a:rPr lang="en-US" altLang="ko-KR" sz="1000" b="1" smtClean="0">
                <a:latin typeface="Times New Roman" panose="02020603050405020304" pitchFamily="18" charset="0"/>
                <a:ea typeface="돋움" pitchFamily="50" charset="-127"/>
                <a:cs typeface="Times New Roman" panose="02020603050405020304" pitchFamily="18" charset="0"/>
              </a:rPr>
              <a:t> Utility</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46" name="Rectangle 120"/>
          <p:cNvSpPr>
            <a:spLocks noChangeArrowheads="1"/>
          </p:cNvSpPr>
          <p:nvPr/>
        </p:nvSpPr>
        <p:spPr bwMode="auto">
          <a:xfrm>
            <a:off x="8078788" y="3813175"/>
            <a:ext cx="1703387" cy="54927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nSpc>
                <a:spcPct val="11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chuẩn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đoán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vấn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đề</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bằng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tính</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năng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chuẩn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đoán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GPP </a:t>
            </a:r>
            <a:r>
              <a:rPr lang="en-US" altLang="ko-KR" sz="900" err="1" smtClean="0">
                <a:latin typeface="Times New Roman" panose="02020603050405020304" pitchFamily="18" charset="0"/>
                <a:ea typeface="돋움" pitchFamily="50" charset="-127"/>
                <a:cs typeface="Times New Roman" panose="02020603050405020304" pitchFamily="18" charset="0"/>
              </a:rPr>
              <a:t>khi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phát</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sinh</a:t>
            </a:r>
            <a:r>
              <a:rPr lang="en-US" altLang="ko-KR" sz="900" smtClean="0">
                <a:latin typeface="Times New Roman" panose="02020603050405020304" pitchFamily="18" charset="0"/>
                <a:ea typeface="돋움" pitchFamily="50" charset="-127"/>
                <a:cs typeface="Times New Roman" panose="02020603050405020304" pitchFamily="18" charset="0"/>
              </a:rPr>
              <a:t> PLC Error</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3347" name="Rectangle 121"/>
          <p:cNvSpPr>
            <a:spLocks noChangeArrowheads="1"/>
          </p:cNvSpPr>
          <p:nvPr/>
        </p:nvSpPr>
        <p:spPr bwMode="auto">
          <a:xfrm>
            <a:off x="8078788" y="3551238"/>
            <a:ext cx="1703387" cy="268287"/>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5.2 </a:t>
            </a:r>
            <a:r>
              <a:rPr lang="en-US" altLang="ko-KR" sz="1000" b="1" err="1" smtClean="0">
                <a:latin typeface="Times New Roman" panose="02020603050405020304" pitchFamily="18" charset="0"/>
                <a:ea typeface="돋움" pitchFamily="50" charset="-127"/>
                <a:cs typeface="Times New Roman" panose="02020603050405020304" pitchFamily="18" charset="0"/>
              </a:rPr>
              <a:t>Chuẩn</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đoán</a:t>
            </a:r>
            <a:r>
              <a:rPr lang="en-US" altLang="ko-KR" sz="1000" b="1" smtClean="0">
                <a:latin typeface="Times New Roman" panose="02020603050405020304" pitchFamily="18" charset="0"/>
                <a:ea typeface="돋움" pitchFamily="50" charset="-127"/>
                <a:cs typeface="Times New Roman" panose="02020603050405020304" pitchFamily="18" charset="0"/>
              </a:rPr>
              <a:t> Trouble</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48" name="Rectangle 122"/>
          <p:cNvSpPr>
            <a:spLocks noChangeArrowheads="1"/>
          </p:cNvSpPr>
          <p:nvPr/>
        </p:nvSpPr>
        <p:spPr bwMode="auto">
          <a:xfrm>
            <a:off x="1141413" y="3717031"/>
            <a:ext cx="1709737" cy="453331"/>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biết</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được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quan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hệ</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cấu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tạo</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thẻ</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nhập.xuất</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và</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cấu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tạo</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PLC.</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3349" name="Rectangle 123"/>
          <p:cNvSpPr>
            <a:spLocks noChangeArrowheads="1"/>
          </p:cNvSpPr>
          <p:nvPr/>
        </p:nvSpPr>
        <p:spPr bwMode="auto">
          <a:xfrm>
            <a:off x="1141413" y="3494088"/>
            <a:ext cx="1709737" cy="268287"/>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1.2 </a:t>
            </a:r>
            <a:r>
              <a:rPr lang="en-US" altLang="ko-KR" sz="1000" b="1" err="1" smtClean="0">
                <a:latin typeface="Times New Roman" panose="02020603050405020304" pitchFamily="18" charset="0"/>
                <a:ea typeface="돋움" pitchFamily="50" charset="-127"/>
                <a:cs typeface="Times New Roman" panose="02020603050405020304" pitchFamily="18" charset="0"/>
              </a:rPr>
              <a:t>Cấu</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tạo</a:t>
            </a:r>
            <a:r>
              <a:rPr lang="en-US" altLang="ko-KR" sz="1000" b="1" smtClean="0">
                <a:latin typeface="Times New Roman" panose="02020603050405020304" pitchFamily="18" charset="0"/>
                <a:ea typeface="돋움" pitchFamily="50" charset="-127"/>
                <a:cs typeface="Times New Roman" panose="02020603050405020304" pitchFamily="18" charset="0"/>
              </a:rPr>
              <a:t> PLC</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50" name="Rectangle 124"/>
          <p:cNvSpPr>
            <a:spLocks noChangeArrowheads="1"/>
          </p:cNvSpPr>
          <p:nvPr/>
        </p:nvSpPr>
        <p:spPr bwMode="auto">
          <a:xfrm>
            <a:off x="1141413" y="4433888"/>
            <a:ext cx="1709737" cy="51752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giải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thích</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vai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trò</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và</a:t>
            </a: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sử</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dụng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thẻ</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đặc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biệt</a:t>
            </a:r>
            <a:r>
              <a:rPr lang="en-US" altLang="ko-KR" sz="900" smtClean="0">
                <a:latin typeface="Times New Roman" panose="02020603050405020304" pitchFamily="18" charset="0"/>
                <a:ea typeface="돋움" pitchFamily="50" charset="-127"/>
                <a:cs typeface="Times New Roman" panose="02020603050405020304" pitchFamily="18" charset="0"/>
              </a:rPr>
              <a:t> (CPU, </a:t>
            </a:r>
            <a:r>
              <a:rPr lang="en-US" altLang="ko-KR" sz="900" err="1" smtClean="0">
                <a:latin typeface="Times New Roman" panose="02020603050405020304" pitchFamily="18" charset="0"/>
                <a:ea typeface="돋움" pitchFamily="50" charset="-127"/>
                <a:cs typeface="Times New Roman" panose="02020603050405020304" pitchFamily="18" charset="0"/>
              </a:rPr>
              <a:t>thẻ</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thông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tấn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và</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thẻ</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xuất.nhập</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3351" name="Rectangle 125"/>
          <p:cNvSpPr>
            <a:spLocks noChangeArrowheads="1"/>
          </p:cNvSpPr>
          <p:nvPr/>
        </p:nvSpPr>
        <p:spPr bwMode="auto">
          <a:xfrm>
            <a:off x="1141413" y="4170363"/>
            <a:ext cx="1709737" cy="268287"/>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en-US" sz="1000" b="1">
                <a:latin typeface="Times New Roman" panose="02020603050405020304" pitchFamily="18" charset="0"/>
                <a:ea typeface="돋움" pitchFamily="50" charset="-127"/>
                <a:cs typeface="Times New Roman" panose="02020603050405020304" pitchFamily="18" charset="0"/>
              </a:rPr>
              <a:t>1.</a:t>
            </a:r>
            <a:r>
              <a:rPr lang="en-US" altLang="ko-KR" sz="1000" b="1">
                <a:latin typeface="Times New Roman" panose="02020603050405020304" pitchFamily="18" charset="0"/>
                <a:ea typeface="돋움" pitchFamily="50" charset="-127"/>
                <a:cs typeface="Times New Roman" panose="02020603050405020304" pitchFamily="18" charset="0"/>
              </a:rPr>
              <a:t>3</a:t>
            </a:r>
            <a:r>
              <a:rPr lang="en-US" altLang="en-US" sz="1000" b="1">
                <a:latin typeface="Times New Roman" panose="02020603050405020304" pitchFamily="18" charset="0"/>
                <a:ea typeface="돋움" pitchFamily="50" charset="-127"/>
                <a:cs typeface="Times New Roman" panose="02020603050405020304" pitchFamily="18" charset="0"/>
              </a:rPr>
              <a:t> </a:t>
            </a:r>
            <a:r>
              <a:rPr lang="en-US" altLang="en-US" sz="1000" b="1" err="1" smtClean="0">
                <a:latin typeface="Times New Roman" panose="02020603050405020304" pitchFamily="18" charset="0"/>
                <a:ea typeface="돋움" pitchFamily="50" charset="-127"/>
                <a:cs typeface="Times New Roman" panose="02020603050405020304" pitchFamily="18" charset="0"/>
              </a:rPr>
              <a:t>Vai</a:t>
            </a:r>
            <a:r>
              <a:rPr lang="en-US" altLang="en-US" sz="1000" b="1" smtClean="0">
                <a:latin typeface="Times New Roman" panose="02020603050405020304" pitchFamily="18" charset="0"/>
                <a:ea typeface="돋움" pitchFamily="50" charset="-127"/>
                <a:cs typeface="Times New Roman" panose="02020603050405020304" pitchFamily="18" charset="0"/>
              </a:rPr>
              <a:t> </a:t>
            </a:r>
            <a:r>
              <a:rPr lang="en-US" altLang="en-US" sz="1000" b="1" err="1" smtClean="0">
                <a:latin typeface="Times New Roman" panose="02020603050405020304" pitchFamily="18" charset="0"/>
                <a:ea typeface="돋움" pitchFamily="50" charset="-127"/>
                <a:cs typeface="Times New Roman" panose="02020603050405020304" pitchFamily="18" charset="0"/>
              </a:rPr>
              <a:t>trò</a:t>
            </a:r>
            <a:r>
              <a:rPr lang="en-US" altLang="en-US" sz="1000" b="1" smtClean="0">
                <a:latin typeface="Times New Roman" panose="02020603050405020304" pitchFamily="18" charset="0"/>
                <a:ea typeface="돋움" pitchFamily="50" charset="-127"/>
                <a:cs typeface="Times New Roman" panose="02020603050405020304" pitchFamily="18" charset="0"/>
              </a:rPr>
              <a:t> </a:t>
            </a:r>
            <a:r>
              <a:rPr lang="en-US" altLang="en-US" sz="1000" b="1" err="1" smtClean="0">
                <a:latin typeface="Times New Roman" panose="02020603050405020304" pitchFamily="18" charset="0"/>
                <a:ea typeface="돋움" pitchFamily="50" charset="-127"/>
                <a:cs typeface="Times New Roman" panose="02020603050405020304" pitchFamily="18" charset="0"/>
              </a:rPr>
              <a:t>từn</a:t>
            </a:r>
            <a:r>
              <a:rPr lang="en-US" altLang="en-US" sz="1000" b="1" err="1">
                <a:latin typeface="Times New Roman" panose="02020603050405020304" pitchFamily="18" charset="0"/>
                <a:ea typeface="돋움" pitchFamily="50" charset="-127"/>
                <a:cs typeface="Times New Roman" panose="02020603050405020304" pitchFamily="18" charset="0"/>
              </a:rPr>
              <a:t>g</a:t>
            </a:r>
            <a:r>
              <a:rPr lang="en-US" altLang="en-US" sz="1000" b="1" smtClean="0">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PLC Card</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52" name="Rectangle 127"/>
          <p:cNvSpPr>
            <a:spLocks noChangeArrowheads="1"/>
          </p:cNvSpPr>
          <p:nvPr/>
        </p:nvSpPr>
        <p:spPr bwMode="auto">
          <a:xfrm>
            <a:off x="1138238" y="5237163"/>
            <a:ext cx="1712912" cy="35877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giải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thích</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và</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phân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biệt</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điểm</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chiếm</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hữu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thẻ</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xuất.nhập</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3353" name="Rectangle 128"/>
          <p:cNvSpPr>
            <a:spLocks noChangeArrowheads="1"/>
          </p:cNvSpPr>
          <p:nvPr/>
        </p:nvSpPr>
        <p:spPr bwMode="auto">
          <a:xfrm>
            <a:off x="1138238" y="4965700"/>
            <a:ext cx="1712912" cy="268288"/>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None/>
            </a:pPr>
            <a:r>
              <a:rPr lang="en-US" altLang="ko-KR" sz="1000" b="1">
                <a:latin typeface="Times New Roman" panose="02020603050405020304" pitchFamily="18" charset="0"/>
                <a:ea typeface="돋움" pitchFamily="50" charset="-127"/>
                <a:cs typeface="Times New Roman" panose="02020603050405020304" pitchFamily="18" charset="0"/>
              </a:rPr>
              <a:t>1.4 </a:t>
            </a:r>
            <a:r>
              <a:rPr lang="en-US" altLang="ko-KR" sz="1000" b="1" err="1" smtClean="0">
                <a:latin typeface="Times New Roman" panose="02020603050405020304" pitchFamily="18" charset="0"/>
                <a:ea typeface="돋움" pitchFamily="50" charset="-127"/>
                <a:cs typeface="Times New Roman" panose="02020603050405020304" pitchFamily="18" charset="0"/>
              </a:rPr>
              <a:t>Phân</a:t>
            </a:r>
            <a:r>
              <a:rPr lang="en-US" altLang="ko-KR" sz="1000" b="1" smtClean="0">
                <a:latin typeface="Times New Roman" panose="02020603050405020304" pitchFamily="18" charset="0"/>
                <a:ea typeface="돋움" pitchFamily="50" charset="-127"/>
                <a:cs typeface="Times New Roman" panose="02020603050405020304" pitchFamily="18" charset="0"/>
              </a:rPr>
              <a:t> chia I/O</a:t>
            </a:r>
          </a:p>
          <a:p>
            <a:pPr latinLnBrk="0">
              <a:lnSpc>
                <a:spcPct val="100000"/>
              </a:lnSpc>
              <a:spcBef>
                <a:spcPct val="0"/>
              </a:spcBef>
              <a:buNone/>
            </a:pPr>
            <a:r>
              <a:rPr lang="en-US" altLang="ko-KR" sz="1000" b="1" smtClean="0">
                <a:latin typeface="Times New Roman" panose="02020603050405020304" pitchFamily="18" charset="0"/>
                <a:ea typeface="돋움" pitchFamily="50" charset="-127"/>
                <a:cs typeface="Times New Roman" panose="02020603050405020304" pitchFamily="18" charset="0"/>
              </a:rPr>
              <a:t>(</a:t>
            </a:r>
            <a:r>
              <a:rPr lang="en-US" altLang="ko-KR" sz="1000" b="1" err="1" smtClean="0">
                <a:latin typeface="Times New Roman" panose="02020603050405020304" pitchFamily="18" charset="0"/>
                <a:ea typeface="돋움" pitchFamily="50" charset="-127"/>
                <a:cs typeface="Times New Roman" panose="02020603050405020304" pitchFamily="18" charset="0"/>
              </a:rPr>
              <a:t>điểm</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chiếm</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hữu</a:t>
            </a:r>
            <a:r>
              <a:rPr lang="en-US" altLang="ko-KR" sz="1000" smtClean="0">
                <a:latin typeface="Times New Roman" panose="02020603050405020304" pitchFamily="18" charset="0"/>
                <a:cs typeface="Times New Roman" panose="02020603050405020304" pitchFamily="18" charset="0"/>
              </a:rPr>
              <a:t>)</a:t>
            </a:r>
            <a:endParaRPr lang="ko-KR" altLang="en-US" sz="1000">
              <a:latin typeface="Times New Roman" panose="02020603050405020304" pitchFamily="18" charset="0"/>
              <a:cs typeface="Times New Roman" panose="02020603050405020304" pitchFamily="18" charset="0"/>
            </a:endParaRPr>
          </a:p>
        </p:txBody>
      </p:sp>
      <p:sp>
        <p:nvSpPr>
          <p:cNvPr id="13354" name="Rectangle 129"/>
          <p:cNvSpPr>
            <a:spLocks noChangeArrowheads="1"/>
          </p:cNvSpPr>
          <p:nvPr/>
        </p:nvSpPr>
        <p:spPr bwMode="auto">
          <a:xfrm>
            <a:off x="1138238" y="5883275"/>
            <a:ext cx="1712912" cy="604838"/>
          </a:xfrm>
          <a:prstGeom prst="rect">
            <a:avLst/>
          </a:prstGeom>
          <a:no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800" err="1">
                <a:latin typeface="Arial" pitchFamily="34" charset="0"/>
                <a:ea typeface="돋움" pitchFamily="50" charset="-127"/>
              </a:rPr>
              <a:t>Giải</a:t>
            </a:r>
            <a:r>
              <a:rPr lang="en-US" altLang="ko-KR" sz="800">
                <a:latin typeface="Arial" pitchFamily="34" charset="0"/>
                <a:ea typeface="돋움" pitchFamily="50" charset="-127"/>
              </a:rPr>
              <a:t> </a:t>
            </a:r>
            <a:r>
              <a:rPr lang="en-US" altLang="ko-KR" sz="800" err="1">
                <a:latin typeface="Arial" pitchFamily="34" charset="0"/>
                <a:ea typeface="돋움" pitchFamily="50" charset="-127"/>
              </a:rPr>
              <a:t>thích</a:t>
            </a:r>
            <a:r>
              <a:rPr lang="en-US" altLang="ko-KR" sz="800">
                <a:latin typeface="Arial" pitchFamily="34" charset="0"/>
                <a:ea typeface="돋움" pitchFamily="50" charset="-127"/>
              </a:rPr>
              <a:t> </a:t>
            </a:r>
            <a:r>
              <a:rPr lang="en-US" altLang="ko-KR" sz="800" err="1">
                <a:latin typeface="Arial" pitchFamily="34" charset="0"/>
                <a:ea typeface="돋움" pitchFamily="50" charset="-127"/>
              </a:rPr>
              <a:t>ký</a:t>
            </a:r>
            <a:r>
              <a:rPr lang="en-US" altLang="ko-KR" sz="800">
                <a:latin typeface="Arial" pitchFamily="34" charset="0"/>
                <a:ea typeface="돋움" pitchFamily="50" charset="-127"/>
              </a:rPr>
              <a:t> </a:t>
            </a:r>
            <a:r>
              <a:rPr lang="en-US" altLang="ko-KR" sz="800" err="1">
                <a:latin typeface="Arial" pitchFamily="34" charset="0"/>
                <a:ea typeface="돋움" pitchFamily="50" charset="-127"/>
              </a:rPr>
              <a:t>hiệu</a:t>
            </a:r>
            <a:r>
              <a:rPr lang="en-US" altLang="ko-KR" sz="800">
                <a:latin typeface="Arial" pitchFamily="34" charset="0"/>
                <a:ea typeface="돋움" pitchFamily="50" charset="-127"/>
              </a:rPr>
              <a:t> </a:t>
            </a:r>
            <a:r>
              <a:rPr lang="en-US" altLang="ko-KR" sz="800" err="1">
                <a:latin typeface="Arial" pitchFamily="34" charset="0"/>
                <a:ea typeface="돋움" pitchFamily="50" charset="-127"/>
              </a:rPr>
              <a:t>số</a:t>
            </a:r>
            <a:r>
              <a:rPr lang="en-US" altLang="ko-KR" sz="800">
                <a:latin typeface="Arial" pitchFamily="34" charset="0"/>
                <a:ea typeface="돋움" pitchFamily="50" charset="-127"/>
              </a:rPr>
              <a:t> </a:t>
            </a:r>
            <a:r>
              <a:rPr lang="en-US" altLang="ko-KR" sz="800" err="1">
                <a:latin typeface="Arial" pitchFamily="34" charset="0"/>
                <a:ea typeface="돋움" pitchFamily="50" charset="-127"/>
              </a:rPr>
              <a:t>liệu</a:t>
            </a:r>
            <a:r>
              <a:rPr lang="en-US" altLang="ko-KR" sz="800">
                <a:latin typeface="Arial" pitchFamily="34" charset="0"/>
                <a:ea typeface="돋움" pitchFamily="50" charset="-127"/>
              </a:rPr>
              <a:t> 2 </a:t>
            </a:r>
            <a:r>
              <a:rPr lang="en-US" altLang="ko-KR" sz="800" err="1">
                <a:latin typeface="Arial" pitchFamily="34" charset="0"/>
                <a:ea typeface="돋움" pitchFamily="50" charset="-127"/>
              </a:rPr>
              <a:t>xử</a:t>
            </a:r>
            <a:r>
              <a:rPr lang="en-US" altLang="ko-KR" sz="800">
                <a:latin typeface="Arial" pitchFamily="34" charset="0"/>
                <a:ea typeface="돋움" pitchFamily="50" charset="-127"/>
              </a:rPr>
              <a:t> </a:t>
            </a:r>
            <a:r>
              <a:rPr lang="en-US" altLang="ko-KR" sz="800" err="1">
                <a:latin typeface="Arial" pitchFamily="34" charset="0"/>
                <a:ea typeface="돋움" pitchFamily="50" charset="-127"/>
              </a:rPr>
              <a:t>lý</a:t>
            </a:r>
            <a:r>
              <a:rPr lang="en-US" altLang="ko-KR" sz="800">
                <a:latin typeface="Arial" pitchFamily="34" charset="0"/>
                <a:ea typeface="돋움" pitchFamily="50" charset="-127"/>
              </a:rPr>
              <a:t> DATA </a:t>
            </a:r>
            <a:r>
              <a:rPr lang="en-US" altLang="ko-KR" sz="800" err="1">
                <a:latin typeface="Arial" pitchFamily="34" charset="0"/>
                <a:ea typeface="돋움" pitchFamily="50" charset="-127"/>
              </a:rPr>
              <a:t>của</a:t>
            </a:r>
            <a:r>
              <a:rPr lang="en-US" altLang="ko-KR" sz="800">
                <a:latin typeface="Arial" pitchFamily="34" charset="0"/>
                <a:ea typeface="돋움" pitchFamily="50" charset="-127"/>
              </a:rPr>
              <a:t> PLC </a:t>
            </a:r>
            <a:r>
              <a:rPr lang="en-US" altLang="ko-KR" sz="800" err="1">
                <a:latin typeface="Arial" pitchFamily="34" charset="0"/>
                <a:ea typeface="돋움" pitchFamily="50" charset="-127"/>
              </a:rPr>
              <a:t>và</a:t>
            </a:r>
            <a:r>
              <a:rPr lang="en-US" altLang="ko-KR" sz="800">
                <a:latin typeface="Arial" pitchFamily="34" charset="0"/>
                <a:ea typeface="돋움" pitchFamily="50" charset="-127"/>
              </a:rPr>
              <a:t>, </a:t>
            </a:r>
            <a:r>
              <a:rPr lang="en-US" altLang="ko-KR" sz="800" err="1">
                <a:latin typeface="Arial" pitchFamily="34" charset="0"/>
                <a:ea typeface="돋움" pitchFamily="50" charset="-127"/>
              </a:rPr>
              <a:t>có</a:t>
            </a:r>
            <a:r>
              <a:rPr lang="en-US" altLang="ko-KR" sz="800">
                <a:latin typeface="Arial" pitchFamily="34" charset="0"/>
                <a:ea typeface="돋움" pitchFamily="50" charset="-127"/>
              </a:rPr>
              <a:t> </a:t>
            </a:r>
            <a:r>
              <a:rPr lang="en-US" altLang="ko-KR" sz="800" err="1" smtClean="0">
                <a:latin typeface="Arial" pitchFamily="34" charset="0"/>
                <a:ea typeface="돋움" pitchFamily="50" charset="-127"/>
              </a:rPr>
              <a:t>thể</a:t>
            </a:r>
            <a:r>
              <a:rPr lang="en-US" altLang="ko-KR" sz="800" smtClean="0">
                <a:latin typeface="Arial" pitchFamily="34" charset="0"/>
                <a:ea typeface="돋움" pitchFamily="50" charset="-127"/>
              </a:rPr>
              <a:t> </a:t>
            </a:r>
            <a:r>
              <a:rPr lang="en-US" altLang="ko-KR" sz="800" err="1">
                <a:latin typeface="Arial" pitchFamily="34" charset="0"/>
                <a:ea typeface="돋움" pitchFamily="50" charset="-127"/>
              </a:rPr>
              <a:t>xử</a:t>
            </a:r>
            <a:r>
              <a:rPr lang="en-US" altLang="ko-KR" sz="800">
                <a:latin typeface="Arial" pitchFamily="34" charset="0"/>
                <a:ea typeface="돋움" pitchFamily="50" charset="-127"/>
              </a:rPr>
              <a:t> </a:t>
            </a:r>
            <a:r>
              <a:rPr lang="en-US" altLang="ko-KR" sz="800" err="1" smtClean="0">
                <a:latin typeface="Arial" pitchFamily="34" charset="0"/>
                <a:ea typeface="돋움" pitchFamily="50" charset="-127"/>
              </a:rPr>
              <a:t>lý</a:t>
            </a:r>
            <a:r>
              <a:rPr lang="en-US" altLang="ko-KR" sz="800" smtClean="0">
                <a:latin typeface="Arial" pitchFamily="34" charset="0"/>
                <a:ea typeface="돋움" pitchFamily="50" charset="-127"/>
              </a:rPr>
              <a:t> </a:t>
            </a:r>
            <a:r>
              <a:rPr lang="en-US" altLang="ko-KR" sz="800" err="1" smtClean="0">
                <a:latin typeface="Arial" pitchFamily="34" charset="0"/>
                <a:ea typeface="돋움" pitchFamily="50" charset="-127"/>
              </a:rPr>
              <a:t>tính</a:t>
            </a:r>
            <a:r>
              <a:rPr lang="en-US" altLang="ko-KR" sz="800" smtClean="0">
                <a:latin typeface="Arial" pitchFamily="34" charset="0"/>
                <a:ea typeface="돋움" pitchFamily="50" charset="-127"/>
              </a:rPr>
              <a:t> </a:t>
            </a:r>
            <a:r>
              <a:rPr lang="en-US" altLang="ko-KR" sz="800" err="1" smtClean="0">
                <a:latin typeface="Arial" pitchFamily="34" charset="0"/>
                <a:ea typeface="돋움" pitchFamily="50" charset="-127"/>
              </a:rPr>
              <a:t>toán</a:t>
            </a:r>
            <a:r>
              <a:rPr lang="en-US" altLang="ko-KR" sz="800" smtClean="0">
                <a:latin typeface="Arial" pitchFamily="34" charset="0"/>
                <a:ea typeface="돋움" pitchFamily="50" charset="-127"/>
              </a:rPr>
              <a:t>  </a:t>
            </a:r>
            <a:r>
              <a:rPr lang="en-US" altLang="ko-KR" sz="800" err="1">
                <a:latin typeface="Arial" pitchFamily="34" charset="0"/>
                <a:ea typeface="돋움" pitchFamily="50" charset="-127"/>
              </a:rPr>
              <a:t>thay</a:t>
            </a:r>
            <a:r>
              <a:rPr lang="en-US" altLang="ko-KR" sz="800">
                <a:latin typeface="Arial" pitchFamily="34" charset="0"/>
                <a:ea typeface="돋움" pitchFamily="50" charset="-127"/>
              </a:rPr>
              <a:t> </a:t>
            </a:r>
            <a:r>
              <a:rPr lang="en-US" altLang="ko-KR" sz="800" err="1">
                <a:latin typeface="Arial" pitchFamily="34" charset="0"/>
                <a:ea typeface="돋움" pitchFamily="50" charset="-127"/>
              </a:rPr>
              <a:t>đổi</a:t>
            </a:r>
            <a:r>
              <a:rPr lang="en-US" altLang="ko-KR" sz="800">
                <a:latin typeface="Arial" pitchFamily="34" charset="0"/>
                <a:ea typeface="돋움" pitchFamily="50" charset="-127"/>
              </a:rPr>
              <a:t> </a:t>
            </a:r>
            <a:r>
              <a:rPr lang="en-US" altLang="ko-KR" sz="800" err="1" smtClean="0">
                <a:latin typeface="Arial" pitchFamily="34" charset="0"/>
                <a:ea typeface="돋움" pitchFamily="50" charset="-127"/>
              </a:rPr>
              <a:t>bằng</a:t>
            </a:r>
            <a:r>
              <a:rPr lang="en-US" altLang="ko-KR" sz="800" smtClean="0">
                <a:latin typeface="Arial" pitchFamily="34" charset="0"/>
                <a:ea typeface="돋움" pitchFamily="50" charset="-127"/>
              </a:rPr>
              <a:t> </a:t>
            </a:r>
            <a:r>
              <a:rPr lang="en-US" altLang="ko-KR" sz="800" err="1">
                <a:latin typeface="Arial" pitchFamily="34" charset="0"/>
                <a:ea typeface="돋움" pitchFamily="50" charset="-127"/>
              </a:rPr>
              <a:t>số</a:t>
            </a:r>
            <a:r>
              <a:rPr lang="en-US" altLang="ko-KR" sz="800">
                <a:latin typeface="Arial" pitchFamily="34" charset="0"/>
                <a:ea typeface="돋움" pitchFamily="50" charset="-127"/>
              </a:rPr>
              <a:t> </a:t>
            </a:r>
            <a:r>
              <a:rPr lang="en-US" altLang="ko-KR" sz="800" err="1">
                <a:latin typeface="Arial" pitchFamily="34" charset="0"/>
                <a:ea typeface="돋움" pitchFamily="50" charset="-127"/>
              </a:rPr>
              <a:t>liệu</a:t>
            </a:r>
            <a:r>
              <a:rPr lang="en-US" altLang="ko-KR" sz="800">
                <a:latin typeface="Arial" pitchFamily="34" charset="0"/>
                <a:ea typeface="돋움" pitchFamily="50" charset="-127"/>
              </a:rPr>
              <a:t> 2/ </a:t>
            </a:r>
            <a:r>
              <a:rPr lang="en-US" altLang="ko-KR" sz="800" err="1">
                <a:latin typeface="Arial" pitchFamily="34" charset="0"/>
                <a:ea typeface="돋움" pitchFamily="50" charset="-127"/>
              </a:rPr>
              <a:t>số</a:t>
            </a:r>
            <a:r>
              <a:rPr lang="en-US" altLang="ko-KR" sz="800">
                <a:latin typeface="Arial" pitchFamily="34" charset="0"/>
                <a:ea typeface="돋움" pitchFamily="50" charset="-127"/>
              </a:rPr>
              <a:t> </a:t>
            </a:r>
            <a:r>
              <a:rPr lang="en-US" altLang="ko-KR" sz="800" err="1">
                <a:latin typeface="Arial" pitchFamily="34" charset="0"/>
                <a:ea typeface="돋움" pitchFamily="50" charset="-127"/>
              </a:rPr>
              <a:t>liệu</a:t>
            </a:r>
            <a:r>
              <a:rPr lang="en-US" altLang="ko-KR" sz="800">
                <a:latin typeface="Arial" pitchFamily="34" charset="0"/>
                <a:ea typeface="돋움" pitchFamily="50" charset="-127"/>
              </a:rPr>
              <a:t> 16/ BCD</a:t>
            </a:r>
          </a:p>
        </p:txBody>
      </p:sp>
      <p:sp>
        <p:nvSpPr>
          <p:cNvPr id="13355" name="Rectangle 130"/>
          <p:cNvSpPr>
            <a:spLocks noChangeArrowheads="1"/>
          </p:cNvSpPr>
          <p:nvPr/>
        </p:nvSpPr>
        <p:spPr bwMode="auto">
          <a:xfrm>
            <a:off x="1138238" y="5610225"/>
            <a:ext cx="1712912" cy="268288"/>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en-US" sz="1000" b="1">
                <a:latin typeface="Times New Roman" panose="02020603050405020304" pitchFamily="18" charset="0"/>
                <a:ea typeface="돋움" pitchFamily="50" charset="-127"/>
                <a:cs typeface="Times New Roman" panose="02020603050405020304" pitchFamily="18" charset="0"/>
              </a:rPr>
              <a:t>1.</a:t>
            </a:r>
            <a:r>
              <a:rPr lang="en-US" altLang="ko-KR" sz="1000" b="1">
                <a:latin typeface="Times New Roman" panose="02020603050405020304" pitchFamily="18" charset="0"/>
                <a:ea typeface="돋움" pitchFamily="50" charset="-127"/>
                <a:cs typeface="Times New Roman" panose="02020603050405020304" pitchFamily="18" charset="0"/>
              </a:rPr>
              <a:t>5</a:t>
            </a:r>
            <a:r>
              <a:rPr lang="en-US" altLang="en-US" sz="1000" b="1">
                <a:latin typeface="Times New Roman" panose="02020603050405020304" pitchFamily="18" charset="0"/>
                <a:ea typeface="돋움" pitchFamily="50" charset="-127"/>
                <a:cs typeface="Times New Roman" panose="02020603050405020304" pitchFamily="18" charset="0"/>
              </a:rPr>
              <a:t> </a:t>
            </a:r>
            <a:r>
              <a:rPr lang="en-US" altLang="en-US" sz="1000" b="1" err="1" smtClean="0">
                <a:latin typeface="Times New Roman" panose="02020603050405020304" pitchFamily="18" charset="0"/>
                <a:ea typeface="돋움" pitchFamily="50" charset="-127"/>
                <a:cs typeface="Times New Roman" panose="02020603050405020304" pitchFamily="18" charset="0"/>
              </a:rPr>
              <a:t>Biểu</a:t>
            </a:r>
            <a:r>
              <a:rPr lang="en-US" altLang="en-US" sz="1000" b="1" smtClean="0">
                <a:latin typeface="Times New Roman" panose="02020603050405020304" pitchFamily="18" charset="0"/>
                <a:ea typeface="돋움" pitchFamily="50" charset="-127"/>
                <a:cs typeface="Times New Roman" panose="02020603050405020304" pitchFamily="18" charset="0"/>
              </a:rPr>
              <a:t> </a:t>
            </a:r>
            <a:r>
              <a:rPr lang="en-US" altLang="en-US" sz="1000" b="1" err="1" smtClean="0">
                <a:latin typeface="Times New Roman" panose="02020603050405020304" pitchFamily="18" charset="0"/>
                <a:ea typeface="돋움" pitchFamily="50" charset="-127"/>
                <a:cs typeface="Times New Roman" panose="02020603050405020304" pitchFamily="18" charset="0"/>
              </a:rPr>
              <a:t>hiện</a:t>
            </a:r>
            <a:r>
              <a:rPr lang="en-US" altLang="en-US" sz="1000" b="1" smtClean="0">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Data(</a:t>
            </a:r>
            <a:r>
              <a:rPr lang="en-US" altLang="ko-KR" sz="1000" b="1" err="1" smtClean="0">
                <a:latin typeface="Times New Roman" panose="02020603050405020304" pitchFamily="18" charset="0"/>
                <a:ea typeface="돋움" pitchFamily="50" charset="-127"/>
                <a:cs typeface="Times New Roman" panose="02020603050405020304" pitchFamily="18" charset="0"/>
              </a:rPr>
              <a:t>số</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liệu</a:t>
            </a:r>
            <a:r>
              <a:rPr lang="en-US" altLang="ko-KR" sz="1000" b="1" smtClean="0">
                <a:latin typeface="Times New Roman" panose="02020603050405020304" pitchFamily="18" charset="0"/>
                <a:ea typeface="돋움" pitchFamily="50" charset="-127"/>
                <a:cs typeface="Times New Roman" panose="02020603050405020304" pitchFamily="18" charset="0"/>
              </a:rPr>
              <a:t>)</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56" name="Rectangle 131"/>
          <p:cNvSpPr>
            <a:spLocks noChangeArrowheads="1"/>
          </p:cNvSpPr>
          <p:nvPr/>
        </p:nvSpPr>
        <p:spPr bwMode="auto">
          <a:xfrm>
            <a:off x="4629150" y="4675188"/>
            <a:ext cx="1631950" cy="56832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cài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đặt</a:t>
            </a:r>
            <a:r>
              <a:rPr lang="en-US" altLang="ko-KR" sz="900" smtClean="0">
                <a:latin typeface="Times New Roman" panose="02020603050405020304" pitchFamily="18" charset="0"/>
                <a:ea typeface="돋움" pitchFamily="50" charset="-127"/>
                <a:cs typeface="Times New Roman" panose="02020603050405020304" pitchFamily="18" charset="0"/>
              </a:rPr>
              <a:t> Drive </a:t>
            </a:r>
            <a:r>
              <a:rPr lang="en-US" altLang="ko-KR" sz="900" err="1" smtClean="0">
                <a:latin typeface="Times New Roman" panose="02020603050405020304" pitchFamily="18" charset="0"/>
                <a:ea typeface="돋움" pitchFamily="50" charset="-127"/>
                <a:cs typeface="Times New Roman" panose="02020603050405020304" pitchFamily="18" charset="0"/>
              </a:rPr>
              <a:t>thông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tấn</a:t>
            </a:r>
            <a:r>
              <a:rPr lang="en-US" altLang="ko-KR" sz="900" smtClean="0">
                <a:latin typeface="Times New Roman" panose="02020603050405020304" pitchFamily="18" charset="0"/>
                <a:ea typeface="돋움" pitchFamily="50" charset="-127"/>
                <a:cs typeface="Times New Roman" panose="02020603050405020304" pitchFamily="18" charset="0"/>
              </a:rPr>
              <a:t> USB </a:t>
            </a:r>
            <a:r>
              <a:rPr lang="en-US" altLang="ko-KR" sz="900" err="1" smtClean="0">
                <a:latin typeface="Times New Roman" panose="02020603050405020304" pitchFamily="18" charset="0"/>
                <a:ea typeface="돋움" pitchFamily="50" charset="-127"/>
                <a:cs typeface="Times New Roman" panose="02020603050405020304" pitchFamily="18" charset="0"/>
              </a:rPr>
              <a:t>để</a:t>
            </a:r>
            <a:r>
              <a:rPr lang="en-US" altLang="ko-KR" sz="900" smtClean="0">
                <a:latin typeface="Times New Roman" panose="02020603050405020304" pitchFamily="18" charset="0"/>
                <a:ea typeface="돋움" pitchFamily="50" charset="-127"/>
                <a:cs typeface="Times New Roman" panose="02020603050405020304" pitchFamily="18" charset="0"/>
              </a:rPr>
              <a:t> Interface </a:t>
            </a:r>
            <a:r>
              <a:rPr lang="en-US" altLang="ko-KR" sz="900" err="1" smtClean="0">
                <a:latin typeface="Times New Roman" panose="02020603050405020304" pitchFamily="18" charset="0"/>
                <a:ea typeface="돋움" pitchFamily="50" charset="-127"/>
                <a:cs typeface="Times New Roman" panose="02020603050405020304" pitchFamily="18" charset="0"/>
              </a:rPr>
              <a:t>giữa</a:t>
            </a:r>
            <a:r>
              <a:rPr lang="en-US" altLang="ko-KR" sz="900" smtClean="0">
                <a:latin typeface="Times New Roman" panose="02020603050405020304" pitchFamily="18" charset="0"/>
                <a:ea typeface="돋움" pitchFamily="50" charset="-127"/>
                <a:cs typeface="Times New Roman" panose="02020603050405020304" pitchFamily="18" charset="0"/>
              </a:rPr>
              <a:t> PLC </a:t>
            </a:r>
            <a:r>
              <a:rPr lang="en-US" altLang="ko-KR" sz="900" err="1" smtClean="0">
                <a:latin typeface="Times New Roman" panose="02020603050405020304" pitchFamily="18" charset="0"/>
                <a:ea typeface="돋움" pitchFamily="50" charset="-127"/>
                <a:cs typeface="Times New Roman" panose="02020603050405020304" pitchFamily="18" charset="0"/>
              </a:rPr>
              <a:t>và</a:t>
            </a:r>
            <a:r>
              <a:rPr lang="en-US" altLang="ko-KR" sz="900" smtClean="0">
                <a:latin typeface="Times New Roman" panose="02020603050405020304" pitchFamily="18" charset="0"/>
                <a:ea typeface="돋움" pitchFamily="50" charset="-127"/>
                <a:cs typeface="Times New Roman" panose="02020603050405020304" pitchFamily="18" charset="0"/>
              </a:rPr>
              <a:t> PC.</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3357" name="Rectangle 132"/>
          <p:cNvSpPr>
            <a:spLocks noChangeArrowheads="1"/>
          </p:cNvSpPr>
          <p:nvPr/>
        </p:nvSpPr>
        <p:spPr bwMode="auto">
          <a:xfrm>
            <a:off x="4629150" y="4422775"/>
            <a:ext cx="1631950" cy="268288"/>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3.3 </a:t>
            </a:r>
            <a:r>
              <a:rPr lang="en-US" altLang="ko-KR" sz="1000" b="1" err="1" smtClean="0">
                <a:latin typeface="Times New Roman" panose="02020603050405020304" pitchFamily="18" charset="0"/>
                <a:ea typeface="돋움" pitchFamily="50" charset="-127"/>
                <a:cs typeface="Times New Roman" panose="02020603050405020304" pitchFamily="18" charset="0"/>
              </a:rPr>
              <a:t>Cài</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đặt</a:t>
            </a:r>
            <a:r>
              <a:rPr lang="en-US" altLang="ko-KR" sz="1000" b="1" smtClean="0">
                <a:latin typeface="Times New Roman" panose="02020603050405020304" pitchFamily="18" charset="0"/>
                <a:ea typeface="돋움" pitchFamily="50" charset="-127"/>
                <a:cs typeface="Times New Roman" panose="02020603050405020304" pitchFamily="18" charset="0"/>
              </a:rPr>
              <a:t> Drive</a:t>
            </a:r>
          </a:p>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thông</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tấn</a:t>
            </a:r>
            <a:r>
              <a:rPr lang="en-US" altLang="ko-KR" sz="1000" b="1" smtClean="0">
                <a:latin typeface="Times New Roman" panose="02020603050405020304" pitchFamily="18" charset="0"/>
                <a:ea typeface="돋움" pitchFamily="50" charset="-127"/>
                <a:cs typeface="Times New Roman" panose="02020603050405020304" pitchFamily="18" charset="0"/>
              </a:rPr>
              <a:t> USB</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58" name="Rectangle 149"/>
          <p:cNvSpPr>
            <a:spLocks noChangeArrowheads="1"/>
          </p:cNvSpPr>
          <p:nvPr/>
        </p:nvSpPr>
        <p:spPr bwMode="auto">
          <a:xfrm>
            <a:off x="1135063" y="2960688"/>
            <a:ext cx="1716087" cy="509587"/>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giải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thích</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định</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nghĩa</a:t>
            </a:r>
            <a:r>
              <a:rPr lang="en-US" altLang="ko-KR" sz="900" smtClean="0">
                <a:latin typeface="Times New Roman" panose="02020603050405020304" pitchFamily="18" charset="0"/>
                <a:ea typeface="돋움" pitchFamily="50" charset="-127"/>
                <a:cs typeface="Times New Roman" panose="02020603050405020304" pitchFamily="18" charset="0"/>
              </a:rPr>
              <a:t> PLC </a:t>
            </a:r>
            <a:r>
              <a:rPr lang="en-US" altLang="ko-KR" sz="900" err="1" smtClean="0">
                <a:latin typeface="Times New Roman" panose="02020603050405020304" pitchFamily="18" charset="0"/>
                <a:ea typeface="돋움" pitchFamily="50" charset="-127"/>
                <a:cs typeface="Times New Roman" panose="02020603050405020304" pitchFamily="18" charset="0"/>
              </a:rPr>
              <a:t>và</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biết</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được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điểm</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khác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biệt</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bảng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điều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khiển</a:t>
            </a:r>
            <a:r>
              <a:rPr lang="en-US" altLang="ko-KR" sz="900" smtClean="0">
                <a:latin typeface="Times New Roman" panose="02020603050405020304" pitchFamily="18" charset="0"/>
                <a:ea typeface="돋움" pitchFamily="50" charset="-127"/>
                <a:cs typeface="Times New Roman" panose="02020603050405020304" pitchFamily="18" charset="0"/>
              </a:rPr>
              <a:t> Relay.</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3359" name="Rectangle 150"/>
          <p:cNvSpPr>
            <a:spLocks noChangeArrowheads="1"/>
          </p:cNvSpPr>
          <p:nvPr/>
        </p:nvSpPr>
        <p:spPr bwMode="auto">
          <a:xfrm>
            <a:off x="1141413" y="2689225"/>
            <a:ext cx="1709737" cy="268288"/>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1.1 </a:t>
            </a:r>
            <a:r>
              <a:rPr lang="en-US" altLang="ko-KR" sz="1000" b="1" err="1" smtClean="0">
                <a:latin typeface="Times New Roman" panose="02020603050405020304" pitchFamily="18" charset="0"/>
                <a:ea typeface="돋움" pitchFamily="50" charset="-127"/>
                <a:cs typeface="Times New Roman" panose="02020603050405020304" pitchFamily="18" charset="0"/>
              </a:rPr>
              <a:t>Sơ</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lược</a:t>
            </a:r>
            <a:r>
              <a:rPr lang="en-US" altLang="ko-KR" sz="1000" b="1" smtClean="0">
                <a:latin typeface="Times New Roman" panose="02020603050405020304" pitchFamily="18" charset="0"/>
                <a:ea typeface="돋움" pitchFamily="50" charset="-127"/>
                <a:cs typeface="Times New Roman" panose="02020603050405020304" pitchFamily="18" charset="0"/>
              </a:rPr>
              <a:t> PLC</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60" name="Rectangle 151"/>
          <p:cNvSpPr>
            <a:spLocks noChangeArrowheads="1"/>
          </p:cNvSpPr>
          <p:nvPr/>
        </p:nvSpPr>
        <p:spPr bwMode="auto">
          <a:xfrm>
            <a:off x="2938462" y="5861050"/>
            <a:ext cx="1698625" cy="620713"/>
          </a:xfrm>
          <a:prstGeom prst="rect">
            <a:avLst/>
          </a:prstGeom>
          <a:no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800" err="1">
                <a:latin typeface="Arial" pitchFamily="34" charset="0"/>
                <a:ea typeface="돋움" pitchFamily="50" charset="-127"/>
              </a:rPr>
              <a:t>Giải</a:t>
            </a:r>
            <a:r>
              <a:rPr lang="en-US" altLang="ko-KR" sz="800">
                <a:latin typeface="Arial" pitchFamily="34" charset="0"/>
                <a:ea typeface="돋움" pitchFamily="50" charset="-127"/>
              </a:rPr>
              <a:t> </a:t>
            </a:r>
            <a:r>
              <a:rPr lang="en-US" altLang="ko-KR" sz="800" err="1">
                <a:latin typeface="Arial" pitchFamily="34" charset="0"/>
                <a:ea typeface="돋움" pitchFamily="50" charset="-127"/>
              </a:rPr>
              <a:t>thích</a:t>
            </a:r>
            <a:r>
              <a:rPr lang="en-US" altLang="ko-KR" sz="800">
                <a:latin typeface="Arial" pitchFamily="34" charset="0"/>
                <a:ea typeface="돋움" pitchFamily="50" charset="-127"/>
              </a:rPr>
              <a:t> </a:t>
            </a:r>
            <a:r>
              <a:rPr lang="en-US" altLang="ko-KR" sz="800" err="1">
                <a:latin typeface="Arial" pitchFamily="34" charset="0"/>
                <a:ea typeface="돋움" pitchFamily="50" charset="-127"/>
              </a:rPr>
              <a:t>ký</a:t>
            </a:r>
            <a:r>
              <a:rPr lang="en-US" altLang="ko-KR" sz="800">
                <a:latin typeface="Arial" pitchFamily="34" charset="0"/>
                <a:ea typeface="돋움" pitchFamily="50" charset="-127"/>
              </a:rPr>
              <a:t> </a:t>
            </a:r>
            <a:r>
              <a:rPr lang="en-US" altLang="ko-KR" sz="800" err="1">
                <a:latin typeface="Arial" pitchFamily="34" charset="0"/>
                <a:ea typeface="돋움" pitchFamily="50" charset="-127"/>
              </a:rPr>
              <a:t>hiệu</a:t>
            </a:r>
            <a:r>
              <a:rPr lang="en-US" altLang="ko-KR" sz="800">
                <a:latin typeface="Arial" pitchFamily="34" charset="0"/>
                <a:ea typeface="돋움" pitchFamily="50" charset="-127"/>
              </a:rPr>
              <a:t> </a:t>
            </a:r>
            <a:r>
              <a:rPr lang="en-US" altLang="ko-KR" sz="800" err="1">
                <a:latin typeface="Arial" pitchFamily="34" charset="0"/>
                <a:ea typeface="돋움" pitchFamily="50" charset="-127"/>
              </a:rPr>
              <a:t>số</a:t>
            </a:r>
            <a:r>
              <a:rPr lang="en-US" altLang="ko-KR" sz="800">
                <a:latin typeface="Arial" pitchFamily="34" charset="0"/>
                <a:ea typeface="돋움" pitchFamily="50" charset="-127"/>
              </a:rPr>
              <a:t> </a:t>
            </a:r>
            <a:r>
              <a:rPr lang="en-US" altLang="ko-KR" sz="800" err="1">
                <a:latin typeface="Arial" pitchFamily="34" charset="0"/>
                <a:ea typeface="돋움" pitchFamily="50" charset="-127"/>
              </a:rPr>
              <a:t>liệu</a:t>
            </a:r>
            <a:r>
              <a:rPr lang="en-US" altLang="ko-KR" sz="800">
                <a:latin typeface="Arial" pitchFamily="34" charset="0"/>
                <a:ea typeface="돋움" pitchFamily="50" charset="-127"/>
              </a:rPr>
              <a:t> 2 </a:t>
            </a:r>
            <a:r>
              <a:rPr lang="en-US" altLang="ko-KR" sz="800" err="1">
                <a:latin typeface="Arial" pitchFamily="34" charset="0"/>
                <a:ea typeface="돋움" pitchFamily="50" charset="-127"/>
              </a:rPr>
              <a:t>xử</a:t>
            </a:r>
            <a:r>
              <a:rPr lang="en-US" altLang="ko-KR" sz="800">
                <a:latin typeface="Arial" pitchFamily="34" charset="0"/>
                <a:ea typeface="돋움" pitchFamily="50" charset="-127"/>
              </a:rPr>
              <a:t> </a:t>
            </a:r>
            <a:r>
              <a:rPr lang="en-US" altLang="ko-KR" sz="800" err="1">
                <a:latin typeface="Arial" pitchFamily="34" charset="0"/>
                <a:ea typeface="돋움" pitchFamily="50" charset="-127"/>
              </a:rPr>
              <a:t>lý</a:t>
            </a:r>
            <a:r>
              <a:rPr lang="en-US" altLang="ko-KR" sz="800">
                <a:latin typeface="Arial" pitchFamily="34" charset="0"/>
                <a:ea typeface="돋움" pitchFamily="50" charset="-127"/>
              </a:rPr>
              <a:t> DATA </a:t>
            </a:r>
            <a:r>
              <a:rPr lang="en-US" altLang="ko-KR" sz="800" err="1">
                <a:latin typeface="Arial" pitchFamily="34" charset="0"/>
                <a:ea typeface="돋움" pitchFamily="50" charset="-127"/>
              </a:rPr>
              <a:t>của</a:t>
            </a:r>
            <a:r>
              <a:rPr lang="en-US" altLang="ko-KR" sz="800">
                <a:latin typeface="Arial" pitchFamily="34" charset="0"/>
                <a:ea typeface="돋움" pitchFamily="50" charset="-127"/>
              </a:rPr>
              <a:t> PLC </a:t>
            </a:r>
            <a:r>
              <a:rPr lang="en-US" altLang="ko-KR" sz="800" err="1">
                <a:latin typeface="Arial" pitchFamily="34" charset="0"/>
                <a:ea typeface="돋움" pitchFamily="50" charset="-127"/>
              </a:rPr>
              <a:t>và</a:t>
            </a:r>
            <a:r>
              <a:rPr lang="en-US" altLang="ko-KR" sz="800">
                <a:latin typeface="Arial" pitchFamily="34" charset="0"/>
                <a:ea typeface="돋움" pitchFamily="50" charset="-127"/>
              </a:rPr>
              <a:t>, </a:t>
            </a:r>
            <a:r>
              <a:rPr lang="en-US" altLang="ko-KR" sz="800" err="1">
                <a:latin typeface="Arial" pitchFamily="34" charset="0"/>
                <a:ea typeface="돋움" pitchFamily="50" charset="-127"/>
              </a:rPr>
              <a:t>có</a:t>
            </a:r>
            <a:r>
              <a:rPr lang="en-US" altLang="ko-KR" sz="800">
                <a:latin typeface="Arial" pitchFamily="34" charset="0"/>
                <a:ea typeface="돋움" pitchFamily="50" charset="-127"/>
              </a:rPr>
              <a:t> </a:t>
            </a:r>
            <a:r>
              <a:rPr lang="en-US" altLang="ko-KR" sz="800" err="1">
                <a:latin typeface="Arial" pitchFamily="34" charset="0"/>
                <a:ea typeface="돋움" pitchFamily="50" charset="-127"/>
              </a:rPr>
              <a:t>thể</a:t>
            </a:r>
            <a:r>
              <a:rPr lang="en-US" altLang="ko-KR" sz="800">
                <a:latin typeface="Arial" pitchFamily="34" charset="0"/>
                <a:ea typeface="돋움" pitchFamily="50" charset="-127"/>
              </a:rPr>
              <a:t> </a:t>
            </a:r>
            <a:r>
              <a:rPr lang="en-US" altLang="ko-KR" sz="800" err="1">
                <a:latin typeface="Arial" pitchFamily="34" charset="0"/>
                <a:ea typeface="돋움" pitchFamily="50" charset="-127"/>
              </a:rPr>
              <a:t>xử</a:t>
            </a:r>
            <a:r>
              <a:rPr lang="en-US" altLang="ko-KR" sz="800">
                <a:latin typeface="Arial" pitchFamily="34" charset="0"/>
                <a:ea typeface="돋움" pitchFamily="50" charset="-127"/>
              </a:rPr>
              <a:t> </a:t>
            </a:r>
            <a:r>
              <a:rPr lang="en-US" altLang="ko-KR" sz="800" err="1">
                <a:latin typeface="Arial" pitchFamily="34" charset="0"/>
                <a:ea typeface="돋움" pitchFamily="50" charset="-127"/>
              </a:rPr>
              <a:t>lý</a:t>
            </a:r>
            <a:r>
              <a:rPr lang="en-US" altLang="ko-KR" sz="800">
                <a:latin typeface="Arial" pitchFamily="34" charset="0"/>
                <a:ea typeface="돋움" pitchFamily="50" charset="-127"/>
              </a:rPr>
              <a:t> </a:t>
            </a:r>
            <a:r>
              <a:rPr lang="en-US" altLang="ko-KR" sz="800" err="1" smtClean="0">
                <a:latin typeface="Arial" pitchFamily="34" charset="0"/>
                <a:ea typeface="돋움" pitchFamily="50" charset="-127"/>
              </a:rPr>
              <a:t>tính</a:t>
            </a:r>
            <a:r>
              <a:rPr lang="en-US" altLang="ko-KR" sz="800" smtClean="0">
                <a:latin typeface="Arial" pitchFamily="34" charset="0"/>
                <a:ea typeface="돋움" pitchFamily="50" charset="-127"/>
              </a:rPr>
              <a:t> </a:t>
            </a:r>
            <a:r>
              <a:rPr lang="en-US" altLang="ko-KR" sz="800" err="1" smtClean="0">
                <a:latin typeface="Arial" pitchFamily="34" charset="0"/>
                <a:ea typeface="돋움" pitchFamily="50" charset="-127"/>
              </a:rPr>
              <a:t>toán</a:t>
            </a:r>
            <a:r>
              <a:rPr lang="en-US" altLang="ko-KR" sz="800" smtClean="0">
                <a:latin typeface="Arial" pitchFamily="34" charset="0"/>
                <a:ea typeface="돋움" pitchFamily="50" charset="-127"/>
              </a:rPr>
              <a:t> </a:t>
            </a:r>
            <a:r>
              <a:rPr lang="en-US" altLang="ko-KR" sz="800" err="1" smtClean="0">
                <a:latin typeface="Arial" pitchFamily="34" charset="0"/>
                <a:ea typeface="돋움" pitchFamily="50" charset="-127"/>
              </a:rPr>
              <a:t>thay</a:t>
            </a:r>
            <a:r>
              <a:rPr lang="en-US" altLang="ko-KR" sz="800" smtClean="0">
                <a:latin typeface="Arial" pitchFamily="34" charset="0"/>
                <a:ea typeface="돋움" pitchFamily="50" charset="-127"/>
              </a:rPr>
              <a:t> </a:t>
            </a:r>
            <a:r>
              <a:rPr lang="en-US" altLang="ko-KR" sz="800" err="1">
                <a:latin typeface="Arial" pitchFamily="34" charset="0"/>
                <a:ea typeface="돋움" pitchFamily="50" charset="-127"/>
              </a:rPr>
              <a:t>đổi</a:t>
            </a:r>
            <a:r>
              <a:rPr lang="en-US" altLang="ko-KR" sz="800">
                <a:latin typeface="Arial" pitchFamily="34" charset="0"/>
                <a:ea typeface="돋움" pitchFamily="50" charset="-127"/>
              </a:rPr>
              <a:t> </a:t>
            </a:r>
            <a:r>
              <a:rPr lang="en-US" altLang="ko-KR" sz="800" err="1">
                <a:latin typeface="Arial" pitchFamily="34" charset="0"/>
                <a:ea typeface="돋움" pitchFamily="50" charset="-127"/>
              </a:rPr>
              <a:t>bằng</a:t>
            </a:r>
            <a:r>
              <a:rPr lang="en-US" altLang="ko-KR" sz="800">
                <a:latin typeface="Arial" pitchFamily="34" charset="0"/>
                <a:ea typeface="돋움" pitchFamily="50" charset="-127"/>
              </a:rPr>
              <a:t> </a:t>
            </a:r>
            <a:r>
              <a:rPr lang="en-US" altLang="ko-KR" sz="800" err="1">
                <a:latin typeface="Arial" pitchFamily="34" charset="0"/>
                <a:ea typeface="돋움" pitchFamily="50" charset="-127"/>
              </a:rPr>
              <a:t>số</a:t>
            </a:r>
            <a:r>
              <a:rPr lang="en-US" altLang="ko-KR" sz="800">
                <a:latin typeface="Arial" pitchFamily="34" charset="0"/>
                <a:ea typeface="돋움" pitchFamily="50" charset="-127"/>
              </a:rPr>
              <a:t> </a:t>
            </a:r>
            <a:r>
              <a:rPr lang="en-US" altLang="ko-KR" sz="800" err="1">
                <a:latin typeface="Arial" pitchFamily="34" charset="0"/>
                <a:ea typeface="돋움" pitchFamily="50" charset="-127"/>
              </a:rPr>
              <a:t>liệu</a:t>
            </a:r>
            <a:r>
              <a:rPr lang="en-US" altLang="ko-KR" sz="800">
                <a:latin typeface="Arial" pitchFamily="34" charset="0"/>
                <a:ea typeface="돋움" pitchFamily="50" charset="-127"/>
              </a:rPr>
              <a:t> 2/ </a:t>
            </a:r>
            <a:r>
              <a:rPr lang="en-US" altLang="ko-KR" sz="800" err="1">
                <a:latin typeface="Arial" pitchFamily="34" charset="0"/>
                <a:ea typeface="돋움" pitchFamily="50" charset="-127"/>
              </a:rPr>
              <a:t>số</a:t>
            </a:r>
            <a:r>
              <a:rPr lang="en-US" altLang="ko-KR" sz="800">
                <a:latin typeface="Arial" pitchFamily="34" charset="0"/>
                <a:ea typeface="돋움" pitchFamily="50" charset="-127"/>
              </a:rPr>
              <a:t> </a:t>
            </a:r>
            <a:r>
              <a:rPr lang="en-US" altLang="ko-KR" sz="800" err="1">
                <a:latin typeface="Arial" pitchFamily="34" charset="0"/>
                <a:ea typeface="돋움" pitchFamily="50" charset="-127"/>
              </a:rPr>
              <a:t>liệu</a:t>
            </a:r>
            <a:r>
              <a:rPr lang="en-US" altLang="ko-KR" sz="800">
                <a:latin typeface="Arial" pitchFamily="34" charset="0"/>
                <a:ea typeface="돋움" pitchFamily="50" charset="-127"/>
              </a:rPr>
              <a:t> 16/ BCD</a:t>
            </a:r>
          </a:p>
        </p:txBody>
      </p:sp>
      <p:sp>
        <p:nvSpPr>
          <p:cNvPr id="13361" name="Rectangle 152"/>
          <p:cNvSpPr>
            <a:spLocks noChangeArrowheads="1"/>
          </p:cNvSpPr>
          <p:nvPr/>
        </p:nvSpPr>
        <p:spPr bwMode="auto">
          <a:xfrm>
            <a:off x="2938462" y="5608638"/>
            <a:ext cx="1698625" cy="268287"/>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en-US" sz="1000" b="1">
                <a:latin typeface="Times New Roman" panose="02020603050405020304" pitchFamily="18" charset="0"/>
                <a:ea typeface="돋움" pitchFamily="50" charset="-127"/>
                <a:cs typeface="Times New Roman" panose="02020603050405020304" pitchFamily="18" charset="0"/>
              </a:rPr>
              <a:t>1.</a:t>
            </a:r>
            <a:r>
              <a:rPr lang="en-US" altLang="ko-KR" sz="1000" b="1">
                <a:latin typeface="Times New Roman" panose="02020603050405020304" pitchFamily="18" charset="0"/>
                <a:ea typeface="돋움" pitchFamily="50" charset="-127"/>
                <a:cs typeface="Times New Roman" panose="02020603050405020304" pitchFamily="18" charset="0"/>
              </a:rPr>
              <a:t>6</a:t>
            </a:r>
            <a:r>
              <a:rPr lang="en-US" altLang="en-US" sz="1000" b="1">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Thay</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đổi</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số</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liệu</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62" name="Rectangle 153"/>
          <p:cNvSpPr>
            <a:spLocks noChangeArrowheads="1"/>
          </p:cNvSpPr>
          <p:nvPr/>
        </p:nvSpPr>
        <p:spPr bwMode="auto">
          <a:xfrm>
            <a:off x="8074025" y="2932113"/>
            <a:ext cx="1703388" cy="56832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nSpc>
                <a:spcPct val="11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thể</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soạn</a:t>
            </a:r>
            <a:r>
              <a:rPr lang="en-US" altLang="ko-KR" sz="900" smtClean="0">
                <a:latin typeface="Times New Roman" panose="02020603050405020304" pitchFamily="18" charset="0"/>
                <a:ea typeface="돋움" pitchFamily="50" charset="-127"/>
                <a:cs typeface="Times New Roman" panose="02020603050405020304" pitchFamily="18" charset="0"/>
              </a:rPr>
              <a:t> program </a:t>
            </a:r>
            <a:r>
              <a:rPr lang="en-US" altLang="ko-KR" sz="900" err="1" smtClean="0">
                <a:latin typeface="Times New Roman" panose="02020603050405020304" pitchFamily="18" charset="0"/>
                <a:ea typeface="돋움" pitchFamily="50" charset="-127"/>
                <a:cs typeface="Times New Roman" panose="02020603050405020304" pitchFamily="18" charset="0"/>
              </a:rPr>
              <a:t>dùng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từ</a:t>
            </a:r>
            <a:r>
              <a:rPr lang="en-US" altLang="ko-KR" sz="900" smtClean="0">
                <a:latin typeface="Times New Roman" panose="02020603050405020304" pitchFamily="18" charset="0"/>
                <a:ea typeface="돋움" pitchFamily="50" charset="-127"/>
                <a:cs typeface="Times New Roman" panose="02020603050405020304" pitchFamily="18" charset="0"/>
              </a:rPr>
              <a:t> lệnh cơ bản.</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3363" name="Rectangle 154"/>
          <p:cNvSpPr>
            <a:spLocks noChangeArrowheads="1"/>
          </p:cNvSpPr>
          <p:nvPr/>
        </p:nvSpPr>
        <p:spPr bwMode="auto">
          <a:xfrm>
            <a:off x="8074025" y="2679700"/>
            <a:ext cx="1703388" cy="268288"/>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5.1 </a:t>
            </a:r>
            <a:r>
              <a:rPr lang="en-US" altLang="ko-KR" sz="1000" b="1" err="1" smtClean="0">
                <a:latin typeface="Times New Roman" panose="02020603050405020304" pitchFamily="18" charset="0"/>
                <a:ea typeface="돋움" pitchFamily="50" charset="-127"/>
                <a:cs typeface="Times New Roman" panose="02020603050405020304" pitchFamily="18" charset="0"/>
              </a:rPr>
              <a:t>Từ</a:t>
            </a:r>
            <a:r>
              <a:rPr lang="en-US" altLang="ko-KR" sz="1000" b="1" smtClean="0">
                <a:latin typeface="Times New Roman" panose="02020603050405020304" pitchFamily="18" charset="0"/>
                <a:ea typeface="돋움" pitchFamily="50" charset="-127"/>
                <a:cs typeface="Times New Roman" panose="02020603050405020304" pitchFamily="18" charset="0"/>
              </a:rPr>
              <a:t> lệnh cơ bản</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64" name="Rectangle 162"/>
          <p:cNvSpPr>
            <a:spLocks noChangeArrowheads="1"/>
          </p:cNvSpPr>
          <p:nvPr/>
        </p:nvSpPr>
        <p:spPr bwMode="auto">
          <a:xfrm>
            <a:off x="8078788" y="4672013"/>
            <a:ext cx="1703387" cy="31432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nSpc>
                <a:spcPct val="11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Lĩnh</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vực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áp</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dụng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UDH CPU</a:t>
            </a: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3365" name="Rectangle 163"/>
          <p:cNvSpPr>
            <a:spLocks noChangeArrowheads="1"/>
          </p:cNvSpPr>
          <p:nvPr/>
        </p:nvSpPr>
        <p:spPr bwMode="auto">
          <a:xfrm>
            <a:off x="8078788" y="4410075"/>
            <a:ext cx="1703387" cy="268288"/>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5.3 </a:t>
            </a:r>
            <a:r>
              <a:rPr lang="en-US" altLang="ko-KR" sz="1000" b="1" err="1" smtClean="0">
                <a:latin typeface="Times New Roman" panose="02020603050405020304" pitchFamily="18" charset="0"/>
                <a:ea typeface="돋움" pitchFamily="50" charset="-127"/>
                <a:cs typeface="Times New Roman" panose="02020603050405020304" pitchFamily="18" charset="0"/>
              </a:rPr>
              <a:t>Áp</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dụng</a:t>
            </a:r>
            <a:r>
              <a:rPr lang="en-US" altLang="ko-KR" sz="1000" b="1" smtClean="0">
                <a:latin typeface="Times New Roman" panose="02020603050405020304" pitchFamily="18" charset="0"/>
                <a:ea typeface="돋움" pitchFamily="50" charset="-127"/>
                <a:cs typeface="Times New Roman" panose="02020603050405020304" pitchFamily="18" charset="0"/>
              </a:rPr>
              <a:t> UDH CPU</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66" name="Rectangle 162"/>
          <p:cNvSpPr>
            <a:spLocks noChangeArrowheads="1"/>
          </p:cNvSpPr>
          <p:nvPr/>
        </p:nvSpPr>
        <p:spPr bwMode="auto">
          <a:xfrm>
            <a:off x="8085138" y="5300663"/>
            <a:ext cx="1703387" cy="31432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nSpc>
                <a:spcPct val="11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Phương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pháp</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đổi</a:t>
            </a:r>
            <a:r>
              <a:rPr lang="en-US" altLang="ko-KR" sz="900" smtClean="0">
                <a:latin typeface="Times New Roman" panose="02020603050405020304" pitchFamily="18" charset="0"/>
                <a:ea typeface="돋움" pitchFamily="50" charset="-127"/>
                <a:cs typeface="Times New Roman" panose="02020603050405020304" pitchFamily="18" charset="0"/>
              </a:rPr>
              <a:t> CPU </a:t>
            </a: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3367" name="Rectangle 163"/>
          <p:cNvSpPr>
            <a:spLocks noChangeArrowheads="1"/>
          </p:cNvSpPr>
          <p:nvPr/>
        </p:nvSpPr>
        <p:spPr bwMode="auto">
          <a:xfrm>
            <a:off x="8085138" y="5038725"/>
            <a:ext cx="1703387" cy="268288"/>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5.4 </a:t>
            </a:r>
            <a:r>
              <a:rPr lang="en-US" altLang="ko-KR" sz="1000" b="1" err="1" smtClean="0">
                <a:latin typeface="Times New Roman" panose="02020603050405020304" pitchFamily="18" charset="0"/>
                <a:ea typeface="돋움" pitchFamily="50" charset="-127"/>
                <a:cs typeface="Times New Roman" panose="02020603050405020304" pitchFamily="18" charset="0"/>
              </a:rPr>
              <a:t>Đổi</a:t>
            </a:r>
            <a:r>
              <a:rPr lang="en-US" altLang="ko-KR" sz="1000" b="1" smtClean="0">
                <a:latin typeface="Times New Roman" panose="02020603050405020304" pitchFamily="18" charset="0"/>
                <a:ea typeface="돋움" pitchFamily="50" charset="-127"/>
                <a:cs typeface="Times New Roman" panose="02020603050405020304" pitchFamily="18" charset="0"/>
              </a:rPr>
              <a:t> CPU</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3368" name="Rectangle 162"/>
          <p:cNvSpPr>
            <a:spLocks noChangeArrowheads="1"/>
          </p:cNvSpPr>
          <p:nvPr/>
        </p:nvSpPr>
        <p:spPr bwMode="auto">
          <a:xfrm>
            <a:off x="8091488" y="5930900"/>
            <a:ext cx="1703387" cy="314325"/>
          </a:xfrm>
          <a:prstGeom prst="rect">
            <a:avLst/>
          </a:prstGeom>
          <a:solidFill>
            <a:schemeClr val="bg1"/>
          </a:solidFill>
          <a:ln w="9525">
            <a:solidFill>
              <a:schemeClr val="tx1"/>
            </a:solidFill>
            <a:miter lim="800000"/>
            <a:headEnd/>
            <a:tailEnd/>
          </a:ln>
        </p:spPr>
        <p:txBody>
          <a:bodyPr lIns="54000" rIns="5400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nSpc>
                <a:spcPct val="110000"/>
              </a:lnSpc>
              <a:spcBef>
                <a:spcPct val="0"/>
              </a:spcBef>
              <a:buFontTx/>
              <a:buNone/>
            </a:pPr>
            <a:r>
              <a:rPr lang="en-US" altLang="ko-KR" sz="900" err="1" smtClean="0">
                <a:latin typeface="Times New Roman" panose="02020603050405020304" pitchFamily="18" charset="0"/>
                <a:ea typeface="돋움" pitchFamily="50" charset="-127"/>
                <a:cs typeface="Times New Roman" panose="02020603050405020304" pitchFamily="18" charset="0"/>
              </a:rPr>
              <a:t>Tìm</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hiểu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thuật</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ngữ</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PLC</a:t>
            </a: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3369" name="Rectangle 163"/>
          <p:cNvSpPr>
            <a:spLocks noChangeArrowheads="1"/>
          </p:cNvSpPr>
          <p:nvPr/>
        </p:nvSpPr>
        <p:spPr bwMode="auto">
          <a:xfrm>
            <a:off x="8091488" y="5668963"/>
            <a:ext cx="1703387" cy="268287"/>
          </a:xfrm>
          <a:prstGeom prst="rect">
            <a:avLst/>
          </a:prstGeom>
          <a:solidFill>
            <a:srgbClr val="66CCFF"/>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5.5 </a:t>
            </a:r>
            <a:r>
              <a:rPr lang="en-US" altLang="ko-KR" sz="1000" b="1" err="1" smtClean="0">
                <a:latin typeface="Times New Roman" panose="02020603050405020304" pitchFamily="18" charset="0"/>
                <a:ea typeface="돋움" pitchFamily="50" charset="-127"/>
                <a:cs typeface="Times New Roman" panose="02020603050405020304" pitchFamily="18" charset="0"/>
              </a:rPr>
              <a:t>Phụ</a:t>
            </a:r>
            <a:r>
              <a:rPr lang="en-US" altLang="ko-KR" sz="1000" b="1" smtClean="0">
                <a:latin typeface="Times New Roman" panose="02020603050405020304" pitchFamily="18" charset="0"/>
                <a:ea typeface="돋움" pitchFamily="50" charset="-127"/>
                <a:cs typeface="Times New Roman" panose="02020603050405020304" pitchFamily="18" charset="0"/>
              </a:rPr>
              <a:t> </a:t>
            </a:r>
            <a:r>
              <a:rPr lang="en-US" altLang="ko-KR" sz="1000" b="1" err="1" smtClean="0">
                <a:latin typeface="Times New Roman" panose="02020603050405020304" pitchFamily="18" charset="0"/>
                <a:ea typeface="돋움" pitchFamily="50" charset="-127"/>
                <a:cs typeface="Times New Roman" panose="02020603050405020304" pitchFamily="18" charset="0"/>
              </a:rPr>
              <a:t>lục</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58" name="Text Box 43"/>
          <p:cNvSpPr txBox="1">
            <a:spLocks noChangeArrowheads="1"/>
          </p:cNvSpPr>
          <p:nvPr/>
        </p:nvSpPr>
        <p:spPr bwMode="auto">
          <a:xfrm>
            <a:off x="76200" y="82550"/>
            <a:ext cx="41280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Mục</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tiêu</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đào</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tạo</a:t>
            </a:r>
            <a:r>
              <a:rPr lang="ko-KR" altLang="en-US" sz="1600" b="1" smtClean="0">
                <a:latin typeface="Times New Roman" panose="02020603050405020304" pitchFamily="18" charset="0"/>
                <a:ea typeface="돋움" pitchFamily="50" charset="-127"/>
                <a:cs typeface="Times New Roman" panose="02020603050405020304" pitchFamily="18" charset="0"/>
              </a:rPr>
              <a:t> </a:t>
            </a:r>
            <a:r>
              <a:rPr lang="en-US" altLang="ko-KR" sz="1600" b="1" smtClean="0">
                <a:latin typeface="Times New Roman" panose="02020603050405020304" pitchFamily="18" charset="0"/>
                <a:ea typeface="돋움" pitchFamily="50" charset="-127"/>
                <a:cs typeface="Times New Roman" panose="02020603050405020304" pitchFamily="18" charset="0"/>
              </a:rPr>
              <a:t>(</a:t>
            </a:r>
            <a:r>
              <a:rPr lang="en-US" altLang="ko-KR" sz="1600" b="1" err="1" smtClean="0">
                <a:latin typeface="Times New Roman" panose="02020603050405020304" pitchFamily="18" charset="0"/>
                <a:ea typeface="돋움" pitchFamily="50" charset="-127"/>
                <a:cs typeface="Times New Roman" panose="02020603050405020304" pitchFamily="18" charset="0"/>
              </a:rPr>
              <a:t>Quá</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trình</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cơ</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bản</a:t>
            </a:r>
            <a:r>
              <a:rPr lang="en-US" altLang="ko-KR" sz="1600" b="1" smtClean="0">
                <a:latin typeface="Times New Roman" panose="02020603050405020304" pitchFamily="18" charset="0"/>
                <a:ea typeface="돋움" pitchFamily="50" charset="-127"/>
                <a:cs typeface="Times New Roman" panose="02020603050405020304" pitchFamily="18" charset="0"/>
              </a:rPr>
              <a:t> PLC)</a:t>
            </a:r>
            <a:endParaRPr lang="en-US" altLang="ko-KR" sz="1600" b="1">
              <a:latin typeface="Times New Roman" panose="02020603050405020304" pitchFamily="18" charset="0"/>
              <a:ea typeface="돋움" pitchFamily="50" charset="-127"/>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14"/>
          <p:cNvPicPr>
            <a:picLocks noChangeAspect="1" noChangeArrowheads="1"/>
          </p:cNvPicPr>
          <p:nvPr/>
        </p:nvPicPr>
        <p:blipFill>
          <a:blip r:embed="rId2">
            <a:lum bright="70000" contrast="-70000"/>
            <a:grayscl/>
            <a:extLst>
              <a:ext uri="{28A0092B-C50C-407E-A947-70E740481C1C}">
                <a14:useLocalDpi xmlns:a14="http://schemas.microsoft.com/office/drawing/2010/main" val="0"/>
              </a:ext>
            </a:extLst>
          </a:blip>
          <a:srcRect/>
          <a:stretch>
            <a:fillRect/>
          </a:stretch>
        </p:blipFill>
        <p:spPr bwMode="auto">
          <a:xfrm>
            <a:off x="5205413" y="3500438"/>
            <a:ext cx="4502150" cy="280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4339" name="Text Box 2"/>
          <p:cNvSpPr txBox="1">
            <a:spLocks noChangeArrowheads="1"/>
          </p:cNvSpPr>
          <p:nvPr/>
        </p:nvSpPr>
        <p:spPr bwMode="auto">
          <a:xfrm>
            <a:off x="76200" y="82550"/>
            <a:ext cx="27543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ea typeface="돋움" pitchFamily="50" charset="-127"/>
                <a:cs typeface="Times New Roman" panose="02020603050405020304" pitchFamily="18" charset="0"/>
              </a:rPr>
              <a:t>★ </a:t>
            </a:r>
            <a:r>
              <a:rPr lang="ko-KR" altLang="en-US" sz="1600" b="1">
                <a:latin typeface="Times New Roman" panose="02020603050405020304" pitchFamily="18" charset="0"/>
                <a:ea typeface="돋움" pitchFamily="50" charset="-127"/>
                <a:cs typeface="Times New Roman" panose="02020603050405020304" pitchFamily="18" charset="0"/>
              </a:rPr>
              <a:t>교육목표 </a:t>
            </a:r>
            <a:r>
              <a:rPr lang="en-US" altLang="ko-KR" sz="1600" b="1">
                <a:latin typeface="Times New Roman" panose="02020603050405020304" pitchFamily="18" charset="0"/>
                <a:ea typeface="돋움" pitchFamily="50" charset="-127"/>
                <a:cs typeface="Times New Roman" panose="02020603050405020304" pitchFamily="18" charset="0"/>
              </a:rPr>
              <a:t>(PLC </a:t>
            </a:r>
            <a:r>
              <a:rPr lang="ko-KR" altLang="en-US" sz="1600" b="1">
                <a:latin typeface="Times New Roman" panose="02020603050405020304" pitchFamily="18" charset="0"/>
                <a:ea typeface="돋움" pitchFamily="50" charset="-127"/>
                <a:cs typeface="Times New Roman" panose="02020603050405020304" pitchFamily="18" charset="0"/>
              </a:rPr>
              <a:t>기본 과정</a:t>
            </a:r>
            <a:r>
              <a:rPr lang="en-US" altLang="ko-KR" sz="1600" b="1">
                <a:latin typeface="Times New Roman" panose="02020603050405020304" pitchFamily="18" charset="0"/>
                <a:ea typeface="돋움" pitchFamily="50" charset="-127"/>
                <a:cs typeface="Times New Roman" panose="02020603050405020304" pitchFamily="18" charset="0"/>
              </a:rPr>
              <a:t>)</a:t>
            </a:r>
          </a:p>
        </p:txBody>
      </p:sp>
      <p:sp>
        <p:nvSpPr>
          <p:cNvPr id="14340" name="Rectangle 5"/>
          <p:cNvSpPr>
            <a:spLocks noChangeArrowheads="1"/>
          </p:cNvSpPr>
          <p:nvPr/>
        </p:nvSpPr>
        <p:spPr bwMode="auto">
          <a:xfrm>
            <a:off x="2690813" y="1219200"/>
            <a:ext cx="4524375" cy="914400"/>
          </a:xfrm>
          <a:prstGeom prst="rect">
            <a:avLst/>
          </a:prstGeom>
          <a:solidFill>
            <a:schemeClr val="bg1"/>
          </a:solidFill>
          <a:ln w="19050">
            <a:solidFill>
              <a:schemeClr val="tx1"/>
            </a:solidFill>
            <a:miter lim="800000"/>
            <a:headEnd/>
            <a:tailEnd/>
          </a:ln>
          <a:effectLst>
            <a:outerShdw dist="107763" dir="2700000" algn="ctr" rotWithShape="0">
              <a:schemeClr val="bg2"/>
            </a:outerShdw>
          </a:effec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2400" b="1">
                <a:latin typeface="Times New Roman" panose="02020603050405020304" pitchFamily="18" charset="0"/>
                <a:cs typeface="Times New Roman" panose="02020603050405020304" pitchFamily="18" charset="0"/>
              </a:rPr>
              <a:t>1. </a:t>
            </a:r>
            <a:r>
              <a:rPr lang="en-US" altLang="ko-KR" sz="2400" b="1" err="1" smtClean="0">
                <a:latin typeface="Times New Roman" panose="02020603050405020304" pitchFamily="18" charset="0"/>
                <a:cs typeface="Times New Roman" panose="02020603050405020304" pitchFamily="18" charset="0"/>
              </a:rPr>
              <a:t>Tìm</a:t>
            </a:r>
            <a:r>
              <a:rPr lang="en-US" altLang="ko-KR" sz="2400" b="1" smtClean="0">
                <a:latin typeface="Times New Roman" panose="02020603050405020304" pitchFamily="18" charset="0"/>
                <a:cs typeface="Times New Roman" panose="02020603050405020304" pitchFamily="18" charset="0"/>
              </a:rPr>
              <a:t> </a:t>
            </a:r>
            <a:r>
              <a:rPr lang="en-US" altLang="ko-KR" sz="2400" b="1" err="1" smtClean="0">
                <a:latin typeface="Times New Roman" panose="02020603050405020304" pitchFamily="18" charset="0"/>
                <a:cs typeface="Times New Roman" panose="02020603050405020304" pitchFamily="18" charset="0"/>
              </a:rPr>
              <a:t>hiểu</a:t>
            </a:r>
            <a:r>
              <a:rPr lang="en-US" altLang="ko-KR" sz="2400" b="1" smtClean="0">
                <a:latin typeface="Times New Roman" panose="02020603050405020304" pitchFamily="18" charset="0"/>
                <a:cs typeface="Times New Roman" panose="02020603050405020304" pitchFamily="18" charset="0"/>
              </a:rPr>
              <a:t> </a:t>
            </a:r>
            <a:r>
              <a:rPr lang="en-US" altLang="ko-KR" sz="2400" b="1" err="1" smtClean="0">
                <a:latin typeface="Times New Roman" panose="02020603050405020304" pitchFamily="18" charset="0"/>
                <a:cs typeface="Times New Roman" panose="02020603050405020304" pitchFamily="18" charset="0"/>
              </a:rPr>
              <a:t>cấu</a:t>
            </a:r>
            <a:r>
              <a:rPr lang="en-US" altLang="ko-KR" sz="2400" b="1" smtClean="0">
                <a:latin typeface="Times New Roman" panose="02020603050405020304" pitchFamily="18" charset="0"/>
                <a:cs typeface="Times New Roman" panose="02020603050405020304" pitchFamily="18" charset="0"/>
              </a:rPr>
              <a:t> </a:t>
            </a:r>
            <a:r>
              <a:rPr lang="en-US" altLang="ko-KR" sz="2400" b="1" err="1" smtClean="0">
                <a:latin typeface="Times New Roman" panose="02020603050405020304" pitchFamily="18" charset="0"/>
                <a:cs typeface="Times New Roman" panose="02020603050405020304" pitchFamily="18" charset="0"/>
              </a:rPr>
              <a:t>tạo</a:t>
            </a:r>
            <a:r>
              <a:rPr lang="en-US" altLang="ko-KR" sz="2400" b="1" smtClean="0">
                <a:latin typeface="Times New Roman" panose="02020603050405020304" pitchFamily="18" charset="0"/>
                <a:cs typeface="Times New Roman" panose="02020603050405020304" pitchFamily="18" charset="0"/>
              </a:rPr>
              <a:t> </a:t>
            </a:r>
            <a:r>
              <a:rPr lang="en-US" altLang="ko-KR" sz="2400" b="1" err="1" smtClean="0">
                <a:latin typeface="Times New Roman" panose="02020603050405020304" pitchFamily="18" charset="0"/>
                <a:cs typeface="Times New Roman" panose="02020603050405020304" pitchFamily="18" charset="0"/>
              </a:rPr>
              <a:t>cơ</a:t>
            </a:r>
            <a:r>
              <a:rPr lang="en-US" altLang="ko-KR" sz="2400" b="1" smtClean="0">
                <a:latin typeface="Times New Roman" panose="02020603050405020304" pitchFamily="18" charset="0"/>
                <a:cs typeface="Times New Roman" panose="02020603050405020304" pitchFamily="18" charset="0"/>
              </a:rPr>
              <a:t> </a:t>
            </a:r>
            <a:r>
              <a:rPr lang="en-US" altLang="ko-KR" sz="2400" b="1" err="1" smtClean="0">
                <a:latin typeface="Times New Roman" panose="02020603050405020304" pitchFamily="18" charset="0"/>
                <a:cs typeface="Times New Roman" panose="02020603050405020304" pitchFamily="18" charset="0"/>
              </a:rPr>
              <a:t>bản</a:t>
            </a:r>
            <a:r>
              <a:rPr lang="en-US" altLang="ko-KR" sz="2400" b="1" smtClean="0">
                <a:latin typeface="Times New Roman" panose="02020603050405020304" pitchFamily="18" charset="0"/>
                <a:cs typeface="Times New Roman" panose="02020603050405020304" pitchFamily="18" charset="0"/>
              </a:rPr>
              <a:t> PLC</a:t>
            </a:r>
            <a:endParaRPr lang="ko-KR" altLang="en-US" sz="2400" b="1">
              <a:latin typeface="Times New Roman" panose="02020603050405020304" pitchFamily="18" charset="0"/>
              <a:cs typeface="Times New Roman" panose="02020603050405020304" pitchFamily="18" charset="0"/>
            </a:endParaRPr>
          </a:p>
        </p:txBody>
      </p:sp>
      <p:sp>
        <p:nvSpPr>
          <p:cNvPr id="14341" name="Text Box 6"/>
          <p:cNvSpPr txBox="1">
            <a:spLocks noChangeArrowheads="1"/>
          </p:cNvSpPr>
          <p:nvPr/>
        </p:nvSpPr>
        <p:spPr bwMode="auto">
          <a:xfrm>
            <a:off x="2509838" y="2532063"/>
            <a:ext cx="3024674" cy="3705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400" b="1">
                <a:latin typeface="Times New Roman" panose="02020603050405020304" pitchFamily="18" charset="0"/>
                <a:cs typeface="Times New Roman" panose="02020603050405020304" pitchFamily="18" charset="0"/>
              </a:rPr>
              <a:t>1. </a:t>
            </a:r>
            <a:r>
              <a:rPr lang="en-US" altLang="ko-KR" sz="1400" b="1" err="1" smtClean="0">
                <a:latin typeface="Times New Roman" panose="02020603050405020304" pitchFamily="18" charset="0"/>
                <a:cs typeface="Times New Roman" panose="02020603050405020304" pitchFamily="18" charset="0"/>
              </a:rPr>
              <a:t>Sơ</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lược</a:t>
            </a:r>
            <a:r>
              <a:rPr lang="en-US" altLang="ko-KR" sz="1400" b="1" smtClean="0">
                <a:latin typeface="Times New Roman" panose="02020603050405020304" pitchFamily="18" charset="0"/>
                <a:cs typeface="Times New Roman" panose="02020603050405020304" pitchFamily="18" charset="0"/>
              </a:rPr>
              <a:t> PLC</a:t>
            </a:r>
            <a:endParaRPr lang="ko-KR" altLang="en-US" sz="1400" b="1">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1-1.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nghĩa</a:t>
            </a:r>
            <a:r>
              <a:rPr lang="en-US" altLang="ko-KR" sz="1200" smtClean="0">
                <a:latin typeface="Times New Roman" panose="02020603050405020304" pitchFamily="18" charset="0"/>
                <a:cs typeface="Times New Roman" panose="02020603050405020304" pitchFamily="18" charset="0"/>
              </a:rPr>
              <a:t> PLC</a:t>
            </a:r>
            <a:endParaRPr lang="ko-KR" altLang="en-US" sz="120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1-2. </a:t>
            </a:r>
            <a:r>
              <a:rPr lang="en-US" altLang="ko-KR" sz="1200" err="1" smtClean="0">
                <a:latin typeface="Times New Roman" panose="02020603050405020304" pitchFamily="18" charset="0"/>
                <a:cs typeface="Times New Roman" panose="02020603050405020304" pitchFamily="18" charset="0"/>
              </a:rPr>
              <a:t>Tìm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hiểu</a:t>
            </a:r>
            <a:r>
              <a:rPr lang="en-US" altLang="ko-KR" sz="1200" smtClean="0">
                <a:latin typeface="Times New Roman" panose="02020603050405020304" pitchFamily="18" charset="0"/>
                <a:cs typeface="Times New Roman" panose="02020603050405020304" pitchFamily="18" charset="0"/>
              </a:rPr>
              <a:t> Sequence</a:t>
            </a:r>
            <a:endParaRPr lang="ko-KR" altLang="en-US" sz="120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1-3. </a:t>
            </a:r>
            <a:r>
              <a:rPr lang="en-US" altLang="ko-KR" sz="1200" smtClean="0">
                <a:latin typeface="Times New Roman" panose="02020603050405020304" pitchFamily="18" charset="0"/>
                <a:cs typeface="Times New Roman" panose="02020603050405020304" pitchFamily="18" charset="0"/>
              </a:rPr>
              <a:t>So </a:t>
            </a:r>
            <a:r>
              <a:rPr lang="en-US" altLang="ko-KR" sz="1200" err="1" smtClean="0">
                <a:latin typeface="Times New Roman" panose="02020603050405020304" pitchFamily="18" charset="0"/>
                <a:cs typeface="Times New Roman" panose="02020603050405020304" pitchFamily="18" charset="0"/>
              </a:rPr>
              <a:t>sánh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bảng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Relay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PLC</a:t>
            </a:r>
            <a:endParaRPr lang="ko-KR" altLang="en-US" sz="120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a:latin typeface="Times New Roman" panose="02020603050405020304" pitchFamily="18" charset="0"/>
                <a:cs typeface="Times New Roman" panose="02020603050405020304" pitchFamily="18" charset="0"/>
              </a:rPr>
              <a:t>   </a:t>
            </a:r>
          </a:p>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2. </a:t>
            </a:r>
            <a:r>
              <a:rPr lang="en-US" altLang="ko-KR" sz="1400" b="1" err="1" smtClean="0">
                <a:latin typeface="Times New Roman" panose="02020603050405020304" pitchFamily="18" charset="0"/>
                <a:cs typeface="Times New Roman" panose="02020603050405020304" pitchFamily="18" charset="0"/>
              </a:rPr>
              <a:t>Cấu</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tạo</a:t>
            </a:r>
            <a:r>
              <a:rPr lang="en-US" altLang="ko-KR" sz="1400" b="1" smtClean="0">
                <a:latin typeface="Times New Roman" panose="02020603050405020304" pitchFamily="18" charset="0"/>
                <a:cs typeface="Times New Roman" panose="02020603050405020304" pitchFamily="18" charset="0"/>
              </a:rPr>
              <a:t> PLC</a:t>
            </a:r>
            <a:endParaRPr lang="ko-KR" altLang="en-US" sz="1400" b="1">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2-1. </a:t>
            </a:r>
            <a:r>
              <a:rPr lang="en-US" altLang="ko-KR" sz="1200" err="1" smtClean="0">
                <a:latin typeface="Times New Roman" panose="02020603050405020304" pitchFamily="18" charset="0"/>
                <a:cs typeface="Times New Roman" panose="02020603050405020304" pitchFamily="18" charset="0"/>
              </a:rPr>
              <a:t>Sơ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đồ</a:t>
            </a:r>
            <a:r>
              <a:rPr lang="en-US" altLang="ko-KR" sz="1200" smtClean="0">
                <a:latin typeface="Times New Roman" panose="02020603050405020304" pitchFamily="18" charset="0"/>
                <a:cs typeface="Times New Roman" panose="02020603050405020304" pitchFamily="18" charset="0"/>
              </a:rPr>
              <a:t> block</a:t>
            </a:r>
            <a:endParaRPr lang="ko-KR" altLang="en-US" sz="120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2-2. PLC </a:t>
            </a:r>
            <a:r>
              <a:rPr lang="en-US" altLang="ko-KR" sz="1200" smtClean="0">
                <a:latin typeface="Times New Roman" panose="02020603050405020304" pitchFamily="18" charset="0"/>
                <a:cs typeface="Times New Roman" panose="02020603050405020304" pitchFamily="18" charset="0"/>
              </a:rPr>
              <a:t>CPU(</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thuật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toán</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a:latin typeface="Times New Roman" panose="02020603050405020304" pitchFamily="18" charset="0"/>
                <a:cs typeface="Times New Roman" panose="02020603050405020304" pitchFamily="18" charset="0"/>
              </a:rPr>
              <a:t>   2-3. PLC </a:t>
            </a:r>
            <a:r>
              <a:rPr lang="en-US" altLang="ko-KR" sz="1200" smtClean="0">
                <a:latin typeface="Times New Roman" panose="02020603050405020304" pitchFamily="18" charset="0"/>
                <a:cs typeface="Times New Roman" panose="02020603050405020304" pitchFamily="18" charset="0"/>
              </a:rPr>
              <a:t>CPU(</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nhớ</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a:latin typeface="Times New Roman" panose="02020603050405020304" pitchFamily="18" charset="0"/>
                <a:cs typeface="Times New Roman" panose="02020603050405020304" pitchFamily="18" charset="0"/>
              </a:rPr>
              <a:t>   2-4.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endParaRPr lang="ko-KR" altLang="en-US" sz="120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2-5. </a:t>
            </a:r>
            <a:r>
              <a:rPr lang="en-US" altLang="ko-KR" sz="1200" smtClean="0">
                <a:latin typeface="Times New Roman" panose="02020603050405020304" pitchFamily="18" charset="0"/>
                <a:cs typeface="Times New Roman" panose="02020603050405020304" pitchFamily="18" charset="0"/>
              </a:rPr>
              <a:t>Battery</a:t>
            </a:r>
            <a:endParaRPr lang="ko-KR" altLang="en-US" sz="1200">
              <a:latin typeface="Times New Roman" panose="02020603050405020304" pitchFamily="18" charset="0"/>
              <a:cs typeface="Times New Roman" panose="02020603050405020304" pitchFamily="18" charset="0"/>
            </a:endParaRPr>
          </a:p>
          <a:p>
            <a:pPr eaLnBrk="1" hangingPunct="1">
              <a:spcBef>
                <a:spcPct val="0"/>
              </a:spcBef>
              <a:buFontTx/>
              <a:buNone/>
            </a:pPr>
            <a:endParaRPr lang="ko-KR" altLang="en-US" sz="120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3. </a:t>
            </a:r>
            <a:r>
              <a:rPr lang="en-US" altLang="ko-KR" sz="1400" b="1" err="1" smtClean="0">
                <a:latin typeface="Times New Roman" panose="02020603050405020304" pitchFamily="18" charset="0"/>
                <a:cs typeface="Times New Roman" panose="02020603050405020304" pitchFamily="18" charset="0"/>
              </a:rPr>
              <a:t>Vai</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trò</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của</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từng</a:t>
            </a:r>
            <a:r>
              <a:rPr lang="en-US" altLang="ko-KR" sz="1400" b="1" smtClean="0">
                <a:latin typeface="Times New Roman" panose="02020603050405020304" pitchFamily="18" charset="0"/>
                <a:cs typeface="Times New Roman" panose="02020603050405020304" pitchFamily="18" charset="0"/>
              </a:rPr>
              <a:t> PLC Card</a:t>
            </a:r>
            <a:endParaRPr lang="ko-KR" altLang="en-US" sz="1400" b="1">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a:latin typeface="Times New Roman" panose="02020603050405020304" pitchFamily="18" charset="0"/>
                <a:ea typeface="HY견고딕" pitchFamily="18" charset="-127"/>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3-1. </a:t>
            </a:r>
            <a:r>
              <a:rPr lang="en-US" altLang="ko-KR" sz="1200" smtClean="0">
                <a:latin typeface="Times New Roman" panose="02020603050405020304" pitchFamily="18" charset="0"/>
                <a:cs typeface="Times New Roman" panose="02020603050405020304" pitchFamily="18" charset="0"/>
              </a:rPr>
              <a:t>Card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endParaRPr lang="en-US" altLang="ko-KR" sz="120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a:latin typeface="Times New Roman" panose="02020603050405020304" pitchFamily="18" charset="0"/>
                <a:cs typeface="Times New Roman" panose="02020603050405020304" pitchFamily="18" charset="0"/>
              </a:rPr>
              <a:t>   3-2. </a:t>
            </a:r>
            <a:r>
              <a:rPr lang="en-US" altLang="ko-KR" sz="1200" smtClean="0">
                <a:latin typeface="Times New Roman" panose="02020603050405020304" pitchFamily="18" charset="0"/>
                <a:cs typeface="Times New Roman" panose="02020603050405020304" pitchFamily="18" charset="0"/>
              </a:rPr>
              <a:t>Card </a:t>
            </a:r>
            <a:r>
              <a:rPr lang="en-US" altLang="ko-KR" sz="1200" err="1" smtClean="0">
                <a:latin typeface="Times New Roman" panose="02020603050405020304" pitchFamily="18" charset="0"/>
                <a:cs typeface="Times New Roman" panose="02020603050405020304" pitchFamily="18" charset="0"/>
              </a:rPr>
              <a:t>đặc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biệt</a:t>
            </a:r>
            <a:endParaRPr lang="en-US" altLang="ko-KR" sz="120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a:latin typeface="Times New Roman" panose="02020603050405020304" pitchFamily="18" charset="0"/>
              <a:cs typeface="Times New Roman" panose="02020603050405020304" pitchFamily="18" charset="0"/>
            </a:endParaRPr>
          </a:p>
        </p:txBody>
      </p:sp>
      <p:sp>
        <p:nvSpPr>
          <p:cNvPr id="14342" name="Text Box 7"/>
          <p:cNvSpPr txBox="1">
            <a:spLocks noChangeArrowheads="1"/>
          </p:cNvSpPr>
          <p:nvPr/>
        </p:nvSpPr>
        <p:spPr bwMode="auto">
          <a:xfrm>
            <a:off x="5915935" y="2672916"/>
            <a:ext cx="2932213" cy="26684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4. </a:t>
            </a:r>
            <a:r>
              <a:rPr lang="en-US" altLang="ko-KR" sz="1400" b="1" err="1" smtClean="0">
                <a:latin typeface="Times New Roman" panose="02020603050405020304" pitchFamily="18" charset="0"/>
                <a:cs typeface="Times New Roman" panose="02020603050405020304" pitchFamily="18" charset="0"/>
              </a:rPr>
              <a:t>Phân</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bổ</a:t>
            </a:r>
            <a:r>
              <a:rPr lang="en-US" altLang="ko-KR" sz="1400" b="1" smtClean="0">
                <a:latin typeface="Times New Roman" panose="02020603050405020304" pitchFamily="18" charset="0"/>
                <a:cs typeface="Times New Roman" panose="02020603050405020304" pitchFamily="18" charset="0"/>
              </a:rPr>
              <a:t> I/O(</a:t>
            </a:r>
            <a:r>
              <a:rPr lang="en-US" altLang="ko-KR" sz="1400" b="1" err="1" smtClean="0">
                <a:latin typeface="Times New Roman" panose="02020603050405020304" pitchFamily="18" charset="0"/>
                <a:cs typeface="Times New Roman" panose="02020603050405020304" pitchFamily="18" charset="0"/>
              </a:rPr>
              <a:t>Điểm</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số</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chiếm</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hữu</a:t>
            </a:r>
            <a:r>
              <a:rPr lang="en-US" altLang="ko-KR" sz="1400" b="1" smtClean="0">
                <a:latin typeface="Times New Roman" panose="02020603050405020304" pitchFamily="18" charset="0"/>
                <a:cs typeface="Times New Roman" panose="02020603050405020304" pitchFamily="18" charset="0"/>
              </a:rPr>
              <a:t>) </a:t>
            </a:r>
            <a:endParaRPr lang="ko-KR" altLang="en-US" sz="1400" b="1" smtClean="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4-1.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I/O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tiên</a:t>
            </a:r>
            <a:endParaRPr lang="ko-KR" altLang="en-US" sz="1200" smtClean="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smtClean="0">
                <a:latin typeface="Times New Roman" panose="02020603050405020304" pitchFamily="18" charset="0"/>
                <a:cs typeface="Times New Roman" panose="02020603050405020304" pitchFamily="18" charset="0"/>
              </a:rPr>
              <a:t>  </a:t>
            </a:r>
            <a:endParaRPr lang="ko-KR" altLang="en-US" sz="1200">
              <a:latin typeface="Times New Roman" panose="02020603050405020304" pitchFamily="18" charset="0"/>
              <a:cs typeface="Times New Roman" panose="02020603050405020304" pitchFamily="18" charset="0"/>
            </a:endParaRPr>
          </a:p>
          <a:p>
            <a:pPr eaLnBrk="1" hangingPunct="1">
              <a:spcBef>
                <a:spcPct val="0"/>
              </a:spcBef>
              <a:buFontTx/>
              <a:buNone/>
            </a:pPr>
            <a:endParaRPr lang="ko-KR" altLang="en-US" sz="1400" b="1">
              <a:latin typeface="Times New Roman" panose="02020603050405020304" pitchFamily="18" charset="0"/>
              <a:cs typeface="Times New Roman" panose="02020603050405020304" pitchFamily="18" charset="0"/>
            </a:endParaRPr>
          </a:p>
          <a:p>
            <a:pPr eaLnBrk="1" hangingPunct="1">
              <a:lnSpc>
                <a:spcPct val="190000"/>
              </a:lnSpc>
              <a:spcBef>
                <a:spcPct val="0"/>
              </a:spcBef>
              <a:buFontTx/>
              <a:buNone/>
            </a:pPr>
            <a:r>
              <a:rPr lang="en-US" altLang="ko-KR" sz="1400" b="1">
                <a:latin typeface="Times New Roman" panose="02020603050405020304" pitchFamily="18" charset="0"/>
                <a:cs typeface="Times New Roman" panose="02020603050405020304" pitchFamily="18" charset="0"/>
              </a:rPr>
              <a:t>5. </a:t>
            </a:r>
            <a:r>
              <a:rPr lang="en-US" altLang="ko-KR" sz="1400" b="1" err="1" smtClean="0">
                <a:latin typeface="Times New Roman" panose="02020603050405020304" pitchFamily="18" charset="0"/>
                <a:cs typeface="Times New Roman" panose="02020603050405020304" pitchFamily="18" charset="0"/>
              </a:rPr>
              <a:t>Biểu</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hiện</a:t>
            </a:r>
            <a:r>
              <a:rPr lang="en-US" altLang="ko-KR" sz="1400" b="1" smtClean="0">
                <a:latin typeface="Times New Roman" panose="02020603050405020304" pitchFamily="18" charset="0"/>
                <a:cs typeface="Times New Roman" panose="02020603050405020304" pitchFamily="18" charset="0"/>
              </a:rPr>
              <a:t> Data(</a:t>
            </a:r>
            <a:r>
              <a:rPr lang="en-US" altLang="ko-KR" sz="1400" b="1" err="1" smtClean="0">
                <a:latin typeface="Times New Roman" panose="02020603050405020304" pitchFamily="18" charset="0"/>
                <a:cs typeface="Times New Roman" panose="02020603050405020304" pitchFamily="18" charset="0"/>
              </a:rPr>
              <a:t>số</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liệu</a:t>
            </a:r>
            <a:r>
              <a:rPr lang="en-US" altLang="ko-KR" sz="1400" b="1" smtClean="0">
                <a:latin typeface="Times New Roman" panose="02020603050405020304" pitchFamily="18" charset="0"/>
                <a:cs typeface="Times New Roman" panose="02020603050405020304" pitchFamily="18" charset="0"/>
              </a:rPr>
              <a:t>)</a:t>
            </a:r>
            <a:endParaRPr lang="ko-KR" altLang="en-US" sz="1400" b="1">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400" b="1">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5-1. </a:t>
            </a:r>
            <a:r>
              <a:rPr lang="en-US" altLang="ko-KR" sz="1200" err="1" smtClean="0">
                <a:latin typeface="Times New Roman" panose="02020603050405020304" pitchFamily="18" charset="0"/>
                <a:cs typeface="Times New Roman" panose="02020603050405020304" pitchFamily="18" charset="0"/>
              </a:rPr>
              <a:t>Biểu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liệu</a:t>
            </a:r>
            <a:endParaRPr lang="ko-KR" altLang="en-US" sz="1400" b="1">
              <a:latin typeface="Times New Roman" panose="02020603050405020304" pitchFamily="18" charset="0"/>
              <a:cs typeface="Times New Roman" panose="02020603050405020304" pitchFamily="18" charset="0"/>
            </a:endParaRPr>
          </a:p>
          <a:p>
            <a:pPr eaLnBrk="1" hangingPunct="1">
              <a:spcBef>
                <a:spcPct val="0"/>
              </a:spcBef>
              <a:buFontTx/>
              <a:buNone/>
            </a:pPr>
            <a:endParaRPr lang="ko-KR" altLang="en-US" sz="1400" b="1">
              <a:latin typeface="Times New Roman" panose="02020603050405020304" pitchFamily="18" charset="0"/>
              <a:cs typeface="Times New Roman" panose="02020603050405020304" pitchFamily="18" charset="0"/>
            </a:endParaRPr>
          </a:p>
          <a:p>
            <a:pPr eaLnBrk="1" hangingPunct="1">
              <a:lnSpc>
                <a:spcPct val="200000"/>
              </a:lnSpc>
              <a:spcBef>
                <a:spcPct val="0"/>
              </a:spcBef>
              <a:buFontTx/>
              <a:buNone/>
            </a:pPr>
            <a:r>
              <a:rPr lang="en-US" altLang="ko-KR" sz="1400" b="1">
                <a:latin typeface="Times New Roman" panose="02020603050405020304" pitchFamily="18" charset="0"/>
                <a:cs typeface="Times New Roman" panose="02020603050405020304" pitchFamily="18" charset="0"/>
              </a:rPr>
              <a:t>6. </a:t>
            </a:r>
            <a:r>
              <a:rPr lang="en-US" altLang="ko-KR" sz="1400" b="1" err="1" smtClean="0">
                <a:latin typeface="Times New Roman" panose="02020603050405020304" pitchFamily="18" charset="0"/>
                <a:cs typeface="Times New Roman" panose="02020603050405020304" pitchFamily="18" charset="0"/>
              </a:rPr>
              <a:t>Thay</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đổi</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số</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liệu</a:t>
            </a:r>
            <a:endParaRPr lang="ko-KR" altLang="en-US" sz="1400" b="1">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400" b="1">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6-1. </a:t>
            </a:r>
            <a:r>
              <a:rPr lang="en-US" altLang="ko-KR" sz="1200" err="1" smtClean="0">
                <a:latin typeface="Times New Roman" panose="02020603050405020304" pitchFamily="18" charset="0"/>
                <a:cs typeface="Times New Roman" panose="02020603050405020304" pitchFamily="18" charset="0"/>
              </a:rPr>
              <a:t>Thay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liệu</a:t>
            </a:r>
            <a:endParaRPr lang="ko-KR" altLang="en-US" sz="1200">
              <a:latin typeface="Times New Roman" panose="02020603050405020304" pitchFamily="18" charset="0"/>
              <a:cs typeface="Times New Roman" panose="02020603050405020304" pitchFamily="18" charset="0"/>
            </a:endParaRPr>
          </a:p>
        </p:txBody>
      </p:sp>
      <p:sp>
        <p:nvSpPr>
          <p:cNvPr id="7" name="Text Box 43"/>
          <p:cNvSpPr txBox="1">
            <a:spLocks noChangeArrowheads="1"/>
          </p:cNvSpPr>
          <p:nvPr/>
        </p:nvSpPr>
        <p:spPr bwMode="auto">
          <a:xfrm>
            <a:off x="76200" y="82550"/>
            <a:ext cx="4128053" cy="338554"/>
          </a:xfrm>
          <a:prstGeom prst="rect">
            <a:avLst/>
          </a:prstGeom>
          <a:solidFill>
            <a:schemeClr val="bg1"/>
          </a:solidFill>
          <a:ln>
            <a:noFill/>
          </a:ln>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Mục</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tiêu</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đào</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tạo</a:t>
            </a:r>
            <a:r>
              <a:rPr lang="ko-KR" altLang="en-US" sz="1600" b="1" smtClean="0">
                <a:latin typeface="Times New Roman" panose="02020603050405020304" pitchFamily="18" charset="0"/>
                <a:ea typeface="돋움" pitchFamily="50" charset="-127"/>
                <a:cs typeface="Times New Roman" panose="02020603050405020304" pitchFamily="18" charset="0"/>
              </a:rPr>
              <a:t> </a:t>
            </a:r>
            <a:r>
              <a:rPr lang="en-US" altLang="ko-KR" sz="1600" b="1" smtClean="0">
                <a:latin typeface="Times New Roman" panose="02020603050405020304" pitchFamily="18" charset="0"/>
                <a:ea typeface="돋움" pitchFamily="50" charset="-127"/>
                <a:cs typeface="Times New Roman" panose="02020603050405020304" pitchFamily="18" charset="0"/>
              </a:rPr>
              <a:t>(</a:t>
            </a:r>
            <a:r>
              <a:rPr lang="en-US" altLang="ko-KR" sz="1600" b="1" err="1" smtClean="0">
                <a:latin typeface="Times New Roman" panose="02020603050405020304" pitchFamily="18" charset="0"/>
                <a:ea typeface="돋움" pitchFamily="50" charset="-127"/>
                <a:cs typeface="Times New Roman" panose="02020603050405020304" pitchFamily="18" charset="0"/>
              </a:rPr>
              <a:t>Quá</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trình</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cơ</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bản</a:t>
            </a:r>
            <a:r>
              <a:rPr lang="en-US" altLang="ko-KR" sz="1600" b="1" smtClean="0">
                <a:latin typeface="Times New Roman" panose="02020603050405020304" pitchFamily="18" charset="0"/>
                <a:ea typeface="돋움" pitchFamily="50" charset="-127"/>
                <a:cs typeface="Times New Roman" panose="02020603050405020304" pitchFamily="18" charset="0"/>
              </a:rPr>
              <a:t> PLC)</a:t>
            </a:r>
            <a:endParaRPr lang="en-US" altLang="ko-KR" sz="1600" b="1">
              <a:latin typeface="Times New Roman" panose="02020603050405020304" pitchFamily="18" charset="0"/>
              <a:ea typeface="돋움" pitchFamily="50" charset="-127"/>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15363" name="Text Box 3"/>
          <p:cNvSpPr txBox="1">
            <a:spLocks noChangeArrowheads="1"/>
          </p:cNvSpPr>
          <p:nvPr/>
        </p:nvSpPr>
        <p:spPr bwMode="auto">
          <a:xfrm>
            <a:off x="554038" y="1484313"/>
            <a:ext cx="9043987"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solidFill>
                  <a:srgbClr val="404040"/>
                </a:solidFill>
                <a:latin typeface="Times New Roman" panose="02020603050405020304" pitchFamily="18" charset="0"/>
                <a:cs typeface="Times New Roman" panose="02020603050405020304" pitchFamily="18" charset="0"/>
              </a:rPr>
              <a:t>PLC(Programmable Logic Controller</a:t>
            </a:r>
            <a:r>
              <a:rPr lang="en-US" altLang="ko-KR" sz="1200" smtClean="0">
                <a:solidFill>
                  <a:srgbClr val="404040"/>
                </a:solidFill>
                <a:latin typeface="Times New Roman" panose="02020603050405020304" pitchFamily="18" charset="0"/>
                <a:cs typeface="Times New Roman" panose="02020603050405020304" pitchFamily="18" charset="0"/>
              </a:rPr>
              <a:t>)</a:t>
            </a:r>
            <a:r>
              <a:rPr lang="ko-KR" altLang="en-US" sz="120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gì</a:t>
            </a:r>
            <a:r>
              <a:rPr lang="en-US" altLang="ko-KR" sz="1200" smtClean="0">
                <a:solidFill>
                  <a:srgbClr val="404040"/>
                </a:solidFill>
                <a:latin typeface="Times New Roman" panose="02020603050405020304" pitchFamily="18" charset="0"/>
                <a:cs typeface="Times New Roman" panose="02020603050405020304" pitchFamily="18" charset="0"/>
              </a:rPr>
              <a:t>?</a:t>
            </a:r>
            <a:endParaRPr lang="en-US" altLang="ko-KR" sz="1200">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solidFill>
                  <a:srgbClr val="404040"/>
                </a:solidFill>
                <a:latin typeface="Times New Roman" panose="02020603050405020304" pitchFamily="18" charset="0"/>
                <a:cs typeface="Times New Roman" panose="02020603050405020304" pitchFamily="18" charset="0"/>
              </a:rPr>
              <a:t>Là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thiết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bị</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thay</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thế</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tính</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năng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bảng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Relay (</a:t>
            </a:r>
            <a:r>
              <a:rPr lang="en-US" altLang="ko-KR" sz="1200" err="1" smtClean="0">
                <a:solidFill>
                  <a:srgbClr val="404040"/>
                </a:solidFill>
                <a:latin typeface="Times New Roman" panose="02020603050405020304" pitchFamily="18" charset="0"/>
                <a:cs typeface="Times New Roman" panose="02020603050405020304" pitchFamily="18" charset="0"/>
              </a:rPr>
              <a:t>như</a:t>
            </a:r>
            <a:r>
              <a:rPr lang="en-US" altLang="ko-KR" sz="1200">
                <a:solidFill>
                  <a:srgbClr val="404040"/>
                </a:solidFill>
                <a:latin typeface="Times New Roman" panose="02020603050405020304" pitchFamily="18" charset="0"/>
                <a:cs typeface="Times New Roman" panose="02020603050405020304" pitchFamily="18" charset="0"/>
              </a:rPr>
              <a:t> Relay Timer, </a:t>
            </a:r>
            <a:r>
              <a:rPr lang="en-US" altLang="ko-KR" sz="1200" smtClean="0">
                <a:solidFill>
                  <a:srgbClr val="404040"/>
                </a:solidFill>
                <a:latin typeface="Times New Roman" panose="02020603050405020304" pitchFamily="18" charset="0"/>
                <a:cs typeface="Times New Roman" panose="02020603050405020304" pitchFamily="18" charset="0"/>
              </a:rPr>
              <a:t>Counter, … </a:t>
            </a:r>
            <a:r>
              <a:rPr lang="en-US" altLang="ko-KR" sz="1200" err="1" smtClean="0">
                <a:solidFill>
                  <a:srgbClr val="404040"/>
                </a:solidFill>
                <a:latin typeface="Times New Roman" panose="02020603050405020304" pitchFamily="18" charset="0"/>
                <a:cs typeface="Times New Roman" panose="02020603050405020304" pitchFamily="18" charset="0"/>
              </a:rPr>
              <a:t>trong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bảng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được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sử</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dụng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a:solidFill>
                  <a:srgbClr val="404040"/>
                </a:solidFill>
                <a:latin typeface="Times New Roman" panose="02020603050405020304" pitchFamily="18" charset="0"/>
                <a:cs typeface="Times New Roman" panose="02020603050405020304" pitchFamily="18" charset="0"/>
              </a:rPr>
              <a:t>t</a:t>
            </a:r>
            <a:r>
              <a:rPr lang="en-US" altLang="ko-KR" sz="1200" err="1" smtClean="0">
                <a:solidFill>
                  <a:srgbClr val="404040"/>
                </a:solidFill>
                <a:latin typeface="Times New Roman" panose="02020603050405020304" pitchFamily="18" charset="0"/>
                <a:cs typeface="Times New Roman" panose="02020603050405020304" pitchFamily="18" charset="0"/>
              </a:rPr>
              <a:t>ừ</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trước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đến</a:t>
            </a:r>
            <a:r>
              <a:rPr lang="en-US" altLang="ko-KR" sz="1200" smtClean="0">
                <a:solidFill>
                  <a:srgbClr val="404040"/>
                </a:solidFill>
                <a:latin typeface="Times New Roman" panose="02020603050405020304" pitchFamily="18" charset="0"/>
                <a:cs typeface="Times New Roman" panose="02020603050405020304" pitchFamily="18" charset="0"/>
              </a:rPr>
              <a:t> nay) </a:t>
            </a:r>
            <a:r>
              <a:rPr lang="en-US" altLang="ko-KR" sz="1200" err="1" smtClean="0">
                <a:solidFill>
                  <a:srgbClr val="404040"/>
                </a:solidFill>
                <a:latin typeface="Times New Roman" panose="02020603050405020304" pitchFamily="18" charset="0"/>
                <a:cs typeface="Times New Roman" panose="02020603050405020304" pitchFamily="18" charset="0"/>
              </a:rPr>
              <a:t>bằng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nguyên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tố</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chất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bán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dẫn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như</a:t>
            </a:r>
            <a:r>
              <a:rPr lang="en-US" altLang="ko-KR" sz="1200">
                <a:solidFill>
                  <a:srgbClr val="404040"/>
                </a:solidFill>
                <a:latin typeface="Times New Roman" panose="02020603050405020304" pitchFamily="18" charset="0"/>
                <a:cs typeface="Times New Roman" panose="02020603050405020304" pitchFamily="18" charset="0"/>
              </a:rPr>
              <a:t> LSI, </a:t>
            </a:r>
            <a:r>
              <a:rPr lang="en-US" altLang="ko-KR" sz="1200" err="1" smtClean="0">
                <a:solidFill>
                  <a:srgbClr val="404040"/>
                </a:solidFill>
                <a:latin typeface="Times New Roman" panose="02020603050405020304" pitchFamily="18" charset="0"/>
                <a:cs typeface="Times New Roman" panose="02020603050405020304" pitchFamily="18" charset="0"/>
              </a:rPr>
              <a:t>Transister</a:t>
            </a:r>
            <a:r>
              <a:rPr lang="en-US" altLang="ko-KR" sz="1200" smtClean="0">
                <a:solidFill>
                  <a:srgbClr val="404040"/>
                </a:solidFill>
                <a:latin typeface="Times New Roman" panose="02020603050405020304" pitchFamily="18" charset="0"/>
                <a:cs typeface="Times New Roman" panose="02020603050405020304" pitchFamily="18" charset="0"/>
              </a:rPr>
              <a:t>, … </a:t>
            </a:r>
            <a:r>
              <a:rPr lang="en-US" altLang="ko-KR" sz="1200" err="1" smtClean="0">
                <a:solidFill>
                  <a:srgbClr val="404040"/>
                </a:solidFill>
                <a:latin typeface="Times New Roman" panose="02020603050405020304" pitchFamily="18" charset="0"/>
                <a:cs typeface="Times New Roman" panose="02020603050405020304" pitchFamily="18" charset="0"/>
              </a:rPr>
              <a:t>và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thêm</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tính</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năng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thuật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toán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vào</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chức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năng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smtClean="0">
                <a:solidFill>
                  <a:srgbClr val="404040"/>
                </a:solidFill>
                <a:latin typeface="Times New Roman" panose="02020603050405020304" pitchFamily="18" charset="0"/>
                <a:cs typeface="Times New Roman" panose="02020603050405020304" pitchFamily="18" charset="0"/>
              </a:rPr>
              <a:t>Sequence </a:t>
            </a:r>
            <a:r>
              <a:rPr lang="en-US" altLang="ko-KR" sz="1200" err="1" smtClean="0">
                <a:solidFill>
                  <a:srgbClr val="404040"/>
                </a:solidFill>
                <a:latin typeface="Times New Roman" panose="02020603050405020304" pitchFamily="18" charset="0"/>
                <a:cs typeface="Times New Roman" panose="02020603050405020304" pitchFamily="18" charset="0"/>
              </a:rPr>
              <a:t>cơ</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bản</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sao</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cho</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program </a:t>
            </a:r>
            <a:r>
              <a:rPr lang="en-US" altLang="ko-KR" sz="1200" err="1">
                <a:solidFill>
                  <a:srgbClr val="404040"/>
                </a:solidFill>
                <a:latin typeface="Times New Roman" panose="02020603050405020304" pitchFamily="18" charset="0"/>
                <a:cs typeface="Times New Roman" panose="02020603050405020304" pitchFamily="18" charset="0"/>
              </a:rPr>
              <a:t>hoạt</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động</a:t>
            </a:r>
            <a:r>
              <a:rPr lang="en-US" altLang="ko-KR" sz="1200" smtClean="0">
                <a:solidFill>
                  <a:srgbClr val="404040"/>
                </a:solidFill>
                <a:latin typeface="Times New Roman" panose="02020603050405020304" pitchFamily="18" charset="0"/>
                <a:cs typeface="Times New Roman" panose="02020603050405020304" pitchFamily="18" charset="0"/>
              </a:rPr>
              <a:t>.</a:t>
            </a:r>
            <a:endParaRPr lang="en-US" altLang="ko-KR" sz="1200">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solidFill>
                  <a:srgbClr val="404040"/>
                </a:solidFill>
                <a:latin typeface="Times New Roman" panose="02020603050405020304" pitchFamily="18" charset="0"/>
                <a:cs typeface="Times New Roman" panose="02020603050405020304" pitchFamily="18" charset="0"/>
              </a:rPr>
              <a:t>Xoay</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vòng</a:t>
            </a:r>
            <a:r>
              <a:rPr lang="en-US" altLang="ko-KR" sz="1200" smtClean="0">
                <a:solidFill>
                  <a:srgbClr val="404040"/>
                </a:solidFill>
                <a:latin typeface="Times New Roman" panose="02020603050405020304" pitchFamily="18" charset="0"/>
                <a:cs typeface="Times New Roman" panose="02020603050405020304" pitchFamily="18" charset="0"/>
              </a:rPr>
              <a:t> (SCAN) </a:t>
            </a:r>
            <a:r>
              <a:rPr lang="en-US" altLang="ko-KR" sz="1200" err="1" smtClean="0">
                <a:solidFill>
                  <a:srgbClr val="404040"/>
                </a:solidFill>
                <a:latin typeface="Times New Roman" panose="02020603050405020304" pitchFamily="18" charset="0"/>
                <a:cs typeface="Times New Roman" panose="02020603050405020304" pitchFamily="18" charset="0"/>
              </a:rPr>
              <a:t>đầu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cuối</a:t>
            </a:r>
            <a:r>
              <a:rPr lang="en-US" altLang="ko-KR" sz="1200" smtClean="0">
                <a:solidFill>
                  <a:srgbClr val="404040"/>
                </a:solidFill>
                <a:latin typeface="Times New Roman" panose="02020603050405020304" pitchFamily="18" charset="0"/>
                <a:cs typeface="Times New Roman" panose="02020603050405020304" pitchFamily="18" charset="0"/>
              </a:rPr>
              <a:t> program </a:t>
            </a:r>
            <a:r>
              <a:rPr lang="en-US" altLang="ko-KR" sz="1200" err="1" smtClean="0">
                <a:solidFill>
                  <a:srgbClr val="404040"/>
                </a:solidFill>
                <a:latin typeface="Times New Roman" panose="02020603050405020304" pitchFamily="18" charset="0"/>
                <a:cs typeface="Times New Roman" panose="02020603050405020304" pitchFamily="18" charset="0"/>
              </a:rPr>
              <a:t>có</a:t>
            </a:r>
            <a:r>
              <a:rPr lang="en-US" altLang="ko-KR" sz="1200" smtClean="0">
                <a:solidFill>
                  <a:srgbClr val="404040"/>
                </a:solidFill>
                <a:latin typeface="Times New Roman" panose="02020603050405020304" pitchFamily="18" charset="0"/>
                <a:cs typeface="Times New Roman" panose="02020603050405020304" pitchFamily="18" charset="0"/>
              </a:rPr>
              <a:t> ở </a:t>
            </a:r>
            <a:r>
              <a:rPr lang="en-US" altLang="ko-KR" sz="1200" err="1" smtClean="0">
                <a:solidFill>
                  <a:srgbClr val="404040"/>
                </a:solidFill>
                <a:latin typeface="Times New Roman" panose="02020603050405020304" pitchFamily="18" charset="0"/>
                <a:cs typeface="Times New Roman" panose="02020603050405020304" pitchFamily="18" charset="0"/>
              </a:rPr>
              <a:t>bộ</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nhớ</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này</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đồng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thời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có</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tính</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quy</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luật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cao</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trong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việc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hành</a:t>
            </a:r>
            <a:r>
              <a:rPr lang="en-US" altLang="ko-KR" sz="1200" smtClean="0">
                <a:solidFill>
                  <a:srgbClr val="404040"/>
                </a:solidFill>
                <a:latin typeface="Times New Roman" panose="02020603050405020304" pitchFamily="18" charset="0"/>
                <a:cs typeface="Times New Roman" panose="02020603050405020304" pitchFamily="18" charset="0"/>
              </a:rPr>
              <a:t> Logic.</a:t>
            </a:r>
            <a:r>
              <a:rPr lang="en-US" altLang="ko-KR" sz="1200">
                <a:solidFill>
                  <a:srgbClr val="404040"/>
                </a:solidFill>
                <a:latin typeface="Times New Roman" panose="02020603050405020304" pitchFamily="18" charset="0"/>
                <a:cs typeface="Times New Roman" panose="02020603050405020304" pitchFamily="18" charset="0"/>
              </a:rPr>
              <a:t/>
            </a:r>
            <a:br>
              <a:rPr lang="en-US" altLang="ko-KR" sz="1200">
                <a:solidFill>
                  <a:srgbClr val="404040"/>
                </a:solidFill>
                <a:latin typeface="Times New Roman" panose="02020603050405020304" pitchFamily="18" charset="0"/>
                <a:cs typeface="Times New Roman" panose="02020603050405020304" pitchFamily="18" charset="0"/>
              </a:rPr>
            </a:br>
            <a:endParaRPr lang="en-US" altLang="ko-KR" sz="1200">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smtClean="0">
                <a:solidFill>
                  <a:srgbClr val="404040"/>
                </a:solidFill>
                <a:latin typeface="Times New Roman" panose="02020603050405020304" pitchFamily="18" charset="0"/>
                <a:cs typeface="Times New Roman" panose="02020603050405020304" pitchFamily="18" charset="0"/>
              </a:rPr>
              <a:t>PLC ban </a:t>
            </a:r>
            <a:r>
              <a:rPr lang="en-US" altLang="ko-KR" sz="1200" err="1" smtClean="0">
                <a:solidFill>
                  <a:srgbClr val="404040"/>
                </a:solidFill>
                <a:latin typeface="Times New Roman" panose="02020603050405020304" pitchFamily="18" charset="0"/>
                <a:cs typeface="Times New Roman" panose="02020603050405020304" pitchFamily="18" charset="0"/>
              </a:rPr>
              <a:t>đầu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gọi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a:solidFill>
                  <a:srgbClr val="404040"/>
                </a:solidFill>
                <a:latin typeface="Times New Roman" panose="02020603050405020304" pitchFamily="18" charset="0"/>
                <a:cs typeface="Times New Roman" panose="02020603050405020304" pitchFamily="18" charset="0"/>
              </a:rPr>
              <a:t>PC(Programmable </a:t>
            </a:r>
            <a:r>
              <a:rPr lang="en-US" altLang="ko-KR" sz="1200" smtClean="0">
                <a:solidFill>
                  <a:srgbClr val="404040"/>
                </a:solidFill>
                <a:latin typeface="Times New Roman" panose="02020603050405020304" pitchFamily="18" charset="0"/>
                <a:cs typeface="Times New Roman" panose="02020603050405020304" pitchFamily="18" charset="0"/>
              </a:rPr>
              <a:t>Controller) </a:t>
            </a:r>
            <a:r>
              <a:rPr lang="en-US" altLang="ko-KR" sz="1200" err="1" smtClean="0">
                <a:solidFill>
                  <a:srgbClr val="404040"/>
                </a:solidFill>
                <a:latin typeface="Times New Roman" panose="02020603050405020304" pitchFamily="18" charset="0"/>
                <a:cs typeface="Times New Roman" panose="02020603050405020304" pitchFamily="18" charset="0"/>
              </a:rPr>
              <a:t>nhưng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vì</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lẫn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với</a:t>
            </a:r>
            <a:r>
              <a:rPr lang="en-US" altLang="ko-KR" sz="1200" smtClean="0">
                <a:solidFill>
                  <a:srgbClr val="404040"/>
                </a:solidFill>
                <a:latin typeface="Times New Roman" panose="02020603050405020304" pitchFamily="18" charset="0"/>
                <a:cs typeface="Times New Roman" panose="02020603050405020304" pitchFamily="18" charset="0"/>
              </a:rPr>
              <a:t> PC </a:t>
            </a:r>
            <a:r>
              <a:rPr lang="en-US" altLang="ko-KR" sz="1200" err="1" smtClean="0">
                <a:solidFill>
                  <a:srgbClr val="404040"/>
                </a:solidFill>
                <a:latin typeface="Times New Roman" panose="02020603050405020304" pitchFamily="18" charset="0"/>
                <a:cs typeface="Times New Roman" panose="02020603050405020304" pitchFamily="18" charset="0"/>
              </a:rPr>
              <a:t>viết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tắt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của</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máy</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tính</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cá</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nhân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nên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đặt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tên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a:solidFill>
                  <a:srgbClr val="404040"/>
                </a:solidFill>
                <a:latin typeface="Times New Roman" panose="02020603050405020304" pitchFamily="18" charset="0"/>
                <a:cs typeface="Times New Roman" panose="02020603050405020304" pitchFamily="18" charset="0"/>
              </a:rPr>
              <a:t>PLC(Programmable Logic Controller</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theo</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quy</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định</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hội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công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nghiệp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điện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Mỹ</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a:solidFill>
                  <a:srgbClr val="404040"/>
                </a:solidFill>
                <a:latin typeface="Times New Roman" panose="02020603050405020304" pitchFamily="18" charset="0"/>
                <a:cs typeface="Times New Roman" panose="02020603050405020304" pitchFamily="18" charset="0"/>
              </a:rPr>
              <a:t>(NEMA:NATIONAL ELECTRIC MANUFACTURING ASSOCIATION) </a:t>
            </a:r>
            <a:r>
              <a:rPr lang="en-US" altLang="ko-KR" sz="1200" err="1" smtClean="0">
                <a:solidFill>
                  <a:srgbClr val="404040"/>
                </a:solidFill>
                <a:latin typeface="Times New Roman" panose="02020603050405020304" pitchFamily="18" charset="0"/>
                <a:cs typeface="Times New Roman" panose="02020603050405020304" pitchFamily="18" charset="0"/>
              </a:rPr>
              <a:t>năm</a:t>
            </a:r>
            <a:r>
              <a:rPr lang="en-US" altLang="ko-KR" sz="1200" smtClean="0">
                <a:solidFill>
                  <a:srgbClr val="404040"/>
                </a:solidFill>
                <a:latin typeface="Times New Roman" panose="02020603050405020304" pitchFamily="18" charset="0"/>
                <a:cs typeface="Times New Roman" panose="02020603050405020304" pitchFamily="18" charset="0"/>
              </a:rPr>
              <a:t> 1978 </a:t>
            </a:r>
            <a:r>
              <a:rPr lang="en-US" altLang="ko-KR" sz="1200" err="1" smtClean="0">
                <a:solidFill>
                  <a:srgbClr val="404040"/>
                </a:solidFill>
                <a:latin typeface="Times New Roman" panose="02020603050405020304" pitchFamily="18" charset="0"/>
                <a:cs typeface="Times New Roman" panose="02020603050405020304" pitchFamily="18" charset="0"/>
              </a:rPr>
              <a:t>và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được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định</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nghĩa</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thiết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bị</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điện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tử</a:t>
            </a:r>
            <a:r>
              <a:rPr lang="en-US" altLang="ko-KR" sz="1200" smtClean="0">
                <a:solidFill>
                  <a:srgbClr val="404040"/>
                </a:solidFill>
                <a:latin typeface="Times New Roman" panose="02020603050405020304" pitchFamily="18" charset="0"/>
                <a:cs typeface="Times New Roman" panose="02020603050405020304" pitchFamily="18" charset="0"/>
              </a:rPr>
              <a:t> digital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smtClean="0">
                <a:solidFill>
                  <a:srgbClr val="404040"/>
                </a:solidFill>
                <a:latin typeface="Times New Roman" panose="02020603050405020304" pitchFamily="18" charset="0"/>
                <a:cs typeface="Times New Roman" panose="02020603050405020304" pitchFamily="18" charset="0"/>
              </a:rPr>
              <a:t>processor hay </a:t>
            </a:r>
            <a:r>
              <a:rPr lang="en-US" altLang="ko-KR" sz="1200" err="1" smtClean="0">
                <a:solidFill>
                  <a:srgbClr val="404040"/>
                </a:solidFill>
                <a:latin typeface="Times New Roman" panose="02020603050405020304" pitchFamily="18" charset="0"/>
                <a:cs typeface="Times New Roman" panose="02020603050405020304" pitchFamily="18" charset="0"/>
              </a:rPr>
              <a:t>các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loại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máy</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móc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có</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sử</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dụng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bộ</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nhớ</a:t>
            </a:r>
            <a:r>
              <a:rPr lang="en-US" altLang="ko-KR" sz="1200" smtClean="0">
                <a:solidFill>
                  <a:srgbClr val="404040"/>
                </a:solidFill>
                <a:latin typeface="Times New Roman" panose="02020603050405020304" pitchFamily="18" charset="0"/>
                <a:cs typeface="Times New Roman" panose="02020603050405020304" pitchFamily="18" charset="0"/>
              </a:rPr>
              <a:t> program </a:t>
            </a:r>
            <a:r>
              <a:rPr lang="en-US" altLang="ko-KR" sz="1200" err="1" smtClean="0">
                <a:solidFill>
                  <a:srgbClr val="404040"/>
                </a:solidFill>
                <a:latin typeface="Times New Roman" panose="02020603050405020304" pitchFamily="18" charset="0"/>
                <a:cs typeface="Times New Roman" panose="02020603050405020304" pitchFamily="18" charset="0"/>
              </a:rPr>
              <a:t>để</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thực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hiện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chức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năng</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đặc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biệt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giống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như</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thuật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toán</a:t>
            </a:r>
            <a:r>
              <a:rPr lang="en-US" altLang="ko-KR" sz="1200" smtClean="0">
                <a:solidFill>
                  <a:srgbClr val="404040"/>
                </a:solidFill>
                <a:latin typeface="Times New Roman" panose="02020603050405020304" pitchFamily="18" charset="0"/>
                <a:cs typeface="Times New Roman" panose="02020603050405020304" pitchFamily="18" charset="0"/>
              </a:rPr>
              <a:t>.</a:t>
            </a:r>
            <a:r>
              <a:rPr lang="en-US" altLang="ko-KR" sz="1200">
                <a:solidFill>
                  <a:srgbClr val="404040"/>
                </a:solidFill>
                <a:latin typeface="Times New Roman" panose="02020603050405020304" pitchFamily="18" charset="0"/>
                <a:cs typeface="Times New Roman" panose="02020603050405020304" pitchFamily="18" charset="0"/>
              </a:rPr>
              <a:t/>
            </a:r>
            <a:br>
              <a:rPr lang="en-US" altLang="ko-KR" sz="1200">
                <a:solidFill>
                  <a:srgbClr val="404040"/>
                </a:solidFill>
                <a:latin typeface="Times New Roman" panose="02020603050405020304" pitchFamily="18" charset="0"/>
                <a:cs typeface="Times New Roman" panose="02020603050405020304" pitchFamily="18" charset="0"/>
              </a:rPr>
            </a:br>
            <a:r>
              <a:rPr lang="en-US" altLang="ko-KR" sz="1200">
                <a:solidFill>
                  <a:srgbClr val="404040"/>
                </a:solidFill>
                <a:latin typeface="Times New Roman" panose="02020603050405020304" pitchFamily="18" charset="0"/>
                <a:cs typeface="Times New Roman" panose="02020603050405020304" pitchFamily="18" charset="0"/>
              </a:rPr>
              <a:t>   </a:t>
            </a:r>
            <a:br>
              <a:rPr lang="en-US" altLang="ko-KR" sz="1200">
                <a:solidFill>
                  <a:srgbClr val="404040"/>
                </a:solidFill>
                <a:latin typeface="Times New Roman" panose="02020603050405020304" pitchFamily="18" charset="0"/>
                <a:cs typeface="Times New Roman" panose="02020603050405020304" pitchFamily="18" charset="0"/>
              </a:rPr>
            </a:br>
            <a:r>
              <a:rPr lang="en-US" altLang="ko-KR" sz="1200" err="1" smtClean="0">
                <a:solidFill>
                  <a:srgbClr val="404040"/>
                </a:solidFill>
                <a:latin typeface="Times New Roman" panose="02020603050405020304" pitchFamily="18" charset="0"/>
                <a:cs typeface="Times New Roman" panose="02020603050405020304" pitchFamily="18" charset="0"/>
              </a:rPr>
              <a:t>Khởi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đầu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của</a:t>
            </a:r>
            <a:r>
              <a:rPr lang="en-US" altLang="ko-KR" sz="1200" smtClean="0">
                <a:solidFill>
                  <a:srgbClr val="404040"/>
                </a:solidFill>
                <a:latin typeface="Times New Roman" panose="02020603050405020304" pitchFamily="18" charset="0"/>
                <a:cs typeface="Times New Roman" panose="02020603050405020304" pitchFamily="18" charset="0"/>
              </a:rPr>
              <a:t> PLC </a:t>
            </a:r>
            <a:r>
              <a:rPr lang="en-US" altLang="ko-KR" sz="1200" err="1" smtClean="0">
                <a:solidFill>
                  <a:srgbClr val="404040"/>
                </a:solidFill>
                <a:latin typeface="Times New Roman" panose="02020603050405020304" pitchFamily="18" charset="0"/>
                <a:cs typeface="Times New Roman" panose="02020603050405020304" pitchFamily="18" charset="0"/>
              </a:rPr>
              <a:t>này</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a:t>
            </a:r>
            <a:r>
              <a:rPr lang="en-US" altLang="ko-KR" sz="1200">
                <a:solidFill>
                  <a:srgbClr val="404040"/>
                </a:solidFill>
                <a:latin typeface="Times New Roman" panose="02020603050405020304" pitchFamily="18" charset="0"/>
                <a:cs typeface="Times New Roman" panose="02020603050405020304" pitchFamily="18" charset="0"/>
              </a:rPr>
              <a:t> GM(General </a:t>
            </a:r>
            <a:r>
              <a:rPr lang="en-US" altLang="ko-KR" sz="1200" smtClean="0">
                <a:solidFill>
                  <a:srgbClr val="404040"/>
                </a:solidFill>
                <a:latin typeface="Times New Roman" panose="02020603050405020304" pitchFamily="18" charset="0"/>
                <a:cs typeface="Times New Roman" panose="02020603050405020304" pitchFamily="18" charset="0"/>
              </a:rPr>
              <a:t>Motor)  </a:t>
            </a:r>
            <a:r>
              <a:rPr lang="en-US" altLang="ko-KR" sz="1200" err="1" smtClean="0">
                <a:solidFill>
                  <a:srgbClr val="404040"/>
                </a:solidFill>
                <a:latin typeface="Times New Roman" panose="02020603050405020304" pitchFamily="18" charset="0"/>
                <a:cs typeface="Times New Roman" panose="02020603050405020304" pitchFamily="18" charset="0"/>
              </a:rPr>
              <a:t>phát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biểu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kiện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của</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thiết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bị</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điện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tử</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smtClean="0">
                <a:solidFill>
                  <a:srgbClr val="404040"/>
                </a:solidFill>
                <a:latin typeface="Times New Roman" panose="02020603050405020304" pitchFamily="18" charset="0"/>
                <a:cs typeface="Times New Roman" panose="02020603050405020304" pitchFamily="18" charset="0"/>
              </a:rPr>
              <a:t>Sequence </a:t>
            </a:r>
            <a:r>
              <a:rPr lang="en-US" altLang="ko-KR" sz="1200" err="1" smtClean="0">
                <a:solidFill>
                  <a:srgbClr val="404040"/>
                </a:solidFill>
                <a:latin typeface="Times New Roman" panose="02020603050405020304" pitchFamily="18" charset="0"/>
                <a:cs typeface="Times New Roman" panose="02020603050405020304" pitchFamily="18" charset="0"/>
              </a:rPr>
              <a:t>để</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áp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dụng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vào</a:t>
            </a:r>
            <a:r>
              <a:rPr lang="en-US" altLang="ko-KR" sz="1200" smtClean="0">
                <a:solidFill>
                  <a:srgbClr val="404040"/>
                </a:solidFill>
                <a:latin typeface="Times New Roman" panose="02020603050405020304" pitchFamily="18" charset="0"/>
                <a:cs typeface="Times New Roman" panose="02020603050405020304" pitchFamily="18" charset="0"/>
              </a:rPr>
              <a:t> line </a:t>
            </a:r>
            <a:r>
              <a:rPr lang="en-US" altLang="ko-KR" sz="1200" err="1" smtClean="0">
                <a:solidFill>
                  <a:srgbClr val="404040"/>
                </a:solidFill>
                <a:latin typeface="Times New Roman" panose="02020603050405020304" pitchFamily="18" charset="0"/>
                <a:cs typeface="Times New Roman" panose="02020603050405020304" pitchFamily="18" charset="0"/>
              </a:rPr>
              <a:t>lắp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ráp</a:t>
            </a:r>
            <a:r>
              <a:rPr lang="en-US" altLang="ko-KR" sz="1200" smtClean="0">
                <a:solidFill>
                  <a:srgbClr val="404040"/>
                </a:solidFill>
                <a:latin typeface="Times New Roman" panose="02020603050405020304" pitchFamily="18" charset="0"/>
                <a:cs typeface="Times New Roman" panose="02020603050405020304" pitchFamily="18" charset="0"/>
              </a:rPr>
              <a:t> ô </a:t>
            </a:r>
            <a:r>
              <a:rPr lang="en-US" altLang="ko-KR" sz="1200" err="1" smtClean="0">
                <a:solidFill>
                  <a:srgbClr val="404040"/>
                </a:solidFill>
                <a:latin typeface="Times New Roman" panose="02020603050405020304" pitchFamily="18" charset="0"/>
                <a:cs typeface="Times New Roman" panose="02020603050405020304" pitchFamily="18" charset="0"/>
              </a:rPr>
              <a:t>tô</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các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doanh</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nghiệp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phát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triển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thiết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bị</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đáp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ứng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kiện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đó</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bắt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đầu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rao</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bán</a:t>
            </a:r>
            <a:r>
              <a:rPr lang="en-US" altLang="ko-KR" sz="1200" smtClean="0">
                <a:solidFill>
                  <a:srgbClr val="404040"/>
                </a:solidFill>
                <a:latin typeface="Times New Roman" panose="02020603050405020304" pitchFamily="18" charset="0"/>
                <a:cs typeface="Times New Roman" panose="02020603050405020304" pitchFamily="18" charset="0"/>
              </a:rPr>
              <a:t>.</a:t>
            </a:r>
            <a:endParaRPr lang="en-US" altLang="ko-KR" sz="1200">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solidFill>
                  <a:srgbClr val="404040"/>
                </a:solidFill>
                <a:latin typeface="Times New Roman" panose="02020603050405020304" pitchFamily="18" charset="0"/>
                <a:cs typeface="Times New Roman" panose="02020603050405020304" pitchFamily="18" charset="0"/>
              </a:rPr>
              <a:t>Vai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trò</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của</a:t>
            </a:r>
            <a:r>
              <a:rPr lang="en-US" altLang="ko-KR" sz="1200" smtClean="0">
                <a:solidFill>
                  <a:srgbClr val="404040"/>
                </a:solidFill>
                <a:latin typeface="Times New Roman" panose="02020603050405020304" pitchFamily="18" charset="0"/>
                <a:cs typeface="Times New Roman" panose="02020603050405020304" pitchFamily="18" charset="0"/>
              </a:rPr>
              <a:t> PLC</a:t>
            </a:r>
            <a:r>
              <a:rPr lang="ko-KR" altLang="en-US"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này</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vị</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trí</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Analog,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PID,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Sequence,… (</a:t>
            </a:r>
            <a:r>
              <a:rPr lang="en-US" altLang="ko-KR" sz="1200" err="1" smtClean="0">
                <a:solidFill>
                  <a:srgbClr val="404040"/>
                </a:solidFill>
                <a:latin typeface="Times New Roman" panose="02020603050405020304" pitchFamily="18" charset="0"/>
                <a:cs typeface="Times New Roman" panose="02020603050405020304" pitchFamily="18" charset="0"/>
              </a:rPr>
              <a:t>vai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trò</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cơ</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bản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truyền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thống</a:t>
            </a:r>
            <a:r>
              <a:rPr lang="en-US" altLang="ko-KR" sz="1200" smtClean="0">
                <a:solidFill>
                  <a:srgbClr val="404040"/>
                </a:solidFill>
                <a:latin typeface="Times New Roman" panose="02020603050405020304" pitchFamily="18" charset="0"/>
                <a:cs typeface="Times New Roman" panose="02020603050405020304" pitchFamily="18" charset="0"/>
              </a:rPr>
              <a:t>).</a:t>
            </a:r>
          </a:p>
          <a:p>
            <a:pPr eaLnBrk="1" hangingPunct="1">
              <a:lnSpc>
                <a:spcPct val="100000"/>
              </a:lnSpc>
              <a:spcBef>
                <a:spcPct val="50000"/>
              </a:spcBef>
              <a:buFontTx/>
              <a:buNone/>
            </a:pPr>
            <a:r>
              <a:rPr lang="en-US" altLang="ko-KR" sz="1200" err="1" smtClean="0">
                <a:solidFill>
                  <a:srgbClr val="404040"/>
                </a:solidFill>
                <a:latin typeface="Times New Roman" panose="02020603050405020304" pitchFamily="18" charset="0"/>
                <a:cs typeface="Times New Roman" panose="02020603050405020304" pitchFamily="18" charset="0"/>
              </a:rPr>
              <a:t>Phần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lớn</a:t>
            </a:r>
            <a:r>
              <a:rPr lang="en-US" altLang="ko-KR" sz="1200" smtClean="0">
                <a:solidFill>
                  <a:srgbClr val="404040"/>
                </a:solidFill>
                <a:latin typeface="Times New Roman" panose="02020603050405020304" pitchFamily="18" charset="0"/>
                <a:cs typeface="Times New Roman" panose="02020603050405020304" pitchFamily="18" charset="0"/>
              </a:rPr>
              <a:t> </a:t>
            </a:r>
            <a:r>
              <a:rPr lang="ko-KR" altLang="en-US" sz="1200" smtClean="0">
                <a:solidFill>
                  <a:srgbClr val="404040"/>
                </a:solidFill>
                <a:latin typeface="Times New Roman" panose="02020603050405020304" pitchFamily="18" charset="0"/>
                <a:cs typeface="Times New Roman" panose="02020603050405020304" pitchFamily="18" charset="0"/>
              </a:rPr>
              <a:t> </a:t>
            </a:r>
            <a:r>
              <a:rPr lang="en-US" altLang="ko-KR" sz="1200" smtClean="0">
                <a:solidFill>
                  <a:srgbClr val="404040"/>
                </a:solidFill>
                <a:latin typeface="Times New Roman" panose="02020603050405020304" pitchFamily="18" charset="0"/>
                <a:cs typeface="Times New Roman" panose="02020603050405020304" pitchFamily="18" charset="0"/>
              </a:rPr>
              <a:t>PLC </a:t>
            </a:r>
            <a:r>
              <a:rPr lang="en-US" altLang="ko-KR" sz="1200" err="1" smtClean="0">
                <a:solidFill>
                  <a:srgbClr val="404040"/>
                </a:solidFill>
                <a:latin typeface="Times New Roman" panose="02020603050405020304" pitchFamily="18" charset="0"/>
                <a:cs typeface="Times New Roman" panose="02020603050405020304" pitchFamily="18" charset="0"/>
              </a:rPr>
              <a:t>có</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a:solidFill>
                  <a:srgbClr val="404040"/>
                </a:solidFill>
                <a:latin typeface="Times New Roman" panose="02020603050405020304" pitchFamily="18" charset="0"/>
                <a:cs typeface="Times New Roman" panose="02020603050405020304" pitchFamily="18" charset="0"/>
              </a:rPr>
              <a:t>t</a:t>
            </a:r>
            <a:r>
              <a:rPr lang="en-US" altLang="ko-KR" sz="1200" err="1" smtClean="0">
                <a:solidFill>
                  <a:srgbClr val="404040"/>
                </a:solidFill>
                <a:latin typeface="Times New Roman" panose="02020603050405020304" pitchFamily="18" charset="0"/>
                <a:cs typeface="Times New Roman" panose="02020603050405020304" pitchFamily="18" charset="0"/>
              </a:rPr>
              <a:t>ính</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năng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thuật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toán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ứng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dụng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như</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tính</a:t>
            </a:r>
            <a:r>
              <a:rPr lang="en-US" altLang="ko-KR" sz="1200" smtClean="0">
                <a:solidFill>
                  <a:srgbClr val="404040"/>
                </a:solidFill>
                <a:latin typeface="Times New Roman" panose="02020603050405020304" pitchFamily="18" charset="0"/>
                <a:cs typeface="Times New Roman" panose="02020603050405020304" pitchFamily="18" charset="0"/>
              </a:rPr>
              <a:t> data</a:t>
            </a:r>
            <a:r>
              <a:rPr lang="en-US" altLang="ko-KR" sz="1200">
                <a:solidFill>
                  <a:srgbClr val="404040"/>
                </a:solidFill>
                <a:latin typeface="Times New Roman" panose="02020603050405020304" pitchFamily="18" charset="0"/>
                <a:cs typeface="Times New Roman" panose="02020603050405020304" pitchFamily="18" charset="0"/>
              </a:rPr>
              <a:t>, SHIFT,MASTER CONTROL</a:t>
            </a:r>
            <a:r>
              <a:rPr lang="en-US" altLang="ko-KR" sz="1200" smtClean="0">
                <a:solidFill>
                  <a:srgbClr val="404040"/>
                </a:solidFill>
                <a:latin typeface="Times New Roman" panose="02020603050405020304" pitchFamily="18" charset="0"/>
                <a:cs typeface="Times New Roman" panose="02020603050405020304" pitchFamily="18" charset="0"/>
              </a:rPr>
              <a:t>,</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Subroutine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toán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bản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ko-KR" altLang="en-US" sz="1200">
                <a:solidFill>
                  <a:srgbClr val="404040"/>
                </a:solidFill>
                <a:latin typeface="Times New Roman" panose="02020603050405020304" pitchFamily="18" charset="0"/>
                <a:cs typeface="Times New Roman" panose="02020603050405020304" pitchFamily="18" charset="0"/>
              </a:rPr>
              <a:t> </a:t>
            </a:r>
            <a:r>
              <a:rPr lang="en-US" altLang="ko-KR" sz="1200">
                <a:solidFill>
                  <a:srgbClr val="404040"/>
                </a:solidFill>
                <a:latin typeface="Times New Roman" panose="02020603050405020304" pitchFamily="18" charset="0"/>
                <a:cs typeface="Times New Roman" panose="02020603050405020304" pitchFamily="18" charset="0"/>
              </a:rPr>
              <a:t>Timer/Counter </a:t>
            </a:r>
            <a:r>
              <a:rPr lang="en-US" altLang="ko-KR" sz="1200" err="1" smtClean="0">
                <a:solidFill>
                  <a:srgbClr val="404040"/>
                </a:solidFill>
                <a:latin typeface="Times New Roman" panose="02020603050405020304" pitchFamily="18" charset="0"/>
                <a:cs typeface="Times New Roman" panose="02020603050405020304" pitchFamily="18" charset="0"/>
              </a:rPr>
              <a:t>và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thuật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toán</a:t>
            </a:r>
            <a:r>
              <a:rPr lang="en-US" altLang="ko-KR" sz="1200" smtClean="0">
                <a:solidFill>
                  <a:srgbClr val="404040"/>
                </a:solidFill>
                <a:latin typeface="Times New Roman" panose="02020603050405020304" pitchFamily="18" charset="0"/>
                <a:cs typeface="Times New Roman" panose="02020603050405020304" pitchFamily="18" charset="0"/>
              </a:rPr>
              <a:t> AND,OR,…</a:t>
            </a:r>
            <a:endParaRPr lang="en-US" altLang="ko-KR" sz="1200">
              <a:solidFill>
                <a:srgbClr val="404040"/>
              </a:solidFill>
              <a:latin typeface="Times New Roman" panose="02020603050405020304" pitchFamily="18" charset="0"/>
              <a:cs typeface="Times New Roman" panose="02020603050405020304" pitchFamily="18" charset="0"/>
            </a:endParaRPr>
          </a:p>
        </p:txBody>
      </p:sp>
      <p:sp>
        <p:nvSpPr>
          <p:cNvPr id="15364" name="Rectangle 4"/>
          <p:cNvSpPr>
            <a:spLocks noChangeArrowheads="1"/>
          </p:cNvSpPr>
          <p:nvPr/>
        </p:nvSpPr>
        <p:spPr bwMode="auto">
          <a:xfrm>
            <a:off x="139359" y="628650"/>
            <a:ext cx="151515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vi-VN" altLang="ko-KR" sz="1600" b="1" smtClean="0">
                <a:latin typeface="Times New Roman" panose="02020603050405020304" pitchFamily="18" charset="0"/>
                <a:cs typeface="Times New Roman" panose="02020603050405020304" pitchFamily="18" charset="0"/>
              </a:rPr>
              <a:t>1. Sơ lược PLC</a:t>
            </a:r>
            <a:endParaRPr lang="ko-KR" altLang="en-US" sz="1600" b="1">
              <a:latin typeface="Times New Roman" panose="02020603050405020304" pitchFamily="18" charset="0"/>
              <a:cs typeface="Times New Roman" panose="02020603050405020304" pitchFamily="18" charset="0"/>
            </a:endParaRPr>
          </a:p>
        </p:txBody>
      </p:sp>
      <p:sp>
        <p:nvSpPr>
          <p:cNvPr id="15365" name="Rectangle 5"/>
          <p:cNvSpPr>
            <a:spLocks noChangeArrowheads="1"/>
          </p:cNvSpPr>
          <p:nvPr/>
        </p:nvSpPr>
        <p:spPr bwMode="auto">
          <a:xfrm>
            <a:off x="208777" y="1000125"/>
            <a:ext cx="17684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400" b="1">
                <a:latin typeface="Times New Roman" panose="02020603050405020304" pitchFamily="18" charset="0"/>
                <a:cs typeface="Times New Roman" panose="02020603050405020304" pitchFamily="18" charset="0"/>
              </a:rPr>
              <a:t>1-1. </a:t>
            </a:r>
            <a:r>
              <a:rPr lang="en-US" altLang="ko-KR" sz="1400" b="1" err="1" smtClean="0">
                <a:latin typeface="Times New Roman" panose="02020603050405020304" pitchFamily="18" charset="0"/>
                <a:cs typeface="Times New Roman" panose="02020603050405020304" pitchFamily="18" charset="0"/>
              </a:rPr>
              <a:t>Định</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nghĩa</a:t>
            </a:r>
            <a:r>
              <a:rPr lang="en-US" altLang="ko-KR" sz="1400" b="1" smtClean="0">
                <a:latin typeface="Times New Roman" panose="02020603050405020304" pitchFamily="18" charset="0"/>
                <a:cs typeface="Times New Roman" panose="02020603050405020304" pitchFamily="18" charset="0"/>
              </a:rPr>
              <a:t> PLC</a:t>
            </a:r>
            <a:endParaRPr lang="ko-KR" altLang="en-US" sz="1400" b="1">
              <a:latin typeface="Times New Roman" panose="02020603050405020304" pitchFamily="18" charset="0"/>
              <a:cs typeface="Times New Roman" panose="02020603050405020304" pitchFamily="18" charset="0"/>
            </a:endParaRPr>
          </a:p>
        </p:txBody>
      </p:sp>
      <p:sp>
        <p:nvSpPr>
          <p:cNvPr id="15366" name="Rectangle 6"/>
          <p:cNvSpPr>
            <a:spLocks noChangeArrowheads="1"/>
          </p:cNvSpPr>
          <p:nvPr/>
        </p:nvSpPr>
        <p:spPr bwMode="auto">
          <a:xfrm>
            <a:off x="8462622" y="77788"/>
            <a:ext cx="151515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vi-VN" altLang="ko-KR" sz="1600" b="1" smtClean="0">
                <a:latin typeface="Times New Roman" panose="02020603050405020304" pitchFamily="18" charset="0"/>
                <a:cs typeface="Times New Roman" panose="02020603050405020304" pitchFamily="18" charset="0"/>
              </a:rPr>
              <a:t>1. Sơ lược PLC</a:t>
            </a:r>
            <a:endParaRPr lang="ko-KR" altLang="en-US" sz="1600" b="1">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Text Box 3"/>
          <p:cNvSpPr txBox="1">
            <a:spLocks noChangeArrowheads="1"/>
          </p:cNvSpPr>
          <p:nvPr/>
        </p:nvSpPr>
        <p:spPr bwMode="auto">
          <a:xfrm>
            <a:off x="463550" y="709613"/>
            <a:ext cx="9313863" cy="49859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PLC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phát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a:latin typeface="Times New Roman" panose="02020603050405020304" pitchFamily="18" charset="0"/>
                <a:cs typeface="Times New Roman" panose="02020603050405020304" pitchFamily="18" charset="0"/>
              </a:rPr>
              <a:t> Logic Controller </a:t>
            </a:r>
            <a:r>
              <a:rPr lang="en-US" altLang="ko-KR" sz="1200" err="1">
                <a:latin typeface="Times New Roman" panose="02020603050405020304" pitchFamily="18" charset="0"/>
                <a:cs typeface="Times New Roman" panose="02020603050405020304" pitchFamily="18" charset="0"/>
              </a:rPr>
              <a:t>có</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giản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bằng</a:t>
            </a:r>
            <a:r>
              <a:rPr lang="en-US" altLang="ko-KR" sz="1200" smtClean="0">
                <a:latin typeface="Times New Roman" panose="02020603050405020304" pitchFamily="18" charset="0"/>
                <a:cs typeface="Times New Roman" panose="02020603050405020304" pitchFamily="18" charset="0"/>
              </a:rPr>
              <a:t> program </a:t>
            </a:r>
            <a:r>
              <a:rPr lang="en-US" altLang="ko-KR" sz="1200" err="1" smtClean="0">
                <a:latin typeface="Times New Roman" panose="02020603050405020304" pitchFamily="18" charset="0"/>
                <a:cs typeface="Times New Roman" panose="02020603050405020304" pitchFamily="18" charset="0"/>
              </a:rPr>
              <a:t>nhưng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sau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sung </a:t>
            </a:r>
            <a:r>
              <a:rPr lang="en-US" altLang="ko-KR" sz="1200" err="1" smtClean="0">
                <a:latin typeface="Times New Roman" panose="02020603050405020304" pitchFamily="18" charset="0"/>
                <a:cs typeface="Times New Roman" panose="02020603050405020304" pitchFamily="18" charset="0"/>
              </a:rPr>
              <a:t>thêm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cao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như</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tấn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toán</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thay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thế</a:t>
            </a:r>
            <a:r>
              <a:rPr lang="en-US" altLang="ko-KR" sz="1200" smtClean="0">
                <a:latin typeface="Times New Roman" panose="02020603050405020304" pitchFamily="18" charset="0"/>
                <a:cs typeface="Times New Roman" panose="02020603050405020304" pitchFamily="18" charset="0"/>
              </a:rPr>
              <a:t> system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yếu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bảng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relay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tin </a:t>
            </a:r>
            <a:r>
              <a:rPr lang="en-US" altLang="ko-KR" sz="1200" err="1" smtClean="0">
                <a:latin typeface="Times New Roman" panose="02020603050405020304" pitchFamily="18" charset="0"/>
                <a:cs typeface="Times New Roman" panose="02020603050405020304" pitchFamily="18" charset="0"/>
              </a:rPr>
              <a:t>tưởng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thấp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kiệm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chi </a:t>
            </a:r>
            <a:r>
              <a:rPr lang="en-US" altLang="ko-KR" sz="1200" err="1" smtClean="0">
                <a:latin typeface="Times New Roman" panose="02020603050405020304" pitchFamily="18" charset="0"/>
                <a:cs typeface="Times New Roman" panose="02020603050405020304" pitchFamily="18" charset="0"/>
              </a:rPr>
              <a:t>phí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thời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gian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hao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hành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tra</a:t>
            </a:r>
            <a:r>
              <a:rPr lang="en-US" altLang="ko-KR" sz="1200" smtClean="0">
                <a:latin typeface="Times New Roman" panose="02020603050405020304" pitchFamily="18" charset="0"/>
                <a:cs typeface="Times New Roman" panose="02020603050405020304" pitchFamily="18" charset="0"/>
              </a:rPr>
              <a:t>, …</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Sau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đó</a:t>
            </a:r>
            <a:r>
              <a:rPr lang="en-US" altLang="ko-KR" sz="1200" smtClean="0">
                <a:latin typeface="Times New Roman" panose="02020603050405020304" pitchFamily="18" charset="0"/>
                <a:cs typeface="Times New Roman" panose="02020603050405020304" pitchFamily="18" charset="0"/>
              </a:rPr>
              <a:t>, software </a:t>
            </a:r>
            <a:r>
              <a:rPr lang="en-US" altLang="ko-KR" sz="1200" err="1" smtClean="0">
                <a:latin typeface="Times New Roman" panose="02020603050405020304" pitchFamily="18" charset="0"/>
                <a:cs typeface="Times New Roman" panose="02020603050405020304" pitchFamily="18" charset="0"/>
              </a:rPr>
              <a:t>tổng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phát</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triển</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truyền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tin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computer do </a:t>
            </a:r>
            <a:r>
              <a:rPr lang="en-US" altLang="ko-KR" sz="1200" err="1" smtClean="0">
                <a:latin typeface="Times New Roman" panose="02020603050405020304" pitchFamily="18" charset="0"/>
                <a:cs typeface="Times New Roman" panose="02020603050405020304" pitchFamily="18" charset="0"/>
              </a:rPr>
              <a:t>đó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người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dùng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programing PLC </a:t>
            </a:r>
            <a:r>
              <a:rPr lang="en-US" altLang="ko-KR" sz="1200" err="1" smtClean="0">
                <a:latin typeface="Times New Roman" panose="02020603050405020304" pitchFamily="18" charset="0"/>
                <a:cs typeface="Times New Roman" panose="02020603050405020304" pitchFamily="18" charset="0"/>
              </a:rPr>
              <a:t>dễ</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dàng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chỉ</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cung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môi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trường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thuộc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lý</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graphic data hay monitoring </a:t>
            </a:r>
            <a:r>
              <a:rPr lang="en-US" altLang="ko-KR" sz="1200" err="1" smtClean="0">
                <a:latin typeface="Times New Roman" panose="02020603050405020304" pitchFamily="18" charset="0"/>
                <a:cs typeface="Times New Roman" panose="02020603050405020304" pitchFamily="18" charset="0"/>
              </a:rPr>
              <a:t>hiện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dùng</a:t>
            </a:r>
            <a:r>
              <a:rPr lang="en-US" altLang="ko-KR" sz="1200" smtClean="0">
                <a:latin typeface="Times New Roman" panose="02020603050405020304" pitchFamily="18" charset="0"/>
                <a:cs typeface="Times New Roman" panose="02020603050405020304" pitchFamily="18" charset="0"/>
              </a:rPr>
              <a:t> graphic </a:t>
            </a:r>
            <a:r>
              <a:rPr lang="en-US" altLang="ko-KR" sz="1200" err="1" smtClean="0">
                <a:latin typeface="Times New Roman" panose="02020603050405020304" pitchFamily="18" charset="0"/>
                <a:cs typeface="Times New Roman" panose="02020603050405020304" pitchFamily="18" charset="0"/>
              </a:rPr>
              <a:t>mà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còn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tin </a:t>
            </a:r>
            <a:r>
              <a:rPr lang="en-US" altLang="ko-KR" sz="1200" err="1" smtClean="0">
                <a:latin typeface="Times New Roman" panose="02020603050405020304" pitchFamily="18" charset="0"/>
                <a:cs typeface="Times New Roman" panose="02020603050405020304" pitchFamily="18" charset="0"/>
              </a:rPr>
              <a:t>khác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nhau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vấn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đề</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đoạn</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hiện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trọng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tâm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tự</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hóa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đoạn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hóa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nhỏ</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hóa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dùng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ngành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nghiệp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Trường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máy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móc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bằng</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trước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soạn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thảo</a:t>
            </a:r>
            <a:r>
              <a:rPr lang="en-US" altLang="ko-KR" sz="1200" smtClean="0">
                <a:latin typeface="Times New Roman" panose="02020603050405020304" pitchFamily="18" charset="0"/>
                <a:cs typeface="Times New Roman" panose="02020603050405020304" pitchFamily="18" charset="0"/>
              </a:rPr>
              <a:t> program </a:t>
            </a:r>
            <a:r>
              <a:rPr lang="en-US" altLang="ko-KR" sz="1200" err="1" smtClean="0">
                <a:latin typeface="Times New Roman" panose="02020603050405020304" pitchFamily="18" charset="0"/>
                <a:cs typeface="Times New Roman" panose="02020603050405020304" pitchFamily="18" charset="0"/>
              </a:rPr>
              <a:t>sao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cho</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đoán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nội</a:t>
            </a:r>
            <a:r>
              <a:rPr lang="en-US" altLang="ko-KR" sz="1200" smtClean="0">
                <a:latin typeface="Times New Roman" panose="02020603050405020304" pitchFamily="18" charset="0"/>
                <a:cs typeface="Times New Roman" panose="02020603050405020304" pitchFamily="18" charset="0"/>
              </a:rPr>
              <a:t> dung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chuẩn</a:t>
            </a:r>
            <a:r>
              <a:rPr lang="en-US" altLang="ko-KR" sz="1200" smtClean="0">
                <a:latin typeface="Times New Roman" panose="02020603050405020304" pitchFamily="18" charset="0"/>
                <a:cs typeface="Times New Roman" panose="02020603050405020304" pitchFamily="18" charset="0"/>
              </a:rPr>
              <a:t> program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biệt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tùy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theo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hay maker </a:t>
            </a:r>
            <a:r>
              <a:rPr lang="en-US" altLang="ko-KR" sz="1200" err="1" smtClean="0">
                <a:latin typeface="Times New Roman" panose="02020603050405020304" pitchFamily="18" charset="0"/>
                <a:cs typeface="Times New Roman" panose="02020603050405020304" pitchFamily="18" charset="0"/>
              </a:rPr>
              <a:t>quy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chuẩn</a:t>
            </a:r>
            <a:r>
              <a:rPr lang="en-US" altLang="ko-KR" sz="1200">
                <a:latin typeface="Times New Roman" panose="02020603050405020304" pitchFamily="18" charset="0"/>
                <a:cs typeface="Times New Roman" panose="02020603050405020304" pitchFamily="18" charset="0"/>
              </a:rPr>
              <a:t>.</a:t>
            </a: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IEC 1131-3(International Electro technical Commission- Standard for Programmable Controllers-Part 3: Programming</a:t>
            </a: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Languages</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ngôn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ngữ</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được</a:t>
            </a:r>
            <a:r>
              <a:rPr lang="ko-KR" altLang="en-US"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nghĩa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theo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chuẩn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quốc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tế</a:t>
            </a:r>
            <a:r>
              <a:rPr lang="en-US" altLang="ko-KR" sz="1200" smtClean="0">
                <a:latin typeface="Times New Roman" panose="02020603050405020304" pitchFamily="18" charset="0"/>
                <a:cs typeface="Times New Roman" panose="02020603050405020304" pitchFamily="18" charset="0"/>
              </a:rPr>
              <a:t> </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PLC: </a:t>
            </a:r>
            <a:r>
              <a:rPr lang="ko-KR" altLang="en-US" sz="1200">
                <a:latin typeface="Times New Roman" panose="02020603050405020304" pitchFamily="18" charset="0"/>
                <a:cs typeface="Times New Roman" panose="02020603050405020304" pitchFamily="18" charset="0"/>
              </a:rPr>
              <a:t/>
            </a:r>
            <a:br>
              <a:rPr lang="ko-KR" altLang="en-US" sz="1200">
                <a:latin typeface="Times New Roman" panose="02020603050405020304" pitchFamily="18" charset="0"/>
                <a:cs typeface="Times New Roman" panose="02020603050405020304" pitchFamily="18" charset="0"/>
              </a:rPr>
            </a:br>
            <a:r>
              <a:rPr lang="ko-KR" altLang="en-US" sz="1200">
                <a:latin typeface="Times New Roman" panose="02020603050405020304" pitchFamily="18" charset="0"/>
                <a:cs typeface="Times New Roman" panose="02020603050405020304" pitchFamily="18" charset="0"/>
              </a:rPr>
              <a:t/>
            </a:r>
            <a:br>
              <a:rPr lang="ko-KR" altLang="en-US" sz="1200">
                <a:latin typeface="Times New Roman" panose="02020603050405020304" pitchFamily="18" charset="0"/>
                <a:cs typeface="Times New Roman" panose="02020603050405020304" pitchFamily="18" charset="0"/>
              </a:rPr>
            </a:b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LD(</a:t>
            </a:r>
            <a:r>
              <a:rPr lang="en-US" altLang="ko-KR" sz="1200" err="1" smtClean="0">
                <a:latin typeface="Times New Roman" panose="02020603050405020304" pitchFamily="18" charset="0"/>
                <a:cs typeface="Times New Roman" panose="02020603050405020304" pitchFamily="18" charset="0"/>
              </a:rPr>
              <a:t>Kiểu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đồ</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Ladder:Ladder</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diagram)</a:t>
            </a:r>
            <a:br>
              <a:rPr lang="en-US" altLang="ko-KR" sz="1200">
                <a:latin typeface="Times New Roman" panose="02020603050405020304" pitchFamily="18" charset="0"/>
                <a:cs typeface="Times New Roman" panose="02020603050405020304" pitchFamily="18" charset="0"/>
              </a:rPr>
            </a:br>
            <a:r>
              <a:rPr lang="en-US" altLang="ko-KR" sz="1200">
                <a:latin typeface="Times New Roman" panose="02020603050405020304" pitchFamily="18" charset="0"/>
                <a:cs typeface="Times New Roman" panose="02020603050405020304" pitchFamily="18" charset="0"/>
              </a:rPr>
              <a:t>      - </a:t>
            </a:r>
            <a:r>
              <a:rPr lang="en-US" altLang="ko-KR" sz="1200" smtClean="0">
                <a:latin typeface="Times New Roman" panose="02020603050405020304" pitchFamily="18" charset="0"/>
                <a:cs typeface="Times New Roman" panose="02020603050405020304" pitchFamily="18" charset="0"/>
              </a:rPr>
              <a:t>IL(</a:t>
            </a:r>
            <a:r>
              <a:rPr lang="en-US" altLang="ko-KR" sz="1200" err="1" smtClean="0">
                <a:latin typeface="Times New Roman" panose="02020603050405020304" pitchFamily="18" charset="0"/>
                <a:cs typeface="Times New Roman" panose="02020603050405020304" pitchFamily="18" charset="0"/>
              </a:rPr>
              <a:t>Kiểu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từ</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lệnh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Mnemonic:Instruction</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List) </a:t>
            </a:r>
            <a:br>
              <a:rPr lang="en-US" altLang="ko-KR" sz="1200">
                <a:latin typeface="Times New Roman" panose="02020603050405020304" pitchFamily="18" charset="0"/>
                <a:cs typeface="Times New Roman" panose="02020603050405020304" pitchFamily="18" charset="0"/>
              </a:rPr>
            </a:br>
            <a:r>
              <a:rPr lang="en-US" altLang="ko-KR" sz="1200">
                <a:latin typeface="Times New Roman" panose="02020603050405020304" pitchFamily="18" charset="0"/>
                <a:cs typeface="Times New Roman" panose="02020603050405020304" pitchFamily="18" charset="0"/>
              </a:rPr>
              <a:t>      - SFC(Sequential Function Charts) </a:t>
            </a:r>
            <a:br>
              <a:rPr lang="en-US" altLang="ko-KR" sz="1200">
                <a:latin typeface="Times New Roman" panose="02020603050405020304" pitchFamily="18" charset="0"/>
                <a:cs typeface="Times New Roman" panose="02020603050405020304" pitchFamily="18" charset="0"/>
              </a:rPr>
            </a:br>
            <a:r>
              <a:rPr lang="en-US" altLang="ko-KR" sz="1200">
                <a:latin typeface="Times New Roman" panose="02020603050405020304" pitchFamily="18" charset="0"/>
                <a:cs typeface="Times New Roman" panose="02020603050405020304" pitchFamily="18" charset="0"/>
              </a:rPr>
              <a:t>      - FBD(Function Block Diagram) </a:t>
            </a:r>
            <a:br>
              <a:rPr lang="en-US" altLang="ko-KR" sz="1200">
                <a:latin typeface="Times New Roman" panose="02020603050405020304" pitchFamily="18" charset="0"/>
                <a:cs typeface="Times New Roman" panose="02020603050405020304" pitchFamily="18" charset="0"/>
              </a:rPr>
            </a:br>
            <a:r>
              <a:rPr lang="en-US" altLang="ko-KR" sz="1200">
                <a:latin typeface="Times New Roman" panose="02020603050405020304" pitchFamily="18" charset="0"/>
                <a:cs typeface="Times New Roman" panose="02020603050405020304" pitchFamily="18" charset="0"/>
              </a:rPr>
              <a:t>      - ST(Structured Text) </a:t>
            </a: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r>
            <a:br>
              <a:rPr lang="en-US" altLang="ko-KR" sz="1200">
                <a:latin typeface="Times New Roman" panose="02020603050405020304" pitchFamily="18" charset="0"/>
                <a:cs typeface="Times New Roman" panose="02020603050405020304" pitchFamily="18" charset="0"/>
              </a:rPr>
            </a:br>
            <a:endParaRPr lang="en-US" altLang="ko-KR" sz="120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Phần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lớn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dùng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một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hai</a:t>
            </a:r>
            <a:r>
              <a:rPr lang="en-US" altLang="ko-KR" sz="1200" smtClean="0">
                <a:latin typeface="Times New Roman" panose="02020603050405020304" pitchFamily="18" charset="0"/>
                <a:cs typeface="Times New Roman" panose="02020603050405020304" pitchFamily="18" charset="0"/>
              </a:rPr>
              <a:t> LD </a:t>
            </a:r>
            <a:r>
              <a:rPr lang="en-US" altLang="ko-KR" sz="1200" err="1" smtClean="0">
                <a:latin typeface="Times New Roman" panose="02020603050405020304" pitchFamily="18" charset="0"/>
                <a:cs typeface="Times New Roman" panose="02020603050405020304" pitchFamily="18" charset="0"/>
              </a:rPr>
              <a:t>hoặc</a:t>
            </a:r>
            <a:r>
              <a:rPr lang="en-US" altLang="ko-KR" sz="1200" smtClean="0">
                <a:latin typeface="Times New Roman" panose="02020603050405020304" pitchFamily="18" charset="0"/>
                <a:cs typeface="Times New Roman" panose="02020603050405020304" pitchFamily="18" charset="0"/>
              </a:rPr>
              <a:t> IL hay </a:t>
            </a:r>
            <a:r>
              <a:rPr lang="en-US" altLang="ko-KR" sz="1200" err="1" smtClean="0">
                <a:latin typeface="Times New Roman" panose="02020603050405020304" pitchFamily="18" charset="0"/>
                <a:cs typeface="Times New Roman" panose="02020603050405020304" pitchFamily="18" charset="0"/>
              </a:rPr>
              <a:t>cả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hai</a:t>
            </a:r>
            <a:r>
              <a:rPr lang="en-US" altLang="ko-KR" sz="1200">
                <a:latin typeface="Times New Roman" panose="02020603050405020304" pitchFamily="18" charset="0"/>
                <a:cs typeface="Times New Roman" panose="02020603050405020304" pitchFamily="18" charset="0"/>
              </a:rPr>
              <a:t>.</a:t>
            </a:r>
          </a:p>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việc</a:t>
            </a:r>
            <a:r>
              <a:rPr lang="en-US" altLang="ko-KR" sz="1200" smtClean="0">
                <a:latin typeface="Times New Roman" panose="02020603050405020304" pitchFamily="18" charset="0"/>
                <a:cs typeface="Times New Roman" panose="02020603050405020304" pitchFamily="18" charset="0"/>
              </a:rPr>
              <a:t> programing, do </a:t>
            </a:r>
            <a:r>
              <a:rPr lang="en-US" altLang="ko-KR" sz="1200" err="1" smtClean="0">
                <a:latin typeface="Times New Roman" panose="02020603050405020304" pitchFamily="18" charset="0"/>
                <a:cs typeface="Times New Roman" panose="02020603050405020304" pitchFamily="18" charset="0"/>
              </a:rPr>
              <a:t>ngôn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ngữ</a:t>
            </a:r>
            <a:r>
              <a:rPr lang="en-US" altLang="ko-KR" sz="1200" smtClean="0">
                <a:latin typeface="Times New Roman" panose="02020603050405020304" pitchFamily="18" charset="0"/>
                <a:cs typeface="Times New Roman" panose="02020603050405020304" pitchFamily="18" charset="0"/>
              </a:rPr>
              <a:t> LD </a:t>
            </a:r>
            <a:r>
              <a:rPr lang="en-US" altLang="ko-KR" sz="1200" err="1" smtClean="0">
                <a:latin typeface="Times New Roman" panose="02020603050405020304" pitchFamily="18" charset="0"/>
                <a:cs typeface="Times New Roman" panose="02020603050405020304" pitchFamily="18" charset="0"/>
              </a:rPr>
              <a:t>giống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hình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a:latin typeface="Times New Roman" panose="02020603050405020304" pitchFamily="18" charset="0"/>
                <a:cs typeface="Times New Roman" panose="02020603050405020304" pitchFamily="18" charset="0"/>
              </a:rPr>
              <a:t> Relay </a:t>
            </a:r>
            <a:r>
              <a:rPr lang="en-US" altLang="ko-KR" sz="1200" smtClean="0">
                <a:latin typeface="Times New Roman" panose="02020603050405020304" pitchFamily="18" charset="0"/>
                <a:cs typeface="Times New Roman" panose="02020603050405020304" pitchFamily="18" charset="0"/>
              </a:rPr>
              <a:t>Logic </a:t>
            </a:r>
            <a:r>
              <a:rPr lang="en-US" altLang="ko-KR" sz="1200" err="1" smtClean="0">
                <a:latin typeface="Times New Roman" panose="02020603050405020304" pitchFamily="18" charset="0"/>
                <a:cs typeface="Times New Roman" panose="02020603050405020304" pitchFamily="18" charset="0"/>
              </a:rPr>
              <a:t>nên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hơn</a:t>
            </a:r>
            <a:r>
              <a:rPr lang="en-US" altLang="ko-KR" sz="1200" smtClean="0">
                <a:latin typeface="Times New Roman" panose="02020603050405020304" pitchFamily="18" charset="0"/>
                <a:cs typeface="Times New Roman" panose="02020603050405020304" pitchFamily="18" charset="0"/>
              </a:rPr>
              <a:t> so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ngôn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ngữ</a:t>
            </a:r>
            <a:r>
              <a:rPr lang="en-US" altLang="ko-KR" sz="1200" smtClean="0">
                <a:latin typeface="Times New Roman" panose="02020603050405020304" pitchFamily="18" charset="0"/>
                <a:cs typeface="Times New Roman" panose="02020603050405020304" pitchFamily="18" charset="0"/>
              </a:rPr>
              <a:t> IL </a:t>
            </a:r>
            <a:r>
              <a:rPr lang="en-US" altLang="ko-KR" sz="1200" err="1" smtClean="0">
                <a:latin typeface="Times New Roman" panose="02020603050405020304" pitchFamily="18" charset="0"/>
                <a:cs typeface="Times New Roman" panose="02020603050405020304" pitchFamily="18" charset="0"/>
              </a:rPr>
              <a:t>nhưng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về</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mặt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trúc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hình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smtClean="0">
                <a:latin typeface="Times New Roman" panose="02020603050405020304" pitchFamily="18" charset="0"/>
                <a:cs typeface="Times New Roman" panose="02020603050405020304" pitchFamily="18" charset="0"/>
              </a:rPr>
              <a:t> Logic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phù</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trúc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hay </a:t>
            </a:r>
            <a:r>
              <a:rPr lang="en-US" altLang="ko-KR" sz="1200" err="1" smtClean="0">
                <a:latin typeface="Times New Roman" panose="02020603050405020304" pitchFamily="18" charset="0"/>
                <a:cs typeface="Times New Roman" panose="02020603050405020304" pitchFamily="18" charset="0"/>
              </a:rPr>
              <a:t>cấu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trúc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thích</a:t>
            </a:r>
            <a:r>
              <a:rPr lang="en-US" altLang="ko-KR" sz="1200" smtClean="0">
                <a:latin typeface="Times New Roman" panose="02020603050405020304" pitchFamily="18" charset="0"/>
                <a:cs typeface="Times New Roman" panose="02020603050405020304" pitchFamily="18" charset="0"/>
              </a:rPr>
              <a:t>/</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sung </a:t>
            </a:r>
            <a:r>
              <a:rPr lang="en-US" altLang="ko-KR" sz="1200" err="1" smtClean="0">
                <a:latin typeface="Times New Roman" panose="02020603050405020304" pitchFamily="18" charset="0"/>
                <a:cs typeface="Times New Roman" panose="02020603050405020304" pitchFamily="18" charset="0"/>
              </a:rPr>
              <a:t>mà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ngôn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ngữ</a:t>
            </a:r>
            <a:r>
              <a:rPr lang="en-US" altLang="ko-KR" sz="1200" smtClean="0">
                <a:latin typeface="Times New Roman" panose="02020603050405020304" pitchFamily="18" charset="0"/>
                <a:cs typeface="Times New Roman" panose="02020603050405020304" pitchFamily="18" charset="0"/>
              </a:rPr>
              <a:t> programing </a:t>
            </a:r>
            <a:r>
              <a:rPr lang="en-US" altLang="ko-KR" sz="1200" err="1" smtClean="0">
                <a:latin typeface="Times New Roman" panose="02020603050405020304" pitchFamily="18" charset="0"/>
                <a:cs typeface="Times New Roman" panose="02020603050405020304" pitchFamily="18" charset="0"/>
              </a:rPr>
              <a:t>thường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những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người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quen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niệm</a:t>
            </a:r>
            <a:r>
              <a:rPr lang="en-US" altLang="ko-KR" sz="1200" smtClean="0">
                <a:latin typeface="Times New Roman" panose="02020603050405020304" pitchFamily="18" charset="0"/>
                <a:cs typeface="Times New Roman" panose="02020603050405020304" pitchFamily="18" charset="0"/>
              </a:rPr>
              <a:t> programing </a:t>
            </a:r>
            <a:r>
              <a:rPr lang="en-US" altLang="ko-KR" sz="1200" err="1" smtClean="0">
                <a:latin typeface="Times New Roman" panose="02020603050405020304" pitchFamily="18" charset="0"/>
                <a:cs typeface="Times New Roman" panose="02020603050405020304" pitchFamily="18" charset="0"/>
              </a:rPr>
              <a:t>cơ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bản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cảm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thấy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kiểu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hoàn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toàn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mẻ</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p:txBody>
      </p:sp>
      <p:grpSp>
        <p:nvGrpSpPr>
          <p:cNvPr id="2" name="그룹 1"/>
          <p:cNvGrpSpPr/>
          <p:nvPr/>
        </p:nvGrpSpPr>
        <p:grpSpPr>
          <a:xfrm>
            <a:off x="3898900" y="3082925"/>
            <a:ext cx="5764986" cy="1189812"/>
            <a:chOff x="3908425" y="3921125"/>
            <a:chExt cx="5764986" cy="1189812"/>
          </a:xfrm>
        </p:grpSpPr>
        <p:pic>
          <p:nvPicPr>
            <p:cNvPr id="16387"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08425" y="3921125"/>
              <a:ext cx="4076700" cy="842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638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21675" y="3921125"/>
              <a:ext cx="1293813" cy="62388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6389" name="Rectangle 6"/>
            <p:cNvSpPr>
              <a:spLocks noChangeArrowheads="1"/>
            </p:cNvSpPr>
            <p:nvPr/>
          </p:nvSpPr>
          <p:spPr bwMode="auto">
            <a:xfrm>
              <a:off x="4971899" y="4833938"/>
              <a:ext cx="16401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LD(</a:t>
              </a:r>
              <a:r>
                <a:rPr lang="en-US" altLang="ko-KR" sz="1200" err="1" smtClean="0">
                  <a:latin typeface="Times New Roman" panose="02020603050405020304" pitchFamily="18" charset="0"/>
                  <a:cs typeface="Times New Roman" panose="02020603050405020304" pitchFamily="18" charset="0"/>
                </a:rPr>
                <a:t>Kiểu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đồ</a:t>
              </a:r>
              <a:r>
                <a:rPr lang="en-US" altLang="ko-KR" sz="1200" smtClean="0">
                  <a:latin typeface="Times New Roman" panose="02020603050405020304" pitchFamily="18" charset="0"/>
                  <a:cs typeface="Times New Roman" panose="02020603050405020304" pitchFamily="18" charset="0"/>
                </a:rPr>
                <a:t> Ladder)</a:t>
              </a:r>
              <a:endParaRPr lang="en-US" altLang="ko-KR" sz="1200">
                <a:latin typeface="Times New Roman" panose="02020603050405020304" pitchFamily="18" charset="0"/>
                <a:cs typeface="Times New Roman" panose="02020603050405020304" pitchFamily="18" charset="0"/>
              </a:endParaRPr>
            </a:p>
          </p:txBody>
        </p:sp>
        <p:sp>
          <p:nvSpPr>
            <p:cNvPr id="16390" name="Rectangle 7"/>
            <p:cNvSpPr>
              <a:spLocks noChangeArrowheads="1"/>
            </p:cNvSpPr>
            <p:nvPr/>
          </p:nvSpPr>
          <p:spPr bwMode="auto">
            <a:xfrm>
              <a:off x="8233593" y="4652963"/>
              <a:ext cx="14398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IL(</a:t>
              </a:r>
              <a:r>
                <a:rPr lang="en-US" altLang="ko-KR" sz="1200" err="1" smtClean="0">
                  <a:latin typeface="Times New Roman" panose="02020603050405020304" pitchFamily="18" charset="0"/>
                  <a:cs typeface="Times New Roman" panose="02020603050405020304" pitchFamily="18" charset="0"/>
                </a:rPr>
                <a:t>Kiểu</a:t>
              </a:r>
              <a:r>
                <a:rPr lang="en-US" altLang="ko-KR" sz="1200">
                  <a:latin typeface="Times New Roman" panose="02020603050405020304" pitchFamily="18" charset="0"/>
                  <a:cs typeface="Times New Roman" panose="02020603050405020304" pitchFamily="18" charset="0"/>
                </a:rPr>
                <a:t> Mnemonic)</a:t>
              </a:r>
            </a:p>
          </p:txBody>
        </p:sp>
        <p:sp>
          <p:nvSpPr>
            <p:cNvPr id="16391" name="Line 8"/>
            <p:cNvSpPr>
              <a:spLocks noChangeShapeType="1"/>
            </p:cNvSpPr>
            <p:nvPr/>
          </p:nvSpPr>
          <p:spPr bwMode="auto">
            <a:xfrm>
              <a:off x="8047038" y="4154488"/>
              <a:ext cx="1651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16392" name="Line 9"/>
            <p:cNvSpPr>
              <a:spLocks noChangeShapeType="1"/>
            </p:cNvSpPr>
            <p:nvPr/>
          </p:nvSpPr>
          <p:spPr bwMode="auto">
            <a:xfrm>
              <a:off x="8047038" y="4230688"/>
              <a:ext cx="1651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grpSp>
      <p:sp>
        <p:nvSpPr>
          <p:cNvPr id="16393" name="Rectangle 10"/>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16394" name="Rectangle 12"/>
          <p:cNvSpPr>
            <a:spLocks noChangeArrowheads="1"/>
          </p:cNvSpPr>
          <p:nvPr/>
        </p:nvSpPr>
        <p:spPr bwMode="auto">
          <a:xfrm>
            <a:off x="8462621" y="77788"/>
            <a:ext cx="151515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vi-VN" altLang="ko-KR" sz="1600" b="1" smtClean="0">
                <a:latin typeface="Times New Roman" panose="02020603050405020304" pitchFamily="18" charset="0"/>
                <a:cs typeface="Times New Roman" panose="02020603050405020304" pitchFamily="18" charset="0"/>
              </a:rPr>
              <a:t>1. Sơ lược PLC</a:t>
            </a:r>
            <a:endParaRPr lang="ko-KR" altLang="en-US" sz="1600" b="1">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3"/>
          <p:cNvSpPr>
            <a:spLocks noChangeArrowheads="1"/>
          </p:cNvSpPr>
          <p:nvPr/>
        </p:nvSpPr>
        <p:spPr bwMode="auto">
          <a:xfrm>
            <a:off x="279400" y="1035050"/>
            <a:ext cx="9029700" cy="1071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solidFill>
                  <a:srgbClr val="404040"/>
                </a:solidFill>
                <a:latin typeface="Times New Roman" panose="02020603050405020304" pitchFamily="18" charset="0"/>
                <a:cs typeface="Times New Roman" panose="02020603050405020304" pitchFamily="18" charset="0"/>
              </a:rPr>
              <a:t>      (1) </a:t>
            </a:r>
            <a:r>
              <a:rPr lang="en-US" altLang="ko-KR" sz="1200" b="1" err="1" smtClean="0">
                <a:solidFill>
                  <a:srgbClr val="404040"/>
                </a:solidFill>
                <a:latin typeface="Times New Roman" panose="02020603050405020304" pitchFamily="18" charset="0"/>
                <a:cs typeface="Times New Roman" panose="02020603050405020304" pitchFamily="18" charset="0"/>
              </a:rPr>
              <a:t>Tìm</a:t>
            </a:r>
            <a:r>
              <a:rPr lang="en-US" altLang="ko-KR" sz="1200" b="1" smtClean="0">
                <a:solidFill>
                  <a:srgbClr val="404040"/>
                </a:solidFill>
                <a:latin typeface="Times New Roman" panose="02020603050405020304" pitchFamily="18" charset="0"/>
                <a:cs typeface="Times New Roman" panose="02020603050405020304" pitchFamily="18" charset="0"/>
              </a:rPr>
              <a:t> </a:t>
            </a:r>
            <a:r>
              <a:rPr lang="en-US" altLang="ko-KR" sz="1200" b="1" err="1" smtClean="0">
                <a:solidFill>
                  <a:srgbClr val="404040"/>
                </a:solidFill>
                <a:latin typeface="Times New Roman" panose="02020603050405020304" pitchFamily="18" charset="0"/>
                <a:cs typeface="Times New Roman" panose="02020603050405020304" pitchFamily="18" charset="0"/>
              </a:rPr>
              <a:t>hiểu</a:t>
            </a:r>
            <a:r>
              <a:rPr lang="en-US" altLang="ko-KR" sz="1200" b="1" smtClean="0">
                <a:solidFill>
                  <a:srgbClr val="404040"/>
                </a:solidFill>
                <a:latin typeface="Times New Roman" panose="02020603050405020304" pitchFamily="18" charset="0"/>
                <a:cs typeface="Times New Roman" panose="02020603050405020304" pitchFamily="18" charset="0"/>
              </a:rPr>
              <a:t> </a:t>
            </a:r>
            <a:r>
              <a:rPr lang="en-US" altLang="ko-KR" sz="1200" b="1" err="1" smtClean="0">
                <a:solidFill>
                  <a:srgbClr val="404040"/>
                </a:solidFill>
                <a:latin typeface="Times New Roman" panose="02020603050405020304" pitchFamily="18" charset="0"/>
                <a:cs typeface="Times New Roman" panose="02020603050405020304" pitchFamily="18" charset="0"/>
              </a:rPr>
              <a:t>tiếp</a:t>
            </a:r>
            <a:r>
              <a:rPr lang="en-US" altLang="ko-KR" sz="1200" b="1" smtClean="0">
                <a:solidFill>
                  <a:srgbClr val="404040"/>
                </a:solidFill>
                <a:latin typeface="Times New Roman" panose="02020603050405020304" pitchFamily="18" charset="0"/>
                <a:cs typeface="Times New Roman" panose="02020603050405020304" pitchFamily="18" charset="0"/>
              </a:rPr>
              <a:t> </a:t>
            </a:r>
            <a:r>
              <a:rPr lang="en-US" altLang="ko-KR" sz="1200" b="1" err="1" smtClean="0">
                <a:solidFill>
                  <a:srgbClr val="404040"/>
                </a:solidFill>
                <a:latin typeface="Times New Roman" panose="02020603050405020304" pitchFamily="18" charset="0"/>
                <a:cs typeface="Times New Roman" panose="02020603050405020304" pitchFamily="18" charset="0"/>
              </a:rPr>
              <a:t>điểm</a:t>
            </a:r>
            <a:endParaRPr lang="ko-KR" altLang="en-US" sz="1200" b="1">
              <a:solidFill>
                <a:srgbClr val="404040"/>
              </a:solidFill>
              <a:latin typeface="Times New Roman" panose="02020603050405020304" pitchFamily="18" charset="0"/>
              <a:cs typeface="Times New Roman" panose="02020603050405020304" pitchFamily="18" charset="0"/>
            </a:endParaRPr>
          </a:p>
          <a:p>
            <a:pPr eaLnBrk="1" hangingPunct="1">
              <a:lnSpc>
                <a:spcPct val="130000"/>
              </a:lnSpc>
              <a:spcBef>
                <a:spcPct val="50000"/>
              </a:spcBef>
              <a:buFontTx/>
              <a:buNone/>
            </a:pPr>
            <a:r>
              <a:rPr lang="ko-KR" altLang="en-US" sz="1200">
                <a:solidFill>
                  <a:srgbClr val="404040"/>
                </a:solidFill>
                <a:latin typeface="Times New Roman" panose="02020603050405020304" pitchFamily="18" charset="0"/>
                <a:cs typeface="Times New Roman" panose="02020603050405020304" pitchFamily="18" charset="0"/>
              </a:rPr>
              <a:t>         </a:t>
            </a:r>
            <a:r>
              <a:rPr lang="ko-KR" altLang="en-US" sz="1200" b="1">
                <a:solidFill>
                  <a:srgbClr val="404040"/>
                </a:solidFill>
                <a:latin typeface="Times New Roman" panose="02020603050405020304" pitchFamily="18" charset="0"/>
                <a:cs typeface="Times New Roman" panose="02020603050405020304" pitchFamily="18" charset="0"/>
              </a:rPr>
              <a:t>① </a:t>
            </a:r>
            <a:r>
              <a:rPr lang="ko-KR" altLang="en-US" sz="1200" b="1" smtClean="0">
                <a:solidFill>
                  <a:srgbClr val="404040"/>
                </a:solidFill>
                <a:latin typeface="Times New Roman" panose="02020603050405020304" pitchFamily="18" charset="0"/>
                <a:cs typeface="Times New Roman" panose="02020603050405020304" pitchFamily="18" charset="0"/>
              </a:rPr>
              <a:t> </a:t>
            </a:r>
            <a:r>
              <a:rPr lang="en-US" altLang="ko-KR" sz="1200" b="1" err="1" smtClean="0">
                <a:solidFill>
                  <a:srgbClr val="404040"/>
                </a:solidFill>
                <a:latin typeface="Times New Roman" panose="02020603050405020304" pitchFamily="18" charset="0"/>
                <a:cs typeface="Times New Roman" panose="02020603050405020304" pitchFamily="18" charset="0"/>
              </a:rPr>
              <a:t>Tiếp</a:t>
            </a:r>
            <a:r>
              <a:rPr lang="en-US" altLang="ko-KR" sz="1200" b="1" smtClean="0">
                <a:solidFill>
                  <a:srgbClr val="404040"/>
                </a:solidFill>
                <a:latin typeface="Times New Roman" panose="02020603050405020304" pitchFamily="18" charset="0"/>
                <a:cs typeface="Times New Roman" panose="02020603050405020304" pitchFamily="18" charset="0"/>
              </a:rPr>
              <a:t> </a:t>
            </a:r>
            <a:r>
              <a:rPr lang="en-US" altLang="ko-KR" sz="1200" b="1" err="1" smtClean="0">
                <a:solidFill>
                  <a:srgbClr val="404040"/>
                </a:solidFill>
                <a:latin typeface="Times New Roman" panose="02020603050405020304" pitchFamily="18" charset="0"/>
                <a:cs typeface="Times New Roman" panose="02020603050405020304" pitchFamily="18" charset="0"/>
              </a:rPr>
              <a:t>điểm</a:t>
            </a:r>
            <a:r>
              <a:rPr lang="en-US" altLang="ko-KR" sz="1200" b="1" smtClean="0">
                <a:solidFill>
                  <a:srgbClr val="404040"/>
                </a:solidFill>
                <a:latin typeface="Times New Roman" panose="02020603050405020304" pitchFamily="18" charset="0"/>
                <a:cs typeface="Times New Roman" panose="02020603050405020304" pitchFamily="18" charset="0"/>
              </a:rPr>
              <a:t> A </a:t>
            </a:r>
            <a:endParaRPr lang="ko-KR" altLang="en-US" sz="1200" b="1" smtClean="0">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Giống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hình</a:t>
            </a:r>
            <a:r>
              <a:rPr lang="ko-KR" altLang="en-US" sz="1200" smtClean="0">
                <a:solidFill>
                  <a:srgbClr val="404040"/>
                </a:solidFill>
                <a:latin typeface="Times New Roman" panose="02020603050405020304" pitchFamily="18" charset="0"/>
                <a:cs typeface="Times New Roman" panose="02020603050405020304" pitchFamily="18" charset="0"/>
              </a:rPr>
              <a:t> </a:t>
            </a:r>
            <a:r>
              <a:rPr lang="en-US" altLang="ko-KR" sz="1200" smtClean="0">
                <a:solidFill>
                  <a:srgbClr val="404040"/>
                </a:solidFill>
                <a:latin typeface="Times New Roman" panose="02020603050405020304" pitchFamily="18" charset="0"/>
                <a:cs typeface="Times New Roman" panose="02020603050405020304" pitchFamily="18" charset="0"/>
              </a:rPr>
              <a:t>(a)</a:t>
            </a:r>
            <a:r>
              <a:rPr lang="ko-KR" altLang="en-US"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phía</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dưới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nối</a:t>
            </a:r>
            <a:r>
              <a:rPr lang="en-US" altLang="ko-KR" sz="1200" smtClean="0">
                <a:solidFill>
                  <a:srgbClr val="404040"/>
                </a:solidFill>
                <a:latin typeface="Times New Roman" panose="02020603050405020304" pitchFamily="18" charset="0"/>
                <a:cs typeface="Times New Roman" panose="02020603050405020304" pitchFamily="18" charset="0"/>
              </a:rPr>
              <a:t> do ở </a:t>
            </a:r>
            <a:r>
              <a:rPr lang="en-US" altLang="ko-KR" sz="1200" err="1" smtClean="0">
                <a:solidFill>
                  <a:srgbClr val="404040"/>
                </a:solidFill>
                <a:latin typeface="Times New Roman" panose="02020603050405020304" pitchFamily="18" charset="0"/>
                <a:cs typeface="Times New Roman" panose="02020603050405020304" pitchFamily="18" charset="0"/>
              </a:rPr>
              <a:t>trạng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thái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không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có</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tác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smtClean="0">
                <a:latin typeface="Times New Roman" panose="02020603050405020304" pitchFamily="18" charset="0"/>
                <a:cs typeface="Times New Roman" panose="02020603050405020304" pitchFamily="18" charset="0"/>
              </a:rPr>
              <a:t> ban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di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nhau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nếu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giống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như</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hình</a:t>
            </a:r>
            <a:r>
              <a:rPr lang="en-US" altLang="ko-KR" sz="1200" smtClean="0">
                <a:latin typeface="Times New Roman" panose="02020603050405020304" pitchFamily="18" charset="0"/>
                <a:cs typeface="Times New Roman" panose="02020603050405020304" pitchFamily="18" charset="0"/>
              </a:rPr>
              <a:t> (b),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xúc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di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dòng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chạy</a:t>
            </a:r>
            <a:r>
              <a:rPr lang="en-US" altLang="ko-KR" sz="1200" smtClean="0">
                <a:latin typeface="Times New Roman" panose="02020603050405020304" pitchFamily="18" charset="0"/>
                <a:cs typeface="Times New Roman" panose="02020603050405020304" pitchFamily="18" charset="0"/>
              </a:rPr>
              <a:t> qua.</a:t>
            </a:r>
          </a:p>
        </p:txBody>
      </p:sp>
      <p:sp>
        <p:nvSpPr>
          <p:cNvPr id="17411" name="Rectangle 4"/>
          <p:cNvSpPr>
            <a:spLocks noChangeArrowheads="1"/>
          </p:cNvSpPr>
          <p:nvPr/>
        </p:nvSpPr>
        <p:spPr bwMode="auto">
          <a:xfrm>
            <a:off x="631825" y="3865563"/>
            <a:ext cx="8878888"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solidFill>
                  <a:srgbClr val="404040"/>
                </a:solidFill>
                <a:latin typeface="Times New Roman" panose="02020603050405020304" pitchFamily="18" charset="0"/>
                <a:cs typeface="Times New Roman" panose="02020603050405020304" pitchFamily="18" charset="0"/>
              </a:rPr>
              <a:t> ② </a:t>
            </a:r>
            <a:r>
              <a:rPr lang="en-US" altLang="ko-KR" sz="1200" b="1" smtClean="0">
                <a:solidFill>
                  <a:srgbClr val="404040"/>
                </a:solidFill>
                <a:latin typeface="Times New Roman" panose="02020603050405020304" pitchFamily="18" charset="0"/>
                <a:cs typeface="Times New Roman" panose="02020603050405020304" pitchFamily="18" charset="0"/>
              </a:rPr>
              <a:t> </a:t>
            </a:r>
            <a:r>
              <a:rPr lang="en-US" altLang="ko-KR" sz="1200" b="1" err="1" smtClean="0">
                <a:solidFill>
                  <a:srgbClr val="404040"/>
                </a:solidFill>
                <a:latin typeface="Times New Roman" panose="02020603050405020304" pitchFamily="18" charset="0"/>
                <a:cs typeface="Times New Roman" panose="02020603050405020304" pitchFamily="18" charset="0"/>
              </a:rPr>
              <a:t>Tiếp</a:t>
            </a:r>
            <a:r>
              <a:rPr lang="en-US" altLang="ko-KR" sz="1200" b="1" smtClean="0">
                <a:solidFill>
                  <a:srgbClr val="404040"/>
                </a:solidFill>
                <a:latin typeface="Times New Roman" panose="02020603050405020304" pitchFamily="18" charset="0"/>
                <a:cs typeface="Times New Roman" panose="02020603050405020304" pitchFamily="18" charset="0"/>
              </a:rPr>
              <a:t> </a:t>
            </a:r>
            <a:r>
              <a:rPr lang="en-US" altLang="ko-KR" sz="1200" b="1" err="1" smtClean="0">
                <a:solidFill>
                  <a:srgbClr val="404040"/>
                </a:solidFill>
                <a:latin typeface="Times New Roman" panose="02020603050405020304" pitchFamily="18" charset="0"/>
                <a:cs typeface="Times New Roman" panose="02020603050405020304" pitchFamily="18" charset="0"/>
              </a:rPr>
              <a:t>điểm</a:t>
            </a:r>
            <a:r>
              <a:rPr lang="en-US" altLang="ko-KR" sz="1200" b="1" smtClean="0">
                <a:solidFill>
                  <a:srgbClr val="404040"/>
                </a:solidFill>
                <a:latin typeface="Times New Roman" panose="02020603050405020304" pitchFamily="18" charset="0"/>
                <a:cs typeface="Times New Roman" panose="02020603050405020304" pitchFamily="18" charset="0"/>
              </a:rPr>
              <a:t> B </a:t>
            </a:r>
            <a:endParaRPr lang="ko-KR" altLang="en-US" sz="1200" b="1">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solidFill>
                  <a:srgbClr val="404040"/>
                </a:solidFill>
                <a:latin typeface="Times New Roman" panose="02020603050405020304" pitchFamily="18" charset="0"/>
                <a:cs typeface="Times New Roman" panose="02020603050405020304" pitchFamily="18" charset="0"/>
              </a:rPr>
              <a:t>Giống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a:solidFill>
                  <a:srgbClr val="404040"/>
                </a:solidFill>
                <a:latin typeface="Times New Roman" panose="02020603050405020304" pitchFamily="18" charset="0"/>
                <a:cs typeface="Times New Roman" panose="02020603050405020304" pitchFamily="18" charset="0"/>
              </a:rPr>
              <a:t>hình</a:t>
            </a:r>
            <a:r>
              <a:rPr lang="ko-KR" altLang="en-US" sz="1200">
                <a:solidFill>
                  <a:srgbClr val="404040"/>
                </a:solidFill>
                <a:latin typeface="Times New Roman" panose="02020603050405020304" pitchFamily="18" charset="0"/>
                <a:cs typeface="Times New Roman" panose="02020603050405020304" pitchFamily="18" charset="0"/>
              </a:rPr>
              <a:t> </a:t>
            </a:r>
            <a:r>
              <a:rPr lang="en-US" altLang="ko-KR" sz="1200">
                <a:solidFill>
                  <a:srgbClr val="404040"/>
                </a:solidFill>
                <a:latin typeface="Times New Roman" panose="02020603050405020304" pitchFamily="18" charset="0"/>
                <a:cs typeface="Times New Roman" panose="02020603050405020304" pitchFamily="18" charset="0"/>
              </a:rPr>
              <a:t>(a)</a:t>
            </a:r>
            <a:r>
              <a:rPr lang="ko-KR" altLang="en-US" sz="1200">
                <a:solidFill>
                  <a:srgbClr val="404040"/>
                </a:solidFill>
                <a:latin typeface="Times New Roman" panose="02020603050405020304" pitchFamily="18" charset="0"/>
                <a:cs typeface="Times New Roman" panose="02020603050405020304" pitchFamily="18" charset="0"/>
              </a:rPr>
              <a:t> </a:t>
            </a:r>
            <a:r>
              <a:rPr lang="en-US" altLang="ko-KR" sz="1200" err="1">
                <a:solidFill>
                  <a:srgbClr val="404040"/>
                </a:solidFill>
                <a:latin typeface="Times New Roman" panose="02020603050405020304" pitchFamily="18" charset="0"/>
                <a:cs typeface="Times New Roman" panose="02020603050405020304" pitchFamily="18" charset="0"/>
              </a:rPr>
              <a:t>phía</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a:solidFill>
                  <a:srgbClr val="404040"/>
                </a:solidFill>
                <a:latin typeface="Times New Roman" panose="02020603050405020304" pitchFamily="18" charset="0"/>
                <a:cs typeface="Times New Roman" panose="02020603050405020304" pitchFamily="18" charset="0"/>
              </a:rPr>
              <a:t>dưới</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a:solidFill>
                  <a:srgbClr val="404040"/>
                </a:solidFill>
                <a:latin typeface="Times New Roman" panose="02020603050405020304" pitchFamily="18" charset="0"/>
                <a:cs typeface="Times New Roman" panose="02020603050405020304" pitchFamily="18" charset="0"/>
              </a:rPr>
              <a:t>là</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a:solidFill>
                  <a:srgbClr val="404040"/>
                </a:solidFill>
                <a:latin typeface="Times New Roman" panose="02020603050405020304" pitchFamily="18" charset="0"/>
                <a:cs typeface="Times New Roman" panose="02020603050405020304" pitchFamily="18" charset="0"/>
              </a:rPr>
              <a:t>tiếp</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a:solidFill>
                  <a:srgbClr val="404040"/>
                </a:solidFill>
                <a:latin typeface="Times New Roman" panose="02020603050405020304" pitchFamily="18" charset="0"/>
                <a:cs typeface="Times New Roman" panose="02020603050405020304" pitchFamily="18" charset="0"/>
              </a:rPr>
              <a:t>điểm</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mà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tại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đó</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điểm</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cố</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định</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và</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tiếp</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điểm</a:t>
            </a:r>
            <a:r>
              <a:rPr lang="en-US" altLang="ko-KR" sz="1200">
                <a:latin typeface="Times New Roman" panose="02020603050405020304" pitchFamily="18" charset="0"/>
                <a:cs typeface="Times New Roman" panose="02020603050405020304" pitchFamily="18" charset="0"/>
              </a:rPr>
              <a:t> di </a:t>
            </a:r>
            <a:r>
              <a:rPr lang="en-US" altLang="ko-KR" sz="1200" err="1">
                <a:latin typeface="Times New Roman" panose="02020603050405020304" pitchFamily="18" charset="0"/>
                <a:cs typeface="Times New Roman" panose="02020603050405020304" pitchFamily="18" charset="0"/>
              </a:rPr>
              <a:t>động</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đóng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nếu</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có</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tác</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động</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thì</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giống</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như</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hình</a:t>
            </a:r>
            <a:r>
              <a:rPr lang="en-US" altLang="ko-KR" sz="1200">
                <a:latin typeface="Times New Roman" panose="02020603050405020304" pitchFamily="18" charset="0"/>
                <a:cs typeface="Times New Roman" panose="02020603050405020304" pitchFamily="18" charset="0"/>
              </a:rPr>
              <a:t> (b), </a:t>
            </a:r>
            <a:r>
              <a:rPr lang="en-US" altLang="ko-KR" sz="1200" err="1">
                <a:latin typeface="Times New Roman" panose="02020603050405020304" pitchFamily="18" charset="0"/>
                <a:cs typeface="Times New Roman" panose="02020603050405020304" pitchFamily="18" charset="0"/>
              </a:rPr>
              <a:t>tiếp</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điểm</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cố</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định</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điểm</a:t>
            </a:r>
            <a:r>
              <a:rPr lang="en-US" altLang="ko-KR" sz="1200">
                <a:latin typeface="Times New Roman" panose="02020603050405020304" pitchFamily="18" charset="0"/>
                <a:cs typeface="Times New Roman" panose="02020603050405020304" pitchFamily="18" charset="0"/>
              </a:rPr>
              <a:t> di </a:t>
            </a:r>
            <a:r>
              <a:rPr lang="en-US" altLang="ko-KR" sz="1200" err="1">
                <a:latin typeface="Times New Roman" panose="02020603050405020304" pitchFamily="18" charset="0"/>
                <a:cs typeface="Times New Roman" panose="02020603050405020304" pitchFamily="18" charset="0"/>
              </a:rPr>
              <a:t>động</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nhau</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80000"/>
              </a:lnSpc>
              <a:spcBef>
                <a:spcPct val="50000"/>
              </a:spcBef>
              <a:buFontTx/>
              <a:buNone/>
            </a:pPr>
            <a:endParaRPr lang="en-US" altLang="ko-KR" sz="1200">
              <a:latin typeface="Times New Roman" panose="02020603050405020304" pitchFamily="18" charset="0"/>
              <a:cs typeface="Times New Roman" panose="02020603050405020304" pitchFamily="18" charset="0"/>
            </a:endParaRPr>
          </a:p>
        </p:txBody>
      </p:sp>
      <p:grpSp>
        <p:nvGrpSpPr>
          <p:cNvPr id="17412" name="Group 5"/>
          <p:cNvGrpSpPr>
            <a:grpSpLocks/>
          </p:cNvGrpSpPr>
          <p:nvPr/>
        </p:nvGrpSpPr>
        <p:grpSpPr bwMode="auto">
          <a:xfrm>
            <a:off x="1928813" y="2308225"/>
            <a:ext cx="5989616" cy="1551885"/>
            <a:chOff x="912" y="1152"/>
            <a:chExt cx="3698" cy="1249"/>
          </a:xfrm>
        </p:grpSpPr>
        <p:sp>
          <p:nvSpPr>
            <p:cNvPr id="17489" name="Rectangle 6"/>
            <p:cNvSpPr>
              <a:spLocks noChangeArrowheads="1"/>
            </p:cNvSpPr>
            <p:nvPr/>
          </p:nvSpPr>
          <p:spPr bwMode="auto">
            <a:xfrm>
              <a:off x="1452" y="1746"/>
              <a:ext cx="72" cy="19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90" name="Rectangle 7" descr="밝은 수직선"/>
            <p:cNvSpPr>
              <a:spLocks noChangeArrowheads="1"/>
            </p:cNvSpPr>
            <p:nvPr/>
          </p:nvSpPr>
          <p:spPr bwMode="auto">
            <a:xfrm>
              <a:off x="1272" y="1490"/>
              <a:ext cx="432" cy="64"/>
            </a:xfrm>
            <a:prstGeom prst="rect">
              <a:avLst/>
            </a:prstGeom>
            <a:pattFill prst="ltVert">
              <a:fgClr>
                <a:schemeClr val="tx1"/>
              </a:fgClr>
              <a:bgClr>
                <a:schemeClr val="bg1"/>
              </a:bgClr>
            </a:patt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91" name="Rectangle 8"/>
            <p:cNvSpPr>
              <a:spLocks noChangeArrowheads="1"/>
            </p:cNvSpPr>
            <p:nvPr/>
          </p:nvSpPr>
          <p:spPr bwMode="auto">
            <a:xfrm>
              <a:off x="1308" y="1458"/>
              <a:ext cx="360" cy="3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92" name="Rectangle 9"/>
            <p:cNvSpPr>
              <a:spLocks noChangeArrowheads="1"/>
            </p:cNvSpPr>
            <p:nvPr/>
          </p:nvSpPr>
          <p:spPr bwMode="auto">
            <a:xfrm>
              <a:off x="1344" y="1394"/>
              <a:ext cx="288" cy="64"/>
            </a:xfrm>
            <a:prstGeom prst="rect">
              <a:avLst/>
            </a:prstGeom>
            <a:solidFill>
              <a:schemeClr val="bg2"/>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93" name="Rectangle 10"/>
            <p:cNvSpPr>
              <a:spLocks noChangeArrowheads="1"/>
            </p:cNvSpPr>
            <p:nvPr/>
          </p:nvSpPr>
          <p:spPr bwMode="auto">
            <a:xfrm>
              <a:off x="1272" y="1554"/>
              <a:ext cx="432" cy="3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94" name="Rectangle 11"/>
            <p:cNvSpPr>
              <a:spLocks noChangeArrowheads="1"/>
            </p:cNvSpPr>
            <p:nvPr/>
          </p:nvSpPr>
          <p:spPr bwMode="auto">
            <a:xfrm>
              <a:off x="1380" y="1586"/>
              <a:ext cx="216" cy="3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95" name="Rectangle 12" descr="10%"/>
            <p:cNvSpPr>
              <a:spLocks noChangeArrowheads="1"/>
            </p:cNvSpPr>
            <p:nvPr/>
          </p:nvSpPr>
          <p:spPr bwMode="auto">
            <a:xfrm>
              <a:off x="1272" y="1618"/>
              <a:ext cx="432" cy="64"/>
            </a:xfrm>
            <a:prstGeom prst="rect">
              <a:avLst/>
            </a:prstGeom>
            <a:pattFill prst="pct10">
              <a:fgClr>
                <a:schemeClr val="tx1"/>
              </a:fgClr>
              <a:bgClr>
                <a:schemeClr val="bg1"/>
              </a:bgClr>
            </a:pattFill>
            <a:ln w="9525">
              <a:pattFill prst="pct10">
                <a:fgClr>
                  <a:schemeClr val="tx1"/>
                </a:fgClr>
                <a:bgClr>
                  <a:schemeClr val="tx1"/>
                </a:bgClr>
              </a:patt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96" name="Rectangle 13"/>
            <p:cNvSpPr>
              <a:spLocks noChangeArrowheads="1"/>
            </p:cNvSpPr>
            <p:nvPr/>
          </p:nvSpPr>
          <p:spPr bwMode="auto">
            <a:xfrm>
              <a:off x="1272" y="1682"/>
              <a:ext cx="432" cy="38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97" name="Rectangle 14"/>
            <p:cNvSpPr>
              <a:spLocks noChangeArrowheads="1"/>
            </p:cNvSpPr>
            <p:nvPr/>
          </p:nvSpPr>
          <p:spPr bwMode="auto">
            <a:xfrm>
              <a:off x="1437" y="1682"/>
              <a:ext cx="108" cy="38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98" name="Oval 15"/>
            <p:cNvSpPr>
              <a:spLocks noChangeArrowheads="1"/>
            </p:cNvSpPr>
            <p:nvPr/>
          </p:nvSpPr>
          <p:spPr bwMode="auto">
            <a:xfrm>
              <a:off x="1308" y="1842"/>
              <a:ext cx="36" cy="32"/>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99" name="Oval 16"/>
            <p:cNvSpPr>
              <a:spLocks noChangeArrowheads="1"/>
            </p:cNvSpPr>
            <p:nvPr/>
          </p:nvSpPr>
          <p:spPr bwMode="auto">
            <a:xfrm>
              <a:off x="1632" y="1842"/>
              <a:ext cx="36" cy="32"/>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00" name="Oval 17"/>
            <p:cNvSpPr>
              <a:spLocks noChangeArrowheads="1"/>
            </p:cNvSpPr>
            <p:nvPr/>
          </p:nvSpPr>
          <p:spPr bwMode="auto">
            <a:xfrm>
              <a:off x="1308" y="1906"/>
              <a:ext cx="36" cy="32"/>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01" name="Oval 18"/>
            <p:cNvSpPr>
              <a:spLocks noChangeArrowheads="1"/>
            </p:cNvSpPr>
            <p:nvPr/>
          </p:nvSpPr>
          <p:spPr bwMode="auto">
            <a:xfrm>
              <a:off x="1632" y="1906"/>
              <a:ext cx="36" cy="32"/>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02" name="Rectangle 19"/>
            <p:cNvSpPr>
              <a:spLocks noChangeArrowheads="1"/>
            </p:cNvSpPr>
            <p:nvPr/>
          </p:nvSpPr>
          <p:spPr bwMode="auto">
            <a:xfrm>
              <a:off x="1308" y="1938"/>
              <a:ext cx="36" cy="3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03" name="Rectangle 20"/>
            <p:cNvSpPr>
              <a:spLocks noChangeArrowheads="1"/>
            </p:cNvSpPr>
            <p:nvPr/>
          </p:nvSpPr>
          <p:spPr bwMode="auto">
            <a:xfrm>
              <a:off x="1632" y="1938"/>
              <a:ext cx="36" cy="3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04" name="Rectangle 21"/>
            <p:cNvSpPr>
              <a:spLocks noChangeArrowheads="1"/>
            </p:cNvSpPr>
            <p:nvPr/>
          </p:nvSpPr>
          <p:spPr bwMode="auto">
            <a:xfrm>
              <a:off x="1452" y="1682"/>
              <a:ext cx="72" cy="3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05" name="Freeform 22"/>
            <p:cNvSpPr>
              <a:spLocks/>
            </p:cNvSpPr>
            <p:nvPr/>
          </p:nvSpPr>
          <p:spPr bwMode="auto">
            <a:xfrm>
              <a:off x="1452" y="1938"/>
              <a:ext cx="72" cy="128"/>
            </a:xfrm>
            <a:custGeom>
              <a:avLst/>
              <a:gdLst>
                <a:gd name="T0" fmla="*/ 0 w 96"/>
                <a:gd name="T1" fmla="*/ 0 h 192"/>
                <a:gd name="T2" fmla="*/ 4 w 96"/>
                <a:gd name="T3" fmla="*/ 1 h 192"/>
                <a:gd name="T4" fmla="*/ 0 w 96"/>
                <a:gd name="T5" fmla="*/ 1 h 192"/>
                <a:gd name="T6" fmla="*/ 4 w 96"/>
                <a:gd name="T7" fmla="*/ 1 h 192"/>
                <a:gd name="T8" fmla="*/ 0 w 96"/>
                <a:gd name="T9" fmla="*/ 1 h 192"/>
                <a:gd name="T10" fmla="*/ 4 w 96"/>
                <a:gd name="T11" fmla="*/ 1 h 192"/>
                <a:gd name="T12" fmla="*/ 0 w 96"/>
                <a:gd name="T13" fmla="*/ 1 h 192"/>
                <a:gd name="T14" fmla="*/ 4 w 96"/>
                <a:gd name="T15" fmla="*/ 1 h 192"/>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192"/>
                <a:gd name="T26" fmla="*/ 96 w 96"/>
                <a:gd name="T27" fmla="*/ 192 h 1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192">
                  <a:moveTo>
                    <a:pt x="0" y="0"/>
                  </a:moveTo>
                  <a:cubicBezTo>
                    <a:pt x="48" y="20"/>
                    <a:pt x="96" y="40"/>
                    <a:pt x="96" y="48"/>
                  </a:cubicBezTo>
                  <a:cubicBezTo>
                    <a:pt x="96" y="56"/>
                    <a:pt x="0" y="40"/>
                    <a:pt x="0" y="48"/>
                  </a:cubicBezTo>
                  <a:cubicBezTo>
                    <a:pt x="0" y="56"/>
                    <a:pt x="96" y="88"/>
                    <a:pt x="96" y="96"/>
                  </a:cubicBezTo>
                  <a:cubicBezTo>
                    <a:pt x="96" y="104"/>
                    <a:pt x="0" y="88"/>
                    <a:pt x="0" y="96"/>
                  </a:cubicBezTo>
                  <a:cubicBezTo>
                    <a:pt x="0" y="104"/>
                    <a:pt x="96" y="136"/>
                    <a:pt x="96" y="144"/>
                  </a:cubicBezTo>
                  <a:cubicBezTo>
                    <a:pt x="96" y="152"/>
                    <a:pt x="0" y="136"/>
                    <a:pt x="0" y="144"/>
                  </a:cubicBezTo>
                  <a:cubicBezTo>
                    <a:pt x="0" y="152"/>
                    <a:pt x="80" y="184"/>
                    <a:pt x="96" y="192"/>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506" name="Rectangle 23" descr="25%"/>
            <p:cNvSpPr>
              <a:spLocks noChangeArrowheads="1"/>
            </p:cNvSpPr>
            <p:nvPr/>
          </p:nvSpPr>
          <p:spPr bwMode="auto">
            <a:xfrm>
              <a:off x="1308" y="1810"/>
              <a:ext cx="360" cy="32"/>
            </a:xfrm>
            <a:prstGeom prst="rect">
              <a:avLst/>
            </a:prstGeom>
            <a:pattFill prst="pct25">
              <a:fgClr>
                <a:schemeClr val="tx2"/>
              </a:fgClr>
              <a:bgClr>
                <a:schemeClr val="bg1"/>
              </a:bgClr>
            </a:patt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07" name="Rectangle 24"/>
            <p:cNvSpPr>
              <a:spLocks noChangeArrowheads="1"/>
            </p:cNvSpPr>
            <p:nvPr/>
          </p:nvSpPr>
          <p:spPr bwMode="auto">
            <a:xfrm>
              <a:off x="912" y="1916"/>
              <a:ext cx="324" cy="32"/>
            </a:xfrm>
            <a:prstGeom prst="rect">
              <a:avLst/>
            </a:prstGeom>
            <a:solidFill>
              <a:schemeClr val="bg2"/>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08" name="Rectangle 25"/>
            <p:cNvSpPr>
              <a:spLocks noChangeArrowheads="1"/>
            </p:cNvSpPr>
            <p:nvPr/>
          </p:nvSpPr>
          <p:spPr bwMode="auto">
            <a:xfrm>
              <a:off x="1740" y="1918"/>
              <a:ext cx="324" cy="32"/>
            </a:xfrm>
            <a:prstGeom prst="rect">
              <a:avLst/>
            </a:prstGeom>
            <a:solidFill>
              <a:schemeClr val="bg2"/>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09" name="Line 26"/>
            <p:cNvSpPr>
              <a:spLocks noChangeShapeType="1"/>
            </p:cNvSpPr>
            <p:nvPr/>
          </p:nvSpPr>
          <p:spPr bwMode="auto">
            <a:xfrm>
              <a:off x="1236" y="1931"/>
              <a:ext cx="10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510" name="Line 27"/>
            <p:cNvSpPr>
              <a:spLocks noChangeShapeType="1"/>
            </p:cNvSpPr>
            <p:nvPr/>
          </p:nvSpPr>
          <p:spPr bwMode="auto">
            <a:xfrm>
              <a:off x="1640" y="1935"/>
              <a:ext cx="10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511" name="Rectangle 28"/>
            <p:cNvSpPr>
              <a:spLocks noChangeArrowheads="1"/>
            </p:cNvSpPr>
            <p:nvPr/>
          </p:nvSpPr>
          <p:spPr bwMode="auto">
            <a:xfrm>
              <a:off x="3859" y="1632"/>
              <a:ext cx="112" cy="43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12" name="Freeform 29"/>
            <p:cNvSpPr>
              <a:spLocks/>
            </p:cNvSpPr>
            <p:nvPr/>
          </p:nvSpPr>
          <p:spPr bwMode="auto">
            <a:xfrm>
              <a:off x="3875" y="1920"/>
              <a:ext cx="75" cy="144"/>
            </a:xfrm>
            <a:custGeom>
              <a:avLst/>
              <a:gdLst>
                <a:gd name="T0" fmla="*/ 0 w 96"/>
                <a:gd name="T1" fmla="*/ 0 h 192"/>
                <a:gd name="T2" fmla="*/ 5 w 96"/>
                <a:gd name="T3" fmla="*/ 2 h 192"/>
                <a:gd name="T4" fmla="*/ 0 w 96"/>
                <a:gd name="T5" fmla="*/ 2 h 192"/>
                <a:gd name="T6" fmla="*/ 5 w 96"/>
                <a:gd name="T7" fmla="*/ 4 h 192"/>
                <a:gd name="T8" fmla="*/ 0 w 96"/>
                <a:gd name="T9" fmla="*/ 4 h 192"/>
                <a:gd name="T10" fmla="*/ 5 w 96"/>
                <a:gd name="T11" fmla="*/ 5 h 192"/>
                <a:gd name="T12" fmla="*/ 0 w 96"/>
                <a:gd name="T13" fmla="*/ 5 h 192"/>
                <a:gd name="T14" fmla="*/ 5 w 96"/>
                <a:gd name="T15" fmla="*/ 6 h 192"/>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192"/>
                <a:gd name="T26" fmla="*/ 96 w 96"/>
                <a:gd name="T27" fmla="*/ 192 h 1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192">
                  <a:moveTo>
                    <a:pt x="0" y="0"/>
                  </a:moveTo>
                  <a:cubicBezTo>
                    <a:pt x="48" y="20"/>
                    <a:pt x="96" y="40"/>
                    <a:pt x="96" y="48"/>
                  </a:cubicBezTo>
                  <a:cubicBezTo>
                    <a:pt x="96" y="56"/>
                    <a:pt x="0" y="40"/>
                    <a:pt x="0" y="48"/>
                  </a:cubicBezTo>
                  <a:cubicBezTo>
                    <a:pt x="0" y="56"/>
                    <a:pt x="96" y="88"/>
                    <a:pt x="96" y="96"/>
                  </a:cubicBezTo>
                  <a:cubicBezTo>
                    <a:pt x="96" y="104"/>
                    <a:pt x="0" y="88"/>
                    <a:pt x="0" y="96"/>
                  </a:cubicBezTo>
                  <a:cubicBezTo>
                    <a:pt x="0" y="104"/>
                    <a:pt x="96" y="136"/>
                    <a:pt x="96" y="144"/>
                  </a:cubicBezTo>
                  <a:cubicBezTo>
                    <a:pt x="96" y="152"/>
                    <a:pt x="0" y="136"/>
                    <a:pt x="0" y="144"/>
                  </a:cubicBezTo>
                  <a:cubicBezTo>
                    <a:pt x="0" y="152"/>
                    <a:pt x="80" y="184"/>
                    <a:pt x="96" y="192"/>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nvGrpSpPr>
            <p:cNvPr id="17513" name="Group 30"/>
            <p:cNvGrpSpPr>
              <a:grpSpLocks/>
            </p:cNvGrpSpPr>
            <p:nvPr/>
          </p:nvGrpSpPr>
          <p:grpSpPr bwMode="auto">
            <a:xfrm>
              <a:off x="3312" y="1344"/>
              <a:ext cx="1200" cy="720"/>
              <a:chOff x="2832" y="1296"/>
              <a:chExt cx="1536" cy="960"/>
            </a:xfrm>
          </p:grpSpPr>
          <p:sp>
            <p:nvSpPr>
              <p:cNvPr id="17519" name="Rectangle 31"/>
              <p:cNvSpPr>
                <a:spLocks noChangeArrowheads="1"/>
              </p:cNvSpPr>
              <p:nvPr/>
            </p:nvSpPr>
            <p:spPr bwMode="auto">
              <a:xfrm>
                <a:off x="3312" y="1680"/>
                <a:ext cx="576" cy="57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nvGrpSpPr>
              <p:cNvPr id="17520" name="Group 32"/>
              <p:cNvGrpSpPr>
                <a:grpSpLocks/>
              </p:cNvGrpSpPr>
              <p:nvPr/>
            </p:nvGrpSpPr>
            <p:grpSpPr bwMode="auto">
              <a:xfrm>
                <a:off x="2832" y="1296"/>
                <a:ext cx="1536" cy="864"/>
                <a:chOff x="2832" y="1296"/>
                <a:chExt cx="1536" cy="864"/>
              </a:xfrm>
            </p:grpSpPr>
            <p:sp>
              <p:nvSpPr>
                <p:cNvPr id="17521" name="Rectangle 33"/>
                <p:cNvSpPr>
                  <a:spLocks noChangeArrowheads="1"/>
                </p:cNvSpPr>
                <p:nvPr/>
              </p:nvSpPr>
              <p:spPr bwMode="auto">
                <a:xfrm>
                  <a:off x="3552" y="1776"/>
                  <a:ext cx="96" cy="28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22" name="Rectangle 34" descr="밝은 수직선"/>
                <p:cNvSpPr>
                  <a:spLocks noChangeArrowheads="1"/>
                </p:cNvSpPr>
                <p:nvPr/>
              </p:nvSpPr>
              <p:spPr bwMode="auto">
                <a:xfrm>
                  <a:off x="3312" y="1392"/>
                  <a:ext cx="576" cy="96"/>
                </a:xfrm>
                <a:prstGeom prst="rect">
                  <a:avLst/>
                </a:prstGeom>
                <a:pattFill prst="ltVert">
                  <a:fgClr>
                    <a:schemeClr val="tx1"/>
                  </a:fgClr>
                  <a:bgClr>
                    <a:schemeClr val="bg1"/>
                  </a:bgClr>
                </a:patt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23" name="Rectangle 35"/>
                <p:cNvSpPr>
                  <a:spLocks noChangeArrowheads="1"/>
                </p:cNvSpPr>
                <p:nvPr/>
              </p:nvSpPr>
              <p:spPr bwMode="auto">
                <a:xfrm>
                  <a:off x="3360" y="1344"/>
                  <a:ext cx="480"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24" name="Rectangle 36"/>
                <p:cNvSpPr>
                  <a:spLocks noChangeArrowheads="1"/>
                </p:cNvSpPr>
                <p:nvPr/>
              </p:nvSpPr>
              <p:spPr bwMode="auto">
                <a:xfrm>
                  <a:off x="3408" y="1296"/>
                  <a:ext cx="384" cy="48"/>
                </a:xfrm>
                <a:prstGeom prst="rect">
                  <a:avLst/>
                </a:prstGeom>
                <a:solidFill>
                  <a:schemeClr val="bg2"/>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25" name="Rectangle 37"/>
                <p:cNvSpPr>
                  <a:spLocks noChangeArrowheads="1"/>
                </p:cNvSpPr>
                <p:nvPr/>
              </p:nvSpPr>
              <p:spPr bwMode="auto">
                <a:xfrm>
                  <a:off x="3312" y="1488"/>
                  <a:ext cx="576"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26" name="Rectangle 38"/>
                <p:cNvSpPr>
                  <a:spLocks noChangeArrowheads="1"/>
                </p:cNvSpPr>
                <p:nvPr/>
              </p:nvSpPr>
              <p:spPr bwMode="auto">
                <a:xfrm>
                  <a:off x="3456" y="1536"/>
                  <a:ext cx="288"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27" name="Rectangle 39" descr="10%"/>
                <p:cNvSpPr>
                  <a:spLocks noChangeArrowheads="1"/>
                </p:cNvSpPr>
                <p:nvPr/>
              </p:nvSpPr>
              <p:spPr bwMode="auto">
                <a:xfrm>
                  <a:off x="3312" y="1584"/>
                  <a:ext cx="576" cy="96"/>
                </a:xfrm>
                <a:prstGeom prst="rect">
                  <a:avLst/>
                </a:prstGeom>
                <a:pattFill prst="pct10">
                  <a:fgClr>
                    <a:schemeClr val="tx1"/>
                  </a:fgClr>
                  <a:bgClr>
                    <a:schemeClr val="bg1"/>
                  </a:bgClr>
                </a:pattFill>
                <a:ln w="9525">
                  <a:pattFill prst="pct10">
                    <a:fgClr>
                      <a:schemeClr val="tx1"/>
                    </a:fgClr>
                    <a:bgClr>
                      <a:schemeClr val="tx1"/>
                    </a:bgClr>
                  </a:patt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28" name="Oval 40"/>
                <p:cNvSpPr>
                  <a:spLocks noChangeArrowheads="1"/>
                </p:cNvSpPr>
                <p:nvPr/>
              </p:nvSpPr>
              <p:spPr bwMode="auto">
                <a:xfrm>
                  <a:off x="3360" y="1968"/>
                  <a:ext cx="48" cy="48"/>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29" name="Oval 41"/>
                <p:cNvSpPr>
                  <a:spLocks noChangeArrowheads="1"/>
                </p:cNvSpPr>
                <p:nvPr/>
              </p:nvSpPr>
              <p:spPr bwMode="auto">
                <a:xfrm>
                  <a:off x="3792" y="1968"/>
                  <a:ext cx="48" cy="48"/>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30" name="Oval 42"/>
                <p:cNvSpPr>
                  <a:spLocks noChangeArrowheads="1"/>
                </p:cNvSpPr>
                <p:nvPr/>
              </p:nvSpPr>
              <p:spPr bwMode="auto">
                <a:xfrm>
                  <a:off x="3360" y="2016"/>
                  <a:ext cx="48" cy="48"/>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31" name="Oval 43"/>
                <p:cNvSpPr>
                  <a:spLocks noChangeArrowheads="1"/>
                </p:cNvSpPr>
                <p:nvPr/>
              </p:nvSpPr>
              <p:spPr bwMode="auto">
                <a:xfrm>
                  <a:off x="3792" y="2016"/>
                  <a:ext cx="48" cy="48"/>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32" name="Rectangle 44"/>
                <p:cNvSpPr>
                  <a:spLocks noChangeArrowheads="1"/>
                </p:cNvSpPr>
                <p:nvPr/>
              </p:nvSpPr>
              <p:spPr bwMode="auto">
                <a:xfrm>
                  <a:off x="3360" y="2064"/>
                  <a:ext cx="48"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33" name="Rectangle 45"/>
                <p:cNvSpPr>
                  <a:spLocks noChangeArrowheads="1"/>
                </p:cNvSpPr>
                <p:nvPr/>
              </p:nvSpPr>
              <p:spPr bwMode="auto">
                <a:xfrm>
                  <a:off x="3792" y="2064"/>
                  <a:ext cx="48"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34" name="Rectangle 46"/>
                <p:cNvSpPr>
                  <a:spLocks noChangeArrowheads="1"/>
                </p:cNvSpPr>
                <p:nvPr/>
              </p:nvSpPr>
              <p:spPr bwMode="auto">
                <a:xfrm>
                  <a:off x="3552" y="1680"/>
                  <a:ext cx="96"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35" name="Rectangle 47" descr="25%"/>
                <p:cNvSpPr>
                  <a:spLocks noChangeArrowheads="1"/>
                </p:cNvSpPr>
                <p:nvPr/>
              </p:nvSpPr>
              <p:spPr bwMode="auto">
                <a:xfrm>
                  <a:off x="3360" y="1920"/>
                  <a:ext cx="480" cy="48"/>
                </a:xfrm>
                <a:prstGeom prst="rect">
                  <a:avLst/>
                </a:prstGeom>
                <a:pattFill prst="pct25">
                  <a:fgClr>
                    <a:schemeClr val="tx2"/>
                  </a:fgClr>
                  <a:bgClr>
                    <a:schemeClr val="bg1"/>
                  </a:bgClr>
                </a:patt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36" name="Rectangle 48"/>
                <p:cNvSpPr>
                  <a:spLocks noChangeArrowheads="1"/>
                </p:cNvSpPr>
                <p:nvPr/>
              </p:nvSpPr>
              <p:spPr bwMode="auto">
                <a:xfrm>
                  <a:off x="2832" y="2031"/>
                  <a:ext cx="432" cy="48"/>
                </a:xfrm>
                <a:prstGeom prst="rect">
                  <a:avLst/>
                </a:prstGeom>
                <a:solidFill>
                  <a:schemeClr val="bg2"/>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37" name="Rectangle 49"/>
                <p:cNvSpPr>
                  <a:spLocks noChangeArrowheads="1"/>
                </p:cNvSpPr>
                <p:nvPr/>
              </p:nvSpPr>
              <p:spPr bwMode="auto">
                <a:xfrm>
                  <a:off x="3936" y="2034"/>
                  <a:ext cx="432" cy="48"/>
                </a:xfrm>
                <a:prstGeom prst="rect">
                  <a:avLst/>
                </a:prstGeom>
                <a:solidFill>
                  <a:schemeClr val="bg2"/>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38" name="Line 50"/>
                <p:cNvSpPr>
                  <a:spLocks noChangeShapeType="1"/>
                </p:cNvSpPr>
                <p:nvPr/>
              </p:nvSpPr>
              <p:spPr bwMode="auto">
                <a:xfrm>
                  <a:off x="3264" y="2054"/>
                  <a:ext cx="1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539" name="Line 51"/>
                <p:cNvSpPr>
                  <a:spLocks noChangeShapeType="1"/>
                </p:cNvSpPr>
                <p:nvPr/>
              </p:nvSpPr>
              <p:spPr bwMode="auto">
                <a:xfrm>
                  <a:off x="3802" y="2059"/>
                  <a:ext cx="1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540" name="Line 52"/>
                <p:cNvSpPr>
                  <a:spLocks noChangeShapeType="1"/>
                </p:cNvSpPr>
                <p:nvPr/>
              </p:nvSpPr>
              <p:spPr bwMode="auto">
                <a:xfrm>
                  <a:off x="2880" y="2160"/>
                  <a:ext cx="576"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541" name="Line 53"/>
                <p:cNvSpPr>
                  <a:spLocks noChangeShapeType="1"/>
                </p:cNvSpPr>
                <p:nvPr/>
              </p:nvSpPr>
              <p:spPr bwMode="auto">
                <a:xfrm flipV="1">
                  <a:off x="3456" y="2016"/>
                  <a:ext cx="0" cy="144"/>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542" name="Line 54"/>
                <p:cNvSpPr>
                  <a:spLocks noChangeShapeType="1"/>
                </p:cNvSpPr>
                <p:nvPr/>
              </p:nvSpPr>
              <p:spPr bwMode="auto">
                <a:xfrm>
                  <a:off x="3456" y="2016"/>
                  <a:ext cx="288"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543" name="Line 55"/>
                <p:cNvSpPr>
                  <a:spLocks noChangeShapeType="1"/>
                </p:cNvSpPr>
                <p:nvPr/>
              </p:nvSpPr>
              <p:spPr bwMode="auto">
                <a:xfrm>
                  <a:off x="3744" y="2016"/>
                  <a:ext cx="0" cy="144"/>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544" name="Line 56"/>
                <p:cNvSpPr>
                  <a:spLocks noChangeShapeType="1"/>
                </p:cNvSpPr>
                <p:nvPr/>
              </p:nvSpPr>
              <p:spPr bwMode="auto">
                <a:xfrm>
                  <a:off x="3744" y="2160"/>
                  <a:ext cx="528" cy="0"/>
                </a:xfrm>
                <a:prstGeom prst="line">
                  <a:avLst/>
                </a:prstGeom>
                <a:noFill/>
                <a:ln w="28575">
                  <a:solidFill>
                    <a:srgbClr val="CC33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545" name="AutoShape 57"/>
                <p:cNvSpPr>
                  <a:spLocks noChangeArrowheads="1"/>
                </p:cNvSpPr>
                <p:nvPr/>
              </p:nvSpPr>
              <p:spPr bwMode="auto">
                <a:xfrm>
                  <a:off x="3360" y="1776"/>
                  <a:ext cx="48" cy="96"/>
                </a:xfrm>
                <a:prstGeom prst="downArrow">
                  <a:avLst>
                    <a:gd name="adj1" fmla="val 50000"/>
                    <a:gd name="adj2" fmla="val 50000"/>
                  </a:avLst>
                </a:prstGeom>
                <a:solidFill>
                  <a:schemeClr val="bg1"/>
                </a:solidFill>
                <a:ln w="9525">
                  <a:solidFill>
                    <a:schemeClr val="tx1"/>
                  </a:solidFill>
                  <a:miter lim="800000"/>
                  <a:headEnd/>
                  <a:tailEnd/>
                </a:ln>
              </p:spPr>
              <p:txBody>
                <a:bodyPr vert="eaVert"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46" name="AutoShape 58"/>
                <p:cNvSpPr>
                  <a:spLocks noChangeArrowheads="1"/>
                </p:cNvSpPr>
                <p:nvPr/>
              </p:nvSpPr>
              <p:spPr bwMode="auto">
                <a:xfrm>
                  <a:off x="3792" y="1776"/>
                  <a:ext cx="48" cy="96"/>
                </a:xfrm>
                <a:prstGeom prst="downArrow">
                  <a:avLst>
                    <a:gd name="adj1" fmla="val 50000"/>
                    <a:gd name="adj2" fmla="val 50000"/>
                  </a:avLst>
                </a:prstGeom>
                <a:solidFill>
                  <a:schemeClr val="bg1"/>
                </a:solidFill>
                <a:ln w="9525">
                  <a:solidFill>
                    <a:schemeClr val="tx1"/>
                  </a:solidFill>
                  <a:miter lim="800000"/>
                  <a:headEnd/>
                  <a:tailEnd/>
                </a:ln>
              </p:spPr>
              <p:txBody>
                <a:bodyPr vert="eaVert"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grpSp>
        <p:sp>
          <p:nvSpPr>
            <p:cNvPr id="17514" name="AutoShape 59"/>
            <p:cNvSpPr>
              <a:spLocks noChangeArrowheads="1"/>
            </p:cNvSpPr>
            <p:nvPr/>
          </p:nvSpPr>
          <p:spPr bwMode="auto">
            <a:xfrm>
              <a:off x="3792" y="1152"/>
              <a:ext cx="192" cy="96"/>
            </a:xfrm>
            <a:prstGeom prst="downArrow">
              <a:avLst>
                <a:gd name="adj1" fmla="val 50000"/>
                <a:gd name="adj2" fmla="val 25000"/>
              </a:avLst>
            </a:prstGeom>
            <a:solidFill>
              <a:schemeClr val="bg1"/>
            </a:solidFill>
            <a:ln w="9525">
              <a:solidFill>
                <a:schemeClr val="tx1"/>
              </a:solidFill>
              <a:miter lim="800000"/>
              <a:headEnd/>
              <a:tailEnd/>
            </a:ln>
          </p:spPr>
          <p:txBody>
            <a:bodyPr vert="eaVert"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515" name="Text Box 60"/>
            <p:cNvSpPr txBox="1">
              <a:spLocks noChangeArrowheads="1"/>
            </p:cNvSpPr>
            <p:nvPr/>
          </p:nvSpPr>
          <p:spPr bwMode="auto">
            <a:xfrm>
              <a:off x="1136" y="2140"/>
              <a:ext cx="956"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(a) </a:t>
              </a:r>
              <a:r>
                <a:rPr lang="en-US" altLang="ko-KR" sz="1200" err="1" smtClean="0">
                  <a:latin typeface="Times New Roman" panose="02020603050405020304" pitchFamily="18" charset="0"/>
                  <a:cs typeface="Times New Roman" panose="02020603050405020304" pitchFamily="18" charset="0"/>
                </a:rPr>
                <a:t>Trạng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smtClean="0">
                  <a:latin typeface="Times New Roman" panose="02020603050405020304" pitchFamily="18" charset="0"/>
                  <a:cs typeface="Times New Roman" panose="02020603050405020304" pitchFamily="18" charset="0"/>
                </a:rPr>
                <a:t> ban </a:t>
              </a:r>
              <a:r>
                <a:rPr lang="en-US" altLang="ko-KR" sz="1200" err="1" smtClean="0">
                  <a:latin typeface="Times New Roman" panose="02020603050405020304" pitchFamily="18" charset="0"/>
                  <a:cs typeface="Times New Roman" panose="02020603050405020304" pitchFamily="18" charset="0"/>
                </a:rPr>
                <a:t>đầu</a:t>
              </a:r>
              <a:endParaRPr lang="ko-KR" altLang="en-US" sz="1200">
                <a:latin typeface="Times New Roman" panose="02020603050405020304" pitchFamily="18" charset="0"/>
                <a:cs typeface="Times New Roman" panose="02020603050405020304" pitchFamily="18" charset="0"/>
              </a:endParaRPr>
            </a:p>
          </p:txBody>
        </p:sp>
        <p:sp>
          <p:nvSpPr>
            <p:cNvPr id="17516" name="Text Box 61"/>
            <p:cNvSpPr txBox="1">
              <a:spLocks noChangeArrowheads="1"/>
            </p:cNvSpPr>
            <p:nvPr/>
          </p:nvSpPr>
          <p:spPr bwMode="auto">
            <a:xfrm>
              <a:off x="3570" y="2129"/>
              <a:ext cx="1040"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(b) </a:t>
              </a:r>
              <a:r>
                <a:rPr lang="en-US" altLang="ko-KR" sz="1200" err="1" smtClean="0">
                  <a:latin typeface="Times New Roman" panose="02020603050405020304" pitchFamily="18" charset="0"/>
                  <a:cs typeface="Times New Roman" panose="02020603050405020304" pitchFamily="18" charset="0"/>
                </a:rPr>
                <a:t>Trạng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hoạt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endParaRPr lang="ko-KR" altLang="en-US" sz="1200">
                <a:latin typeface="Times New Roman" panose="02020603050405020304" pitchFamily="18" charset="0"/>
                <a:cs typeface="Times New Roman" panose="02020603050405020304" pitchFamily="18" charset="0"/>
              </a:endParaRPr>
            </a:p>
          </p:txBody>
        </p:sp>
        <p:sp>
          <p:nvSpPr>
            <p:cNvPr id="17517" name="Text Box 62"/>
            <p:cNvSpPr txBox="1">
              <a:spLocks noChangeArrowheads="1"/>
            </p:cNvSpPr>
            <p:nvPr/>
          </p:nvSpPr>
          <p:spPr bwMode="auto">
            <a:xfrm>
              <a:off x="2190" y="2178"/>
              <a:ext cx="993"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smtClean="0">
                  <a:latin typeface="Times New Roman" panose="02020603050405020304" pitchFamily="18" charset="0"/>
                  <a:cs typeface="Times New Roman" panose="02020603050405020304" pitchFamily="18" charset="0"/>
                </a:rPr>
                <a:t>[</a:t>
              </a:r>
              <a:r>
                <a:rPr lang="en-US" altLang="ko-KR" sz="1200" err="1" smtClean="0">
                  <a:latin typeface="Times New Roman" panose="02020603050405020304" pitchFamily="18" charset="0"/>
                  <a:cs typeface="Times New Roman" panose="02020603050405020304" pitchFamily="18" charset="0"/>
                </a:rPr>
                <a:t>Hình</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1-1]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a</a:t>
              </a:r>
              <a:endParaRPr lang="ko-KR" altLang="en-US" sz="1200">
                <a:latin typeface="Times New Roman" panose="02020603050405020304" pitchFamily="18" charset="0"/>
                <a:cs typeface="Times New Roman" panose="02020603050405020304" pitchFamily="18" charset="0"/>
              </a:endParaRPr>
            </a:p>
          </p:txBody>
        </p:sp>
        <p:sp>
          <p:nvSpPr>
            <p:cNvPr id="17518" name="AutoShape 63"/>
            <p:cNvSpPr>
              <a:spLocks noChangeArrowheads="1"/>
            </p:cNvSpPr>
            <p:nvPr/>
          </p:nvSpPr>
          <p:spPr bwMode="auto">
            <a:xfrm>
              <a:off x="2256" y="1152"/>
              <a:ext cx="960" cy="432"/>
            </a:xfrm>
            <a:prstGeom prst="wedgeRoundRectCallout">
              <a:avLst>
                <a:gd name="adj1" fmla="val -112292"/>
                <a:gd name="adj2" fmla="val 77315"/>
                <a:gd name="adj3" fmla="val 16667"/>
              </a:avLst>
            </a:prstGeom>
            <a:solidFill>
              <a:schemeClr val="bg1"/>
            </a:solidFill>
            <a:ln w="9525">
              <a:solidFill>
                <a:schemeClr val="tx1"/>
              </a:solidFill>
              <a:miter lim="800000"/>
              <a:headEnd/>
              <a:tailEnd/>
            </a:ln>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Tiếp</a:t>
              </a:r>
              <a:r>
                <a:rPr lang="en-US" altLang="ko-KR" sz="1000" smtClean="0">
                  <a:latin typeface="Times New Roman" panose="02020603050405020304" pitchFamily="18" charset="0"/>
                  <a:cs typeface="Times New Roman" panose="02020603050405020304" pitchFamily="18" charset="0"/>
                </a:rPr>
                <a:t> </a:t>
              </a:r>
              <a:r>
                <a:rPr lang="en-US" altLang="ko-KR" sz="1000" err="1">
                  <a:latin typeface="Times New Roman" panose="02020603050405020304" pitchFamily="18" charset="0"/>
                  <a:cs typeface="Times New Roman" panose="02020603050405020304" pitchFamily="18" charset="0"/>
                </a:rPr>
                <a:t>điểm</a:t>
              </a:r>
              <a:r>
                <a:rPr lang="en-US" altLang="ko-KR" sz="1000">
                  <a:latin typeface="Times New Roman" panose="02020603050405020304" pitchFamily="18" charset="0"/>
                  <a:cs typeface="Times New Roman" panose="02020603050405020304" pitchFamily="18" charset="0"/>
                </a:rPr>
                <a:t> </a:t>
              </a:r>
              <a:r>
                <a:rPr lang="en-US" altLang="ko-KR" sz="1000" err="1">
                  <a:latin typeface="Times New Roman" panose="02020603050405020304" pitchFamily="18" charset="0"/>
                  <a:cs typeface="Times New Roman" panose="02020603050405020304" pitchFamily="18" charset="0"/>
                </a:rPr>
                <a:t>cố</a:t>
              </a:r>
              <a:r>
                <a:rPr lang="en-US" altLang="ko-KR" sz="1000">
                  <a:latin typeface="Times New Roman" panose="02020603050405020304" pitchFamily="18" charset="0"/>
                  <a:cs typeface="Times New Roman" panose="02020603050405020304" pitchFamily="18" charset="0"/>
                </a:rPr>
                <a:t> </a:t>
              </a:r>
              <a:r>
                <a:rPr lang="en-US" altLang="ko-KR" sz="1000" err="1">
                  <a:latin typeface="Times New Roman" panose="02020603050405020304" pitchFamily="18" charset="0"/>
                  <a:cs typeface="Times New Roman" panose="02020603050405020304" pitchFamily="18" charset="0"/>
                </a:rPr>
                <a:t>định</a:t>
              </a:r>
              <a:r>
                <a:rPr lang="en-US" altLang="ko-KR" sz="1000">
                  <a:latin typeface="Times New Roman" panose="02020603050405020304" pitchFamily="18" charset="0"/>
                  <a:cs typeface="Times New Roman" panose="02020603050405020304" pitchFamily="18" charset="0"/>
                </a:rPr>
                <a:t> </a:t>
              </a:r>
              <a:endParaRPr lang="en-US" altLang="ko-KR" sz="1000" smtClean="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và</a:t>
              </a:r>
              <a:r>
                <a:rPr lang="en-US" altLang="ko-KR" sz="1000" smtClean="0">
                  <a:latin typeface="Times New Roman" panose="02020603050405020304" pitchFamily="18" charset="0"/>
                  <a:cs typeface="Times New Roman" panose="02020603050405020304" pitchFamily="18" charset="0"/>
                </a:rPr>
                <a:t> </a:t>
              </a:r>
              <a:r>
                <a:rPr lang="en-US" altLang="ko-KR" sz="1000" err="1">
                  <a:latin typeface="Times New Roman" panose="02020603050405020304" pitchFamily="18" charset="0"/>
                  <a:cs typeface="Times New Roman" panose="02020603050405020304" pitchFamily="18" charset="0"/>
                </a:rPr>
                <a:t>tiếp</a:t>
              </a:r>
              <a:r>
                <a:rPr lang="en-US" altLang="ko-KR" sz="1000">
                  <a:latin typeface="Times New Roman" panose="02020603050405020304" pitchFamily="18" charset="0"/>
                  <a:cs typeface="Times New Roman" panose="02020603050405020304" pitchFamily="18" charset="0"/>
                </a:rPr>
                <a:t> </a:t>
              </a:r>
              <a:r>
                <a:rPr lang="en-US" altLang="ko-KR" sz="1000" err="1">
                  <a:latin typeface="Times New Roman" panose="02020603050405020304" pitchFamily="18" charset="0"/>
                  <a:cs typeface="Times New Roman" panose="02020603050405020304" pitchFamily="18" charset="0"/>
                </a:rPr>
                <a:t>điểm</a:t>
              </a:r>
              <a:r>
                <a:rPr lang="en-US" altLang="ko-KR" sz="1000">
                  <a:latin typeface="Times New Roman" panose="02020603050405020304" pitchFamily="18" charset="0"/>
                  <a:cs typeface="Times New Roman" panose="02020603050405020304" pitchFamily="18" charset="0"/>
                </a:rPr>
                <a:t> di </a:t>
              </a:r>
              <a:r>
                <a:rPr lang="en-US" altLang="ko-KR" sz="1000" err="1" smtClean="0">
                  <a:latin typeface="Times New Roman" panose="02020603050405020304" pitchFamily="18" charset="0"/>
                  <a:cs typeface="Times New Roman" panose="02020603050405020304" pitchFamily="18" charset="0"/>
                </a:rPr>
                <a:t>động</a:t>
              </a:r>
              <a:endParaRPr lang="en-US" altLang="ko-KR" sz="1000" smtClean="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cách</a:t>
              </a:r>
              <a:r>
                <a:rPr lang="en-US" altLang="ko-KR" sz="1000" smtClean="0">
                  <a:latin typeface="Times New Roman" panose="02020603050405020304" pitchFamily="18" charset="0"/>
                  <a:cs typeface="Times New Roman" panose="02020603050405020304" pitchFamily="18" charset="0"/>
                </a:rPr>
                <a:t> </a:t>
              </a:r>
              <a:r>
                <a:rPr lang="en-US" altLang="ko-KR" sz="1000" err="1">
                  <a:latin typeface="Times New Roman" panose="02020603050405020304" pitchFamily="18" charset="0"/>
                  <a:cs typeface="Times New Roman" panose="02020603050405020304" pitchFamily="18" charset="0"/>
                </a:rPr>
                <a:t>xa</a:t>
              </a:r>
              <a:r>
                <a:rPr lang="en-US" altLang="ko-KR" sz="1000">
                  <a:latin typeface="Times New Roman" panose="02020603050405020304" pitchFamily="18" charset="0"/>
                  <a:cs typeface="Times New Roman" panose="02020603050405020304" pitchFamily="18" charset="0"/>
                </a:rPr>
                <a:t> </a:t>
              </a:r>
              <a:r>
                <a:rPr lang="en-US" altLang="ko-KR" sz="1000" err="1">
                  <a:latin typeface="Times New Roman" panose="02020603050405020304" pitchFamily="18" charset="0"/>
                  <a:cs typeface="Times New Roman" panose="02020603050405020304" pitchFamily="18" charset="0"/>
                </a:rPr>
                <a:t>nhau</a:t>
              </a:r>
              <a:endParaRPr lang="en-US" altLang="ko-KR" sz="1000">
                <a:latin typeface="Times New Roman" panose="02020603050405020304" pitchFamily="18" charset="0"/>
                <a:cs typeface="Times New Roman" panose="02020603050405020304" pitchFamily="18" charset="0"/>
              </a:endParaRPr>
            </a:p>
          </p:txBody>
        </p:sp>
      </p:grpSp>
      <p:grpSp>
        <p:nvGrpSpPr>
          <p:cNvPr id="17413" name="Group 64"/>
          <p:cNvGrpSpPr>
            <a:grpSpLocks/>
          </p:cNvGrpSpPr>
          <p:nvPr/>
        </p:nvGrpSpPr>
        <p:grpSpPr bwMode="auto">
          <a:xfrm>
            <a:off x="1905000" y="4833938"/>
            <a:ext cx="6016663" cy="1598276"/>
            <a:chOff x="1051" y="2928"/>
            <a:chExt cx="3443" cy="1126"/>
          </a:xfrm>
        </p:grpSpPr>
        <p:grpSp>
          <p:nvGrpSpPr>
            <p:cNvPr id="17433" name="Group 65"/>
            <p:cNvGrpSpPr>
              <a:grpSpLocks/>
            </p:cNvGrpSpPr>
            <p:nvPr/>
          </p:nvGrpSpPr>
          <p:grpSpPr bwMode="auto">
            <a:xfrm>
              <a:off x="1051" y="3036"/>
              <a:ext cx="1253" cy="756"/>
              <a:chOff x="864" y="2160"/>
              <a:chExt cx="1536" cy="1008"/>
            </a:xfrm>
          </p:grpSpPr>
          <p:sp>
            <p:nvSpPr>
              <p:cNvPr id="17462" name="Rectangle 66"/>
              <p:cNvSpPr>
                <a:spLocks noChangeArrowheads="1"/>
              </p:cNvSpPr>
              <p:nvPr/>
            </p:nvSpPr>
            <p:spPr bwMode="auto">
              <a:xfrm>
                <a:off x="1584" y="2688"/>
                <a:ext cx="96" cy="28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63" name="Rectangle 67" descr="밝은 수직선"/>
              <p:cNvSpPr>
                <a:spLocks noChangeArrowheads="1"/>
              </p:cNvSpPr>
              <p:nvPr/>
            </p:nvSpPr>
            <p:spPr bwMode="auto">
              <a:xfrm>
                <a:off x="1344" y="2304"/>
                <a:ext cx="576" cy="96"/>
              </a:xfrm>
              <a:prstGeom prst="rect">
                <a:avLst/>
              </a:prstGeom>
              <a:pattFill prst="ltVert">
                <a:fgClr>
                  <a:schemeClr val="tx1"/>
                </a:fgClr>
                <a:bgClr>
                  <a:schemeClr val="bg1"/>
                </a:bgClr>
              </a:patt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64" name="Rectangle 68"/>
              <p:cNvSpPr>
                <a:spLocks noChangeArrowheads="1"/>
              </p:cNvSpPr>
              <p:nvPr/>
            </p:nvSpPr>
            <p:spPr bwMode="auto">
              <a:xfrm>
                <a:off x="1392" y="2256"/>
                <a:ext cx="480"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65" name="Rectangle 69"/>
              <p:cNvSpPr>
                <a:spLocks noChangeArrowheads="1"/>
              </p:cNvSpPr>
              <p:nvPr/>
            </p:nvSpPr>
            <p:spPr bwMode="auto">
              <a:xfrm>
                <a:off x="1440" y="2160"/>
                <a:ext cx="384" cy="96"/>
              </a:xfrm>
              <a:prstGeom prst="rect">
                <a:avLst/>
              </a:prstGeom>
              <a:solidFill>
                <a:schemeClr val="bg2"/>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66" name="Rectangle 70"/>
              <p:cNvSpPr>
                <a:spLocks noChangeArrowheads="1"/>
              </p:cNvSpPr>
              <p:nvPr/>
            </p:nvSpPr>
            <p:spPr bwMode="auto">
              <a:xfrm>
                <a:off x="1344" y="2400"/>
                <a:ext cx="576"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67" name="Rectangle 71"/>
              <p:cNvSpPr>
                <a:spLocks noChangeArrowheads="1"/>
              </p:cNvSpPr>
              <p:nvPr/>
            </p:nvSpPr>
            <p:spPr bwMode="auto">
              <a:xfrm>
                <a:off x="1488" y="2448"/>
                <a:ext cx="288"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68" name="Rectangle 72" descr="10%"/>
              <p:cNvSpPr>
                <a:spLocks noChangeArrowheads="1"/>
              </p:cNvSpPr>
              <p:nvPr/>
            </p:nvSpPr>
            <p:spPr bwMode="auto">
              <a:xfrm>
                <a:off x="1344" y="2496"/>
                <a:ext cx="576" cy="96"/>
              </a:xfrm>
              <a:prstGeom prst="rect">
                <a:avLst/>
              </a:prstGeom>
              <a:pattFill prst="pct10">
                <a:fgClr>
                  <a:schemeClr val="tx1"/>
                </a:fgClr>
                <a:bgClr>
                  <a:schemeClr val="bg1"/>
                </a:bgClr>
              </a:pattFill>
              <a:ln w="9525">
                <a:pattFill prst="pct10">
                  <a:fgClr>
                    <a:schemeClr val="tx1"/>
                  </a:fgClr>
                  <a:bgClr>
                    <a:schemeClr val="tx1"/>
                  </a:bgClr>
                </a:patt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69" name="Rectangle 73"/>
              <p:cNvSpPr>
                <a:spLocks noChangeArrowheads="1"/>
              </p:cNvSpPr>
              <p:nvPr/>
            </p:nvSpPr>
            <p:spPr bwMode="auto">
              <a:xfrm>
                <a:off x="1344" y="2592"/>
                <a:ext cx="576" cy="57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70" name="Rectangle 74"/>
              <p:cNvSpPr>
                <a:spLocks noChangeArrowheads="1"/>
              </p:cNvSpPr>
              <p:nvPr/>
            </p:nvSpPr>
            <p:spPr bwMode="auto">
              <a:xfrm>
                <a:off x="1564" y="2592"/>
                <a:ext cx="144" cy="57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71" name="Oval 75"/>
              <p:cNvSpPr>
                <a:spLocks noChangeArrowheads="1"/>
              </p:cNvSpPr>
              <p:nvPr/>
            </p:nvSpPr>
            <p:spPr bwMode="auto">
              <a:xfrm>
                <a:off x="1392" y="2817"/>
                <a:ext cx="48" cy="48"/>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72" name="Oval 76"/>
              <p:cNvSpPr>
                <a:spLocks noChangeArrowheads="1"/>
              </p:cNvSpPr>
              <p:nvPr/>
            </p:nvSpPr>
            <p:spPr bwMode="auto">
              <a:xfrm>
                <a:off x="1824" y="2817"/>
                <a:ext cx="48" cy="48"/>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73" name="Oval 77"/>
              <p:cNvSpPr>
                <a:spLocks noChangeArrowheads="1"/>
              </p:cNvSpPr>
              <p:nvPr/>
            </p:nvSpPr>
            <p:spPr bwMode="auto">
              <a:xfrm>
                <a:off x="1392" y="2769"/>
                <a:ext cx="48" cy="48"/>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74" name="Oval 78"/>
              <p:cNvSpPr>
                <a:spLocks noChangeArrowheads="1"/>
              </p:cNvSpPr>
              <p:nvPr/>
            </p:nvSpPr>
            <p:spPr bwMode="auto">
              <a:xfrm>
                <a:off x="1824" y="2769"/>
                <a:ext cx="48" cy="48"/>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75" name="Rectangle 79"/>
              <p:cNvSpPr>
                <a:spLocks noChangeArrowheads="1"/>
              </p:cNvSpPr>
              <p:nvPr/>
            </p:nvSpPr>
            <p:spPr bwMode="auto">
              <a:xfrm>
                <a:off x="1392" y="2721"/>
                <a:ext cx="48"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76" name="Rectangle 80"/>
              <p:cNvSpPr>
                <a:spLocks noChangeArrowheads="1"/>
              </p:cNvSpPr>
              <p:nvPr/>
            </p:nvSpPr>
            <p:spPr bwMode="auto">
              <a:xfrm>
                <a:off x="1824" y="2721"/>
                <a:ext cx="48"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77" name="Rectangle 81"/>
              <p:cNvSpPr>
                <a:spLocks noChangeArrowheads="1"/>
              </p:cNvSpPr>
              <p:nvPr/>
            </p:nvSpPr>
            <p:spPr bwMode="auto">
              <a:xfrm>
                <a:off x="1584" y="2592"/>
                <a:ext cx="96"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78" name="Freeform 82"/>
              <p:cNvSpPr>
                <a:spLocks/>
              </p:cNvSpPr>
              <p:nvPr/>
            </p:nvSpPr>
            <p:spPr bwMode="auto">
              <a:xfrm>
                <a:off x="1584" y="2976"/>
                <a:ext cx="96" cy="192"/>
              </a:xfrm>
              <a:custGeom>
                <a:avLst/>
                <a:gdLst>
                  <a:gd name="T0" fmla="*/ 0 w 96"/>
                  <a:gd name="T1" fmla="*/ 0 h 192"/>
                  <a:gd name="T2" fmla="*/ 96 w 96"/>
                  <a:gd name="T3" fmla="*/ 48 h 192"/>
                  <a:gd name="T4" fmla="*/ 0 w 96"/>
                  <a:gd name="T5" fmla="*/ 48 h 192"/>
                  <a:gd name="T6" fmla="*/ 96 w 96"/>
                  <a:gd name="T7" fmla="*/ 96 h 192"/>
                  <a:gd name="T8" fmla="*/ 0 w 96"/>
                  <a:gd name="T9" fmla="*/ 96 h 192"/>
                  <a:gd name="T10" fmla="*/ 96 w 96"/>
                  <a:gd name="T11" fmla="*/ 144 h 192"/>
                  <a:gd name="T12" fmla="*/ 0 w 96"/>
                  <a:gd name="T13" fmla="*/ 144 h 192"/>
                  <a:gd name="T14" fmla="*/ 96 w 96"/>
                  <a:gd name="T15" fmla="*/ 192 h 192"/>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192"/>
                  <a:gd name="T26" fmla="*/ 96 w 96"/>
                  <a:gd name="T27" fmla="*/ 192 h 1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192">
                    <a:moveTo>
                      <a:pt x="0" y="0"/>
                    </a:moveTo>
                    <a:cubicBezTo>
                      <a:pt x="48" y="20"/>
                      <a:pt x="96" y="40"/>
                      <a:pt x="96" y="48"/>
                    </a:cubicBezTo>
                    <a:cubicBezTo>
                      <a:pt x="96" y="56"/>
                      <a:pt x="0" y="40"/>
                      <a:pt x="0" y="48"/>
                    </a:cubicBezTo>
                    <a:cubicBezTo>
                      <a:pt x="0" y="56"/>
                      <a:pt x="96" y="88"/>
                      <a:pt x="96" y="96"/>
                    </a:cubicBezTo>
                    <a:cubicBezTo>
                      <a:pt x="96" y="104"/>
                      <a:pt x="0" y="88"/>
                      <a:pt x="0" y="96"/>
                    </a:cubicBezTo>
                    <a:cubicBezTo>
                      <a:pt x="0" y="104"/>
                      <a:pt x="96" y="136"/>
                      <a:pt x="96" y="144"/>
                    </a:cubicBezTo>
                    <a:cubicBezTo>
                      <a:pt x="96" y="152"/>
                      <a:pt x="0" y="136"/>
                      <a:pt x="0" y="144"/>
                    </a:cubicBezTo>
                    <a:cubicBezTo>
                      <a:pt x="0" y="152"/>
                      <a:pt x="80" y="184"/>
                      <a:pt x="96" y="192"/>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79" name="Rectangle 83" descr="25%"/>
              <p:cNvSpPr>
                <a:spLocks noChangeArrowheads="1"/>
              </p:cNvSpPr>
              <p:nvPr/>
            </p:nvSpPr>
            <p:spPr bwMode="auto">
              <a:xfrm>
                <a:off x="1392" y="2865"/>
                <a:ext cx="480" cy="48"/>
              </a:xfrm>
              <a:prstGeom prst="rect">
                <a:avLst/>
              </a:prstGeom>
              <a:pattFill prst="pct25">
                <a:fgClr>
                  <a:schemeClr val="tx2"/>
                </a:fgClr>
                <a:bgClr>
                  <a:schemeClr val="bg1"/>
                </a:bgClr>
              </a:patt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80" name="Rectangle 84"/>
              <p:cNvSpPr>
                <a:spLocks noChangeArrowheads="1"/>
              </p:cNvSpPr>
              <p:nvPr/>
            </p:nvSpPr>
            <p:spPr bwMode="auto">
              <a:xfrm>
                <a:off x="864" y="2736"/>
                <a:ext cx="432" cy="48"/>
              </a:xfrm>
              <a:prstGeom prst="rect">
                <a:avLst/>
              </a:prstGeom>
              <a:solidFill>
                <a:schemeClr val="bg2"/>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81" name="Rectangle 85"/>
              <p:cNvSpPr>
                <a:spLocks noChangeArrowheads="1"/>
              </p:cNvSpPr>
              <p:nvPr/>
            </p:nvSpPr>
            <p:spPr bwMode="auto">
              <a:xfrm>
                <a:off x="1968" y="2739"/>
                <a:ext cx="432" cy="48"/>
              </a:xfrm>
              <a:prstGeom prst="rect">
                <a:avLst/>
              </a:prstGeom>
              <a:solidFill>
                <a:schemeClr val="bg2"/>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82" name="Line 86"/>
              <p:cNvSpPr>
                <a:spLocks noChangeShapeType="1"/>
              </p:cNvSpPr>
              <p:nvPr/>
            </p:nvSpPr>
            <p:spPr bwMode="auto">
              <a:xfrm>
                <a:off x="1296" y="2759"/>
                <a:ext cx="1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83" name="Line 87"/>
              <p:cNvSpPr>
                <a:spLocks noChangeShapeType="1"/>
              </p:cNvSpPr>
              <p:nvPr/>
            </p:nvSpPr>
            <p:spPr bwMode="auto">
              <a:xfrm>
                <a:off x="1829" y="2769"/>
                <a:ext cx="1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84" name="Line 88"/>
              <p:cNvSpPr>
                <a:spLocks noChangeShapeType="1"/>
              </p:cNvSpPr>
              <p:nvPr/>
            </p:nvSpPr>
            <p:spPr bwMode="auto">
              <a:xfrm>
                <a:off x="912" y="2688"/>
                <a:ext cx="576"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85" name="Line 89"/>
              <p:cNvSpPr>
                <a:spLocks noChangeShapeType="1"/>
              </p:cNvSpPr>
              <p:nvPr/>
            </p:nvSpPr>
            <p:spPr bwMode="auto">
              <a:xfrm flipV="1">
                <a:off x="1488" y="2688"/>
                <a:ext cx="0" cy="144"/>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86" name="Line 90"/>
              <p:cNvSpPr>
                <a:spLocks noChangeShapeType="1"/>
              </p:cNvSpPr>
              <p:nvPr/>
            </p:nvSpPr>
            <p:spPr bwMode="auto">
              <a:xfrm>
                <a:off x="1488" y="2832"/>
                <a:ext cx="288"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87" name="Line 91"/>
              <p:cNvSpPr>
                <a:spLocks noChangeShapeType="1"/>
              </p:cNvSpPr>
              <p:nvPr/>
            </p:nvSpPr>
            <p:spPr bwMode="auto">
              <a:xfrm>
                <a:off x="1776" y="2688"/>
                <a:ext cx="0" cy="144"/>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88" name="Line 92"/>
              <p:cNvSpPr>
                <a:spLocks noChangeShapeType="1"/>
              </p:cNvSpPr>
              <p:nvPr/>
            </p:nvSpPr>
            <p:spPr bwMode="auto">
              <a:xfrm>
                <a:off x="1776" y="2688"/>
                <a:ext cx="528" cy="0"/>
              </a:xfrm>
              <a:prstGeom prst="line">
                <a:avLst/>
              </a:prstGeom>
              <a:noFill/>
              <a:ln w="28575">
                <a:solidFill>
                  <a:srgbClr val="CC33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sp>
          <p:nvSpPr>
            <p:cNvPr id="17434" name="AutoShape 93"/>
            <p:cNvSpPr>
              <a:spLocks noChangeArrowheads="1"/>
            </p:cNvSpPr>
            <p:nvPr/>
          </p:nvSpPr>
          <p:spPr bwMode="auto">
            <a:xfrm>
              <a:off x="3744" y="2928"/>
              <a:ext cx="192" cy="96"/>
            </a:xfrm>
            <a:prstGeom prst="downArrow">
              <a:avLst>
                <a:gd name="adj1" fmla="val 50000"/>
                <a:gd name="adj2" fmla="val 25000"/>
              </a:avLst>
            </a:prstGeom>
            <a:solidFill>
              <a:schemeClr val="bg1"/>
            </a:solidFill>
            <a:ln w="9525">
              <a:solidFill>
                <a:schemeClr val="tx1"/>
              </a:solidFill>
              <a:miter lim="800000"/>
              <a:headEnd/>
              <a:tailEnd/>
            </a:ln>
          </p:spPr>
          <p:txBody>
            <a:bodyPr vert="eaVert"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35" name="Text Box 94"/>
            <p:cNvSpPr txBox="1">
              <a:spLocks noChangeArrowheads="1"/>
            </p:cNvSpPr>
            <p:nvPr/>
          </p:nvSpPr>
          <p:spPr bwMode="auto">
            <a:xfrm>
              <a:off x="1248" y="3812"/>
              <a:ext cx="88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(a) </a:t>
              </a:r>
              <a:r>
                <a:rPr lang="en-US" altLang="ko-KR" sz="1200" err="1" smtClean="0">
                  <a:latin typeface="Times New Roman" panose="02020603050405020304" pitchFamily="18" charset="0"/>
                  <a:cs typeface="Times New Roman" panose="02020603050405020304" pitchFamily="18" charset="0"/>
                </a:rPr>
                <a:t>Trạng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smtClean="0">
                  <a:latin typeface="Times New Roman" panose="02020603050405020304" pitchFamily="18" charset="0"/>
                  <a:cs typeface="Times New Roman" panose="02020603050405020304" pitchFamily="18" charset="0"/>
                </a:rPr>
                <a:t> ban </a:t>
              </a:r>
              <a:r>
                <a:rPr lang="en-US" altLang="ko-KR" sz="1200" err="1" smtClean="0">
                  <a:latin typeface="Times New Roman" panose="02020603050405020304" pitchFamily="18" charset="0"/>
                  <a:cs typeface="Times New Roman" panose="02020603050405020304" pitchFamily="18" charset="0"/>
                </a:rPr>
                <a:t>đầu</a:t>
              </a:r>
              <a:endParaRPr lang="ko-KR" altLang="en-US" sz="1200">
                <a:latin typeface="Times New Roman" panose="02020603050405020304" pitchFamily="18" charset="0"/>
                <a:cs typeface="Times New Roman" panose="02020603050405020304" pitchFamily="18" charset="0"/>
              </a:endParaRPr>
            </a:p>
          </p:txBody>
        </p:sp>
        <p:sp>
          <p:nvSpPr>
            <p:cNvPr id="17436" name="Text Box 95"/>
            <p:cNvSpPr txBox="1">
              <a:spLocks noChangeArrowheads="1"/>
            </p:cNvSpPr>
            <p:nvPr/>
          </p:nvSpPr>
          <p:spPr bwMode="auto">
            <a:xfrm>
              <a:off x="3530" y="3859"/>
              <a:ext cx="964"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(b) </a:t>
              </a:r>
              <a:r>
                <a:rPr lang="en-US" altLang="ko-KR" sz="1200" err="1" smtClean="0">
                  <a:latin typeface="Times New Roman" panose="02020603050405020304" pitchFamily="18" charset="0"/>
                  <a:cs typeface="Times New Roman" panose="02020603050405020304" pitchFamily="18" charset="0"/>
                </a:rPr>
                <a:t>Trạng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hoạt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endParaRPr lang="ko-KR" altLang="en-US" sz="1200">
                <a:latin typeface="Times New Roman" panose="02020603050405020304" pitchFamily="18" charset="0"/>
                <a:cs typeface="Times New Roman" panose="02020603050405020304" pitchFamily="18" charset="0"/>
              </a:endParaRPr>
            </a:p>
          </p:txBody>
        </p:sp>
        <p:sp>
          <p:nvSpPr>
            <p:cNvPr id="17437" name="Text Box 96"/>
            <p:cNvSpPr txBox="1">
              <a:spLocks noChangeArrowheads="1"/>
            </p:cNvSpPr>
            <p:nvPr/>
          </p:nvSpPr>
          <p:spPr bwMode="auto">
            <a:xfrm>
              <a:off x="2376" y="3859"/>
              <a:ext cx="925"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smtClean="0">
                  <a:latin typeface="Times New Roman" panose="02020603050405020304" pitchFamily="18" charset="0"/>
                  <a:cs typeface="Times New Roman" panose="02020603050405020304" pitchFamily="18" charset="0"/>
                </a:rPr>
                <a:t>[</a:t>
              </a:r>
              <a:r>
                <a:rPr lang="en-US" altLang="ko-KR" sz="1200" err="1" smtClean="0">
                  <a:latin typeface="Times New Roman" panose="02020603050405020304" pitchFamily="18" charset="0"/>
                  <a:cs typeface="Times New Roman" panose="02020603050405020304" pitchFamily="18" charset="0"/>
                </a:rPr>
                <a:t>Hình</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1-2]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b</a:t>
              </a:r>
              <a:endParaRPr lang="ko-KR" altLang="en-US" sz="1200">
                <a:latin typeface="Times New Roman" panose="02020603050405020304" pitchFamily="18" charset="0"/>
                <a:cs typeface="Times New Roman" panose="02020603050405020304" pitchFamily="18" charset="0"/>
              </a:endParaRPr>
            </a:p>
          </p:txBody>
        </p:sp>
        <p:grpSp>
          <p:nvGrpSpPr>
            <p:cNvPr id="17438" name="Group 97"/>
            <p:cNvGrpSpPr>
              <a:grpSpLocks/>
            </p:cNvGrpSpPr>
            <p:nvPr/>
          </p:nvGrpSpPr>
          <p:grpSpPr bwMode="auto">
            <a:xfrm>
              <a:off x="3211" y="3064"/>
              <a:ext cx="1253" cy="720"/>
              <a:chOff x="2827" y="2208"/>
              <a:chExt cx="1536" cy="960"/>
            </a:xfrm>
          </p:grpSpPr>
          <p:sp>
            <p:nvSpPr>
              <p:cNvPr id="17440" name="Rectangle 98" descr="밝은 수직선"/>
              <p:cNvSpPr>
                <a:spLocks noChangeArrowheads="1"/>
              </p:cNvSpPr>
              <p:nvPr/>
            </p:nvSpPr>
            <p:spPr bwMode="auto">
              <a:xfrm>
                <a:off x="3312" y="2304"/>
                <a:ext cx="576" cy="96"/>
              </a:xfrm>
              <a:prstGeom prst="rect">
                <a:avLst/>
              </a:prstGeom>
              <a:pattFill prst="ltVert">
                <a:fgClr>
                  <a:schemeClr val="tx1"/>
                </a:fgClr>
                <a:bgClr>
                  <a:schemeClr val="bg1"/>
                </a:bgClr>
              </a:patt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41" name="Rectangle 99"/>
              <p:cNvSpPr>
                <a:spLocks noChangeArrowheads="1"/>
              </p:cNvSpPr>
              <p:nvPr/>
            </p:nvSpPr>
            <p:spPr bwMode="auto">
              <a:xfrm>
                <a:off x="3360" y="2256"/>
                <a:ext cx="480"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42" name="Rectangle 100"/>
              <p:cNvSpPr>
                <a:spLocks noChangeArrowheads="1"/>
              </p:cNvSpPr>
              <p:nvPr/>
            </p:nvSpPr>
            <p:spPr bwMode="auto">
              <a:xfrm>
                <a:off x="3408" y="2208"/>
                <a:ext cx="384" cy="48"/>
              </a:xfrm>
              <a:prstGeom prst="rect">
                <a:avLst/>
              </a:prstGeom>
              <a:solidFill>
                <a:schemeClr val="bg2"/>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43" name="Rectangle 101"/>
              <p:cNvSpPr>
                <a:spLocks noChangeArrowheads="1"/>
              </p:cNvSpPr>
              <p:nvPr/>
            </p:nvSpPr>
            <p:spPr bwMode="auto">
              <a:xfrm>
                <a:off x="3312" y="2400"/>
                <a:ext cx="576"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44" name="Rectangle 102"/>
              <p:cNvSpPr>
                <a:spLocks noChangeArrowheads="1"/>
              </p:cNvSpPr>
              <p:nvPr/>
            </p:nvSpPr>
            <p:spPr bwMode="auto">
              <a:xfrm>
                <a:off x="3456" y="2448"/>
                <a:ext cx="288"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45" name="Rectangle 103" descr="10%"/>
              <p:cNvSpPr>
                <a:spLocks noChangeArrowheads="1"/>
              </p:cNvSpPr>
              <p:nvPr/>
            </p:nvSpPr>
            <p:spPr bwMode="auto">
              <a:xfrm>
                <a:off x="3312" y="2496"/>
                <a:ext cx="576" cy="96"/>
              </a:xfrm>
              <a:prstGeom prst="rect">
                <a:avLst/>
              </a:prstGeom>
              <a:pattFill prst="pct10">
                <a:fgClr>
                  <a:schemeClr val="tx1"/>
                </a:fgClr>
                <a:bgClr>
                  <a:schemeClr val="bg1"/>
                </a:bgClr>
              </a:pattFill>
              <a:ln w="9525">
                <a:pattFill prst="pct10">
                  <a:fgClr>
                    <a:schemeClr val="tx1"/>
                  </a:fgClr>
                  <a:bgClr>
                    <a:schemeClr val="tx1"/>
                  </a:bgClr>
                </a:patt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46" name="Rectangle 104"/>
              <p:cNvSpPr>
                <a:spLocks noChangeArrowheads="1"/>
              </p:cNvSpPr>
              <p:nvPr/>
            </p:nvSpPr>
            <p:spPr bwMode="auto">
              <a:xfrm>
                <a:off x="3547" y="2688"/>
                <a:ext cx="96" cy="28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47" name="Rectangle 105"/>
              <p:cNvSpPr>
                <a:spLocks noChangeArrowheads="1"/>
              </p:cNvSpPr>
              <p:nvPr/>
            </p:nvSpPr>
            <p:spPr bwMode="auto">
              <a:xfrm>
                <a:off x="3307" y="2592"/>
                <a:ext cx="576" cy="57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48" name="Rectangle 106"/>
              <p:cNvSpPr>
                <a:spLocks noChangeArrowheads="1"/>
              </p:cNvSpPr>
              <p:nvPr/>
            </p:nvSpPr>
            <p:spPr bwMode="auto">
              <a:xfrm>
                <a:off x="3527" y="2592"/>
                <a:ext cx="144" cy="57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49" name="Oval 107"/>
              <p:cNvSpPr>
                <a:spLocks noChangeArrowheads="1"/>
              </p:cNvSpPr>
              <p:nvPr/>
            </p:nvSpPr>
            <p:spPr bwMode="auto">
              <a:xfrm>
                <a:off x="3355" y="2880"/>
                <a:ext cx="48" cy="48"/>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50" name="Oval 108"/>
              <p:cNvSpPr>
                <a:spLocks noChangeArrowheads="1"/>
              </p:cNvSpPr>
              <p:nvPr/>
            </p:nvSpPr>
            <p:spPr bwMode="auto">
              <a:xfrm>
                <a:off x="3787" y="2880"/>
                <a:ext cx="48" cy="48"/>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51" name="Oval 109"/>
              <p:cNvSpPr>
                <a:spLocks noChangeArrowheads="1"/>
              </p:cNvSpPr>
              <p:nvPr/>
            </p:nvSpPr>
            <p:spPr bwMode="auto">
              <a:xfrm>
                <a:off x="3355" y="2769"/>
                <a:ext cx="48" cy="48"/>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52" name="Oval 110"/>
              <p:cNvSpPr>
                <a:spLocks noChangeArrowheads="1"/>
              </p:cNvSpPr>
              <p:nvPr/>
            </p:nvSpPr>
            <p:spPr bwMode="auto">
              <a:xfrm>
                <a:off x="3787" y="2769"/>
                <a:ext cx="48" cy="48"/>
              </a:xfrm>
              <a:prstGeom prst="ellipse">
                <a:avLst/>
              </a:prstGeom>
              <a:solidFill>
                <a:schemeClr val="accent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53" name="Rectangle 111"/>
              <p:cNvSpPr>
                <a:spLocks noChangeArrowheads="1"/>
              </p:cNvSpPr>
              <p:nvPr/>
            </p:nvSpPr>
            <p:spPr bwMode="auto">
              <a:xfrm>
                <a:off x="3355" y="2721"/>
                <a:ext cx="48"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54" name="Rectangle 112"/>
              <p:cNvSpPr>
                <a:spLocks noChangeArrowheads="1"/>
              </p:cNvSpPr>
              <p:nvPr/>
            </p:nvSpPr>
            <p:spPr bwMode="auto">
              <a:xfrm>
                <a:off x="3787" y="2721"/>
                <a:ext cx="48"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55" name="Rectangle 113"/>
              <p:cNvSpPr>
                <a:spLocks noChangeArrowheads="1"/>
              </p:cNvSpPr>
              <p:nvPr/>
            </p:nvSpPr>
            <p:spPr bwMode="auto">
              <a:xfrm>
                <a:off x="3547" y="2592"/>
                <a:ext cx="96"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56" name="Freeform 114"/>
              <p:cNvSpPr>
                <a:spLocks/>
              </p:cNvSpPr>
              <p:nvPr/>
            </p:nvSpPr>
            <p:spPr bwMode="auto">
              <a:xfrm>
                <a:off x="3547" y="2976"/>
                <a:ext cx="96" cy="192"/>
              </a:xfrm>
              <a:custGeom>
                <a:avLst/>
                <a:gdLst>
                  <a:gd name="T0" fmla="*/ 0 w 96"/>
                  <a:gd name="T1" fmla="*/ 0 h 192"/>
                  <a:gd name="T2" fmla="*/ 96 w 96"/>
                  <a:gd name="T3" fmla="*/ 48 h 192"/>
                  <a:gd name="T4" fmla="*/ 0 w 96"/>
                  <a:gd name="T5" fmla="*/ 48 h 192"/>
                  <a:gd name="T6" fmla="*/ 96 w 96"/>
                  <a:gd name="T7" fmla="*/ 96 h 192"/>
                  <a:gd name="T8" fmla="*/ 0 w 96"/>
                  <a:gd name="T9" fmla="*/ 96 h 192"/>
                  <a:gd name="T10" fmla="*/ 96 w 96"/>
                  <a:gd name="T11" fmla="*/ 144 h 192"/>
                  <a:gd name="T12" fmla="*/ 0 w 96"/>
                  <a:gd name="T13" fmla="*/ 144 h 192"/>
                  <a:gd name="T14" fmla="*/ 96 w 96"/>
                  <a:gd name="T15" fmla="*/ 192 h 192"/>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192"/>
                  <a:gd name="T26" fmla="*/ 96 w 96"/>
                  <a:gd name="T27" fmla="*/ 192 h 1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192">
                    <a:moveTo>
                      <a:pt x="0" y="0"/>
                    </a:moveTo>
                    <a:cubicBezTo>
                      <a:pt x="48" y="20"/>
                      <a:pt x="96" y="40"/>
                      <a:pt x="96" y="48"/>
                    </a:cubicBezTo>
                    <a:cubicBezTo>
                      <a:pt x="96" y="56"/>
                      <a:pt x="0" y="40"/>
                      <a:pt x="0" y="48"/>
                    </a:cubicBezTo>
                    <a:cubicBezTo>
                      <a:pt x="0" y="56"/>
                      <a:pt x="96" y="88"/>
                      <a:pt x="96" y="96"/>
                    </a:cubicBezTo>
                    <a:cubicBezTo>
                      <a:pt x="96" y="104"/>
                      <a:pt x="0" y="88"/>
                      <a:pt x="0" y="96"/>
                    </a:cubicBezTo>
                    <a:cubicBezTo>
                      <a:pt x="0" y="104"/>
                      <a:pt x="96" y="136"/>
                      <a:pt x="96" y="144"/>
                    </a:cubicBezTo>
                    <a:cubicBezTo>
                      <a:pt x="96" y="152"/>
                      <a:pt x="0" y="136"/>
                      <a:pt x="0" y="144"/>
                    </a:cubicBezTo>
                    <a:cubicBezTo>
                      <a:pt x="0" y="152"/>
                      <a:pt x="80" y="184"/>
                      <a:pt x="96" y="192"/>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57" name="Rectangle 115" descr="25%"/>
              <p:cNvSpPr>
                <a:spLocks noChangeArrowheads="1"/>
              </p:cNvSpPr>
              <p:nvPr/>
            </p:nvSpPr>
            <p:spPr bwMode="auto">
              <a:xfrm>
                <a:off x="3355" y="2928"/>
                <a:ext cx="480" cy="48"/>
              </a:xfrm>
              <a:prstGeom prst="rect">
                <a:avLst/>
              </a:prstGeom>
              <a:pattFill prst="pct25">
                <a:fgClr>
                  <a:schemeClr val="tx2"/>
                </a:fgClr>
                <a:bgClr>
                  <a:schemeClr val="bg1"/>
                </a:bgClr>
              </a:patt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58" name="Rectangle 116"/>
              <p:cNvSpPr>
                <a:spLocks noChangeArrowheads="1"/>
              </p:cNvSpPr>
              <p:nvPr/>
            </p:nvSpPr>
            <p:spPr bwMode="auto">
              <a:xfrm>
                <a:off x="2827" y="2736"/>
                <a:ext cx="432" cy="48"/>
              </a:xfrm>
              <a:prstGeom prst="rect">
                <a:avLst/>
              </a:prstGeom>
              <a:solidFill>
                <a:schemeClr val="bg2"/>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59" name="Rectangle 117"/>
              <p:cNvSpPr>
                <a:spLocks noChangeArrowheads="1"/>
              </p:cNvSpPr>
              <p:nvPr/>
            </p:nvSpPr>
            <p:spPr bwMode="auto">
              <a:xfrm>
                <a:off x="3931" y="2739"/>
                <a:ext cx="432" cy="48"/>
              </a:xfrm>
              <a:prstGeom prst="rect">
                <a:avLst/>
              </a:prstGeom>
              <a:solidFill>
                <a:schemeClr val="bg2"/>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7460" name="Line 118"/>
              <p:cNvSpPr>
                <a:spLocks noChangeShapeType="1"/>
              </p:cNvSpPr>
              <p:nvPr/>
            </p:nvSpPr>
            <p:spPr bwMode="auto">
              <a:xfrm>
                <a:off x="3259" y="2759"/>
                <a:ext cx="1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61" name="Line 119"/>
              <p:cNvSpPr>
                <a:spLocks noChangeShapeType="1"/>
              </p:cNvSpPr>
              <p:nvPr/>
            </p:nvSpPr>
            <p:spPr bwMode="auto">
              <a:xfrm>
                <a:off x="3792" y="2769"/>
                <a:ext cx="1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sp>
          <p:nvSpPr>
            <p:cNvPr id="17439" name="AutoShape 120"/>
            <p:cNvSpPr>
              <a:spLocks noChangeArrowheads="1"/>
            </p:cNvSpPr>
            <p:nvPr/>
          </p:nvSpPr>
          <p:spPr bwMode="auto">
            <a:xfrm>
              <a:off x="2256" y="2928"/>
              <a:ext cx="912" cy="432"/>
            </a:xfrm>
            <a:prstGeom prst="wedgeRoundRectCallout">
              <a:avLst>
                <a:gd name="adj1" fmla="val -90458"/>
                <a:gd name="adj2" fmla="val 72222"/>
                <a:gd name="adj3" fmla="val 16667"/>
              </a:avLst>
            </a:prstGeom>
            <a:solidFill>
              <a:schemeClr val="bg1"/>
            </a:solidFill>
            <a:ln w="9525">
              <a:solidFill>
                <a:schemeClr val="tx1"/>
              </a:solidFill>
              <a:miter lim="800000"/>
              <a:headEnd/>
              <a:tailEnd/>
            </a:ln>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Tiếp</a:t>
              </a:r>
              <a:r>
                <a:rPr lang="en-US" altLang="ko-KR" sz="1000" smtClean="0">
                  <a:latin typeface="Times New Roman" panose="02020603050405020304" pitchFamily="18" charset="0"/>
                  <a:cs typeface="Times New Roman" panose="02020603050405020304" pitchFamily="18" charset="0"/>
                </a:rPr>
                <a:t> </a:t>
              </a:r>
              <a:r>
                <a:rPr lang="en-US" altLang="ko-KR" sz="1000" err="1">
                  <a:latin typeface="Times New Roman" panose="02020603050405020304" pitchFamily="18" charset="0"/>
                  <a:cs typeface="Times New Roman" panose="02020603050405020304" pitchFamily="18" charset="0"/>
                </a:rPr>
                <a:t>điểm</a:t>
              </a:r>
              <a:r>
                <a:rPr lang="en-US" altLang="ko-KR" sz="1000">
                  <a:latin typeface="Times New Roman" panose="02020603050405020304" pitchFamily="18" charset="0"/>
                  <a:cs typeface="Times New Roman" panose="02020603050405020304" pitchFamily="18" charset="0"/>
                </a:rPr>
                <a:t> </a:t>
              </a:r>
              <a:r>
                <a:rPr lang="en-US" altLang="ko-KR" sz="1000" err="1">
                  <a:latin typeface="Times New Roman" panose="02020603050405020304" pitchFamily="18" charset="0"/>
                  <a:cs typeface="Times New Roman" panose="02020603050405020304" pitchFamily="18" charset="0"/>
                </a:rPr>
                <a:t>cố</a:t>
              </a:r>
              <a:r>
                <a:rPr lang="en-US" altLang="ko-KR" sz="100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định</a:t>
              </a:r>
              <a:endParaRPr lang="en-US" altLang="ko-KR" sz="1000" smtClean="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tiếp</a:t>
              </a:r>
              <a:r>
                <a:rPr lang="en-US" altLang="ko-KR" sz="1000" smtClean="0">
                  <a:latin typeface="Times New Roman" panose="02020603050405020304" pitchFamily="18" charset="0"/>
                  <a:cs typeface="Times New Roman" panose="02020603050405020304" pitchFamily="18" charset="0"/>
                </a:rPr>
                <a:t> </a:t>
              </a:r>
              <a:r>
                <a:rPr lang="en-US" altLang="ko-KR" sz="1000" err="1">
                  <a:latin typeface="Times New Roman" panose="02020603050405020304" pitchFamily="18" charset="0"/>
                  <a:cs typeface="Times New Roman" panose="02020603050405020304" pitchFamily="18" charset="0"/>
                </a:rPr>
                <a:t>xúc</a:t>
              </a:r>
              <a:r>
                <a:rPr lang="en-US" altLang="ko-KR" sz="100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với</a:t>
              </a:r>
              <a:endParaRPr lang="en-US" altLang="ko-KR" sz="1000" smtClean="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tiếp</a:t>
              </a:r>
              <a:r>
                <a:rPr lang="en-US" altLang="ko-KR" sz="1000" smtClean="0">
                  <a:latin typeface="Times New Roman" panose="02020603050405020304" pitchFamily="18" charset="0"/>
                  <a:cs typeface="Times New Roman" panose="02020603050405020304" pitchFamily="18" charset="0"/>
                </a:rPr>
                <a:t> </a:t>
              </a:r>
              <a:r>
                <a:rPr lang="en-US" altLang="ko-KR" sz="1000" err="1">
                  <a:latin typeface="Times New Roman" panose="02020603050405020304" pitchFamily="18" charset="0"/>
                  <a:cs typeface="Times New Roman" panose="02020603050405020304" pitchFamily="18" charset="0"/>
                </a:rPr>
                <a:t>điểm</a:t>
              </a:r>
              <a:r>
                <a:rPr lang="en-US" altLang="ko-KR" sz="1000">
                  <a:latin typeface="Times New Roman" panose="02020603050405020304" pitchFamily="18" charset="0"/>
                  <a:cs typeface="Times New Roman" panose="02020603050405020304" pitchFamily="18" charset="0"/>
                </a:rPr>
                <a:t> di </a:t>
              </a:r>
              <a:r>
                <a:rPr lang="en-US" altLang="ko-KR" sz="1000" err="1">
                  <a:latin typeface="Times New Roman" panose="02020603050405020304" pitchFamily="18" charset="0"/>
                  <a:cs typeface="Times New Roman" panose="02020603050405020304" pitchFamily="18" charset="0"/>
                </a:rPr>
                <a:t>động</a:t>
              </a:r>
              <a:endParaRPr lang="ko-KR" altLang="en-US" sz="1000">
                <a:latin typeface="Times New Roman" panose="02020603050405020304" pitchFamily="18" charset="0"/>
                <a:cs typeface="Times New Roman" panose="02020603050405020304" pitchFamily="18" charset="0"/>
              </a:endParaRPr>
            </a:p>
          </p:txBody>
        </p:sp>
      </p:grpSp>
      <p:grpSp>
        <p:nvGrpSpPr>
          <p:cNvPr id="17414" name="Group 121"/>
          <p:cNvGrpSpPr>
            <a:grpSpLocks/>
          </p:cNvGrpSpPr>
          <p:nvPr/>
        </p:nvGrpSpPr>
        <p:grpSpPr bwMode="auto">
          <a:xfrm>
            <a:off x="920750" y="2336800"/>
            <a:ext cx="908050" cy="228600"/>
            <a:chOff x="288" y="4992"/>
            <a:chExt cx="240" cy="96"/>
          </a:xfrm>
        </p:grpSpPr>
        <p:grpSp>
          <p:nvGrpSpPr>
            <p:cNvPr id="17427" name="Group 122"/>
            <p:cNvGrpSpPr>
              <a:grpSpLocks/>
            </p:cNvGrpSpPr>
            <p:nvPr/>
          </p:nvGrpSpPr>
          <p:grpSpPr bwMode="auto">
            <a:xfrm>
              <a:off x="288" y="4992"/>
              <a:ext cx="96" cy="96"/>
              <a:chOff x="288" y="4992"/>
              <a:chExt cx="96" cy="96"/>
            </a:xfrm>
          </p:grpSpPr>
          <p:sp>
            <p:nvSpPr>
              <p:cNvPr id="17431" name="Line 123"/>
              <p:cNvSpPr>
                <a:spLocks noChangeShapeType="1"/>
              </p:cNvSpPr>
              <p:nvPr/>
            </p:nvSpPr>
            <p:spPr bwMode="auto">
              <a:xfrm>
                <a:off x="288" y="5040"/>
                <a:ext cx="9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32" name="Line 124"/>
              <p:cNvSpPr>
                <a:spLocks noChangeShapeType="1"/>
              </p:cNvSpPr>
              <p:nvPr/>
            </p:nvSpPr>
            <p:spPr bwMode="auto">
              <a:xfrm>
                <a:off x="384" y="4992"/>
                <a:ext cx="0"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7428" name="Group 125"/>
            <p:cNvGrpSpPr>
              <a:grpSpLocks/>
            </p:cNvGrpSpPr>
            <p:nvPr/>
          </p:nvGrpSpPr>
          <p:grpSpPr bwMode="auto">
            <a:xfrm flipH="1">
              <a:off x="432" y="4992"/>
              <a:ext cx="96" cy="96"/>
              <a:chOff x="288" y="4992"/>
              <a:chExt cx="96" cy="96"/>
            </a:xfrm>
          </p:grpSpPr>
          <p:sp>
            <p:nvSpPr>
              <p:cNvPr id="17429" name="Line 126"/>
              <p:cNvSpPr>
                <a:spLocks noChangeShapeType="1"/>
              </p:cNvSpPr>
              <p:nvPr/>
            </p:nvSpPr>
            <p:spPr bwMode="auto">
              <a:xfrm>
                <a:off x="288" y="5040"/>
                <a:ext cx="9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30" name="Line 127"/>
              <p:cNvSpPr>
                <a:spLocks noChangeShapeType="1"/>
              </p:cNvSpPr>
              <p:nvPr/>
            </p:nvSpPr>
            <p:spPr bwMode="auto">
              <a:xfrm>
                <a:off x="384" y="4992"/>
                <a:ext cx="0"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grpSp>
        <p:nvGrpSpPr>
          <p:cNvPr id="17415" name="Group 128"/>
          <p:cNvGrpSpPr>
            <a:grpSpLocks/>
          </p:cNvGrpSpPr>
          <p:nvPr/>
        </p:nvGrpSpPr>
        <p:grpSpPr bwMode="auto">
          <a:xfrm>
            <a:off x="841375" y="4856163"/>
            <a:ext cx="908050" cy="228600"/>
            <a:chOff x="1008" y="5040"/>
            <a:chExt cx="240" cy="96"/>
          </a:xfrm>
        </p:grpSpPr>
        <p:grpSp>
          <p:nvGrpSpPr>
            <p:cNvPr id="17419" name="Group 129"/>
            <p:cNvGrpSpPr>
              <a:grpSpLocks/>
            </p:cNvGrpSpPr>
            <p:nvPr/>
          </p:nvGrpSpPr>
          <p:grpSpPr bwMode="auto">
            <a:xfrm>
              <a:off x="1008" y="5040"/>
              <a:ext cx="240" cy="96"/>
              <a:chOff x="288" y="4992"/>
              <a:chExt cx="240" cy="96"/>
            </a:xfrm>
          </p:grpSpPr>
          <p:grpSp>
            <p:nvGrpSpPr>
              <p:cNvPr id="17421" name="Group 130"/>
              <p:cNvGrpSpPr>
                <a:grpSpLocks/>
              </p:cNvGrpSpPr>
              <p:nvPr/>
            </p:nvGrpSpPr>
            <p:grpSpPr bwMode="auto">
              <a:xfrm>
                <a:off x="288" y="4992"/>
                <a:ext cx="96" cy="96"/>
                <a:chOff x="288" y="4992"/>
                <a:chExt cx="96" cy="96"/>
              </a:xfrm>
            </p:grpSpPr>
            <p:sp>
              <p:nvSpPr>
                <p:cNvPr id="17425" name="Line 131"/>
                <p:cNvSpPr>
                  <a:spLocks noChangeShapeType="1"/>
                </p:cNvSpPr>
                <p:nvPr/>
              </p:nvSpPr>
              <p:spPr bwMode="auto">
                <a:xfrm>
                  <a:off x="288" y="5040"/>
                  <a:ext cx="9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26" name="Line 132"/>
                <p:cNvSpPr>
                  <a:spLocks noChangeShapeType="1"/>
                </p:cNvSpPr>
                <p:nvPr/>
              </p:nvSpPr>
              <p:spPr bwMode="auto">
                <a:xfrm>
                  <a:off x="384" y="4992"/>
                  <a:ext cx="0"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7422" name="Group 133"/>
              <p:cNvGrpSpPr>
                <a:grpSpLocks/>
              </p:cNvGrpSpPr>
              <p:nvPr/>
            </p:nvGrpSpPr>
            <p:grpSpPr bwMode="auto">
              <a:xfrm flipH="1">
                <a:off x="432" y="4992"/>
                <a:ext cx="96" cy="96"/>
                <a:chOff x="288" y="4992"/>
                <a:chExt cx="96" cy="96"/>
              </a:xfrm>
            </p:grpSpPr>
            <p:sp>
              <p:nvSpPr>
                <p:cNvPr id="17423" name="Line 134"/>
                <p:cNvSpPr>
                  <a:spLocks noChangeShapeType="1"/>
                </p:cNvSpPr>
                <p:nvPr/>
              </p:nvSpPr>
              <p:spPr bwMode="auto">
                <a:xfrm>
                  <a:off x="288" y="5040"/>
                  <a:ext cx="9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424" name="Line 135"/>
                <p:cNvSpPr>
                  <a:spLocks noChangeShapeType="1"/>
                </p:cNvSpPr>
                <p:nvPr/>
              </p:nvSpPr>
              <p:spPr bwMode="auto">
                <a:xfrm>
                  <a:off x="384" y="4992"/>
                  <a:ext cx="0"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sp>
          <p:nvSpPr>
            <p:cNvPr id="17420" name="Line 136"/>
            <p:cNvSpPr>
              <a:spLocks noChangeShapeType="1"/>
            </p:cNvSpPr>
            <p:nvPr/>
          </p:nvSpPr>
          <p:spPr bwMode="auto">
            <a:xfrm flipH="1">
              <a:off x="1056" y="5040"/>
              <a:ext cx="144"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sp>
        <p:nvSpPr>
          <p:cNvPr id="17416" name="Rectangle 137"/>
          <p:cNvSpPr>
            <a:spLocks noChangeArrowheads="1"/>
          </p:cNvSpPr>
          <p:nvPr/>
        </p:nvSpPr>
        <p:spPr bwMode="auto">
          <a:xfrm>
            <a:off x="481702" y="657225"/>
            <a:ext cx="1965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400" b="1">
                <a:latin typeface="Times New Roman" panose="02020603050405020304" pitchFamily="18" charset="0"/>
                <a:cs typeface="Times New Roman" panose="02020603050405020304" pitchFamily="18" charset="0"/>
              </a:rPr>
              <a:t>1-2. </a:t>
            </a:r>
            <a:r>
              <a:rPr lang="en-US" altLang="ko-KR" sz="1400" b="1" err="1" smtClean="0">
                <a:latin typeface="Times New Roman" panose="02020603050405020304" pitchFamily="18" charset="0"/>
                <a:cs typeface="Times New Roman" panose="02020603050405020304" pitchFamily="18" charset="0"/>
              </a:rPr>
              <a:t>Tìm</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hiểu</a:t>
            </a:r>
            <a:r>
              <a:rPr lang="en-US" altLang="ko-KR" sz="1400" b="1" smtClean="0">
                <a:latin typeface="Times New Roman" panose="02020603050405020304" pitchFamily="18" charset="0"/>
                <a:cs typeface="Times New Roman" panose="02020603050405020304" pitchFamily="18" charset="0"/>
              </a:rPr>
              <a:t> Sequence</a:t>
            </a:r>
            <a:endParaRPr lang="ko-KR" altLang="en-US" sz="1400" b="1">
              <a:latin typeface="Times New Roman" panose="02020603050405020304" pitchFamily="18" charset="0"/>
              <a:cs typeface="Times New Roman" panose="02020603050405020304" pitchFamily="18" charset="0"/>
            </a:endParaRPr>
          </a:p>
        </p:txBody>
      </p:sp>
      <p:sp>
        <p:nvSpPr>
          <p:cNvPr id="17417" name="Rectangle 139"/>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17418" name="Rectangle 140"/>
          <p:cNvSpPr>
            <a:spLocks noChangeArrowheads="1"/>
          </p:cNvSpPr>
          <p:nvPr/>
        </p:nvSpPr>
        <p:spPr bwMode="auto">
          <a:xfrm>
            <a:off x="8462621" y="77788"/>
            <a:ext cx="151515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vi-VN" altLang="ko-KR" sz="1600" b="1" smtClean="0">
                <a:latin typeface="Times New Roman" panose="02020603050405020304" pitchFamily="18" charset="0"/>
                <a:cs typeface="Times New Roman" panose="02020603050405020304" pitchFamily="18" charset="0"/>
              </a:rPr>
              <a:t>1. Sơ lược PLC</a:t>
            </a:r>
            <a:endParaRPr lang="ko-KR" altLang="en-US" sz="1600" b="1">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3"/>
          <p:cNvSpPr>
            <a:spLocks noChangeArrowheads="1"/>
          </p:cNvSpPr>
          <p:nvPr/>
        </p:nvSpPr>
        <p:spPr bwMode="auto">
          <a:xfrm>
            <a:off x="438150" y="728663"/>
            <a:ext cx="8978900"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b="1">
                <a:solidFill>
                  <a:srgbClr val="404040"/>
                </a:solidFill>
                <a:latin typeface="Times New Roman" panose="02020603050405020304" pitchFamily="18" charset="0"/>
                <a:cs typeface="Times New Roman" panose="02020603050405020304" pitchFamily="18" charset="0"/>
              </a:rPr>
              <a:t>③ </a:t>
            </a:r>
            <a:r>
              <a:rPr lang="en-US" altLang="ko-KR" sz="1200" b="1" err="1" smtClean="0">
                <a:solidFill>
                  <a:srgbClr val="404040"/>
                </a:solidFill>
                <a:latin typeface="Times New Roman" panose="02020603050405020304" pitchFamily="18" charset="0"/>
                <a:cs typeface="Times New Roman" panose="02020603050405020304" pitchFamily="18" charset="0"/>
              </a:rPr>
              <a:t>Tiếp</a:t>
            </a:r>
            <a:r>
              <a:rPr lang="en-US" altLang="ko-KR" sz="1200" b="1" smtClean="0">
                <a:solidFill>
                  <a:srgbClr val="404040"/>
                </a:solidFill>
                <a:latin typeface="Times New Roman" panose="02020603050405020304" pitchFamily="18" charset="0"/>
                <a:cs typeface="Times New Roman" panose="02020603050405020304" pitchFamily="18" charset="0"/>
              </a:rPr>
              <a:t> </a:t>
            </a:r>
            <a:r>
              <a:rPr lang="en-US" altLang="ko-KR" sz="1200" b="1" err="1" smtClean="0">
                <a:solidFill>
                  <a:srgbClr val="404040"/>
                </a:solidFill>
                <a:latin typeface="Times New Roman" panose="02020603050405020304" pitchFamily="18" charset="0"/>
                <a:cs typeface="Times New Roman" panose="02020603050405020304" pitchFamily="18" charset="0"/>
              </a:rPr>
              <a:t>điểm</a:t>
            </a:r>
            <a:r>
              <a:rPr lang="en-US" altLang="ko-KR" sz="1200" b="1" smtClean="0">
                <a:solidFill>
                  <a:srgbClr val="404040"/>
                </a:solidFill>
                <a:latin typeface="Times New Roman" panose="02020603050405020304" pitchFamily="18" charset="0"/>
                <a:cs typeface="Times New Roman" panose="02020603050405020304" pitchFamily="18" charset="0"/>
              </a:rPr>
              <a:t> C </a:t>
            </a:r>
            <a:endParaRPr lang="ko-KR" altLang="en-US" sz="1200" b="1" smtClean="0">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C </a:t>
            </a:r>
            <a:r>
              <a:rPr lang="en-US" altLang="ko-KR" sz="1200" err="1" smtClean="0">
                <a:solidFill>
                  <a:srgbClr val="404040"/>
                </a:solidFill>
                <a:latin typeface="Times New Roman" panose="02020603050405020304" pitchFamily="18" charset="0"/>
                <a:cs typeface="Times New Roman" panose="02020603050405020304" pitchFamily="18" charset="0"/>
              </a:rPr>
              <a:t>là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chuyển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đổi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dùng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chung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của</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A </a:t>
            </a:r>
            <a:r>
              <a:rPr lang="en-US" altLang="ko-KR" sz="1200" err="1" smtClean="0">
                <a:solidFill>
                  <a:srgbClr val="404040"/>
                </a:solidFill>
                <a:latin typeface="Times New Roman" panose="02020603050405020304" pitchFamily="18" charset="0"/>
                <a:cs typeface="Times New Roman" panose="02020603050405020304" pitchFamily="18" charset="0"/>
              </a:rPr>
              <a:t>và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B, </a:t>
            </a:r>
            <a:r>
              <a:rPr lang="en-US" altLang="ko-KR" sz="1200" err="1" smtClean="0">
                <a:solidFill>
                  <a:srgbClr val="404040"/>
                </a:solidFill>
                <a:latin typeface="Times New Roman" panose="02020603050405020304" pitchFamily="18" charset="0"/>
                <a:cs typeface="Times New Roman" panose="02020603050405020304" pitchFamily="18" charset="0"/>
              </a:rPr>
              <a:t>ví</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dụ</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của</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C – </a:t>
            </a:r>
            <a:r>
              <a:rPr lang="en-US" altLang="ko-KR" sz="1200" err="1" smtClean="0">
                <a:solidFill>
                  <a:srgbClr val="404040"/>
                </a:solidFill>
                <a:latin typeface="Times New Roman" panose="02020603050405020304" pitchFamily="18" charset="0"/>
                <a:cs typeface="Times New Roman" panose="02020603050405020304" pitchFamily="18" charset="0"/>
              </a:rPr>
              <a:t>cấu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tạo</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tiêu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biểu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của</a:t>
            </a:r>
            <a:r>
              <a:rPr lang="en-US" altLang="ko-KR" sz="1200" smtClean="0">
                <a:solidFill>
                  <a:srgbClr val="404040"/>
                </a:solidFill>
                <a:latin typeface="Times New Roman" panose="02020603050405020304" pitchFamily="18" charset="0"/>
                <a:cs typeface="Times New Roman" panose="02020603050405020304" pitchFamily="18" charset="0"/>
              </a:rPr>
              <a:t> Relay </a:t>
            </a:r>
            <a:r>
              <a:rPr lang="en-US" altLang="ko-KR" sz="1200" err="1" smtClean="0">
                <a:solidFill>
                  <a:srgbClr val="404040"/>
                </a:solidFill>
                <a:latin typeface="Times New Roman" panose="02020603050405020304" pitchFamily="18" charset="0"/>
                <a:cs typeface="Times New Roman" panose="02020603050405020304" pitchFamily="18" charset="0"/>
              </a:rPr>
              <a:t>điện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tử</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hình</a:t>
            </a:r>
            <a:r>
              <a:rPr lang="en-US" altLang="ko-KR" sz="1200" smtClean="0">
                <a:solidFill>
                  <a:srgbClr val="404040"/>
                </a:solidFill>
                <a:latin typeface="Times New Roman" panose="02020603050405020304" pitchFamily="18" charset="0"/>
                <a:cs typeface="Times New Roman" panose="02020603050405020304" pitchFamily="18" charset="0"/>
              </a:rPr>
              <a:t> 1-3, </a:t>
            </a:r>
            <a:r>
              <a:rPr lang="en-US" altLang="ko-KR" sz="1200" err="1" smtClean="0">
                <a:solidFill>
                  <a:srgbClr val="404040"/>
                </a:solidFill>
                <a:latin typeface="Times New Roman" panose="02020603050405020304" pitchFamily="18" charset="0"/>
                <a:cs typeface="Times New Roman" panose="02020603050405020304" pitchFamily="18" charset="0"/>
              </a:rPr>
              <a:t>hình</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thái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của</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di </a:t>
            </a:r>
            <a:r>
              <a:rPr lang="en-US" altLang="ko-KR" sz="1200" err="1" smtClean="0">
                <a:solidFill>
                  <a:srgbClr val="404040"/>
                </a:solidFill>
                <a:latin typeface="Times New Roman" panose="02020603050405020304" pitchFamily="18" charset="0"/>
                <a:cs typeface="Times New Roman" panose="02020603050405020304" pitchFamily="18" charset="0"/>
              </a:rPr>
              <a:t>động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xúc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với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B.</a:t>
            </a:r>
            <a:endParaRPr lang="en-US" altLang="ko-KR" sz="1200">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solidFill>
                  <a:srgbClr val="404040"/>
                </a:solidFill>
                <a:latin typeface="Times New Roman" panose="02020603050405020304" pitchFamily="18" charset="0"/>
                <a:cs typeface="Times New Roman" panose="02020603050405020304" pitchFamily="18" charset="0"/>
              </a:rPr>
              <a:t>Nếu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cho</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dòng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điện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vào</a:t>
            </a:r>
            <a:r>
              <a:rPr lang="en-US" altLang="ko-KR" sz="1200" smtClean="0">
                <a:solidFill>
                  <a:srgbClr val="404040"/>
                </a:solidFill>
                <a:latin typeface="Times New Roman" panose="02020603050405020304" pitchFamily="18" charset="0"/>
                <a:cs typeface="Times New Roman" panose="02020603050405020304" pitchFamily="18" charset="0"/>
              </a:rPr>
              <a:t> coil </a:t>
            </a:r>
            <a:r>
              <a:rPr lang="en-US" altLang="ko-KR" sz="1200" err="1" smtClean="0">
                <a:solidFill>
                  <a:srgbClr val="404040"/>
                </a:solidFill>
                <a:latin typeface="Times New Roman" panose="02020603050405020304" pitchFamily="18" charset="0"/>
                <a:cs typeface="Times New Roman" panose="02020603050405020304" pitchFamily="18" charset="0"/>
              </a:rPr>
              <a:t>của</a:t>
            </a:r>
            <a:r>
              <a:rPr lang="en-US" altLang="ko-KR" sz="1200" smtClean="0">
                <a:solidFill>
                  <a:srgbClr val="404040"/>
                </a:solidFill>
                <a:latin typeface="Times New Roman" panose="02020603050405020304" pitchFamily="18" charset="0"/>
                <a:cs typeface="Times New Roman" panose="02020603050405020304" pitchFamily="18" charset="0"/>
              </a:rPr>
              <a:t> relay </a:t>
            </a:r>
            <a:r>
              <a:rPr lang="en-US" altLang="ko-KR" sz="1200" err="1" smtClean="0">
                <a:solidFill>
                  <a:srgbClr val="404040"/>
                </a:solidFill>
                <a:latin typeface="Times New Roman" panose="02020603050405020304" pitchFamily="18" charset="0"/>
                <a:cs typeface="Times New Roman" panose="02020603050405020304" pitchFamily="18" charset="0"/>
              </a:rPr>
              <a:t>điện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tử</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này</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di </a:t>
            </a:r>
            <a:r>
              <a:rPr lang="en-US" altLang="ko-KR" sz="1200" err="1" smtClean="0">
                <a:solidFill>
                  <a:srgbClr val="404040"/>
                </a:solidFill>
                <a:latin typeface="Times New Roman" panose="02020603050405020304" pitchFamily="18" charset="0"/>
                <a:cs typeface="Times New Roman" panose="02020603050405020304" pitchFamily="18" charset="0"/>
              </a:rPr>
              <a:t>động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tách</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khỏi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cố</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định</a:t>
            </a:r>
            <a:r>
              <a:rPr lang="en-US" altLang="ko-KR" sz="1200" smtClean="0">
                <a:solidFill>
                  <a:srgbClr val="404040"/>
                </a:solidFill>
                <a:latin typeface="Times New Roman" panose="02020603050405020304" pitchFamily="18" charset="0"/>
                <a:cs typeface="Times New Roman" panose="02020603050405020304" pitchFamily="18" charset="0"/>
              </a:rPr>
              <a:t> B </a:t>
            </a:r>
            <a:r>
              <a:rPr lang="en-US" altLang="ko-KR" sz="1200" err="1" smtClean="0">
                <a:solidFill>
                  <a:srgbClr val="404040"/>
                </a:solidFill>
                <a:latin typeface="Times New Roman" panose="02020603050405020304" pitchFamily="18" charset="0"/>
                <a:cs typeface="Times New Roman" panose="02020603050405020304" pitchFamily="18" charset="0"/>
              </a:rPr>
              <a:t>và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nối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với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A.</a:t>
            </a:r>
            <a:endParaRPr lang="en-US" altLang="ko-KR" sz="1200">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di </a:t>
            </a:r>
            <a:r>
              <a:rPr lang="en-US" altLang="ko-KR" sz="1200" err="1" smtClean="0">
                <a:solidFill>
                  <a:srgbClr val="404040"/>
                </a:solidFill>
                <a:latin typeface="Times New Roman" panose="02020603050405020304" pitchFamily="18" charset="0"/>
                <a:cs typeface="Times New Roman" panose="02020603050405020304" pitchFamily="18" charset="0"/>
              </a:rPr>
              <a:t>động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nối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với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A hay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B </a:t>
            </a:r>
            <a:r>
              <a:rPr lang="en-US" altLang="ko-KR" sz="1200" err="1" smtClean="0">
                <a:solidFill>
                  <a:srgbClr val="404040"/>
                </a:solidFill>
                <a:latin typeface="Times New Roman" panose="02020603050405020304" pitchFamily="18" charset="0"/>
                <a:cs typeface="Times New Roman" panose="02020603050405020304" pitchFamily="18" charset="0"/>
              </a:rPr>
              <a:t>bằng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lực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tác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động</a:t>
            </a:r>
            <a:r>
              <a:rPr lang="en-US" altLang="ko-KR" sz="1200" smtClean="0">
                <a:solidFill>
                  <a:srgbClr val="404040"/>
                </a:solidFill>
                <a:latin typeface="Times New Roman" panose="02020603050405020304" pitchFamily="18" charset="0"/>
                <a:cs typeface="Times New Roman" panose="02020603050405020304" pitchFamily="18" charset="0"/>
              </a:rPr>
              <a:t> -&gt;  </a:t>
            </a:r>
            <a:r>
              <a:rPr lang="en-US" altLang="ko-KR" sz="1200" err="1" smtClean="0">
                <a:solidFill>
                  <a:srgbClr val="404040"/>
                </a:solidFill>
                <a:latin typeface="Times New Roman" panose="02020603050405020304" pitchFamily="18" charset="0"/>
                <a:cs typeface="Times New Roman" panose="02020603050405020304" pitchFamily="18" charset="0"/>
              </a:rPr>
              <a:t>chuyển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đổi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tín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hiệu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nghĩa</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tiếp</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điểm</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chuyển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được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gọi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là</a:t>
            </a:r>
            <a:r>
              <a:rPr lang="en-US" altLang="ko-KR" sz="1200" smtClean="0">
                <a:solidFill>
                  <a:srgbClr val="404040"/>
                </a:solidFill>
                <a:latin typeface="Times New Roman" panose="02020603050405020304" pitchFamily="18" charset="0"/>
                <a:cs typeface="Times New Roman" panose="02020603050405020304" pitchFamily="18" charset="0"/>
              </a:rPr>
              <a:t> Transfer Contact.</a:t>
            </a:r>
            <a:endParaRPr lang="en-US" altLang="ko-KR" sz="1200">
              <a:latin typeface="Times New Roman" panose="02020603050405020304" pitchFamily="18" charset="0"/>
              <a:cs typeface="Times New Roman" panose="02020603050405020304" pitchFamily="18" charset="0"/>
            </a:endParaRPr>
          </a:p>
        </p:txBody>
      </p:sp>
      <p:sp>
        <p:nvSpPr>
          <p:cNvPr id="18435" name="Text Box 5"/>
          <p:cNvSpPr txBox="1">
            <a:spLocks noChangeArrowheads="1"/>
          </p:cNvSpPr>
          <p:nvPr/>
        </p:nvSpPr>
        <p:spPr bwMode="auto">
          <a:xfrm>
            <a:off x="6873875" y="5597525"/>
            <a:ext cx="8947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(b) </a:t>
            </a:r>
            <a:r>
              <a:rPr lang="en-US" altLang="ko-KR" sz="1200" err="1" smtClean="0">
                <a:latin typeface="Times New Roman" panose="02020603050405020304" pitchFamily="18" charset="0"/>
                <a:cs typeface="Times New Roman" panose="02020603050405020304" pitchFamily="18" charset="0"/>
              </a:rPr>
              <a:t>Ký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endParaRPr lang="ko-KR" altLang="en-US" sz="1200">
              <a:latin typeface="Times New Roman" panose="02020603050405020304" pitchFamily="18" charset="0"/>
              <a:cs typeface="Times New Roman" panose="02020603050405020304" pitchFamily="18" charset="0"/>
            </a:endParaRPr>
          </a:p>
        </p:txBody>
      </p:sp>
      <p:sp>
        <p:nvSpPr>
          <p:cNvPr id="18436" name="Text Box 6"/>
          <p:cNvSpPr txBox="1">
            <a:spLocks noChangeArrowheads="1"/>
          </p:cNvSpPr>
          <p:nvPr/>
        </p:nvSpPr>
        <p:spPr bwMode="auto">
          <a:xfrm>
            <a:off x="3908425" y="6034088"/>
            <a:ext cx="16801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smtClean="0">
                <a:latin typeface="Times New Roman" panose="02020603050405020304" pitchFamily="18" charset="0"/>
                <a:cs typeface="Times New Roman" panose="02020603050405020304" pitchFamily="18" charset="0"/>
              </a:rPr>
              <a:t>[</a:t>
            </a:r>
            <a:r>
              <a:rPr lang="en-US" altLang="ko-KR" sz="1200" err="1" smtClean="0">
                <a:latin typeface="Times New Roman" panose="02020603050405020304" pitchFamily="18" charset="0"/>
                <a:cs typeface="Times New Roman" panose="02020603050405020304" pitchFamily="18" charset="0"/>
              </a:rPr>
              <a:t>Hình</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1-3]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C </a:t>
            </a:r>
            <a:endParaRPr lang="ko-KR" altLang="en-US" sz="1200">
              <a:latin typeface="Times New Roman" panose="02020603050405020304" pitchFamily="18" charset="0"/>
              <a:cs typeface="Times New Roman" panose="02020603050405020304" pitchFamily="18" charset="0"/>
            </a:endParaRPr>
          </a:p>
        </p:txBody>
      </p:sp>
      <p:grpSp>
        <p:nvGrpSpPr>
          <p:cNvPr id="18437" name="Group 110"/>
          <p:cNvGrpSpPr>
            <a:grpSpLocks/>
          </p:cNvGrpSpPr>
          <p:nvPr/>
        </p:nvGrpSpPr>
        <p:grpSpPr bwMode="auto">
          <a:xfrm>
            <a:off x="6321425" y="3897313"/>
            <a:ext cx="1941513" cy="1252537"/>
            <a:chOff x="4551" y="2455"/>
            <a:chExt cx="1223" cy="789"/>
          </a:xfrm>
        </p:grpSpPr>
        <p:sp>
          <p:nvSpPr>
            <p:cNvPr id="18536" name="Oval 8"/>
            <p:cNvSpPr>
              <a:spLocks noChangeArrowheads="1"/>
            </p:cNvSpPr>
            <p:nvPr/>
          </p:nvSpPr>
          <p:spPr bwMode="auto">
            <a:xfrm>
              <a:off x="4967" y="2956"/>
              <a:ext cx="312" cy="28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smtClean="0">
                  <a:latin typeface="Times New Roman" panose="02020603050405020304" pitchFamily="18" charset="0"/>
                  <a:cs typeface="Times New Roman" panose="02020603050405020304" pitchFamily="18" charset="0"/>
                </a:rPr>
                <a:t>Coil</a:t>
              </a:r>
              <a:endParaRPr lang="ko-KR" altLang="en-US" sz="1400">
                <a:latin typeface="Times New Roman" panose="02020603050405020304" pitchFamily="18" charset="0"/>
                <a:cs typeface="Times New Roman" panose="02020603050405020304" pitchFamily="18" charset="0"/>
              </a:endParaRPr>
            </a:p>
          </p:txBody>
        </p:sp>
        <p:sp>
          <p:nvSpPr>
            <p:cNvPr id="18537" name="Line 9"/>
            <p:cNvSpPr>
              <a:spLocks noChangeShapeType="1"/>
            </p:cNvSpPr>
            <p:nvPr/>
          </p:nvSpPr>
          <p:spPr bwMode="auto">
            <a:xfrm>
              <a:off x="4551" y="3100"/>
              <a:ext cx="41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38" name="Line 10"/>
            <p:cNvSpPr>
              <a:spLocks noChangeShapeType="1"/>
            </p:cNvSpPr>
            <p:nvPr/>
          </p:nvSpPr>
          <p:spPr bwMode="auto">
            <a:xfrm>
              <a:off x="5279" y="3100"/>
              <a:ext cx="46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39" name="Line 11"/>
            <p:cNvSpPr>
              <a:spLocks noChangeShapeType="1"/>
            </p:cNvSpPr>
            <p:nvPr/>
          </p:nvSpPr>
          <p:spPr bwMode="auto">
            <a:xfrm>
              <a:off x="5186" y="2716"/>
              <a:ext cx="5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40" name="Line 12"/>
            <p:cNvSpPr>
              <a:spLocks noChangeShapeType="1"/>
            </p:cNvSpPr>
            <p:nvPr/>
          </p:nvSpPr>
          <p:spPr bwMode="auto">
            <a:xfrm>
              <a:off x="5202" y="2475"/>
              <a:ext cx="5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41" name="Line 13"/>
            <p:cNvSpPr>
              <a:spLocks noChangeShapeType="1"/>
            </p:cNvSpPr>
            <p:nvPr/>
          </p:nvSpPr>
          <p:spPr bwMode="auto">
            <a:xfrm>
              <a:off x="4551" y="2624"/>
              <a:ext cx="41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42" name="Line 14"/>
            <p:cNvSpPr>
              <a:spLocks noChangeShapeType="1"/>
            </p:cNvSpPr>
            <p:nvPr/>
          </p:nvSpPr>
          <p:spPr bwMode="auto">
            <a:xfrm flipV="1">
              <a:off x="5019" y="2480"/>
              <a:ext cx="208"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43" name="Oval 15"/>
            <p:cNvSpPr>
              <a:spLocks noChangeArrowheads="1"/>
            </p:cNvSpPr>
            <p:nvPr/>
          </p:nvSpPr>
          <p:spPr bwMode="auto">
            <a:xfrm>
              <a:off x="4972" y="2604"/>
              <a:ext cx="52"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44" name="Oval 16"/>
            <p:cNvSpPr>
              <a:spLocks noChangeArrowheads="1"/>
            </p:cNvSpPr>
            <p:nvPr/>
          </p:nvSpPr>
          <p:spPr bwMode="auto">
            <a:xfrm>
              <a:off x="5170" y="2696"/>
              <a:ext cx="52"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45" name="Oval 17"/>
            <p:cNvSpPr>
              <a:spLocks noChangeArrowheads="1"/>
            </p:cNvSpPr>
            <p:nvPr/>
          </p:nvSpPr>
          <p:spPr bwMode="auto">
            <a:xfrm>
              <a:off x="5170" y="2455"/>
              <a:ext cx="52"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46" name="Line 18"/>
            <p:cNvSpPr>
              <a:spLocks noChangeShapeType="1"/>
            </p:cNvSpPr>
            <p:nvPr/>
          </p:nvSpPr>
          <p:spPr bwMode="auto">
            <a:xfrm>
              <a:off x="5112" y="2566"/>
              <a:ext cx="0" cy="384"/>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sp>
        <p:nvSpPr>
          <p:cNvPr id="18438" name="Text Box 4"/>
          <p:cNvSpPr txBox="1">
            <a:spLocks noChangeArrowheads="1"/>
          </p:cNvSpPr>
          <p:nvPr/>
        </p:nvSpPr>
        <p:spPr bwMode="auto">
          <a:xfrm>
            <a:off x="2613025" y="5599113"/>
            <a:ext cx="9220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(a) </a:t>
            </a:r>
            <a:r>
              <a:rPr lang="en-US" altLang="ko-KR" sz="1200" err="1" smtClean="0">
                <a:latin typeface="Times New Roman" panose="02020603050405020304" pitchFamily="18" charset="0"/>
                <a:cs typeface="Times New Roman" panose="02020603050405020304" pitchFamily="18" charset="0"/>
              </a:rPr>
              <a:t>Cấu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trúc</a:t>
            </a:r>
            <a:endParaRPr lang="ko-KR" altLang="en-US" sz="1200">
              <a:latin typeface="Times New Roman" panose="02020603050405020304" pitchFamily="18" charset="0"/>
              <a:cs typeface="Times New Roman" panose="02020603050405020304" pitchFamily="18" charset="0"/>
            </a:endParaRPr>
          </a:p>
        </p:txBody>
      </p:sp>
      <p:grpSp>
        <p:nvGrpSpPr>
          <p:cNvPr id="18439" name="Group 112"/>
          <p:cNvGrpSpPr>
            <a:grpSpLocks/>
          </p:cNvGrpSpPr>
          <p:nvPr/>
        </p:nvGrpSpPr>
        <p:grpSpPr bwMode="auto">
          <a:xfrm>
            <a:off x="992188" y="3068638"/>
            <a:ext cx="5039711" cy="2124075"/>
            <a:chOff x="1691" y="2047"/>
            <a:chExt cx="2707" cy="1353"/>
          </a:xfrm>
        </p:grpSpPr>
        <p:sp>
          <p:nvSpPr>
            <p:cNvPr id="18465" name="AutoShape 7"/>
            <p:cNvSpPr>
              <a:spLocks noChangeArrowheads="1"/>
            </p:cNvSpPr>
            <p:nvPr/>
          </p:nvSpPr>
          <p:spPr bwMode="auto">
            <a:xfrm>
              <a:off x="3453" y="3257"/>
              <a:ext cx="552" cy="143"/>
            </a:xfrm>
            <a:prstGeom prst="wedgeRoundRectCallout">
              <a:avLst>
                <a:gd name="adj1" fmla="val -134060"/>
                <a:gd name="adj2" fmla="val -195454"/>
                <a:gd name="adj3" fmla="val 16667"/>
              </a:avLst>
            </a:prstGeom>
            <a:solidFill>
              <a:schemeClr val="bg1"/>
            </a:solidFill>
            <a:ln w="9525">
              <a:solidFill>
                <a:schemeClr val="tx1"/>
              </a:solidFill>
              <a:miter lim="800000"/>
              <a:headEnd/>
              <a:tailEnd/>
            </a:ln>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smtClean="0">
                  <a:latin typeface="Times New Roman" panose="02020603050405020304" pitchFamily="18" charset="0"/>
                  <a:cs typeface="Times New Roman" panose="02020603050405020304" pitchFamily="18" charset="0"/>
                </a:rPr>
                <a:t>Coil </a:t>
              </a:r>
              <a:r>
                <a:rPr lang="en-US" altLang="ko-KR" sz="1000" err="1" smtClean="0">
                  <a:latin typeface="Times New Roman" panose="02020603050405020304" pitchFamily="18" charset="0"/>
                  <a:cs typeface="Times New Roman" panose="02020603050405020304" pitchFamily="18" charset="0"/>
                </a:rPr>
                <a:t>điện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tử</a:t>
              </a:r>
              <a:endParaRPr lang="ko-KR" altLang="en-US" sz="1000">
                <a:latin typeface="Times New Roman" panose="02020603050405020304" pitchFamily="18" charset="0"/>
                <a:cs typeface="Times New Roman" panose="02020603050405020304" pitchFamily="18" charset="0"/>
              </a:endParaRPr>
            </a:p>
          </p:txBody>
        </p:sp>
        <p:sp>
          <p:nvSpPr>
            <p:cNvPr id="18466" name="AutoShape 19"/>
            <p:cNvSpPr>
              <a:spLocks noChangeArrowheads="1"/>
            </p:cNvSpPr>
            <p:nvPr/>
          </p:nvSpPr>
          <p:spPr bwMode="auto">
            <a:xfrm>
              <a:off x="1691" y="2291"/>
              <a:ext cx="160" cy="590"/>
            </a:xfrm>
            <a:prstGeom prst="wedgeRoundRectCallout">
              <a:avLst>
                <a:gd name="adj1" fmla="val 205731"/>
                <a:gd name="adj2" fmla="val 81019"/>
                <a:gd name="adj3" fmla="val 16667"/>
              </a:avLst>
            </a:prstGeom>
            <a:solidFill>
              <a:schemeClr val="bg1"/>
            </a:solidFill>
            <a:ln w="9525">
              <a:solidFill>
                <a:schemeClr val="tx1"/>
              </a:solidFill>
              <a:miter lim="800000"/>
              <a:headEnd/>
              <a:tailEnd/>
            </a:ln>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smtClean="0">
                  <a:latin typeface="Times New Roman" panose="02020603050405020304" pitchFamily="18" charset="0"/>
                  <a:cs typeface="Times New Roman" panose="02020603050405020304" pitchFamily="18" charset="0"/>
                </a:rPr>
                <a:t>Spring</a:t>
              </a:r>
              <a:endParaRPr lang="ko-KR" altLang="en-US" sz="1000">
                <a:latin typeface="Times New Roman" panose="02020603050405020304" pitchFamily="18" charset="0"/>
                <a:cs typeface="Times New Roman" panose="02020603050405020304" pitchFamily="18" charset="0"/>
              </a:endParaRPr>
            </a:p>
          </p:txBody>
        </p:sp>
        <p:grpSp>
          <p:nvGrpSpPr>
            <p:cNvPr id="18467" name="Group 20"/>
            <p:cNvGrpSpPr>
              <a:grpSpLocks/>
            </p:cNvGrpSpPr>
            <p:nvPr/>
          </p:nvGrpSpPr>
          <p:grpSpPr bwMode="auto">
            <a:xfrm>
              <a:off x="2092" y="2107"/>
              <a:ext cx="1241" cy="1288"/>
              <a:chOff x="768" y="2064"/>
              <a:chExt cx="1488" cy="1344"/>
            </a:xfrm>
          </p:grpSpPr>
          <p:sp>
            <p:nvSpPr>
              <p:cNvPr id="18478" name="Rectangle 21" descr="타원 무늬"/>
              <p:cNvSpPr>
                <a:spLocks noChangeArrowheads="1"/>
              </p:cNvSpPr>
              <p:nvPr/>
            </p:nvSpPr>
            <p:spPr bwMode="auto">
              <a:xfrm>
                <a:off x="1344" y="2592"/>
                <a:ext cx="576" cy="576"/>
              </a:xfrm>
              <a:prstGeom prst="rect">
                <a:avLst/>
              </a:prstGeom>
              <a:pattFill prst="sphere">
                <a:fgClr>
                  <a:schemeClr val="tx2"/>
                </a:fgClr>
                <a:bgClr>
                  <a:schemeClr val="bg1"/>
                </a:bgClr>
              </a:patt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479" name="Rectangle 22"/>
              <p:cNvSpPr>
                <a:spLocks noChangeArrowheads="1"/>
              </p:cNvSpPr>
              <p:nvPr/>
            </p:nvSpPr>
            <p:spPr bwMode="auto">
              <a:xfrm rot="-502456">
                <a:off x="863" y="2390"/>
                <a:ext cx="969" cy="10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480" name="Rectangle 23"/>
              <p:cNvSpPr>
                <a:spLocks noChangeArrowheads="1"/>
              </p:cNvSpPr>
              <p:nvPr/>
            </p:nvSpPr>
            <p:spPr bwMode="auto">
              <a:xfrm>
                <a:off x="1564" y="2592"/>
                <a:ext cx="144" cy="28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481" name="Rectangle 24"/>
              <p:cNvSpPr>
                <a:spLocks noChangeArrowheads="1"/>
              </p:cNvSpPr>
              <p:nvPr/>
            </p:nvSpPr>
            <p:spPr bwMode="auto">
              <a:xfrm>
                <a:off x="1296" y="3168"/>
                <a:ext cx="672"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482" name="Rectangle 25"/>
              <p:cNvSpPr>
                <a:spLocks noChangeArrowheads="1"/>
              </p:cNvSpPr>
              <p:nvPr/>
            </p:nvSpPr>
            <p:spPr bwMode="auto">
              <a:xfrm>
                <a:off x="1392" y="3216"/>
                <a:ext cx="96"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483" name="Rectangle 26"/>
              <p:cNvSpPr>
                <a:spLocks noChangeArrowheads="1"/>
              </p:cNvSpPr>
              <p:nvPr/>
            </p:nvSpPr>
            <p:spPr bwMode="auto">
              <a:xfrm>
                <a:off x="1776" y="3216"/>
                <a:ext cx="96"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484" name="Rectangle 27"/>
              <p:cNvSpPr>
                <a:spLocks noChangeArrowheads="1"/>
              </p:cNvSpPr>
              <p:nvPr/>
            </p:nvSpPr>
            <p:spPr bwMode="auto">
              <a:xfrm>
                <a:off x="1392" y="3264"/>
                <a:ext cx="96" cy="1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485" name="Rectangle 28"/>
              <p:cNvSpPr>
                <a:spLocks noChangeArrowheads="1"/>
              </p:cNvSpPr>
              <p:nvPr/>
            </p:nvSpPr>
            <p:spPr bwMode="auto">
              <a:xfrm>
                <a:off x="1776" y="3264"/>
                <a:ext cx="96" cy="1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486" name="Oval 29"/>
              <p:cNvSpPr>
                <a:spLocks noChangeArrowheads="1"/>
              </p:cNvSpPr>
              <p:nvPr/>
            </p:nvSpPr>
            <p:spPr bwMode="auto">
              <a:xfrm>
                <a:off x="1804" y="3340"/>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487" name="Oval 30"/>
              <p:cNvSpPr>
                <a:spLocks noChangeArrowheads="1"/>
              </p:cNvSpPr>
              <p:nvPr/>
            </p:nvSpPr>
            <p:spPr bwMode="auto">
              <a:xfrm>
                <a:off x="1420" y="3345"/>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nvGrpSpPr>
              <p:cNvPr id="18488" name="Group 31"/>
              <p:cNvGrpSpPr>
                <a:grpSpLocks/>
              </p:cNvGrpSpPr>
              <p:nvPr/>
            </p:nvGrpSpPr>
            <p:grpSpPr bwMode="auto">
              <a:xfrm>
                <a:off x="1152" y="2802"/>
                <a:ext cx="960" cy="528"/>
                <a:chOff x="576" y="3408"/>
                <a:chExt cx="576" cy="384"/>
              </a:xfrm>
            </p:grpSpPr>
            <p:sp>
              <p:nvSpPr>
                <p:cNvPr id="18528" name="Line 32"/>
                <p:cNvSpPr>
                  <a:spLocks noChangeShapeType="1"/>
                </p:cNvSpPr>
                <p:nvPr/>
              </p:nvSpPr>
              <p:spPr bwMode="auto">
                <a:xfrm>
                  <a:off x="576" y="3408"/>
                  <a:ext cx="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29" name="Line 33"/>
                <p:cNvSpPr>
                  <a:spLocks noChangeShapeType="1"/>
                </p:cNvSpPr>
                <p:nvPr/>
              </p:nvSpPr>
              <p:spPr bwMode="auto">
                <a:xfrm>
                  <a:off x="576" y="3408"/>
                  <a:ext cx="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30" name="Line 34"/>
                <p:cNvSpPr>
                  <a:spLocks noChangeShapeType="1"/>
                </p:cNvSpPr>
                <p:nvPr/>
              </p:nvSpPr>
              <p:spPr bwMode="auto">
                <a:xfrm>
                  <a:off x="624" y="3408"/>
                  <a:ext cx="0" cy="3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31" name="Line 35"/>
                <p:cNvSpPr>
                  <a:spLocks noChangeShapeType="1"/>
                </p:cNvSpPr>
                <p:nvPr/>
              </p:nvSpPr>
              <p:spPr bwMode="auto">
                <a:xfrm>
                  <a:off x="624" y="3744"/>
                  <a:ext cx="48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32" name="Line 36"/>
                <p:cNvSpPr>
                  <a:spLocks noChangeShapeType="1"/>
                </p:cNvSpPr>
                <p:nvPr/>
              </p:nvSpPr>
              <p:spPr bwMode="auto">
                <a:xfrm flipV="1">
                  <a:off x="1104" y="3408"/>
                  <a:ext cx="0" cy="3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33" name="Line 37"/>
                <p:cNvSpPr>
                  <a:spLocks noChangeShapeType="1"/>
                </p:cNvSpPr>
                <p:nvPr/>
              </p:nvSpPr>
              <p:spPr bwMode="auto">
                <a:xfrm>
                  <a:off x="1104" y="3408"/>
                  <a:ext cx="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34" name="Line 38"/>
                <p:cNvSpPr>
                  <a:spLocks noChangeShapeType="1"/>
                </p:cNvSpPr>
                <p:nvPr/>
              </p:nvSpPr>
              <p:spPr bwMode="auto">
                <a:xfrm>
                  <a:off x="1152" y="3408"/>
                  <a:ext cx="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35" name="Line 39"/>
                <p:cNvSpPr>
                  <a:spLocks noChangeShapeType="1"/>
                </p:cNvSpPr>
                <p:nvPr/>
              </p:nvSpPr>
              <p:spPr bwMode="auto">
                <a:xfrm flipH="1">
                  <a:off x="576" y="3792"/>
                  <a:ext cx="57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sp>
            <p:nvSpPr>
              <p:cNvPr id="18489" name="Line 40"/>
              <p:cNvSpPr>
                <a:spLocks noChangeShapeType="1"/>
              </p:cNvSpPr>
              <p:nvPr/>
            </p:nvSpPr>
            <p:spPr bwMode="auto">
              <a:xfrm flipV="1">
                <a:off x="1152" y="2367"/>
                <a:ext cx="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90" name="Line 41"/>
              <p:cNvSpPr>
                <a:spLocks noChangeShapeType="1"/>
              </p:cNvSpPr>
              <p:nvPr/>
            </p:nvSpPr>
            <p:spPr bwMode="auto">
              <a:xfrm flipH="1">
                <a:off x="1104" y="2355"/>
                <a:ext cx="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91" name="Line 42"/>
              <p:cNvSpPr>
                <a:spLocks noChangeShapeType="1"/>
              </p:cNvSpPr>
              <p:nvPr/>
            </p:nvSpPr>
            <p:spPr bwMode="auto">
              <a:xfrm flipH="1">
                <a:off x="816" y="3231"/>
                <a:ext cx="28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92" name="Line 43"/>
              <p:cNvSpPr>
                <a:spLocks noChangeShapeType="1"/>
              </p:cNvSpPr>
              <p:nvPr/>
            </p:nvSpPr>
            <p:spPr bwMode="auto">
              <a:xfrm>
                <a:off x="816" y="3279"/>
                <a:ext cx="0"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93" name="Line 44"/>
              <p:cNvSpPr>
                <a:spLocks noChangeShapeType="1"/>
              </p:cNvSpPr>
              <p:nvPr/>
            </p:nvSpPr>
            <p:spPr bwMode="auto">
              <a:xfrm>
                <a:off x="816" y="3327"/>
                <a:ext cx="33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94" name="Line 45"/>
              <p:cNvSpPr>
                <a:spLocks noChangeShapeType="1"/>
              </p:cNvSpPr>
              <p:nvPr/>
            </p:nvSpPr>
            <p:spPr bwMode="auto">
              <a:xfrm flipV="1">
                <a:off x="1152" y="3279"/>
                <a:ext cx="0"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95" name="Line 46"/>
              <p:cNvSpPr>
                <a:spLocks noChangeShapeType="1"/>
              </p:cNvSpPr>
              <p:nvPr/>
            </p:nvSpPr>
            <p:spPr bwMode="auto">
              <a:xfrm flipV="1">
                <a:off x="2112" y="2064"/>
                <a:ext cx="0" cy="7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96" name="Line 47"/>
              <p:cNvSpPr>
                <a:spLocks noChangeShapeType="1"/>
              </p:cNvSpPr>
              <p:nvPr/>
            </p:nvSpPr>
            <p:spPr bwMode="auto">
              <a:xfrm>
                <a:off x="2112" y="2064"/>
                <a:ext cx="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97" name="Line 48"/>
              <p:cNvSpPr>
                <a:spLocks noChangeShapeType="1"/>
              </p:cNvSpPr>
              <p:nvPr/>
            </p:nvSpPr>
            <p:spPr bwMode="auto">
              <a:xfrm>
                <a:off x="2160" y="2064"/>
                <a:ext cx="0" cy="10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98" name="Line 49"/>
              <p:cNvSpPr>
                <a:spLocks noChangeShapeType="1"/>
              </p:cNvSpPr>
              <p:nvPr/>
            </p:nvSpPr>
            <p:spPr bwMode="auto">
              <a:xfrm flipH="1">
                <a:off x="2112" y="3120"/>
                <a:ext cx="48"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99" name="Rectangle 50"/>
              <p:cNvSpPr>
                <a:spLocks noChangeArrowheads="1"/>
              </p:cNvSpPr>
              <p:nvPr/>
            </p:nvSpPr>
            <p:spPr bwMode="auto">
              <a:xfrm>
                <a:off x="1968" y="2400"/>
                <a:ext cx="144"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00" name="Rectangle 51"/>
              <p:cNvSpPr>
                <a:spLocks noChangeArrowheads="1"/>
              </p:cNvSpPr>
              <p:nvPr/>
            </p:nvSpPr>
            <p:spPr bwMode="auto">
              <a:xfrm>
                <a:off x="2160" y="2400"/>
                <a:ext cx="96"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01" name="Rectangle 52"/>
              <p:cNvSpPr>
                <a:spLocks noChangeArrowheads="1"/>
              </p:cNvSpPr>
              <p:nvPr/>
            </p:nvSpPr>
            <p:spPr bwMode="auto">
              <a:xfrm>
                <a:off x="1968" y="2163"/>
                <a:ext cx="144"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02" name="Rectangle 53"/>
              <p:cNvSpPr>
                <a:spLocks noChangeArrowheads="1"/>
              </p:cNvSpPr>
              <p:nvPr/>
            </p:nvSpPr>
            <p:spPr bwMode="auto">
              <a:xfrm>
                <a:off x="2160" y="2163"/>
                <a:ext cx="96"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03" name="Rectangle 54"/>
              <p:cNvSpPr>
                <a:spLocks noChangeArrowheads="1"/>
              </p:cNvSpPr>
              <p:nvPr/>
            </p:nvSpPr>
            <p:spPr bwMode="auto">
              <a:xfrm rot="-502456">
                <a:off x="1680" y="2268"/>
                <a:ext cx="336" cy="48"/>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04" name="Oval 55"/>
              <p:cNvSpPr>
                <a:spLocks noChangeArrowheads="1"/>
              </p:cNvSpPr>
              <p:nvPr/>
            </p:nvSpPr>
            <p:spPr bwMode="auto">
              <a:xfrm>
                <a:off x="1971" y="2214"/>
                <a:ext cx="36" cy="16"/>
              </a:xfrm>
              <a:prstGeom prst="ellipse">
                <a:avLst/>
              </a:prstGeom>
              <a:solidFill>
                <a:schemeClr val="bg2"/>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05" name="Oval 56"/>
              <p:cNvSpPr>
                <a:spLocks noChangeArrowheads="1"/>
              </p:cNvSpPr>
              <p:nvPr/>
            </p:nvSpPr>
            <p:spPr bwMode="auto">
              <a:xfrm>
                <a:off x="1974" y="2231"/>
                <a:ext cx="36" cy="16"/>
              </a:xfrm>
              <a:prstGeom prst="ellipse">
                <a:avLst/>
              </a:prstGeom>
              <a:solidFill>
                <a:schemeClr val="bg2"/>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06" name="Oval 57"/>
              <p:cNvSpPr>
                <a:spLocks noChangeArrowheads="1"/>
              </p:cNvSpPr>
              <p:nvPr/>
            </p:nvSpPr>
            <p:spPr bwMode="auto">
              <a:xfrm>
                <a:off x="1968" y="2384"/>
                <a:ext cx="36" cy="16"/>
              </a:xfrm>
              <a:prstGeom prst="ellipse">
                <a:avLst/>
              </a:prstGeom>
              <a:solidFill>
                <a:schemeClr val="bg2"/>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07" name="Oval 58"/>
              <p:cNvSpPr>
                <a:spLocks noChangeArrowheads="1"/>
              </p:cNvSpPr>
              <p:nvPr/>
            </p:nvSpPr>
            <p:spPr bwMode="auto">
              <a:xfrm>
                <a:off x="1980" y="2288"/>
                <a:ext cx="36" cy="16"/>
              </a:xfrm>
              <a:prstGeom prst="ellipse">
                <a:avLst/>
              </a:prstGeom>
              <a:solidFill>
                <a:schemeClr val="bg2"/>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08" name="Line 59"/>
              <p:cNvSpPr>
                <a:spLocks noChangeShapeType="1"/>
              </p:cNvSpPr>
              <p:nvPr/>
            </p:nvSpPr>
            <p:spPr bwMode="auto">
              <a:xfrm>
                <a:off x="1104" y="2352"/>
                <a:ext cx="0" cy="87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09" name="Rectangle 60"/>
              <p:cNvSpPr>
                <a:spLocks noChangeArrowheads="1"/>
              </p:cNvSpPr>
              <p:nvPr/>
            </p:nvSpPr>
            <p:spPr bwMode="auto">
              <a:xfrm rot="-502456">
                <a:off x="768" y="2495"/>
                <a:ext cx="96"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nvGrpSpPr>
              <p:cNvPr id="18510" name="Group 61"/>
              <p:cNvGrpSpPr>
                <a:grpSpLocks/>
              </p:cNvGrpSpPr>
              <p:nvPr/>
            </p:nvGrpSpPr>
            <p:grpSpPr bwMode="auto">
              <a:xfrm>
                <a:off x="768" y="2640"/>
                <a:ext cx="144" cy="552"/>
                <a:chOff x="600" y="3000"/>
                <a:chExt cx="120" cy="771"/>
              </a:xfrm>
            </p:grpSpPr>
            <p:sp>
              <p:nvSpPr>
                <p:cNvPr id="18516" name="AutoShape 62"/>
                <p:cNvSpPr>
                  <a:spLocks noChangeArrowheads="1"/>
                </p:cNvSpPr>
                <p:nvPr/>
              </p:nvSpPr>
              <p:spPr bwMode="auto">
                <a:xfrm rot="-3291080">
                  <a:off x="624" y="2976"/>
                  <a:ext cx="48" cy="96"/>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17" name="AutoShape 63"/>
                <p:cNvSpPr>
                  <a:spLocks noChangeArrowheads="1"/>
                </p:cNvSpPr>
                <p:nvPr/>
              </p:nvSpPr>
              <p:spPr bwMode="auto">
                <a:xfrm rot="-3291080">
                  <a:off x="627" y="3045"/>
                  <a:ext cx="48" cy="96"/>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18" name="AutoShape 64"/>
                <p:cNvSpPr>
                  <a:spLocks noChangeArrowheads="1"/>
                </p:cNvSpPr>
                <p:nvPr/>
              </p:nvSpPr>
              <p:spPr bwMode="auto">
                <a:xfrm rot="-3291080">
                  <a:off x="630" y="3108"/>
                  <a:ext cx="48" cy="96"/>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19" name="AutoShape 65"/>
                <p:cNvSpPr>
                  <a:spLocks noChangeArrowheads="1"/>
                </p:cNvSpPr>
                <p:nvPr/>
              </p:nvSpPr>
              <p:spPr bwMode="auto">
                <a:xfrm rot="-3291080">
                  <a:off x="633" y="3177"/>
                  <a:ext cx="48" cy="96"/>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20" name="AutoShape 66"/>
                <p:cNvSpPr>
                  <a:spLocks noChangeArrowheads="1"/>
                </p:cNvSpPr>
                <p:nvPr/>
              </p:nvSpPr>
              <p:spPr bwMode="auto">
                <a:xfrm rot="-3291080">
                  <a:off x="636" y="3240"/>
                  <a:ext cx="48" cy="96"/>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21" name="AutoShape 67"/>
                <p:cNvSpPr>
                  <a:spLocks noChangeArrowheads="1"/>
                </p:cNvSpPr>
                <p:nvPr/>
              </p:nvSpPr>
              <p:spPr bwMode="auto">
                <a:xfrm rot="-3291080">
                  <a:off x="639" y="3309"/>
                  <a:ext cx="48" cy="96"/>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22" name="AutoShape 68"/>
                <p:cNvSpPr>
                  <a:spLocks noChangeArrowheads="1"/>
                </p:cNvSpPr>
                <p:nvPr/>
              </p:nvSpPr>
              <p:spPr bwMode="auto">
                <a:xfrm rot="-3291080">
                  <a:off x="642" y="3372"/>
                  <a:ext cx="48" cy="96"/>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23" name="AutoShape 69"/>
                <p:cNvSpPr>
                  <a:spLocks noChangeArrowheads="1"/>
                </p:cNvSpPr>
                <p:nvPr/>
              </p:nvSpPr>
              <p:spPr bwMode="auto">
                <a:xfrm rot="-3291080">
                  <a:off x="645" y="3441"/>
                  <a:ext cx="48" cy="96"/>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24" name="AutoShape 70"/>
                <p:cNvSpPr>
                  <a:spLocks noChangeArrowheads="1"/>
                </p:cNvSpPr>
                <p:nvPr/>
              </p:nvSpPr>
              <p:spPr bwMode="auto">
                <a:xfrm rot="-3291080">
                  <a:off x="639" y="3498"/>
                  <a:ext cx="48" cy="96"/>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25" name="AutoShape 71"/>
                <p:cNvSpPr>
                  <a:spLocks noChangeArrowheads="1"/>
                </p:cNvSpPr>
                <p:nvPr/>
              </p:nvSpPr>
              <p:spPr bwMode="auto">
                <a:xfrm rot="-3291080">
                  <a:off x="642" y="3567"/>
                  <a:ext cx="48" cy="96"/>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26" name="AutoShape 72"/>
                <p:cNvSpPr>
                  <a:spLocks noChangeArrowheads="1"/>
                </p:cNvSpPr>
                <p:nvPr/>
              </p:nvSpPr>
              <p:spPr bwMode="auto">
                <a:xfrm rot="-3291080">
                  <a:off x="645" y="3630"/>
                  <a:ext cx="48" cy="96"/>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27" name="AutoShape 73"/>
                <p:cNvSpPr>
                  <a:spLocks noChangeArrowheads="1"/>
                </p:cNvSpPr>
                <p:nvPr/>
              </p:nvSpPr>
              <p:spPr bwMode="auto">
                <a:xfrm rot="-3291080">
                  <a:off x="648" y="3699"/>
                  <a:ext cx="48" cy="96"/>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sp>
            <p:nvSpPr>
              <p:cNvPr id="18511" name="AutoShape 74"/>
              <p:cNvSpPr>
                <a:spLocks noChangeArrowheads="1"/>
              </p:cNvSpPr>
              <p:nvPr/>
            </p:nvSpPr>
            <p:spPr bwMode="auto">
              <a:xfrm>
                <a:off x="816" y="2448"/>
                <a:ext cx="29" cy="19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12" name="AutoShape 75"/>
              <p:cNvSpPr>
                <a:spLocks noChangeArrowheads="1"/>
              </p:cNvSpPr>
              <p:nvPr/>
            </p:nvSpPr>
            <p:spPr bwMode="auto">
              <a:xfrm>
                <a:off x="835" y="3195"/>
                <a:ext cx="29" cy="19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13" name="Rectangle 76"/>
              <p:cNvSpPr>
                <a:spLocks noChangeArrowheads="1"/>
              </p:cNvSpPr>
              <p:nvPr/>
            </p:nvSpPr>
            <p:spPr bwMode="auto">
              <a:xfrm>
                <a:off x="1564" y="2496"/>
                <a:ext cx="144" cy="67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14" name="Rectangle 77"/>
              <p:cNvSpPr>
                <a:spLocks noChangeArrowheads="1"/>
              </p:cNvSpPr>
              <p:nvPr/>
            </p:nvSpPr>
            <p:spPr bwMode="auto">
              <a:xfrm>
                <a:off x="1566" y="2592"/>
                <a:ext cx="144" cy="288"/>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8515" name="Rectangle 78"/>
              <p:cNvSpPr>
                <a:spLocks noChangeArrowheads="1"/>
              </p:cNvSpPr>
              <p:nvPr/>
            </p:nvSpPr>
            <p:spPr bwMode="auto">
              <a:xfrm>
                <a:off x="1296" y="2544"/>
                <a:ext cx="672" cy="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sp>
          <p:nvSpPr>
            <p:cNvPr id="18468" name="Line 79"/>
            <p:cNvSpPr>
              <a:spLocks noChangeShapeType="1"/>
            </p:cNvSpPr>
            <p:nvPr/>
          </p:nvSpPr>
          <p:spPr bwMode="auto">
            <a:xfrm>
              <a:off x="2412" y="2199"/>
              <a:ext cx="44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69" name="Line 80"/>
            <p:cNvSpPr>
              <a:spLocks noChangeShapeType="1"/>
            </p:cNvSpPr>
            <p:nvPr/>
          </p:nvSpPr>
          <p:spPr bwMode="auto">
            <a:xfrm>
              <a:off x="2853" y="2199"/>
              <a:ext cx="120" cy="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70" name="Line 81"/>
            <p:cNvSpPr>
              <a:spLocks noChangeShapeType="1"/>
            </p:cNvSpPr>
            <p:nvPr/>
          </p:nvSpPr>
          <p:spPr bwMode="auto">
            <a:xfrm>
              <a:off x="3293" y="2429"/>
              <a:ext cx="160" cy="2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71" name="Line 82"/>
            <p:cNvSpPr>
              <a:spLocks noChangeShapeType="1"/>
            </p:cNvSpPr>
            <p:nvPr/>
          </p:nvSpPr>
          <p:spPr bwMode="auto">
            <a:xfrm>
              <a:off x="3453" y="2659"/>
              <a:ext cx="4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72" name="Line 83"/>
            <p:cNvSpPr>
              <a:spLocks noChangeShapeType="1"/>
            </p:cNvSpPr>
            <p:nvPr/>
          </p:nvSpPr>
          <p:spPr bwMode="auto">
            <a:xfrm>
              <a:off x="3293" y="2245"/>
              <a:ext cx="120" cy="1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73" name="Line 84"/>
            <p:cNvSpPr>
              <a:spLocks noChangeShapeType="1"/>
            </p:cNvSpPr>
            <p:nvPr/>
          </p:nvSpPr>
          <p:spPr bwMode="auto">
            <a:xfrm>
              <a:off x="3413" y="2383"/>
              <a:ext cx="4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74" name="Text Box 85"/>
            <p:cNvSpPr txBox="1">
              <a:spLocks noChangeArrowheads="1"/>
            </p:cNvSpPr>
            <p:nvPr/>
          </p:nvSpPr>
          <p:spPr bwMode="auto">
            <a:xfrm>
              <a:off x="3477" y="2512"/>
              <a:ext cx="99"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endParaRPr lang="ko-KR" altLang="ko-KR" sz="1000">
                <a:latin typeface="Times New Roman" panose="02020603050405020304" pitchFamily="18" charset="0"/>
                <a:cs typeface="Times New Roman" panose="02020603050405020304" pitchFamily="18" charset="0"/>
              </a:endParaRPr>
            </a:p>
          </p:txBody>
        </p:sp>
        <p:sp>
          <p:nvSpPr>
            <p:cNvPr id="18475" name="Text Box 86"/>
            <p:cNvSpPr txBox="1">
              <a:spLocks noChangeArrowheads="1"/>
            </p:cNvSpPr>
            <p:nvPr/>
          </p:nvSpPr>
          <p:spPr bwMode="auto">
            <a:xfrm>
              <a:off x="3444" y="2491"/>
              <a:ext cx="954" cy="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Tiếp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điểm</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cố</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định</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tiếp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điểm</a:t>
              </a:r>
              <a:r>
                <a:rPr lang="en-US" altLang="ko-KR" sz="1000" smtClean="0">
                  <a:latin typeface="Times New Roman" panose="02020603050405020304" pitchFamily="18" charset="0"/>
                  <a:cs typeface="Times New Roman" panose="02020603050405020304" pitchFamily="18" charset="0"/>
                </a:rPr>
                <a:t> a)</a:t>
              </a:r>
              <a:endParaRPr lang="en-US" altLang="ko-KR" sz="1000">
                <a:latin typeface="Times New Roman" panose="02020603050405020304" pitchFamily="18" charset="0"/>
                <a:cs typeface="Times New Roman" panose="02020603050405020304" pitchFamily="18" charset="0"/>
              </a:endParaRPr>
            </a:p>
          </p:txBody>
        </p:sp>
        <p:sp>
          <p:nvSpPr>
            <p:cNvPr id="18476" name="Text Box 87"/>
            <p:cNvSpPr txBox="1">
              <a:spLocks noChangeArrowheads="1"/>
            </p:cNvSpPr>
            <p:nvPr/>
          </p:nvSpPr>
          <p:spPr bwMode="auto">
            <a:xfrm>
              <a:off x="3404" y="2231"/>
              <a:ext cx="994" cy="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Tiếp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điểm</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cố</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định</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tiếp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điểm</a:t>
              </a:r>
              <a:r>
                <a:rPr lang="en-US" altLang="ko-KR" sz="1000" smtClean="0">
                  <a:latin typeface="Times New Roman" panose="02020603050405020304" pitchFamily="18" charset="0"/>
                  <a:cs typeface="Times New Roman" panose="02020603050405020304" pitchFamily="18" charset="0"/>
                </a:rPr>
                <a:t> b)</a:t>
              </a:r>
              <a:endParaRPr lang="en-US" altLang="ko-KR" sz="1000">
                <a:latin typeface="Times New Roman" panose="02020603050405020304" pitchFamily="18" charset="0"/>
                <a:cs typeface="Times New Roman" panose="02020603050405020304" pitchFamily="18" charset="0"/>
              </a:endParaRPr>
            </a:p>
          </p:txBody>
        </p:sp>
        <p:sp>
          <p:nvSpPr>
            <p:cNvPr id="18477" name="Text Box 88"/>
            <p:cNvSpPr txBox="1">
              <a:spLocks noChangeArrowheads="1"/>
            </p:cNvSpPr>
            <p:nvPr/>
          </p:nvSpPr>
          <p:spPr bwMode="auto">
            <a:xfrm>
              <a:off x="2213" y="2047"/>
              <a:ext cx="977" cy="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Tiếp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điểm</a:t>
              </a:r>
              <a:r>
                <a:rPr lang="en-US" altLang="ko-KR" sz="1000" smtClean="0">
                  <a:latin typeface="Times New Roman" panose="02020603050405020304" pitchFamily="18" charset="0"/>
                  <a:cs typeface="Times New Roman" panose="02020603050405020304" pitchFamily="18" charset="0"/>
                </a:rPr>
                <a:t> di </a:t>
              </a:r>
              <a:r>
                <a:rPr lang="en-US" altLang="ko-KR" sz="1000" err="1" smtClean="0">
                  <a:latin typeface="Times New Roman" panose="02020603050405020304" pitchFamily="18" charset="0"/>
                  <a:cs typeface="Times New Roman" panose="02020603050405020304" pitchFamily="18" charset="0"/>
                </a:rPr>
                <a:t>động</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tiếp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điểm</a:t>
              </a:r>
              <a:r>
                <a:rPr lang="en-US" altLang="ko-KR" sz="1000" smtClean="0">
                  <a:latin typeface="Times New Roman" panose="02020603050405020304" pitchFamily="18" charset="0"/>
                  <a:cs typeface="Times New Roman" panose="02020603050405020304" pitchFamily="18" charset="0"/>
                </a:rPr>
                <a:t> c)</a:t>
              </a:r>
              <a:endParaRPr lang="en-US" altLang="ko-KR" sz="1000">
                <a:latin typeface="Times New Roman" panose="02020603050405020304" pitchFamily="18" charset="0"/>
                <a:cs typeface="Times New Roman" panose="02020603050405020304" pitchFamily="18" charset="0"/>
              </a:endParaRPr>
            </a:p>
          </p:txBody>
        </p:sp>
      </p:grpSp>
      <p:grpSp>
        <p:nvGrpSpPr>
          <p:cNvPr id="18440" name="Group 89"/>
          <p:cNvGrpSpPr>
            <a:grpSpLocks/>
          </p:cNvGrpSpPr>
          <p:nvPr/>
        </p:nvGrpSpPr>
        <p:grpSpPr bwMode="auto">
          <a:xfrm>
            <a:off x="6746875" y="2530475"/>
            <a:ext cx="835025" cy="611188"/>
            <a:chOff x="2880" y="1312"/>
            <a:chExt cx="528" cy="464"/>
          </a:xfrm>
        </p:grpSpPr>
        <p:sp>
          <p:nvSpPr>
            <p:cNvPr id="18448" name="Freeform 90"/>
            <p:cNvSpPr>
              <a:spLocks/>
            </p:cNvSpPr>
            <p:nvPr/>
          </p:nvSpPr>
          <p:spPr bwMode="auto">
            <a:xfrm>
              <a:off x="2880" y="1392"/>
              <a:ext cx="211" cy="307"/>
            </a:xfrm>
            <a:custGeom>
              <a:avLst/>
              <a:gdLst>
                <a:gd name="T0" fmla="*/ 0 w 96"/>
                <a:gd name="T1" fmla="*/ 0 h 192"/>
                <a:gd name="T2" fmla="*/ 0 w 96"/>
                <a:gd name="T3" fmla="*/ 53626 h 192"/>
                <a:gd name="T4" fmla="*/ 1221086 w 96"/>
                <a:gd name="T5" fmla="*/ 53626 h 192"/>
                <a:gd name="T6" fmla="*/ 0 60000 65536"/>
                <a:gd name="T7" fmla="*/ 0 60000 65536"/>
                <a:gd name="T8" fmla="*/ 0 60000 65536"/>
                <a:gd name="T9" fmla="*/ 0 w 96"/>
                <a:gd name="T10" fmla="*/ 0 h 192"/>
                <a:gd name="T11" fmla="*/ 96 w 96"/>
                <a:gd name="T12" fmla="*/ 192 h 192"/>
              </a:gdLst>
              <a:ahLst/>
              <a:cxnLst>
                <a:cxn ang="T6">
                  <a:pos x="T0" y="T1"/>
                </a:cxn>
                <a:cxn ang="T7">
                  <a:pos x="T2" y="T3"/>
                </a:cxn>
                <a:cxn ang="T8">
                  <a:pos x="T4" y="T5"/>
                </a:cxn>
              </a:cxnLst>
              <a:rect l="T9" t="T10" r="T11" b="T12"/>
              <a:pathLst>
                <a:path w="96" h="192">
                  <a:moveTo>
                    <a:pt x="0" y="0"/>
                  </a:moveTo>
                  <a:lnTo>
                    <a:pt x="0" y="192"/>
                  </a:lnTo>
                  <a:lnTo>
                    <a:pt x="96" y="192"/>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49" name="Line 91"/>
            <p:cNvSpPr>
              <a:spLocks noChangeShapeType="1"/>
            </p:cNvSpPr>
            <p:nvPr/>
          </p:nvSpPr>
          <p:spPr bwMode="auto">
            <a:xfrm>
              <a:off x="3408" y="1392"/>
              <a:ext cx="0" cy="30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nvGrpSpPr>
            <p:cNvPr id="18450" name="Group 92"/>
            <p:cNvGrpSpPr>
              <a:grpSpLocks/>
            </p:cNvGrpSpPr>
            <p:nvPr/>
          </p:nvGrpSpPr>
          <p:grpSpPr bwMode="auto">
            <a:xfrm>
              <a:off x="2880" y="1622"/>
              <a:ext cx="528" cy="154"/>
              <a:chOff x="288" y="4992"/>
              <a:chExt cx="240" cy="96"/>
            </a:xfrm>
          </p:grpSpPr>
          <p:grpSp>
            <p:nvGrpSpPr>
              <p:cNvPr id="18459" name="Group 93"/>
              <p:cNvGrpSpPr>
                <a:grpSpLocks/>
              </p:cNvGrpSpPr>
              <p:nvPr/>
            </p:nvGrpSpPr>
            <p:grpSpPr bwMode="auto">
              <a:xfrm>
                <a:off x="288" y="4992"/>
                <a:ext cx="96" cy="96"/>
                <a:chOff x="288" y="4992"/>
                <a:chExt cx="96" cy="96"/>
              </a:xfrm>
            </p:grpSpPr>
            <p:sp>
              <p:nvSpPr>
                <p:cNvPr id="18463" name="Line 94"/>
                <p:cNvSpPr>
                  <a:spLocks noChangeShapeType="1"/>
                </p:cNvSpPr>
                <p:nvPr/>
              </p:nvSpPr>
              <p:spPr bwMode="auto">
                <a:xfrm>
                  <a:off x="288" y="5040"/>
                  <a:ext cx="9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64" name="Line 95"/>
                <p:cNvSpPr>
                  <a:spLocks noChangeShapeType="1"/>
                </p:cNvSpPr>
                <p:nvPr/>
              </p:nvSpPr>
              <p:spPr bwMode="auto">
                <a:xfrm>
                  <a:off x="384" y="4992"/>
                  <a:ext cx="0"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8460" name="Group 96"/>
              <p:cNvGrpSpPr>
                <a:grpSpLocks/>
              </p:cNvGrpSpPr>
              <p:nvPr/>
            </p:nvGrpSpPr>
            <p:grpSpPr bwMode="auto">
              <a:xfrm flipH="1">
                <a:off x="432" y="4992"/>
                <a:ext cx="96" cy="96"/>
                <a:chOff x="288" y="4992"/>
                <a:chExt cx="96" cy="96"/>
              </a:xfrm>
            </p:grpSpPr>
            <p:sp>
              <p:nvSpPr>
                <p:cNvPr id="18461" name="Line 97"/>
                <p:cNvSpPr>
                  <a:spLocks noChangeShapeType="1"/>
                </p:cNvSpPr>
                <p:nvPr/>
              </p:nvSpPr>
              <p:spPr bwMode="auto">
                <a:xfrm>
                  <a:off x="288" y="5040"/>
                  <a:ext cx="9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62" name="Line 98"/>
                <p:cNvSpPr>
                  <a:spLocks noChangeShapeType="1"/>
                </p:cNvSpPr>
                <p:nvPr/>
              </p:nvSpPr>
              <p:spPr bwMode="auto">
                <a:xfrm>
                  <a:off x="384" y="4992"/>
                  <a:ext cx="0"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sp>
          <p:nvSpPr>
            <p:cNvPr id="18451" name="Line 99"/>
            <p:cNvSpPr>
              <a:spLocks noChangeShapeType="1"/>
            </p:cNvSpPr>
            <p:nvPr/>
          </p:nvSpPr>
          <p:spPr bwMode="auto">
            <a:xfrm flipH="1">
              <a:off x="2986" y="1622"/>
              <a:ext cx="316" cy="15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nvGrpSpPr>
            <p:cNvPr id="18452" name="Group 100"/>
            <p:cNvGrpSpPr>
              <a:grpSpLocks/>
            </p:cNvGrpSpPr>
            <p:nvPr/>
          </p:nvGrpSpPr>
          <p:grpSpPr bwMode="auto">
            <a:xfrm>
              <a:off x="2880" y="1312"/>
              <a:ext cx="528" cy="154"/>
              <a:chOff x="288" y="4992"/>
              <a:chExt cx="240" cy="96"/>
            </a:xfrm>
          </p:grpSpPr>
          <p:grpSp>
            <p:nvGrpSpPr>
              <p:cNvPr id="18453" name="Group 101"/>
              <p:cNvGrpSpPr>
                <a:grpSpLocks/>
              </p:cNvGrpSpPr>
              <p:nvPr/>
            </p:nvGrpSpPr>
            <p:grpSpPr bwMode="auto">
              <a:xfrm>
                <a:off x="288" y="4992"/>
                <a:ext cx="96" cy="96"/>
                <a:chOff x="288" y="4992"/>
                <a:chExt cx="96" cy="96"/>
              </a:xfrm>
            </p:grpSpPr>
            <p:sp>
              <p:nvSpPr>
                <p:cNvPr id="18457" name="Line 102"/>
                <p:cNvSpPr>
                  <a:spLocks noChangeShapeType="1"/>
                </p:cNvSpPr>
                <p:nvPr/>
              </p:nvSpPr>
              <p:spPr bwMode="auto">
                <a:xfrm>
                  <a:off x="288" y="5040"/>
                  <a:ext cx="9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58" name="Line 103"/>
                <p:cNvSpPr>
                  <a:spLocks noChangeShapeType="1"/>
                </p:cNvSpPr>
                <p:nvPr/>
              </p:nvSpPr>
              <p:spPr bwMode="auto">
                <a:xfrm>
                  <a:off x="384" y="4992"/>
                  <a:ext cx="0"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8454" name="Group 104"/>
              <p:cNvGrpSpPr>
                <a:grpSpLocks/>
              </p:cNvGrpSpPr>
              <p:nvPr/>
            </p:nvGrpSpPr>
            <p:grpSpPr bwMode="auto">
              <a:xfrm flipH="1">
                <a:off x="432" y="4992"/>
                <a:ext cx="96" cy="96"/>
                <a:chOff x="288" y="4992"/>
                <a:chExt cx="96" cy="96"/>
              </a:xfrm>
            </p:grpSpPr>
            <p:sp>
              <p:nvSpPr>
                <p:cNvPr id="18455" name="Line 105"/>
                <p:cNvSpPr>
                  <a:spLocks noChangeShapeType="1"/>
                </p:cNvSpPr>
                <p:nvPr/>
              </p:nvSpPr>
              <p:spPr bwMode="auto">
                <a:xfrm>
                  <a:off x="288" y="5040"/>
                  <a:ext cx="9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56" name="Line 106"/>
                <p:cNvSpPr>
                  <a:spLocks noChangeShapeType="1"/>
                </p:cNvSpPr>
                <p:nvPr/>
              </p:nvSpPr>
              <p:spPr bwMode="auto">
                <a:xfrm>
                  <a:off x="384" y="4992"/>
                  <a:ext cx="0"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grpSp>
      <p:sp>
        <p:nvSpPr>
          <p:cNvPr id="18441" name="Rectangle 107"/>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18442" name="Rectangle 108"/>
          <p:cNvSpPr>
            <a:spLocks noChangeArrowheads="1"/>
          </p:cNvSpPr>
          <p:nvPr/>
        </p:nvSpPr>
        <p:spPr bwMode="auto">
          <a:xfrm>
            <a:off x="8462621" y="77788"/>
            <a:ext cx="151515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vi-VN" altLang="ko-KR" sz="1600" b="1" smtClean="0">
                <a:latin typeface="Times New Roman" panose="02020603050405020304" pitchFamily="18" charset="0"/>
                <a:cs typeface="Times New Roman" panose="02020603050405020304" pitchFamily="18" charset="0"/>
              </a:rPr>
              <a:t>1. Sơ lược PLC</a:t>
            </a:r>
            <a:endParaRPr lang="ko-KR" altLang="en-US" sz="1600" b="1">
              <a:latin typeface="Times New Roman" panose="02020603050405020304" pitchFamily="18" charset="0"/>
              <a:cs typeface="Times New Roman" panose="02020603050405020304" pitchFamily="18" charset="0"/>
            </a:endParaRPr>
          </a:p>
        </p:txBody>
      </p:sp>
      <p:sp>
        <p:nvSpPr>
          <p:cNvPr id="18443" name="Text Box 113"/>
          <p:cNvSpPr txBox="1">
            <a:spLocks noChangeArrowheads="1"/>
          </p:cNvSpPr>
          <p:nvPr/>
        </p:nvSpPr>
        <p:spPr bwMode="auto">
          <a:xfrm>
            <a:off x="2092325" y="5140325"/>
            <a:ext cx="16273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          -</a:t>
            </a:r>
          </a:p>
        </p:txBody>
      </p:sp>
      <p:sp>
        <p:nvSpPr>
          <p:cNvPr id="18444" name="Line 114"/>
          <p:cNvSpPr>
            <a:spLocks noChangeShapeType="1"/>
          </p:cNvSpPr>
          <p:nvPr/>
        </p:nvSpPr>
        <p:spPr bwMode="auto">
          <a:xfrm>
            <a:off x="6392863" y="2824163"/>
            <a:ext cx="36036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18445" name="Line 115"/>
          <p:cNvSpPr>
            <a:spLocks noChangeShapeType="1"/>
          </p:cNvSpPr>
          <p:nvPr/>
        </p:nvSpPr>
        <p:spPr bwMode="auto">
          <a:xfrm>
            <a:off x="7580313" y="2816225"/>
            <a:ext cx="36036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18446" name="Text Box 116"/>
          <p:cNvSpPr txBox="1">
            <a:spLocks noChangeArrowheads="1"/>
          </p:cNvSpPr>
          <p:nvPr/>
        </p:nvSpPr>
        <p:spPr bwMode="auto">
          <a:xfrm>
            <a:off x="6999288" y="2293938"/>
            <a:ext cx="329435" cy="27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cs typeface="Times New Roman" panose="02020603050405020304" pitchFamily="18" charset="0"/>
              </a:rPr>
              <a:t>X0</a:t>
            </a:r>
          </a:p>
        </p:txBody>
      </p:sp>
      <p:sp>
        <p:nvSpPr>
          <p:cNvPr id="18447" name="Text Box 117"/>
          <p:cNvSpPr txBox="1">
            <a:spLocks noChangeArrowheads="1"/>
          </p:cNvSpPr>
          <p:nvPr/>
        </p:nvSpPr>
        <p:spPr bwMode="auto">
          <a:xfrm>
            <a:off x="7005638" y="2708275"/>
            <a:ext cx="329435" cy="27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cs typeface="Times New Roman" panose="02020603050405020304" pitchFamily="18" charset="0"/>
              </a:rPr>
              <a:t>X0</a:t>
            </a:r>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3"/>
          <p:cNvSpPr>
            <a:spLocks noChangeArrowheads="1"/>
          </p:cNvSpPr>
          <p:nvPr/>
        </p:nvSpPr>
        <p:spPr bwMode="auto">
          <a:xfrm>
            <a:off x="514707" y="919163"/>
            <a:ext cx="18630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a:solidFill>
                  <a:srgbClr val="404040"/>
                </a:solidFill>
                <a:latin typeface="Times New Roman" panose="02020603050405020304" pitchFamily="18" charset="0"/>
                <a:cs typeface="Times New Roman" panose="02020603050405020304" pitchFamily="18" charset="0"/>
              </a:rPr>
              <a:t>(2) </a:t>
            </a:r>
            <a:r>
              <a:rPr lang="en-US" altLang="ko-KR" sz="1200" b="1" err="1" smtClean="0">
                <a:solidFill>
                  <a:srgbClr val="404040"/>
                </a:solidFill>
                <a:latin typeface="Times New Roman" panose="02020603050405020304" pitchFamily="18" charset="0"/>
                <a:cs typeface="Times New Roman" panose="02020603050405020304" pitchFamily="18" charset="0"/>
              </a:rPr>
              <a:t>Sơ</a:t>
            </a:r>
            <a:r>
              <a:rPr lang="en-US" altLang="ko-KR" sz="1200" b="1" smtClean="0">
                <a:solidFill>
                  <a:srgbClr val="404040"/>
                </a:solidFill>
                <a:latin typeface="Times New Roman" panose="02020603050405020304" pitchFamily="18" charset="0"/>
                <a:cs typeface="Times New Roman" panose="02020603050405020304" pitchFamily="18" charset="0"/>
              </a:rPr>
              <a:t> </a:t>
            </a:r>
            <a:r>
              <a:rPr lang="en-US" altLang="ko-KR" sz="1200" b="1" err="1" smtClean="0">
                <a:solidFill>
                  <a:srgbClr val="404040"/>
                </a:solidFill>
                <a:latin typeface="Times New Roman" panose="02020603050405020304" pitchFamily="18" charset="0"/>
                <a:cs typeface="Times New Roman" panose="02020603050405020304" pitchFamily="18" charset="0"/>
              </a:rPr>
              <a:t>đồ</a:t>
            </a:r>
            <a:r>
              <a:rPr lang="en-US" altLang="ko-KR" sz="1200" b="1" smtClean="0">
                <a:solidFill>
                  <a:srgbClr val="404040"/>
                </a:solidFill>
                <a:latin typeface="Times New Roman" panose="02020603050405020304" pitchFamily="18" charset="0"/>
                <a:cs typeface="Times New Roman" panose="02020603050405020304" pitchFamily="18" charset="0"/>
              </a:rPr>
              <a:t> </a:t>
            </a:r>
            <a:r>
              <a:rPr lang="en-US" altLang="ko-KR" sz="1200" b="1" err="1" smtClean="0">
                <a:solidFill>
                  <a:srgbClr val="404040"/>
                </a:solidFill>
                <a:latin typeface="Times New Roman" panose="02020603050405020304" pitchFamily="18" charset="0"/>
                <a:cs typeface="Times New Roman" panose="02020603050405020304" pitchFamily="18" charset="0"/>
              </a:rPr>
              <a:t>mạch</a:t>
            </a:r>
            <a:r>
              <a:rPr lang="en-US" altLang="ko-KR" sz="1200" b="1" smtClean="0">
                <a:solidFill>
                  <a:srgbClr val="404040"/>
                </a:solidFill>
                <a:latin typeface="Times New Roman" panose="02020603050405020304" pitchFamily="18" charset="0"/>
                <a:cs typeface="Times New Roman" panose="02020603050405020304" pitchFamily="18" charset="0"/>
              </a:rPr>
              <a:t> Sequence</a:t>
            </a:r>
            <a:endParaRPr lang="ko-KR" altLang="en-US" sz="1200" b="1">
              <a:solidFill>
                <a:srgbClr val="404040"/>
              </a:solidFill>
              <a:latin typeface="Times New Roman" panose="02020603050405020304" pitchFamily="18" charset="0"/>
              <a:cs typeface="Times New Roman" panose="02020603050405020304" pitchFamily="18" charset="0"/>
            </a:endParaRPr>
          </a:p>
        </p:txBody>
      </p:sp>
      <p:sp>
        <p:nvSpPr>
          <p:cNvPr id="19459" name="Text Box 4"/>
          <p:cNvSpPr txBox="1">
            <a:spLocks noChangeArrowheads="1"/>
          </p:cNvSpPr>
          <p:nvPr/>
        </p:nvSpPr>
        <p:spPr bwMode="auto">
          <a:xfrm>
            <a:off x="806450" y="1449388"/>
            <a:ext cx="34671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①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AND</a:t>
            </a:r>
            <a:endParaRPr lang="ko-KR" altLang="en-US" sz="1200">
              <a:latin typeface="Times New Roman" panose="02020603050405020304" pitchFamily="18" charset="0"/>
              <a:cs typeface="Times New Roman" panose="02020603050405020304" pitchFamily="18" charset="0"/>
            </a:endParaRPr>
          </a:p>
        </p:txBody>
      </p:sp>
      <p:sp>
        <p:nvSpPr>
          <p:cNvPr id="19460" name="Text Box 5"/>
          <p:cNvSpPr txBox="1">
            <a:spLocks noChangeArrowheads="1"/>
          </p:cNvSpPr>
          <p:nvPr/>
        </p:nvSpPr>
        <p:spPr bwMode="auto">
          <a:xfrm>
            <a:off x="806450" y="3721100"/>
            <a:ext cx="34671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②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OR</a:t>
            </a:r>
            <a:endParaRPr lang="ko-KR" altLang="en-US" sz="1200">
              <a:latin typeface="Times New Roman" panose="02020603050405020304" pitchFamily="18" charset="0"/>
              <a:cs typeface="Times New Roman" panose="02020603050405020304" pitchFamily="18" charset="0"/>
            </a:endParaRPr>
          </a:p>
        </p:txBody>
      </p:sp>
      <p:grpSp>
        <p:nvGrpSpPr>
          <p:cNvPr id="19461" name="Group 6"/>
          <p:cNvGrpSpPr>
            <a:grpSpLocks/>
          </p:cNvGrpSpPr>
          <p:nvPr/>
        </p:nvGrpSpPr>
        <p:grpSpPr bwMode="auto">
          <a:xfrm>
            <a:off x="1219200" y="1892300"/>
            <a:ext cx="3714750" cy="1358900"/>
            <a:chOff x="1200" y="968"/>
            <a:chExt cx="2592" cy="856"/>
          </a:xfrm>
        </p:grpSpPr>
        <p:sp>
          <p:nvSpPr>
            <p:cNvPr id="19574" name="Line 7"/>
            <p:cNvSpPr>
              <a:spLocks noChangeShapeType="1"/>
            </p:cNvSpPr>
            <p:nvPr/>
          </p:nvSpPr>
          <p:spPr bwMode="auto">
            <a:xfrm>
              <a:off x="1200" y="1008"/>
              <a:ext cx="0" cy="8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75" name="Line 8"/>
            <p:cNvSpPr>
              <a:spLocks noChangeShapeType="1"/>
            </p:cNvSpPr>
            <p:nvPr/>
          </p:nvSpPr>
          <p:spPr bwMode="auto">
            <a:xfrm>
              <a:off x="3792" y="1008"/>
              <a:ext cx="0" cy="8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76" name="Oval 9"/>
            <p:cNvSpPr>
              <a:spLocks noChangeArrowheads="1"/>
            </p:cNvSpPr>
            <p:nvPr/>
          </p:nvSpPr>
          <p:spPr bwMode="auto">
            <a:xfrm>
              <a:off x="1536" y="1224"/>
              <a:ext cx="48"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77" name="Oval 10"/>
            <p:cNvSpPr>
              <a:spLocks noChangeArrowheads="1"/>
            </p:cNvSpPr>
            <p:nvPr/>
          </p:nvSpPr>
          <p:spPr bwMode="auto">
            <a:xfrm>
              <a:off x="1680" y="1224"/>
              <a:ext cx="48"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78" name="Line 11"/>
            <p:cNvSpPr>
              <a:spLocks noChangeShapeType="1"/>
            </p:cNvSpPr>
            <p:nvPr/>
          </p:nvSpPr>
          <p:spPr bwMode="auto">
            <a:xfrm>
              <a:off x="1536" y="1200"/>
              <a:ext cx="1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79" name="Line 12"/>
            <p:cNvSpPr>
              <a:spLocks noChangeShapeType="1"/>
            </p:cNvSpPr>
            <p:nvPr/>
          </p:nvSpPr>
          <p:spPr bwMode="auto">
            <a:xfrm flipV="1">
              <a:off x="1632" y="1152"/>
              <a:ext cx="0" cy="4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grpSp>
          <p:nvGrpSpPr>
            <p:cNvPr id="19580" name="Group 13"/>
            <p:cNvGrpSpPr>
              <a:grpSpLocks/>
            </p:cNvGrpSpPr>
            <p:nvPr/>
          </p:nvGrpSpPr>
          <p:grpSpPr bwMode="auto">
            <a:xfrm>
              <a:off x="1536" y="1584"/>
              <a:ext cx="192" cy="72"/>
              <a:chOff x="1632" y="2328"/>
              <a:chExt cx="192" cy="72"/>
            </a:xfrm>
          </p:grpSpPr>
          <p:sp>
            <p:nvSpPr>
              <p:cNvPr id="19601" name="Oval 14"/>
              <p:cNvSpPr>
                <a:spLocks noChangeArrowheads="1"/>
              </p:cNvSpPr>
              <p:nvPr/>
            </p:nvSpPr>
            <p:spPr bwMode="auto">
              <a:xfrm>
                <a:off x="1632" y="2352"/>
                <a:ext cx="48"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602" name="Oval 15"/>
              <p:cNvSpPr>
                <a:spLocks noChangeArrowheads="1"/>
              </p:cNvSpPr>
              <p:nvPr/>
            </p:nvSpPr>
            <p:spPr bwMode="auto">
              <a:xfrm>
                <a:off x="1776" y="2352"/>
                <a:ext cx="48"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603" name="Line 16"/>
              <p:cNvSpPr>
                <a:spLocks noChangeShapeType="1"/>
              </p:cNvSpPr>
              <p:nvPr/>
            </p:nvSpPr>
            <p:spPr bwMode="auto">
              <a:xfrm>
                <a:off x="1632" y="2328"/>
                <a:ext cx="1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grpSp>
        <p:grpSp>
          <p:nvGrpSpPr>
            <p:cNvPr id="19581" name="Group 17"/>
            <p:cNvGrpSpPr>
              <a:grpSpLocks/>
            </p:cNvGrpSpPr>
            <p:nvPr/>
          </p:nvGrpSpPr>
          <p:grpSpPr bwMode="auto">
            <a:xfrm>
              <a:off x="2928" y="1128"/>
              <a:ext cx="252" cy="240"/>
              <a:chOff x="2928" y="1872"/>
              <a:chExt cx="252" cy="240"/>
            </a:xfrm>
          </p:grpSpPr>
          <p:sp>
            <p:nvSpPr>
              <p:cNvPr id="19599" name="Oval 18"/>
              <p:cNvSpPr>
                <a:spLocks noChangeArrowheads="1"/>
              </p:cNvSpPr>
              <p:nvPr/>
            </p:nvSpPr>
            <p:spPr bwMode="auto">
              <a:xfrm>
                <a:off x="2928" y="1872"/>
                <a:ext cx="240" cy="240"/>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600" name="Text Box 19"/>
              <p:cNvSpPr txBox="1">
                <a:spLocks noChangeArrowheads="1"/>
              </p:cNvSpPr>
              <p:nvPr/>
            </p:nvSpPr>
            <p:spPr bwMode="auto">
              <a:xfrm>
                <a:off x="2940" y="1884"/>
                <a:ext cx="24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R</a:t>
                </a:r>
              </a:p>
            </p:txBody>
          </p:sp>
        </p:grpSp>
        <p:sp>
          <p:nvSpPr>
            <p:cNvPr id="19582" name="Line 20"/>
            <p:cNvSpPr>
              <a:spLocks noChangeShapeType="1"/>
            </p:cNvSpPr>
            <p:nvPr/>
          </p:nvSpPr>
          <p:spPr bwMode="auto">
            <a:xfrm flipH="1">
              <a:off x="1200" y="1248"/>
              <a:ext cx="33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83" name="Line 21"/>
            <p:cNvSpPr>
              <a:spLocks noChangeShapeType="1"/>
            </p:cNvSpPr>
            <p:nvPr/>
          </p:nvSpPr>
          <p:spPr bwMode="auto">
            <a:xfrm>
              <a:off x="3168" y="1248"/>
              <a:ext cx="62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84" name="Line 22"/>
            <p:cNvSpPr>
              <a:spLocks noChangeShapeType="1"/>
            </p:cNvSpPr>
            <p:nvPr/>
          </p:nvSpPr>
          <p:spPr bwMode="auto">
            <a:xfrm flipH="1">
              <a:off x="1200" y="1632"/>
              <a:ext cx="33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85" name="Text Box 23"/>
            <p:cNvSpPr txBox="1">
              <a:spLocks noChangeArrowheads="1"/>
            </p:cNvSpPr>
            <p:nvPr/>
          </p:nvSpPr>
          <p:spPr bwMode="auto">
            <a:xfrm>
              <a:off x="1432" y="968"/>
              <a:ext cx="48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P/B A</a:t>
              </a:r>
            </a:p>
          </p:txBody>
        </p:sp>
        <p:sp>
          <p:nvSpPr>
            <p:cNvPr id="19586" name="Oval 24"/>
            <p:cNvSpPr>
              <a:spLocks noChangeArrowheads="1"/>
            </p:cNvSpPr>
            <p:nvPr/>
          </p:nvSpPr>
          <p:spPr bwMode="auto">
            <a:xfrm>
              <a:off x="2056" y="1224"/>
              <a:ext cx="48"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87" name="Oval 25"/>
            <p:cNvSpPr>
              <a:spLocks noChangeArrowheads="1"/>
            </p:cNvSpPr>
            <p:nvPr/>
          </p:nvSpPr>
          <p:spPr bwMode="auto">
            <a:xfrm>
              <a:off x="2200" y="1224"/>
              <a:ext cx="48"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88" name="Line 26"/>
            <p:cNvSpPr>
              <a:spLocks noChangeShapeType="1"/>
            </p:cNvSpPr>
            <p:nvPr/>
          </p:nvSpPr>
          <p:spPr bwMode="auto">
            <a:xfrm>
              <a:off x="2056" y="1200"/>
              <a:ext cx="1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89" name="Line 27"/>
            <p:cNvSpPr>
              <a:spLocks noChangeShapeType="1"/>
            </p:cNvSpPr>
            <p:nvPr/>
          </p:nvSpPr>
          <p:spPr bwMode="auto">
            <a:xfrm flipV="1">
              <a:off x="2152" y="1152"/>
              <a:ext cx="0" cy="4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90" name="Text Box 28"/>
            <p:cNvSpPr txBox="1">
              <a:spLocks noChangeArrowheads="1"/>
            </p:cNvSpPr>
            <p:nvPr/>
          </p:nvSpPr>
          <p:spPr bwMode="auto">
            <a:xfrm>
              <a:off x="1928" y="968"/>
              <a:ext cx="62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P/B B</a:t>
              </a:r>
            </a:p>
          </p:txBody>
        </p:sp>
        <p:sp>
          <p:nvSpPr>
            <p:cNvPr id="19591" name="Line 29"/>
            <p:cNvSpPr>
              <a:spLocks noChangeShapeType="1"/>
            </p:cNvSpPr>
            <p:nvPr/>
          </p:nvSpPr>
          <p:spPr bwMode="auto">
            <a:xfrm flipH="1">
              <a:off x="1728" y="1248"/>
              <a:ext cx="33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92" name="Line 30"/>
            <p:cNvSpPr>
              <a:spLocks noChangeShapeType="1"/>
            </p:cNvSpPr>
            <p:nvPr/>
          </p:nvSpPr>
          <p:spPr bwMode="auto">
            <a:xfrm flipH="1">
              <a:off x="2256" y="1248"/>
              <a:ext cx="67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93" name="Text Box 31"/>
            <p:cNvSpPr txBox="1">
              <a:spLocks noChangeArrowheads="1"/>
            </p:cNvSpPr>
            <p:nvPr/>
          </p:nvSpPr>
          <p:spPr bwMode="auto">
            <a:xfrm>
              <a:off x="1528" y="1392"/>
              <a:ext cx="336"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R</a:t>
              </a:r>
            </a:p>
          </p:txBody>
        </p:sp>
        <p:grpSp>
          <p:nvGrpSpPr>
            <p:cNvPr id="19594" name="Group 32"/>
            <p:cNvGrpSpPr>
              <a:grpSpLocks/>
            </p:cNvGrpSpPr>
            <p:nvPr/>
          </p:nvGrpSpPr>
          <p:grpSpPr bwMode="auto">
            <a:xfrm>
              <a:off x="2928" y="1496"/>
              <a:ext cx="252" cy="240"/>
              <a:chOff x="2928" y="1872"/>
              <a:chExt cx="252" cy="240"/>
            </a:xfrm>
          </p:grpSpPr>
          <p:sp>
            <p:nvSpPr>
              <p:cNvPr id="19597" name="Oval 33"/>
              <p:cNvSpPr>
                <a:spLocks noChangeArrowheads="1"/>
              </p:cNvSpPr>
              <p:nvPr/>
            </p:nvSpPr>
            <p:spPr bwMode="auto">
              <a:xfrm>
                <a:off x="2928" y="1872"/>
                <a:ext cx="240" cy="240"/>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98" name="Text Box 34"/>
              <p:cNvSpPr txBox="1">
                <a:spLocks noChangeArrowheads="1"/>
              </p:cNvSpPr>
              <p:nvPr/>
            </p:nvSpPr>
            <p:spPr bwMode="auto">
              <a:xfrm>
                <a:off x="2940" y="1884"/>
                <a:ext cx="24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L</a:t>
                </a:r>
              </a:p>
            </p:txBody>
          </p:sp>
        </p:grpSp>
        <p:sp>
          <p:nvSpPr>
            <p:cNvPr id="19595" name="Line 35"/>
            <p:cNvSpPr>
              <a:spLocks noChangeShapeType="1"/>
            </p:cNvSpPr>
            <p:nvPr/>
          </p:nvSpPr>
          <p:spPr bwMode="auto">
            <a:xfrm>
              <a:off x="1728" y="1632"/>
              <a:ext cx="12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96" name="Line 36"/>
            <p:cNvSpPr>
              <a:spLocks noChangeShapeType="1"/>
            </p:cNvSpPr>
            <p:nvPr/>
          </p:nvSpPr>
          <p:spPr bwMode="auto">
            <a:xfrm>
              <a:off x="3168" y="1624"/>
              <a:ext cx="62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grpSp>
      <p:grpSp>
        <p:nvGrpSpPr>
          <p:cNvPr id="19462" name="Group 37"/>
          <p:cNvGrpSpPr>
            <a:grpSpLocks/>
          </p:cNvGrpSpPr>
          <p:nvPr/>
        </p:nvGrpSpPr>
        <p:grpSpPr bwMode="auto">
          <a:xfrm>
            <a:off x="1219200" y="4178300"/>
            <a:ext cx="3714750" cy="2057400"/>
            <a:chOff x="1200" y="2496"/>
            <a:chExt cx="2592" cy="1296"/>
          </a:xfrm>
        </p:grpSpPr>
        <p:sp>
          <p:nvSpPr>
            <p:cNvPr id="19542" name="Line 38"/>
            <p:cNvSpPr>
              <a:spLocks noChangeShapeType="1"/>
            </p:cNvSpPr>
            <p:nvPr/>
          </p:nvSpPr>
          <p:spPr bwMode="auto">
            <a:xfrm>
              <a:off x="1200" y="2536"/>
              <a:ext cx="0" cy="12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43" name="Line 39"/>
            <p:cNvSpPr>
              <a:spLocks noChangeShapeType="1"/>
            </p:cNvSpPr>
            <p:nvPr/>
          </p:nvSpPr>
          <p:spPr bwMode="auto">
            <a:xfrm>
              <a:off x="3792" y="2536"/>
              <a:ext cx="0" cy="116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44" name="Oval 40"/>
            <p:cNvSpPr>
              <a:spLocks noChangeArrowheads="1"/>
            </p:cNvSpPr>
            <p:nvPr/>
          </p:nvSpPr>
          <p:spPr bwMode="auto">
            <a:xfrm>
              <a:off x="1536" y="2752"/>
              <a:ext cx="48"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45" name="Oval 41"/>
            <p:cNvSpPr>
              <a:spLocks noChangeArrowheads="1"/>
            </p:cNvSpPr>
            <p:nvPr/>
          </p:nvSpPr>
          <p:spPr bwMode="auto">
            <a:xfrm>
              <a:off x="1680" y="2752"/>
              <a:ext cx="48"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46" name="Line 42"/>
            <p:cNvSpPr>
              <a:spLocks noChangeShapeType="1"/>
            </p:cNvSpPr>
            <p:nvPr/>
          </p:nvSpPr>
          <p:spPr bwMode="auto">
            <a:xfrm>
              <a:off x="1536" y="2728"/>
              <a:ext cx="1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47" name="Line 43"/>
            <p:cNvSpPr>
              <a:spLocks noChangeShapeType="1"/>
            </p:cNvSpPr>
            <p:nvPr/>
          </p:nvSpPr>
          <p:spPr bwMode="auto">
            <a:xfrm flipV="1">
              <a:off x="1632" y="2680"/>
              <a:ext cx="0" cy="4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grpSp>
          <p:nvGrpSpPr>
            <p:cNvPr id="19548" name="Group 44"/>
            <p:cNvGrpSpPr>
              <a:grpSpLocks/>
            </p:cNvGrpSpPr>
            <p:nvPr/>
          </p:nvGrpSpPr>
          <p:grpSpPr bwMode="auto">
            <a:xfrm>
              <a:off x="1536" y="3592"/>
              <a:ext cx="192" cy="72"/>
              <a:chOff x="1632" y="2328"/>
              <a:chExt cx="192" cy="72"/>
            </a:xfrm>
          </p:grpSpPr>
          <p:sp>
            <p:nvSpPr>
              <p:cNvPr id="19571" name="Oval 45"/>
              <p:cNvSpPr>
                <a:spLocks noChangeArrowheads="1"/>
              </p:cNvSpPr>
              <p:nvPr/>
            </p:nvSpPr>
            <p:spPr bwMode="auto">
              <a:xfrm>
                <a:off x="1632" y="2352"/>
                <a:ext cx="48"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72" name="Oval 46"/>
              <p:cNvSpPr>
                <a:spLocks noChangeArrowheads="1"/>
              </p:cNvSpPr>
              <p:nvPr/>
            </p:nvSpPr>
            <p:spPr bwMode="auto">
              <a:xfrm>
                <a:off x="1776" y="2352"/>
                <a:ext cx="48"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73" name="Line 47"/>
              <p:cNvSpPr>
                <a:spLocks noChangeShapeType="1"/>
              </p:cNvSpPr>
              <p:nvPr/>
            </p:nvSpPr>
            <p:spPr bwMode="auto">
              <a:xfrm>
                <a:off x="1632" y="2328"/>
                <a:ext cx="1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grpSp>
        <p:grpSp>
          <p:nvGrpSpPr>
            <p:cNvPr id="19549" name="Group 48"/>
            <p:cNvGrpSpPr>
              <a:grpSpLocks/>
            </p:cNvGrpSpPr>
            <p:nvPr/>
          </p:nvGrpSpPr>
          <p:grpSpPr bwMode="auto">
            <a:xfrm>
              <a:off x="2928" y="2656"/>
              <a:ext cx="252" cy="240"/>
              <a:chOff x="2928" y="1872"/>
              <a:chExt cx="252" cy="240"/>
            </a:xfrm>
          </p:grpSpPr>
          <p:sp>
            <p:nvSpPr>
              <p:cNvPr id="19569" name="Oval 49"/>
              <p:cNvSpPr>
                <a:spLocks noChangeArrowheads="1"/>
              </p:cNvSpPr>
              <p:nvPr/>
            </p:nvSpPr>
            <p:spPr bwMode="auto">
              <a:xfrm>
                <a:off x="2928" y="1872"/>
                <a:ext cx="240" cy="240"/>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70" name="Text Box 50"/>
              <p:cNvSpPr txBox="1">
                <a:spLocks noChangeArrowheads="1"/>
              </p:cNvSpPr>
              <p:nvPr/>
            </p:nvSpPr>
            <p:spPr bwMode="auto">
              <a:xfrm>
                <a:off x="2940" y="1884"/>
                <a:ext cx="24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R</a:t>
                </a:r>
              </a:p>
            </p:txBody>
          </p:sp>
        </p:grpSp>
        <p:sp>
          <p:nvSpPr>
            <p:cNvPr id="19550" name="Line 51"/>
            <p:cNvSpPr>
              <a:spLocks noChangeShapeType="1"/>
            </p:cNvSpPr>
            <p:nvPr/>
          </p:nvSpPr>
          <p:spPr bwMode="auto">
            <a:xfrm flipH="1">
              <a:off x="1200" y="2776"/>
              <a:ext cx="33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51" name="Line 52"/>
            <p:cNvSpPr>
              <a:spLocks noChangeShapeType="1"/>
            </p:cNvSpPr>
            <p:nvPr/>
          </p:nvSpPr>
          <p:spPr bwMode="auto">
            <a:xfrm>
              <a:off x="3168" y="2776"/>
              <a:ext cx="62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52" name="Line 53"/>
            <p:cNvSpPr>
              <a:spLocks noChangeShapeType="1"/>
            </p:cNvSpPr>
            <p:nvPr/>
          </p:nvSpPr>
          <p:spPr bwMode="auto">
            <a:xfrm flipH="1">
              <a:off x="1200" y="3640"/>
              <a:ext cx="33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53" name="Text Box 54"/>
            <p:cNvSpPr txBox="1">
              <a:spLocks noChangeArrowheads="1"/>
            </p:cNvSpPr>
            <p:nvPr/>
          </p:nvSpPr>
          <p:spPr bwMode="auto">
            <a:xfrm>
              <a:off x="1432" y="2496"/>
              <a:ext cx="48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P/B A</a:t>
              </a:r>
            </a:p>
          </p:txBody>
        </p:sp>
        <p:sp>
          <p:nvSpPr>
            <p:cNvPr id="19554" name="Text Box 55"/>
            <p:cNvSpPr txBox="1">
              <a:spLocks noChangeArrowheads="1"/>
            </p:cNvSpPr>
            <p:nvPr/>
          </p:nvSpPr>
          <p:spPr bwMode="auto">
            <a:xfrm>
              <a:off x="1536" y="3408"/>
              <a:ext cx="336"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R</a:t>
              </a:r>
            </a:p>
          </p:txBody>
        </p:sp>
        <p:grpSp>
          <p:nvGrpSpPr>
            <p:cNvPr id="19555" name="Group 56"/>
            <p:cNvGrpSpPr>
              <a:grpSpLocks/>
            </p:cNvGrpSpPr>
            <p:nvPr/>
          </p:nvGrpSpPr>
          <p:grpSpPr bwMode="auto">
            <a:xfrm>
              <a:off x="2928" y="3504"/>
              <a:ext cx="252" cy="240"/>
              <a:chOff x="2928" y="1872"/>
              <a:chExt cx="252" cy="240"/>
            </a:xfrm>
          </p:grpSpPr>
          <p:sp>
            <p:nvSpPr>
              <p:cNvPr id="19567" name="Oval 57"/>
              <p:cNvSpPr>
                <a:spLocks noChangeArrowheads="1"/>
              </p:cNvSpPr>
              <p:nvPr/>
            </p:nvSpPr>
            <p:spPr bwMode="auto">
              <a:xfrm>
                <a:off x="2928" y="1872"/>
                <a:ext cx="240" cy="240"/>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68" name="Text Box 58"/>
              <p:cNvSpPr txBox="1">
                <a:spLocks noChangeArrowheads="1"/>
              </p:cNvSpPr>
              <p:nvPr/>
            </p:nvSpPr>
            <p:spPr bwMode="auto">
              <a:xfrm>
                <a:off x="2940" y="1884"/>
                <a:ext cx="24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L</a:t>
                </a:r>
              </a:p>
            </p:txBody>
          </p:sp>
        </p:grpSp>
        <p:sp>
          <p:nvSpPr>
            <p:cNvPr id="19556" name="Line 59"/>
            <p:cNvSpPr>
              <a:spLocks noChangeShapeType="1"/>
            </p:cNvSpPr>
            <p:nvPr/>
          </p:nvSpPr>
          <p:spPr bwMode="auto">
            <a:xfrm>
              <a:off x="1728" y="3640"/>
              <a:ext cx="12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57" name="Line 60"/>
            <p:cNvSpPr>
              <a:spLocks noChangeShapeType="1"/>
            </p:cNvSpPr>
            <p:nvPr/>
          </p:nvSpPr>
          <p:spPr bwMode="auto">
            <a:xfrm>
              <a:off x="3168" y="3632"/>
              <a:ext cx="62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58" name="Oval 61"/>
            <p:cNvSpPr>
              <a:spLocks noChangeArrowheads="1"/>
            </p:cNvSpPr>
            <p:nvPr/>
          </p:nvSpPr>
          <p:spPr bwMode="auto">
            <a:xfrm>
              <a:off x="1536" y="3232"/>
              <a:ext cx="48" cy="54"/>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59" name="Oval 62"/>
            <p:cNvSpPr>
              <a:spLocks noChangeArrowheads="1"/>
            </p:cNvSpPr>
            <p:nvPr/>
          </p:nvSpPr>
          <p:spPr bwMode="auto">
            <a:xfrm>
              <a:off x="1680" y="3232"/>
              <a:ext cx="48" cy="54"/>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60" name="Line 63"/>
            <p:cNvSpPr>
              <a:spLocks noChangeShapeType="1"/>
            </p:cNvSpPr>
            <p:nvPr/>
          </p:nvSpPr>
          <p:spPr bwMode="auto">
            <a:xfrm>
              <a:off x="1536" y="3208"/>
              <a:ext cx="192"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61" name="Line 64"/>
            <p:cNvSpPr>
              <a:spLocks noChangeShapeType="1"/>
            </p:cNvSpPr>
            <p:nvPr/>
          </p:nvSpPr>
          <p:spPr bwMode="auto">
            <a:xfrm flipV="1">
              <a:off x="1632" y="3160"/>
              <a:ext cx="1" cy="5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62" name="Text Box 65"/>
            <p:cNvSpPr txBox="1">
              <a:spLocks noChangeArrowheads="1"/>
            </p:cNvSpPr>
            <p:nvPr/>
          </p:nvSpPr>
          <p:spPr bwMode="auto">
            <a:xfrm>
              <a:off x="1424" y="2976"/>
              <a:ext cx="62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P/B B</a:t>
              </a:r>
            </a:p>
          </p:txBody>
        </p:sp>
        <p:sp>
          <p:nvSpPr>
            <p:cNvPr id="19563" name="Line 66"/>
            <p:cNvSpPr>
              <a:spLocks noChangeShapeType="1"/>
            </p:cNvSpPr>
            <p:nvPr/>
          </p:nvSpPr>
          <p:spPr bwMode="auto">
            <a:xfrm flipH="1">
              <a:off x="1200" y="3264"/>
              <a:ext cx="33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64" name="Line 67"/>
            <p:cNvSpPr>
              <a:spLocks noChangeShapeType="1"/>
            </p:cNvSpPr>
            <p:nvPr/>
          </p:nvSpPr>
          <p:spPr bwMode="auto">
            <a:xfrm>
              <a:off x="1728" y="2784"/>
              <a:ext cx="12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65" name="Line 68"/>
            <p:cNvSpPr>
              <a:spLocks noChangeShapeType="1"/>
            </p:cNvSpPr>
            <p:nvPr/>
          </p:nvSpPr>
          <p:spPr bwMode="auto">
            <a:xfrm>
              <a:off x="1728" y="3264"/>
              <a:ext cx="1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66" name="Line 69"/>
            <p:cNvSpPr>
              <a:spLocks noChangeShapeType="1"/>
            </p:cNvSpPr>
            <p:nvPr/>
          </p:nvSpPr>
          <p:spPr bwMode="auto">
            <a:xfrm flipV="1">
              <a:off x="1920" y="2784"/>
              <a:ext cx="0" cy="4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grpSp>
      <p:sp>
        <p:nvSpPr>
          <p:cNvPr id="19463" name="Text Box 70"/>
          <p:cNvSpPr txBox="1">
            <a:spLocks noChangeArrowheads="1"/>
          </p:cNvSpPr>
          <p:nvPr/>
        </p:nvSpPr>
        <p:spPr bwMode="auto">
          <a:xfrm>
            <a:off x="5264150" y="1449388"/>
            <a:ext cx="33020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③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ưu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khởi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endParaRPr lang="ko-KR" altLang="en-US" sz="1200">
              <a:latin typeface="Times New Roman" panose="02020603050405020304" pitchFamily="18" charset="0"/>
              <a:cs typeface="Times New Roman" panose="02020603050405020304" pitchFamily="18" charset="0"/>
            </a:endParaRPr>
          </a:p>
        </p:txBody>
      </p:sp>
      <p:sp>
        <p:nvSpPr>
          <p:cNvPr id="19464" name="Text Box 71"/>
          <p:cNvSpPr txBox="1">
            <a:spLocks noChangeArrowheads="1"/>
          </p:cNvSpPr>
          <p:nvPr/>
        </p:nvSpPr>
        <p:spPr bwMode="auto">
          <a:xfrm>
            <a:off x="5264150" y="3751263"/>
            <a:ext cx="36322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④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ưu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dừng</a:t>
            </a:r>
            <a:endParaRPr lang="ko-KR" altLang="en-US" sz="1200" b="1">
              <a:latin typeface="Times New Roman" panose="02020603050405020304" pitchFamily="18" charset="0"/>
              <a:cs typeface="Times New Roman" panose="02020603050405020304" pitchFamily="18" charset="0"/>
            </a:endParaRPr>
          </a:p>
        </p:txBody>
      </p:sp>
      <p:grpSp>
        <p:nvGrpSpPr>
          <p:cNvPr id="19465" name="Group 153"/>
          <p:cNvGrpSpPr>
            <a:grpSpLocks/>
          </p:cNvGrpSpPr>
          <p:nvPr/>
        </p:nvGrpSpPr>
        <p:grpSpPr bwMode="auto">
          <a:xfrm>
            <a:off x="5346700" y="1849438"/>
            <a:ext cx="3879850" cy="1508125"/>
            <a:chOff x="3368" y="1165"/>
            <a:chExt cx="2444" cy="950"/>
          </a:xfrm>
        </p:grpSpPr>
        <p:sp>
          <p:nvSpPr>
            <p:cNvPr id="19506" name="Line 73"/>
            <p:cNvSpPr>
              <a:spLocks noChangeShapeType="1"/>
            </p:cNvSpPr>
            <p:nvPr/>
          </p:nvSpPr>
          <p:spPr bwMode="auto">
            <a:xfrm>
              <a:off x="3368" y="1233"/>
              <a:ext cx="0" cy="88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07" name="Line 74"/>
            <p:cNvSpPr>
              <a:spLocks noChangeShapeType="1"/>
            </p:cNvSpPr>
            <p:nvPr/>
          </p:nvSpPr>
          <p:spPr bwMode="auto">
            <a:xfrm>
              <a:off x="5812" y="1233"/>
              <a:ext cx="0" cy="88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08" name="Oval 75"/>
            <p:cNvSpPr>
              <a:spLocks noChangeArrowheads="1"/>
            </p:cNvSpPr>
            <p:nvPr/>
          </p:nvSpPr>
          <p:spPr bwMode="auto">
            <a:xfrm>
              <a:off x="3685" y="1373"/>
              <a:ext cx="45" cy="31"/>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09" name="Oval 76"/>
            <p:cNvSpPr>
              <a:spLocks noChangeArrowheads="1"/>
            </p:cNvSpPr>
            <p:nvPr/>
          </p:nvSpPr>
          <p:spPr bwMode="auto">
            <a:xfrm>
              <a:off x="3821" y="1373"/>
              <a:ext cx="45" cy="31"/>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10" name="Line 77"/>
            <p:cNvSpPr>
              <a:spLocks noChangeShapeType="1"/>
            </p:cNvSpPr>
            <p:nvPr/>
          </p:nvSpPr>
          <p:spPr bwMode="auto">
            <a:xfrm>
              <a:off x="3685" y="1345"/>
              <a:ext cx="18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11" name="Line 78"/>
            <p:cNvSpPr>
              <a:spLocks noChangeShapeType="1"/>
            </p:cNvSpPr>
            <p:nvPr/>
          </p:nvSpPr>
          <p:spPr bwMode="auto">
            <a:xfrm flipV="1">
              <a:off x="3775" y="1317"/>
              <a:ext cx="0" cy="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12" name="Oval 80"/>
            <p:cNvSpPr>
              <a:spLocks noChangeArrowheads="1"/>
            </p:cNvSpPr>
            <p:nvPr/>
          </p:nvSpPr>
          <p:spPr bwMode="auto">
            <a:xfrm>
              <a:off x="3685" y="1908"/>
              <a:ext cx="45" cy="31"/>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13" name="Oval 81"/>
            <p:cNvSpPr>
              <a:spLocks noChangeArrowheads="1"/>
            </p:cNvSpPr>
            <p:nvPr/>
          </p:nvSpPr>
          <p:spPr bwMode="auto">
            <a:xfrm>
              <a:off x="3821" y="1908"/>
              <a:ext cx="45" cy="31"/>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14" name="Line 82"/>
            <p:cNvSpPr>
              <a:spLocks noChangeShapeType="1"/>
            </p:cNvSpPr>
            <p:nvPr/>
          </p:nvSpPr>
          <p:spPr bwMode="auto">
            <a:xfrm>
              <a:off x="3685" y="1880"/>
              <a:ext cx="18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grpSp>
          <p:nvGrpSpPr>
            <p:cNvPr id="19515" name="Group 83"/>
            <p:cNvGrpSpPr>
              <a:grpSpLocks/>
            </p:cNvGrpSpPr>
            <p:nvPr/>
          </p:nvGrpSpPr>
          <p:grpSpPr bwMode="auto">
            <a:xfrm>
              <a:off x="4997" y="1311"/>
              <a:ext cx="238" cy="181"/>
              <a:chOff x="2928" y="1872"/>
              <a:chExt cx="252" cy="279"/>
            </a:xfrm>
          </p:grpSpPr>
          <p:sp>
            <p:nvSpPr>
              <p:cNvPr id="19540" name="Oval 84"/>
              <p:cNvSpPr>
                <a:spLocks noChangeArrowheads="1"/>
              </p:cNvSpPr>
              <p:nvPr/>
            </p:nvSpPr>
            <p:spPr bwMode="auto">
              <a:xfrm>
                <a:off x="2928" y="1872"/>
                <a:ext cx="240" cy="240"/>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41" name="Text Box 85"/>
              <p:cNvSpPr txBox="1">
                <a:spLocks noChangeArrowheads="1"/>
              </p:cNvSpPr>
              <p:nvPr/>
            </p:nvSpPr>
            <p:spPr bwMode="auto">
              <a:xfrm>
                <a:off x="2939" y="1884"/>
                <a:ext cx="24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R</a:t>
                </a:r>
              </a:p>
            </p:txBody>
          </p:sp>
        </p:grpSp>
        <p:sp>
          <p:nvSpPr>
            <p:cNvPr id="19516" name="Line 86"/>
            <p:cNvSpPr>
              <a:spLocks noChangeShapeType="1"/>
            </p:cNvSpPr>
            <p:nvPr/>
          </p:nvSpPr>
          <p:spPr bwMode="auto">
            <a:xfrm flipH="1">
              <a:off x="3368" y="1388"/>
              <a:ext cx="31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17" name="Line 87"/>
            <p:cNvSpPr>
              <a:spLocks noChangeShapeType="1"/>
            </p:cNvSpPr>
            <p:nvPr/>
          </p:nvSpPr>
          <p:spPr bwMode="auto">
            <a:xfrm>
              <a:off x="5224" y="1388"/>
              <a:ext cx="5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18" name="Line 88"/>
            <p:cNvSpPr>
              <a:spLocks noChangeShapeType="1"/>
            </p:cNvSpPr>
            <p:nvPr/>
          </p:nvSpPr>
          <p:spPr bwMode="auto">
            <a:xfrm flipH="1">
              <a:off x="3368" y="1923"/>
              <a:ext cx="31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19" name="Text Box 89"/>
            <p:cNvSpPr txBox="1">
              <a:spLocks noChangeArrowheads="1"/>
            </p:cNvSpPr>
            <p:nvPr/>
          </p:nvSpPr>
          <p:spPr bwMode="auto">
            <a:xfrm>
              <a:off x="3587" y="1165"/>
              <a:ext cx="46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P/B A</a:t>
              </a:r>
            </a:p>
          </p:txBody>
        </p:sp>
        <p:sp>
          <p:nvSpPr>
            <p:cNvPr id="19520" name="Text Box 90"/>
            <p:cNvSpPr txBox="1">
              <a:spLocks noChangeArrowheads="1"/>
            </p:cNvSpPr>
            <p:nvPr/>
          </p:nvSpPr>
          <p:spPr bwMode="auto">
            <a:xfrm>
              <a:off x="4183" y="1507"/>
              <a:ext cx="316"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R</a:t>
              </a:r>
            </a:p>
          </p:txBody>
        </p:sp>
        <p:grpSp>
          <p:nvGrpSpPr>
            <p:cNvPr id="19521" name="Group 91"/>
            <p:cNvGrpSpPr>
              <a:grpSpLocks/>
            </p:cNvGrpSpPr>
            <p:nvPr/>
          </p:nvGrpSpPr>
          <p:grpSpPr bwMode="auto">
            <a:xfrm>
              <a:off x="4997" y="1835"/>
              <a:ext cx="238" cy="181"/>
              <a:chOff x="2928" y="1872"/>
              <a:chExt cx="252" cy="279"/>
            </a:xfrm>
          </p:grpSpPr>
          <p:sp>
            <p:nvSpPr>
              <p:cNvPr id="19538" name="Oval 92"/>
              <p:cNvSpPr>
                <a:spLocks noChangeArrowheads="1"/>
              </p:cNvSpPr>
              <p:nvPr/>
            </p:nvSpPr>
            <p:spPr bwMode="auto">
              <a:xfrm>
                <a:off x="2928" y="1872"/>
                <a:ext cx="240" cy="240"/>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39" name="Text Box 93"/>
              <p:cNvSpPr txBox="1">
                <a:spLocks noChangeArrowheads="1"/>
              </p:cNvSpPr>
              <p:nvPr/>
            </p:nvSpPr>
            <p:spPr bwMode="auto">
              <a:xfrm>
                <a:off x="2939" y="1884"/>
                <a:ext cx="24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L</a:t>
                </a:r>
              </a:p>
            </p:txBody>
          </p:sp>
        </p:grpSp>
        <p:sp>
          <p:nvSpPr>
            <p:cNvPr id="19522" name="Line 94"/>
            <p:cNvSpPr>
              <a:spLocks noChangeShapeType="1"/>
            </p:cNvSpPr>
            <p:nvPr/>
          </p:nvSpPr>
          <p:spPr bwMode="auto">
            <a:xfrm>
              <a:off x="3866" y="1923"/>
              <a:ext cx="113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23" name="Line 95"/>
            <p:cNvSpPr>
              <a:spLocks noChangeShapeType="1"/>
            </p:cNvSpPr>
            <p:nvPr/>
          </p:nvSpPr>
          <p:spPr bwMode="auto">
            <a:xfrm>
              <a:off x="5224" y="1918"/>
              <a:ext cx="5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24" name="Oval 96"/>
            <p:cNvSpPr>
              <a:spLocks noChangeArrowheads="1"/>
            </p:cNvSpPr>
            <p:nvPr/>
          </p:nvSpPr>
          <p:spPr bwMode="auto">
            <a:xfrm>
              <a:off x="3692" y="1679"/>
              <a:ext cx="46" cy="32"/>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25" name="Oval 97"/>
            <p:cNvSpPr>
              <a:spLocks noChangeArrowheads="1"/>
            </p:cNvSpPr>
            <p:nvPr/>
          </p:nvSpPr>
          <p:spPr bwMode="auto">
            <a:xfrm>
              <a:off x="3828" y="1679"/>
              <a:ext cx="45" cy="32"/>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26" name="Line 98"/>
            <p:cNvSpPr>
              <a:spLocks noChangeShapeType="1"/>
            </p:cNvSpPr>
            <p:nvPr/>
          </p:nvSpPr>
          <p:spPr bwMode="auto">
            <a:xfrm>
              <a:off x="3692" y="1721"/>
              <a:ext cx="18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27" name="Line 99"/>
            <p:cNvSpPr>
              <a:spLocks noChangeShapeType="1"/>
            </p:cNvSpPr>
            <p:nvPr/>
          </p:nvSpPr>
          <p:spPr bwMode="auto">
            <a:xfrm flipV="1">
              <a:off x="3783" y="1685"/>
              <a:ext cx="0" cy="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28" name="Text Box 100"/>
            <p:cNvSpPr txBox="1">
              <a:spLocks noChangeArrowheads="1"/>
            </p:cNvSpPr>
            <p:nvPr/>
          </p:nvSpPr>
          <p:spPr bwMode="auto">
            <a:xfrm>
              <a:off x="3587" y="1525"/>
              <a:ext cx="58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P/B B</a:t>
              </a:r>
            </a:p>
          </p:txBody>
        </p:sp>
        <p:sp>
          <p:nvSpPr>
            <p:cNvPr id="19529" name="Line 101"/>
            <p:cNvSpPr>
              <a:spLocks noChangeShapeType="1"/>
            </p:cNvSpPr>
            <p:nvPr/>
          </p:nvSpPr>
          <p:spPr bwMode="auto">
            <a:xfrm flipH="1">
              <a:off x="3368" y="1700"/>
              <a:ext cx="31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30" name="Line 102"/>
            <p:cNvSpPr>
              <a:spLocks noChangeShapeType="1"/>
            </p:cNvSpPr>
            <p:nvPr/>
          </p:nvSpPr>
          <p:spPr bwMode="auto">
            <a:xfrm flipH="1">
              <a:off x="3866" y="1700"/>
              <a:ext cx="31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31" name="Oval 104"/>
            <p:cNvSpPr>
              <a:spLocks noChangeArrowheads="1"/>
            </p:cNvSpPr>
            <p:nvPr/>
          </p:nvSpPr>
          <p:spPr bwMode="auto">
            <a:xfrm>
              <a:off x="4183" y="1685"/>
              <a:ext cx="45" cy="31"/>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32" name="Oval 105"/>
            <p:cNvSpPr>
              <a:spLocks noChangeArrowheads="1"/>
            </p:cNvSpPr>
            <p:nvPr/>
          </p:nvSpPr>
          <p:spPr bwMode="auto">
            <a:xfrm>
              <a:off x="4319" y="1685"/>
              <a:ext cx="45" cy="31"/>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33" name="Line 106"/>
            <p:cNvSpPr>
              <a:spLocks noChangeShapeType="1"/>
            </p:cNvSpPr>
            <p:nvPr/>
          </p:nvSpPr>
          <p:spPr bwMode="auto">
            <a:xfrm>
              <a:off x="4183" y="1657"/>
              <a:ext cx="18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34" name="Text Box 107"/>
            <p:cNvSpPr txBox="1">
              <a:spLocks noChangeArrowheads="1"/>
            </p:cNvSpPr>
            <p:nvPr/>
          </p:nvSpPr>
          <p:spPr bwMode="auto">
            <a:xfrm>
              <a:off x="3684" y="1738"/>
              <a:ext cx="31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R</a:t>
              </a:r>
            </a:p>
          </p:txBody>
        </p:sp>
        <p:sp>
          <p:nvSpPr>
            <p:cNvPr id="19535" name="Line 108"/>
            <p:cNvSpPr>
              <a:spLocks noChangeShapeType="1"/>
            </p:cNvSpPr>
            <p:nvPr/>
          </p:nvSpPr>
          <p:spPr bwMode="auto">
            <a:xfrm>
              <a:off x="4364" y="1700"/>
              <a:ext cx="13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36" name="Line 109"/>
            <p:cNvSpPr>
              <a:spLocks noChangeShapeType="1"/>
            </p:cNvSpPr>
            <p:nvPr/>
          </p:nvSpPr>
          <p:spPr bwMode="auto">
            <a:xfrm flipV="1">
              <a:off x="4499" y="1389"/>
              <a:ext cx="0" cy="31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37" name="Line 110"/>
            <p:cNvSpPr>
              <a:spLocks noChangeShapeType="1"/>
            </p:cNvSpPr>
            <p:nvPr/>
          </p:nvSpPr>
          <p:spPr bwMode="auto">
            <a:xfrm>
              <a:off x="3866" y="1389"/>
              <a:ext cx="113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grpSp>
      <p:grpSp>
        <p:nvGrpSpPr>
          <p:cNvPr id="19466" name="Group 154"/>
          <p:cNvGrpSpPr>
            <a:grpSpLocks/>
          </p:cNvGrpSpPr>
          <p:nvPr/>
        </p:nvGrpSpPr>
        <p:grpSpPr bwMode="auto">
          <a:xfrm>
            <a:off x="5429250" y="4184650"/>
            <a:ext cx="3879850" cy="1944688"/>
            <a:chOff x="3420" y="2636"/>
            <a:chExt cx="2444" cy="1225"/>
          </a:xfrm>
        </p:grpSpPr>
        <p:sp>
          <p:nvSpPr>
            <p:cNvPr id="19469" name="Line 112"/>
            <p:cNvSpPr>
              <a:spLocks noChangeShapeType="1"/>
            </p:cNvSpPr>
            <p:nvPr/>
          </p:nvSpPr>
          <p:spPr bwMode="auto">
            <a:xfrm>
              <a:off x="3420" y="2674"/>
              <a:ext cx="0" cy="118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70" name="Line 113"/>
            <p:cNvSpPr>
              <a:spLocks noChangeShapeType="1"/>
            </p:cNvSpPr>
            <p:nvPr/>
          </p:nvSpPr>
          <p:spPr bwMode="auto">
            <a:xfrm>
              <a:off x="5864" y="2674"/>
              <a:ext cx="0" cy="10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71" name="Oval 114"/>
            <p:cNvSpPr>
              <a:spLocks noChangeArrowheads="1"/>
            </p:cNvSpPr>
            <p:nvPr/>
          </p:nvSpPr>
          <p:spPr bwMode="auto">
            <a:xfrm>
              <a:off x="3737" y="2878"/>
              <a:ext cx="45" cy="45"/>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472" name="Oval 115"/>
            <p:cNvSpPr>
              <a:spLocks noChangeArrowheads="1"/>
            </p:cNvSpPr>
            <p:nvPr/>
          </p:nvSpPr>
          <p:spPr bwMode="auto">
            <a:xfrm>
              <a:off x="3873" y="2878"/>
              <a:ext cx="45" cy="45"/>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473" name="Line 116"/>
            <p:cNvSpPr>
              <a:spLocks noChangeShapeType="1"/>
            </p:cNvSpPr>
            <p:nvPr/>
          </p:nvSpPr>
          <p:spPr bwMode="auto">
            <a:xfrm>
              <a:off x="3737" y="2938"/>
              <a:ext cx="18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74" name="Line 117"/>
            <p:cNvSpPr>
              <a:spLocks noChangeShapeType="1"/>
            </p:cNvSpPr>
            <p:nvPr/>
          </p:nvSpPr>
          <p:spPr bwMode="auto">
            <a:xfrm flipV="1">
              <a:off x="3827" y="2886"/>
              <a:ext cx="0" cy="4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75" name="Oval 119"/>
            <p:cNvSpPr>
              <a:spLocks noChangeArrowheads="1"/>
            </p:cNvSpPr>
            <p:nvPr/>
          </p:nvSpPr>
          <p:spPr bwMode="auto">
            <a:xfrm>
              <a:off x="3737" y="3695"/>
              <a:ext cx="45" cy="45"/>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476" name="Oval 120"/>
            <p:cNvSpPr>
              <a:spLocks noChangeArrowheads="1"/>
            </p:cNvSpPr>
            <p:nvPr/>
          </p:nvSpPr>
          <p:spPr bwMode="auto">
            <a:xfrm>
              <a:off x="3873" y="3695"/>
              <a:ext cx="45" cy="45"/>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477" name="Line 121"/>
            <p:cNvSpPr>
              <a:spLocks noChangeShapeType="1"/>
            </p:cNvSpPr>
            <p:nvPr/>
          </p:nvSpPr>
          <p:spPr bwMode="auto">
            <a:xfrm>
              <a:off x="3737" y="3666"/>
              <a:ext cx="18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grpSp>
          <p:nvGrpSpPr>
            <p:cNvPr id="19478" name="Group 122"/>
            <p:cNvGrpSpPr>
              <a:grpSpLocks/>
            </p:cNvGrpSpPr>
            <p:nvPr/>
          </p:nvGrpSpPr>
          <p:grpSpPr bwMode="auto">
            <a:xfrm>
              <a:off x="5049" y="2787"/>
              <a:ext cx="238" cy="227"/>
              <a:chOff x="2928" y="1872"/>
              <a:chExt cx="252" cy="240"/>
            </a:xfrm>
          </p:grpSpPr>
          <p:sp>
            <p:nvSpPr>
              <p:cNvPr id="19504" name="Oval 123"/>
              <p:cNvSpPr>
                <a:spLocks noChangeArrowheads="1"/>
              </p:cNvSpPr>
              <p:nvPr/>
            </p:nvSpPr>
            <p:spPr bwMode="auto">
              <a:xfrm>
                <a:off x="2928" y="1872"/>
                <a:ext cx="240" cy="240"/>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05" name="Text Box 124"/>
              <p:cNvSpPr txBox="1">
                <a:spLocks noChangeArrowheads="1"/>
              </p:cNvSpPr>
              <p:nvPr/>
            </p:nvSpPr>
            <p:spPr bwMode="auto">
              <a:xfrm>
                <a:off x="2939" y="1882"/>
                <a:ext cx="241"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R</a:t>
                </a:r>
              </a:p>
            </p:txBody>
          </p:sp>
        </p:grpSp>
        <p:sp>
          <p:nvSpPr>
            <p:cNvPr id="19479" name="Line 125"/>
            <p:cNvSpPr>
              <a:spLocks noChangeShapeType="1"/>
            </p:cNvSpPr>
            <p:nvPr/>
          </p:nvSpPr>
          <p:spPr bwMode="auto">
            <a:xfrm flipH="1">
              <a:off x="3420" y="2901"/>
              <a:ext cx="31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80" name="Line 126"/>
            <p:cNvSpPr>
              <a:spLocks noChangeShapeType="1"/>
            </p:cNvSpPr>
            <p:nvPr/>
          </p:nvSpPr>
          <p:spPr bwMode="auto">
            <a:xfrm>
              <a:off x="5276" y="2901"/>
              <a:ext cx="5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81" name="Line 127"/>
            <p:cNvSpPr>
              <a:spLocks noChangeShapeType="1"/>
            </p:cNvSpPr>
            <p:nvPr/>
          </p:nvSpPr>
          <p:spPr bwMode="auto">
            <a:xfrm flipH="1">
              <a:off x="3420" y="3717"/>
              <a:ext cx="31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82" name="Text Box 128"/>
            <p:cNvSpPr txBox="1">
              <a:spLocks noChangeArrowheads="1"/>
            </p:cNvSpPr>
            <p:nvPr/>
          </p:nvSpPr>
          <p:spPr bwMode="auto">
            <a:xfrm>
              <a:off x="3639" y="2680"/>
              <a:ext cx="46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P/B A</a:t>
              </a:r>
            </a:p>
          </p:txBody>
        </p:sp>
        <p:sp>
          <p:nvSpPr>
            <p:cNvPr id="19483" name="Text Box 129"/>
            <p:cNvSpPr txBox="1">
              <a:spLocks noChangeArrowheads="1"/>
            </p:cNvSpPr>
            <p:nvPr/>
          </p:nvSpPr>
          <p:spPr bwMode="auto">
            <a:xfrm>
              <a:off x="3736" y="3430"/>
              <a:ext cx="31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R</a:t>
              </a:r>
            </a:p>
          </p:txBody>
        </p:sp>
        <p:grpSp>
          <p:nvGrpSpPr>
            <p:cNvPr id="19484" name="Group 130"/>
            <p:cNvGrpSpPr>
              <a:grpSpLocks/>
            </p:cNvGrpSpPr>
            <p:nvPr/>
          </p:nvGrpSpPr>
          <p:grpSpPr bwMode="auto">
            <a:xfrm>
              <a:off x="5049" y="3589"/>
              <a:ext cx="238" cy="227"/>
              <a:chOff x="2928" y="1872"/>
              <a:chExt cx="252" cy="240"/>
            </a:xfrm>
          </p:grpSpPr>
          <p:sp>
            <p:nvSpPr>
              <p:cNvPr id="19502" name="Oval 131"/>
              <p:cNvSpPr>
                <a:spLocks noChangeArrowheads="1"/>
              </p:cNvSpPr>
              <p:nvPr/>
            </p:nvSpPr>
            <p:spPr bwMode="auto">
              <a:xfrm>
                <a:off x="2928" y="1872"/>
                <a:ext cx="240" cy="240"/>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503" name="Text Box 132"/>
              <p:cNvSpPr txBox="1">
                <a:spLocks noChangeArrowheads="1"/>
              </p:cNvSpPr>
              <p:nvPr/>
            </p:nvSpPr>
            <p:spPr bwMode="auto">
              <a:xfrm>
                <a:off x="2939" y="1883"/>
                <a:ext cx="241"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L</a:t>
                </a:r>
              </a:p>
            </p:txBody>
          </p:sp>
        </p:grpSp>
        <p:sp>
          <p:nvSpPr>
            <p:cNvPr id="19485" name="Line 133"/>
            <p:cNvSpPr>
              <a:spLocks noChangeShapeType="1"/>
            </p:cNvSpPr>
            <p:nvPr/>
          </p:nvSpPr>
          <p:spPr bwMode="auto">
            <a:xfrm>
              <a:off x="3918" y="3717"/>
              <a:ext cx="113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86" name="Line 134"/>
            <p:cNvSpPr>
              <a:spLocks noChangeShapeType="1"/>
            </p:cNvSpPr>
            <p:nvPr/>
          </p:nvSpPr>
          <p:spPr bwMode="auto">
            <a:xfrm>
              <a:off x="5276" y="3710"/>
              <a:ext cx="5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87" name="Oval 135"/>
            <p:cNvSpPr>
              <a:spLocks noChangeArrowheads="1"/>
            </p:cNvSpPr>
            <p:nvPr/>
          </p:nvSpPr>
          <p:spPr bwMode="auto">
            <a:xfrm>
              <a:off x="4250" y="2878"/>
              <a:ext cx="45" cy="51"/>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488" name="Oval 136"/>
            <p:cNvSpPr>
              <a:spLocks noChangeArrowheads="1"/>
            </p:cNvSpPr>
            <p:nvPr/>
          </p:nvSpPr>
          <p:spPr bwMode="auto">
            <a:xfrm>
              <a:off x="4386" y="2878"/>
              <a:ext cx="45" cy="51"/>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489" name="Line 137"/>
            <p:cNvSpPr>
              <a:spLocks noChangeShapeType="1"/>
            </p:cNvSpPr>
            <p:nvPr/>
          </p:nvSpPr>
          <p:spPr bwMode="auto">
            <a:xfrm>
              <a:off x="4250" y="2849"/>
              <a:ext cx="181"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90" name="Line 138"/>
            <p:cNvSpPr>
              <a:spLocks noChangeShapeType="1"/>
            </p:cNvSpPr>
            <p:nvPr/>
          </p:nvSpPr>
          <p:spPr bwMode="auto">
            <a:xfrm flipV="1">
              <a:off x="4340" y="2804"/>
              <a:ext cx="1" cy="5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91" name="Text Box 139"/>
            <p:cNvSpPr txBox="1">
              <a:spLocks noChangeArrowheads="1"/>
            </p:cNvSpPr>
            <p:nvPr/>
          </p:nvSpPr>
          <p:spPr bwMode="auto">
            <a:xfrm>
              <a:off x="4143" y="2636"/>
              <a:ext cx="59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P/B B</a:t>
              </a:r>
            </a:p>
          </p:txBody>
        </p:sp>
        <p:sp>
          <p:nvSpPr>
            <p:cNvPr id="19492" name="Line 140"/>
            <p:cNvSpPr>
              <a:spLocks noChangeShapeType="1"/>
            </p:cNvSpPr>
            <p:nvPr/>
          </p:nvSpPr>
          <p:spPr bwMode="auto">
            <a:xfrm flipH="1">
              <a:off x="3933" y="2908"/>
              <a:ext cx="31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93" name="Line 141"/>
            <p:cNvSpPr>
              <a:spLocks noChangeShapeType="1"/>
            </p:cNvSpPr>
            <p:nvPr/>
          </p:nvSpPr>
          <p:spPr bwMode="auto">
            <a:xfrm>
              <a:off x="4431" y="2908"/>
              <a:ext cx="61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94" name="Line 142"/>
            <p:cNvSpPr>
              <a:spLocks noChangeShapeType="1"/>
            </p:cNvSpPr>
            <p:nvPr/>
          </p:nvSpPr>
          <p:spPr bwMode="auto">
            <a:xfrm flipV="1">
              <a:off x="4099" y="2908"/>
              <a:ext cx="0" cy="27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95" name="Line 143"/>
            <p:cNvSpPr>
              <a:spLocks noChangeShapeType="1"/>
            </p:cNvSpPr>
            <p:nvPr/>
          </p:nvSpPr>
          <p:spPr bwMode="auto">
            <a:xfrm flipV="1">
              <a:off x="4604" y="2908"/>
              <a:ext cx="0" cy="27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96" name="Oval 145"/>
            <p:cNvSpPr>
              <a:spLocks noChangeArrowheads="1"/>
            </p:cNvSpPr>
            <p:nvPr/>
          </p:nvSpPr>
          <p:spPr bwMode="auto">
            <a:xfrm>
              <a:off x="4227" y="3143"/>
              <a:ext cx="45" cy="45"/>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497" name="Oval 146"/>
            <p:cNvSpPr>
              <a:spLocks noChangeArrowheads="1"/>
            </p:cNvSpPr>
            <p:nvPr/>
          </p:nvSpPr>
          <p:spPr bwMode="auto">
            <a:xfrm>
              <a:off x="4363" y="3143"/>
              <a:ext cx="45" cy="45"/>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498" name="Line 147"/>
            <p:cNvSpPr>
              <a:spLocks noChangeShapeType="1"/>
            </p:cNvSpPr>
            <p:nvPr/>
          </p:nvSpPr>
          <p:spPr bwMode="auto">
            <a:xfrm>
              <a:off x="4227" y="3114"/>
              <a:ext cx="18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499" name="Text Box 148"/>
            <p:cNvSpPr txBox="1">
              <a:spLocks noChangeArrowheads="1"/>
            </p:cNvSpPr>
            <p:nvPr/>
          </p:nvSpPr>
          <p:spPr bwMode="auto">
            <a:xfrm>
              <a:off x="4227" y="2886"/>
              <a:ext cx="316"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R</a:t>
              </a:r>
            </a:p>
          </p:txBody>
        </p:sp>
        <p:sp>
          <p:nvSpPr>
            <p:cNvPr id="19500" name="Line 149"/>
            <p:cNvSpPr>
              <a:spLocks noChangeShapeType="1"/>
            </p:cNvSpPr>
            <p:nvPr/>
          </p:nvSpPr>
          <p:spPr bwMode="auto">
            <a:xfrm>
              <a:off x="4416" y="3173"/>
              <a:ext cx="18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19501" name="Line 150"/>
            <p:cNvSpPr>
              <a:spLocks noChangeShapeType="1"/>
            </p:cNvSpPr>
            <p:nvPr/>
          </p:nvSpPr>
          <p:spPr bwMode="auto">
            <a:xfrm flipH="1">
              <a:off x="4091" y="3173"/>
              <a:ext cx="13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grpSp>
      <p:sp>
        <p:nvSpPr>
          <p:cNvPr id="19467" name="Rectangle 151"/>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19468" name="Rectangle 152"/>
          <p:cNvSpPr>
            <a:spLocks noChangeArrowheads="1"/>
          </p:cNvSpPr>
          <p:nvPr/>
        </p:nvSpPr>
        <p:spPr bwMode="auto">
          <a:xfrm>
            <a:off x="8462621" y="77788"/>
            <a:ext cx="151515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vi-VN" altLang="ko-KR" sz="1600" b="1" smtClean="0">
                <a:latin typeface="Times New Roman" panose="02020603050405020304" pitchFamily="18" charset="0"/>
                <a:cs typeface="Times New Roman" panose="02020603050405020304" pitchFamily="18" charset="0"/>
              </a:rPr>
              <a:t>1. Sơ lược PLC</a:t>
            </a:r>
            <a:endParaRPr lang="ko-KR" altLang="en-US" sz="1600" b="1">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ext Box 3"/>
          <p:cNvSpPr txBox="1">
            <a:spLocks noChangeArrowheads="1"/>
          </p:cNvSpPr>
          <p:nvPr/>
        </p:nvSpPr>
        <p:spPr bwMode="auto">
          <a:xfrm>
            <a:off x="625475" y="706438"/>
            <a:ext cx="52006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⑤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Inter Lock</a:t>
            </a:r>
            <a:endParaRPr lang="ko-KR" altLang="en-US" sz="1200">
              <a:latin typeface="Times New Roman" panose="02020603050405020304" pitchFamily="18" charset="0"/>
              <a:cs typeface="Times New Roman" panose="02020603050405020304" pitchFamily="18" charset="0"/>
            </a:endParaRPr>
          </a:p>
        </p:txBody>
      </p:sp>
      <p:sp>
        <p:nvSpPr>
          <p:cNvPr id="20483" name="Text Box 4"/>
          <p:cNvSpPr txBox="1">
            <a:spLocks noChangeArrowheads="1"/>
          </p:cNvSpPr>
          <p:nvPr/>
        </p:nvSpPr>
        <p:spPr bwMode="auto">
          <a:xfrm>
            <a:off x="635000" y="3443288"/>
            <a:ext cx="36322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⑥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tự</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duy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trì</a:t>
            </a:r>
            <a:endParaRPr lang="ko-KR" altLang="en-US" sz="1200">
              <a:latin typeface="Times New Roman" panose="02020603050405020304" pitchFamily="18" charset="0"/>
              <a:cs typeface="Times New Roman" panose="02020603050405020304" pitchFamily="18" charset="0"/>
            </a:endParaRPr>
          </a:p>
        </p:txBody>
      </p:sp>
      <p:grpSp>
        <p:nvGrpSpPr>
          <p:cNvPr id="20484" name="Group 90"/>
          <p:cNvGrpSpPr>
            <a:grpSpLocks/>
          </p:cNvGrpSpPr>
          <p:nvPr/>
        </p:nvGrpSpPr>
        <p:grpSpPr bwMode="auto">
          <a:xfrm>
            <a:off x="1073150" y="976313"/>
            <a:ext cx="4457700" cy="2224087"/>
            <a:chOff x="676" y="615"/>
            <a:chExt cx="2808" cy="1401"/>
          </a:xfrm>
        </p:grpSpPr>
        <p:sp>
          <p:nvSpPr>
            <p:cNvPr id="20523" name="Line 6"/>
            <p:cNvSpPr>
              <a:spLocks noChangeShapeType="1"/>
            </p:cNvSpPr>
            <p:nvPr/>
          </p:nvSpPr>
          <p:spPr bwMode="auto">
            <a:xfrm>
              <a:off x="676" y="655"/>
              <a:ext cx="0" cy="13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24" name="Line 7"/>
            <p:cNvSpPr>
              <a:spLocks noChangeShapeType="1"/>
            </p:cNvSpPr>
            <p:nvPr/>
          </p:nvSpPr>
          <p:spPr bwMode="auto">
            <a:xfrm>
              <a:off x="3484" y="655"/>
              <a:ext cx="0" cy="13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25" name="Oval 8"/>
            <p:cNvSpPr>
              <a:spLocks noChangeArrowheads="1"/>
            </p:cNvSpPr>
            <p:nvPr/>
          </p:nvSpPr>
          <p:spPr bwMode="auto">
            <a:xfrm>
              <a:off x="1040" y="871"/>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26" name="Oval 9"/>
            <p:cNvSpPr>
              <a:spLocks noChangeArrowheads="1"/>
            </p:cNvSpPr>
            <p:nvPr/>
          </p:nvSpPr>
          <p:spPr bwMode="auto">
            <a:xfrm>
              <a:off x="1196" y="871"/>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27" name="Line 10"/>
            <p:cNvSpPr>
              <a:spLocks noChangeShapeType="1"/>
            </p:cNvSpPr>
            <p:nvPr/>
          </p:nvSpPr>
          <p:spPr bwMode="auto">
            <a:xfrm>
              <a:off x="1040" y="847"/>
              <a:ext cx="20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28" name="Line 11"/>
            <p:cNvSpPr>
              <a:spLocks noChangeShapeType="1"/>
            </p:cNvSpPr>
            <p:nvPr/>
          </p:nvSpPr>
          <p:spPr bwMode="auto">
            <a:xfrm flipV="1">
              <a:off x="1144" y="799"/>
              <a:ext cx="0" cy="4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29" name="Oval 12"/>
            <p:cNvSpPr>
              <a:spLocks noChangeArrowheads="1"/>
            </p:cNvSpPr>
            <p:nvPr/>
          </p:nvSpPr>
          <p:spPr bwMode="auto">
            <a:xfrm>
              <a:off x="1872" y="1695"/>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30" name="Oval 13"/>
            <p:cNvSpPr>
              <a:spLocks noChangeArrowheads="1"/>
            </p:cNvSpPr>
            <p:nvPr/>
          </p:nvSpPr>
          <p:spPr bwMode="auto">
            <a:xfrm>
              <a:off x="2028" y="1695"/>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31" name="Line 14"/>
            <p:cNvSpPr>
              <a:spLocks noChangeShapeType="1"/>
            </p:cNvSpPr>
            <p:nvPr/>
          </p:nvSpPr>
          <p:spPr bwMode="auto">
            <a:xfrm>
              <a:off x="1875" y="1757"/>
              <a:ext cx="202"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32" name="Oval 15"/>
            <p:cNvSpPr>
              <a:spLocks noChangeArrowheads="1"/>
            </p:cNvSpPr>
            <p:nvPr/>
          </p:nvSpPr>
          <p:spPr bwMode="auto">
            <a:xfrm>
              <a:off x="2548" y="775"/>
              <a:ext cx="260" cy="240"/>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33" name="Text Box 16"/>
            <p:cNvSpPr txBox="1">
              <a:spLocks noChangeArrowheads="1"/>
            </p:cNvSpPr>
            <p:nvPr/>
          </p:nvSpPr>
          <p:spPr bwMode="auto">
            <a:xfrm>
              <a:off x="2535" y="787"/>
              <a:ext cx="40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R1</a:t>
              </a:r>
            </a:p>
          </p:txBody>
        </p:sp>
        <p:sp>
          <p:nvSpPr>
            <p:cNvPr id="20534" name="Line 17"/>
            <p:cNvSpPr>
              <a:spLocks noChangeShapeType="1"/>
            </p:cNvSpPr>
            <p:nvPr/>
          </p:nvSpPr>
          <p:spPr bwMode="auto">
            <a:xfrm flipH="1">
              <a:off x="676" y="895"/>
              <a:ext cx="36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35" name="Line 18"/>
            <p:cNvSpPr>
              <a:spLocks noChangeShapeType="1"/>
            </p:cNvSpPr>
            <p:nvPr/>
          </p:nvSpPr>
          <p:spPr bwMode="auto">
            <a:xfrm>
              <a:off x="2808" y="895"/>
              <a:ext cx="6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36" name="Line 19"/>
            <p:cNvSpPr>
              <a:spLocks noChangeShapeType="1"/>
            </p:cNvSpPr>
            <p:nvPr/>
          </p:nvSpPr>
          <p:spPr bwMode="auto">
            <a:xfrm flipH="1">
              <a:off x="676" y="1720"/>
              <a:ext cx="36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37" name="Text Box 20"/>
            <p:cNvSpPr txBox="1">
              <a:spLocks noChangeArrowheads="1"/>
            </p:cNvSpPr>
            <p:nvPr/>
          </p:nvSpPr>
          <p:spPr bwMode="auto">
            <a:xfrm>
              <a:off x="927" y="615"/>
              <a:ext cx="52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P/B A</a:t>
              </a:r>
            </a:p>
          </p:txBody>
        </p:sp>
        <p:sp>
          <p:nvSpPr>
            <p:cNvPr id="20538" name="Text Box 21"/>
            <p:cNvSpPr txBox="1">
              <a:spLocks noChangeArrowheads="1"/>
            </p:cNvSpPr>
            <p:nvPr/>
          </p:nvSpPr>
          <p:spPr bwMode="auto">
            <a:xfrm>
              <a:off x="1785" y="695"/>
              <a:ext cx="36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R2</a:t>
              </a:r>
            </a:p>
          </p:txBody>
        </p:sp>
        <p:sp>
          <p:nvSpPr>
            <p:cNvPr id="20539" name="Oval 22"/>
            <p:cNvSpPr>
              <a:spLocks noChangeArrowheads="1"/>
            </p:cNvSpPr>
            <p:nvPr/>
          </p:nvSpPr>
          <p:spPr bwMode="auto">
            <a:xfrm>
              <a:off x="2583" y="1584"/>
              <a:ext cx="260" cy="240"/>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40" name="Text Box 23"/>
            <p:cNvSpPr txBox="1">
              <a:spLocks noChangeArrowheads="1"/>
            </p:cNvSpPr>
            <p:nvPr/>
          </p:nvSpPr>
          <p:spPr bwMode="auto">
            <a:xfrm>
              <a:off x="2570" y="1596"/>
              <a:ext cx="40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R2</a:t>
              </a:r>
            </a:p>
          </p:txBody>
        </p:sp>
        <p:sp>
          <p:nvSpPr>
            <p:cNvPr id="20541" name="Line 24"/>
            <p:cNvSpPr>
              <a:spLocks noChangeShapeType="1"/>
            </p:cNvSpPr>
            <p:nvPr/>
          </p:nvSpPr>
          <p:spPr bwMode="auto">
            <a:xfrm>
              <a:off x="2843" y="1712"/>
              <a:ext cx="641" cy="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42" name="Oval 25"/>
            <p:cNvSpPr>
              <a:spLocks noChangeArrowheads="1"/>
            </p:cNvSpPr>
            <p:nvPr/>
          </p:nvSpPr>
          <p:spPr bwMode="auto">
            <a:xfrm>
              <a:off x="1049" y="1687"/>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43" name="Oval 26"/>
            <p:cNvSpPr>
              <a:spLocks noChangeArrowheads="1"/>
            </p:cNvSpPr>
            <p:nvPr/>
          </p:nvSpPr>
          <p:spPr bwMode="auto">
            <a:xfrm>
              <a:off x="1205" y="1687"/>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44" name="Line 27"/>
            <p:cNvSpPr>
              <a:spLocks noChangeShapeType="1"/>
            </p:cNvSpPr>
            <p:nvPr/>
          </p:nvSpPr>
          <p:spPr bwMode="auto">
            <a:xfrm>
              <a:off x="1049" y="1663"/>
              <a:ext cx="20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45" name="Line 28"/>
            <p:cNvSpPr>
              <a:spLocks noChangeShapeType="1"/>
            </p:cNvSpPr>
            <p:nvPr/>
          </p:nvSpPr>
          <p:spPr bwMode="auto">
            <a:xfrm flipV="1">
              <a:off x="1153" y="1623"/>
              <a:ext cx="0" cy="4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46" name="Text Box 29"/>
            <p:cNvSpPr txBox="1">
              <a:spLocks noChangeArrowheads="1"/>
            </p:cNvSpPr>
            <p:nvPr/>
          </p:nvSpPr>
          <p:spPr bwMode="auto">
            <a:xfrm>
              <a:off x="927" y="1407"/>
              <a:ext cx="67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P/B B</a:t>
              </a:r>
            </a:p>
          </p:txBody>
        </p:sp>
        <p:sp>
          <p:nvSpPr>
            <p:cNvPr id="20547" name="Line 30"/>
            <p:cNvSpPr>
              <a:spLocks noChangeShapeType="1"/>
            </p:cNvSpPr>
            <p:nvPr/>
          </p:nvSpPr>
          <p:spPr bwMode="auto">
            <a:xfrm flipH="1">
              <a:off x="676" y="1719"/>
              <a:ext cx="36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48" name="Line 31"/>
            <p:cNvSpPr>
              <a:spLocks noChangeShapeType="1"/>
            </p:cNvSpPr>
            <p:nvPr/>
          </p:nvSpPr>
          <p:spPr bwMode="auto">
            <a:xfrm flipH="1">
              <a:off x="1248" y="1719"/>
              <a:ext cx="62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49" name="Oval 32"/>
            <p:cNvSpPr>
              <a:spLocks noChangeArrowheads="1"/>
            </p:cNvSpPr>
            <p:nvPr/>
          </p:nvSpPr>
          <p:spPr bwMode="auto">
            <a:xfrm>
              <a:off x="1820" y="871"/>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50" name="Oval 33"/>
            <p:cNvSpPr>
              <a:spLocks noChangeArrowheads="1"/>
            </p:cNvSpPr>
            <p:nvPr/>
          </p:nvSpPr>
          <p:spPr bwMode="auto">
            <a:xfrm>
              <a:off x="1976" y="871"/>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51" name="Line 34"/>
            <p:cNvSpPr>
              <a:spLocks noChangeShapeType="1"/>
            </p:cNvSpPr>
            <p:nvPr/>
          </p:nvSpPr>
          <p:spPr bwMode="auto">
            <a:xfrm>
              <a:off x="1820" y="935"/>
              <a:ext cx="20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52" name="Text Box 35"/>
            <p:cNvSpPr txBox="1">
              <a:spLocks noChangeArrowheads="1"/>
            </p:cNvSpPr>
            <p:nvPr/>
          </p:nvSpPr>
          <p:spPr bwMode="auto">
            <a:xfrm>
              <a:off x="1837" y="1495"/>
              <a:ext cx="36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R1</a:t>
              </a:r>
            </a:p>
          </p:txBody>
        </p:sp>
        <p:sp>
          <p:nvSpPr>
            <p:cNvPr id="20553" name="Line 36"/>
            <p:cNvSpPr>
              <a:spLocks noChangeShapeType="1"/>
            </p:cNvSpPr>
            <p:nvPr/>
          </p:nvSpPr>
          <p:spPr bwMode="auto">
            <a:xfrm>
              <a:off x="2028" y="895"/>
              <a:ext cx="520" cy="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54" name="Line 37"/>
            <p:cNvSpPr>
              <a:spLocks noChangeShapeType="1"/>
            </p:cNvSpPr>
            <p:nvPr/>
          </p:nvSpPr>
          <p:spPr bwMode="auto">
            <a:xfrm>
              <a:off x="2080" y="1719"/>
              <a:ext cx="520" cy="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55" name="Line 38"/>
            <p:cNvSpPr>
              <a:spLocks noChangeShapeType="1"/>
            </p:cNvSpPr>
            <p:nvPr/>
          </p:nvSpPr>
          <p:spPr bwMode="auto">
            <a:xfrm>
              <a:off x="1248" y="895"/>
              <a:ext cx="57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56" name="Line 39"/>
            <p:cNvSpPr>
              <a:spLocks noChangeShapeType="1"/>
            </p:cNvSpPr>
            <p:nvPr/>
          </p:nvSpPr>
          <p:spPr bwMode="auto">
            <a:xfrm flipH="1">
              <a:off x="2080" y="999"/>
              <a:ext cx="520" cy="576"/>
            </a:xfrm>
            <a:prstGeom prst="line">
              <a:avLst/>
            </a:prstGeom>
            <a:noFill/>
            <a:ln w="9525" cap="rnd">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57" name="Line 40"/>
            <p:cNvSpPr>
              <a:spLocks noChangeShapeType="1"/>
            </p:cNvSpPr>
            <p:nvPr/>
          </p:nvSpPr>
          <p:spPr bwMode="auto">
            <a:xfrm>
              <a:off x="1924" y="951"/>
              <a:ext cx="676" cy="624"/>
            </a:xfrm>
            <a:prstGeom prst="line">
              <a:avLst/>
            </a:prstGeom>
            <a:noFill/>
            <a:ln w="9525" cap="rnd">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grpSp>
      <p:sp>
        <p:nvSpPr>
          <p:cNvPr id="20485" name="Rectangle 79"/>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20486" name="Rectangle 80"/>
          <p:cNvSpPr>
            <a:spLocks noChangeArrowheads="1"/>
          </p:cNvSpPr>
          <p:nvPr/>
        </p:nvSpPr>
        <p:spPr bwMode="auto">
          <a:xfrm>
            <a:off x="8462621" y="77788"/>
            <a:ext cx="151515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vi-VN" altLang="ko-KR" sz="1600" b="1" smtClean="0">
                <a:latin typeface="Times New Roman" panose="02020603050405020304" pitchFamily="18" charset="0"/>
                <a:cs typeface="Times New Roman" panose="02020603050405020304" pitchFamily="18" charset="0"/>
              </a:rPr>
              <a:t>1. Sơ lược PLC</a:t>
            </a:r>
            <a:endParaRPr lang="ko-KR" altLang="en-US" sz="1600" b="1">
              <a:latin typeface="Times New Roman" panose="02020603050405020304" pitchFamily="18" charset="0"/>
              <a:cs typeface="Times New Roman" panose="02020603050405020304" pitchFamily="18" charset="0"/>
            </a:endParaRPr>
          </a:p>
        </p:txBody>
      </p:sp>
      <p:grpSp>
        <p:nvGrpSpPr>
          <p:cNvPr id="20487" name="Group 89"/>
          <p:cNvGrpSpPr>
            <a:grpSpLocks/>
          </p:cNvGrpSpPr>
          <p:nvPr/>
        </p:nvGrpSpPr>
        <p:grpSpPr bwMode="auto">
          <a:xfrm>
            <a:off x="1073150" y="3808413"/>
            <a:ext cx="4457700" cy="2225675"/>
            <a:chOff x="676" y="2399"/>
            <a:chExt cx="2808" cy="1402"/>
          </a:xfrm>
        </p:grpSpPr>
        <p:sp>
          <p:nvSpPr>
            <p:cNvPr id="20488" name="Line 42"/>
            <p:cNvSpPr>
              <a:spLocks noChangeShapeType="1"/>
            </p:cNvSpPr>
            <p:nvPr/>
          </p:nvSpPr>
          <p:spPr bwMode="auto">
            <a:xfrm>
              <a:off x="676" y="2440"/>
              <a:ext cx="0" cy="13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489" name="Line 43"/>
            <p:cNvSpPr>
              <a:spLocks noChangeShapeType="1"/>
            </p:cNvSpPr>
            <p:nvPr/>
          </p:nvSpPr>
          <p:spPr bwMode="auto">
            <a:xfrm>
              <a:off x="3484" y="2440"/>
              <a:ext cx="0" cy="13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490" name="Oval 44"/>
            <p:cNvSpPr>
              <a:spLocks noChangeArrowheads="1"/>
            </p:cNvSpPr>
            <p:nvPr/>
          </p:nvSpPr>
          <p:spPr bwMode="auto">
            <a:xfrm>
              <a:off x="1040" y="2656"/>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491" name="Oval 45"/>
            <p:cNvSpPr>
              <a:spLocks noChangeArrowheads="1"/>
            </p:cNvSpPr>
            <p:nvPr/>
          </p:nvSpPr>
          <p:spPr bwMode="auto">
            <a:xfrm>
              <a:off x="1196" y="2656"/>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492" name="Line 46"/>
            <p:cNvSpPr>
              <a:spLocks noChangeShapeType="1"/>
            </p:cNvSpPr>
            <p:nvPr/>
          </p:nvSpPr>
          <p:spPr bwMode="auto">
            <a:xfrm>
              <a:off x="1040" y="2632"/>
              <a:ext cx="20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493" name="Line 47"/>
            <p:cNvSpPr>
              <a:spLocks noChangeShapeType="1"/>
            </p:cNvSpPr>
            <p:nvPr/>
          </p:nvSpPr>
          <p:spPr bwMode="auto">
            <a:xfrm flipV="1">
              <a:off x="1144" y="2584"/>
              <a:ext cx="0" cy="4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494" name="Oval 48"/>
            <p:cNvSpPr>
              <a:spLocks noChangeArrowheads="1"/>
            </p:cNvSpPr>
            <p:nvPr/>
          </p:nvSpPr>
          <p:spPr bwMode="auto">
            <a:xfrm>
              <a:off x="1083" y="3432"/>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495" name="Oval 49"/>
            <p:cNvSpPr>
              <a:spLocks noChangeArrowheads="1"/>
            </p:cNvSpPr>
            <p:nvPr/>
          </p:nvSpPr>
          <p:spPr bwMode="auto">
            <a:xfrm>
              <a:off x="1239" y="3432"/>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496" name="Line 50"/>
            <p:cNvSpPr>
              <a:spLocks noChangeShapeType="1"/>
            </p:cNvSpPr>
            <p:nvPr/>
          </p:nvSpPr>
          <p:spPr bwMode="auto">
            <a:xfrm>
              <a:off x="1080" y="3402"/>
              <a:ext cx="214"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497" name="Oval 51"/>
            <p:cNvSpPr>
              <a:spLocks noChangeArrowheads="1"/>
            </p:cNvSpPr>
            <p:nvPr/>
          </p:nvSpPr>
          <p:spPr bwMode="auto">
            <a:xfrm>
              <a:off x="2548" y="2560"/>
              <a:ext cx="260" cy="240"/>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498" name="Text Box 52"/>
            <p:cNvSpPr txBox="1">
              <a:spLocks noChangeArrowheads="1"/>
            </p:cNvSpPr>
            <p:nvPr/>
          </p:nvSpPr>
          <p:spPr bwMode="auto">
            <a:xfrm>
              <a:off x="2535" y="2572"/>
              <a:ext cx="40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R1</a:t>
              </a:r>
            </a:p>
          </p:txBody>
        </p:sp>
        <p:sp>
          <p:nvSpPr>
            <p:cNvPr id="20499" name="Line 53"/>
            <p:cNvSpPr>
              <a:spLocks noChangeShapeType="1"/>
            </p:cNvSpPr>
            <p:nvPr/>
          </p:nvSpPr>
          <p:spPr bwMode="auto">
            <a:xfrm flipH="1">
              <a:off x="676" y="2680"/>
              <a:ext cx="36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00" name="Line 54"/>
            <p:cNvSpPr>
              <a:spLocks noChangeShapeType="1"/>
            </p:cNvSpPr>
            <p:nvPr/>
          </p:nvSpPr>
          <p:spPr bwMode="auto">
            <a:xfrm>
              <a:off x="2808" y="2680"/>
              <a:ext cx="6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01" name="Line 55"/>
            <p:cNvSpPr>
              <a:spLocks noChangeShapeType="1"/>
            </p:cNvSpPr>
            <p:nvPr/>
          </p:nvSpPr>
          <p:spPr bwMode="auto">
            <a:xfrm flipH="1">
              <a:off x="676" y="3097"/>
              <a:ext cx="36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02" name="Text Box 56"/>
            <p:cNvSpPr txBox="1">
              <a:spLocks noChangeArrowheads="1"/>
            </p:cNvSpPr>
            <p:nvPr/>
          </p:nvSpPr>
          <p:spPr bwMode="auto">
            <a:xfrm>
              <a:off x="927" y="2400"/>
              <a:ext cx="52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P/B A</a:t>
              </a:r>
            </a:p>
          </p:txBody>
        </p:sp>
        <p:sp>
          <p:nvSpPr>
            <p:cNvPr id="20503" name="Oval 61"/>
            <p:cNvSpPr>
              <a:spLocks noChangeArrowheads="1"/>
            </p:cNvSpPr>
            <p:nvPr/>
          </p:nvSpPr>
          <p:spPr bwMode="auto">
            <a:xfrm>
              <a:off x="1049" y="3064"/>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04" name="Oval 62"/>
            <p:cNvSpPr>
              <a:spLocks noChangeArrowheads="1"/>
            </p:cNvSpPr>
            <p:nvPr/>
          </p:nvSpPr>
          <p:spPr bwMode="auto">
            <a:xfrm>
              <a:off x="1205" y="3064"/>
              <a:ext cx="52" cy="48"/>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05" name="Line 63"/>
            <p:cNvSpPr>
              <a:spLocks noChangeShapeType="1"/>
            </p:cNvSpPr>
            <p:nvPr/>
          </p:nvSpPr>
          <p:spPr bwMode="auto">
            <a:xfrm>
              <a:off x="1049" y="3034"/>
              <a:ext cx="20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06" name="Text Box 65"/>
            <p:cNvSpPr txBox="1">
              <a:spLocks noChangeArrowheads="1"/>
            </p:cNvSpPr>
            <p:nvPr/>
          </p:nvSpPr>
          <p:spPr bwMode="auto">
            <a:xfrm>
              <a:off x="1041" y="2840"/>
              <a:ext cx="33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R1</a:t>
              </a:r>
            </a:p>
          </p:txBody>
        </p:sp>
        <p:sp>
          <p:nvSpPr>
            <p:cNvPr id="20507" name="Line 66"/>
            <p:cNvSpPr>
              <a:spLocks noChangeShapeType="1"/>
            </p:cNvSpPr>
            <p:nvPr/>
          </p:nvSpPr>
          <p:spPr bwMode="auto">
            <a:xfrm flipH="1">
              <a:off x="676" y="3096"/>
              <a:ext cx="36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08" name="Text Box 70"/>
            <p:cNvSpPr txBox="1">
              <a:spLocks noChangeArrowheads="1"/>
            </p:cNvSpPr>
            <p:nvPr/>
          </p:nvSpPr>
          <p:spPr bwMode="auto">
            <a:xfrm>
              <a:off x="1066" y="3215"/>
              <a:ext cx="36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R1</a:t>
              </a:r>
            </a:p>
          </p:txBody>
        </p:sp>
        <p:sp>
          <p:nvSpPr>
            <p:cNvPr id="20509" name="Line 71"/>
            <p:cNvSpPr>
              <a:spLocks noChangeShapeType="1"/>
            </p:cNvSpPr>
            <p:nvPr/>
          </p:nvSpPr>
          <p:spPr bwMode="auto">
            <a:xfrm flipV="1">
              <a:off x="1248" y="2676"/>
              <a:ext cx="400" cy="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10" name="Oval 73"/>
            <p:cNvSpPr>
              <a:spLocks noChangeArrowheads="1"/>
            </p:cNvSpPr>
            <p:nvPr/>
          </p:nvSpPr>
          <p:spPr bwMode="auto">
            <a:xfrm>
              <a:off x="2552" y="3316"/>
              <a:ext cx="260" cy="240"/>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11" name="Text Box 74"/>
            <p:cNvSpPr txBox="1">
              <a:spLocks noChangeArrowheads="1"/>
            </p:cNvSpPr>
            <p:nvPr/>
          </p:nvSpPr>
          <p:spPr bwMode="auto">
            <a:xfrm>
              <a:off x="2583" y="3328"/>
              <a:ext cx="31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L</a:t>
              </a:r>
            </a:p>
          </p:txBody>
        </p:sp>
        <p:sp>
          <p:nvSpPr>
            <p:cNvPr id="20512" name="Line 75"/>
            <p:cNvSpPr>
              <a:spLocks noChangeShapeType="1"/>
            </p:cNvSpPr>
            <p:nvPr/>
          </p:nvSpPr>
          <p:spPr bwMode="auto">
            <a:xfrm flipH="1">
              <a:off x="676" y="3456"/>
              <a:ext cx="41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13" name="Line 76"/>
            <p:cNvSpPr>
              <a:spLocks noChangeShapeType="1"/>
            </p:cNvSpPr>
            <p:nvPr/>
          </p:nvSpPr>
          <p:spPr bwMode="auto">
            <a:xfrm flipH="1">
              <a:off x="1300" y="3454"/>
              <a:ext cx="12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14" name="Line 78"/>
            <p:cNvSpPr>
              <a:spLocks noChangeShapeType="1"/>
            </p:cNvSpPr>
            <p:nvPr/>
          </p:nvSpPr>
          <p:spPr bwMode="auto">
            <a:xfrm>
              <a:off x="2808" y="3448"/>
              <a:ext cx="6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15" name="Line 81"/>
            <p:cNvSpPr>
              <a:spLocks noChangeShapeType="1"/>
            </p:cNvSpPr>
            <p:nvPr/>
          </p:nvSpPr>
          <p:spPr bwMode="auto">
            <a:xfrm>
              <a:off x="1419" y="2682"/>
              <a:ext cx="0" cy="40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20516" name="Line 82"/>
            <p:cNvSpPr>
              <a:spLocks noChangeShapeType="1"/>
            </p:cNvSpPr>
            <p:nvPr/>
          </p:nvSpPr>
          <p:spPr bwMode="auto">
            <a:xfrm>
              <a:off x="1260" y="3090"/>
              <a:ext cx="15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20517" name="Oval 83"/>
            <p:cNvSpPr>
              <a:spLocks noChangeArrowheads="1"/>
            </p:cNvSpPr>
            <p:nvPr/>
          </p:nvSpPr>
          <p:spPr bwMode="auto">
            <a:xfrm>
              <a:off x="1649" y="2653"/>
              <a:ext cx="45" cy="45"/>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18" name="Oval 84"/>
            <p:cNvSpPr>
              <a:spLocks noChangeArrowheads="1"/>
            </p:cNvSpPr>
            <p:nvPr/>
          </p:nvSpPr>
          <p:spPr bwMode="auto">
            <a:xfrm>
              <a:off x="1785" y="2653"/>
              <a:ext cx="45" cy="45"/>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19" name="Line 85"/>
            <p:cNvSpPr>
              <a:spLocks noChangeShapeType="1"/>
            </p:cNvSpPr>
            <p:nvPr/>
          </p:nvSpPr>
          <p:spPr bwMode="auto">
            <a:xfrm>
              <a:off x="1649" y="2713"/>
              <a:ext cx="18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20" name="Line 86"/>
            <p:cNvSpPr>
              <a:spLocks noChangeShapeType="1"/>
            </p:cNvSpPr>
            <p:nvPr/>
          </p:nvSpPr>
          <p:spPr bwMode="auto">
            <a:xfrm flipV="1">
              <a:off x="1739" y="2661"/>
              <a:ext cx="0" cy="4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ko-KR" altLang="en-US">
                <a:latin typeface="Times New Roman" panose="02020603050405020304" pitchFamily="18" charset="0"/>
                <a:cs typeface="Times New Roman" panose="02020603050405020304" pitchFamily="18" charset="0"/>
              </a:endParaRPr>
            </a:p>
          </p:txBody>
        </p:sp>
        <p:sp>
          <p:nvSpPr>
            <p:cNvPr id="20521" name="Line 87"/>
            <p:cNvSpPr>
              <a:spLocks noChangeShapeType="1"/>
            </p:cNvSpPr>
            <p:nvPr/>
          </p:nvSpPr>
          <p:spPr bwMode="auto">
            <a:xfrm>
              <a:off x="1838" y="2677"/>
              <a:ext cx="70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20522" name="Text Box 88"/>
            <p:cNvSpPr txBox="1">
              <a:spLocks noChangeArrowheads="1"/>
            </p:cNvSpPr>
            <p:nvPr/>
          </p:nvSpPr>
          <p:spPr bwMode="auto">
            <a:xfrm>
              <a:off x="1548" y="2399"/>
              <a:ext cx="52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P/B B</a:t>
              </a:r>
            </a:p>
          </p:txBody>
        </p:sp>
      </p:gr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3"/>
          <p:cNvSpPr>
            <a:spLocks noChangeArrowheads="1"/>
          </p:cNvSpPr>
          <p:nvPr/>
        </p:nvSpPr>
        <p:spPr bwMode="auto">
          <a:xfrm>
            <a:off x="17899" y="714375"/>
            <a:ext cx="34884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400" b="1" smtClean="0">
                <a:solidFill>
                  <a:srgbClr val="404040"/>
                </a:solidFill>
                <a:latin typeface="Times New Roman" panose="02020603050405020304" pitchFamily="18" charset="0"/>
                <a:cs typeface="Times New Roman" panose="02020603050405020304" pitchFamily="18" charset="0"/>
              </a:rPr>
              <a:t>1-3.So </a:t>
            </a:r>
            <a:r>
              <a:rPr lang="en-US" altLang="ko-KR" sz="1400" b="1" err="1" smtClean="0">
                <a:solidFill>
                  <a:srgbClr val="404040"/>
                </a:solidFill>
                <a:latin typeface="Times New Roman" panose="02020603050405020304" pitchFamily="18" charset="0"/>
                <a:cs typeface="Times New Roman" panose="02020603050405020304" pitchFamily="18" charset="0"/>
              </a:rPr>
              <a:t>sánh</a:t>
            </a:r>
            <a:r>
              <a:rPr lang="en-US" altLang="ko-KR" sz="1400" b="1" smtClean="0">
                <a:solidFill>
                  <a:srgbClr val="404040"/>
                </a:solidFill>
                <a:latin typeface="Times New Roman" panose="02020603050405020304" pitchFamily="18" charset="0"/>
                <a:cs typeface="Times New Roman" panose="02020603050405020304" pitchFamily="18" charset="0"/>
              </a:rPr>
              <a:t> </a:t>
            </a:r>
            <a:r>
              <a:rPr lang="en-US" altLang="ko-KR" sz="1400" b="1" err="1" smtClean="0">
                <a:solidFill>
                  <a:srgbClr val="404040"/>
                </a:solidFill>
                <a:latin typeface="Times New Roman" panose="02020603050405020304" pitchFamily="18" charset="0"/>
                <a:cs typeface="Times New Roman" panose="02020603050405020304" pitchFamily="18" charset="0"/>
              </a:rPr>
              <a:t>bảng</a:t>
            </a:r>
            <a:r>
              <a:rPr lang="en-US" altLang="ko-KR" sz="1400" b="1" smtClean="0">
                <a:solidFill>
                  <a:srgbClr val="404040"/>
                </a:solidFill>
                <a:latin typeface="Times New Roman" panose="02020603050405020304" pitchFamily="18" charset="0"/>
                <a:cs typeface="Times New Roman" panose="02020603050405020304" pitchFamily="18" charset="0"/>
              </a:rPr>
              <a:t> </a:t>
            </a:r>
            <a:r>
              <a:rPr lang="en-US" altLang="ko-KR" sz="1400" b="1" err="1" smtClean="0">
                <a:solidFill>
                  <a:srgbClr val="404040"/>
                </a:solidFill>
                <a:latin typeface="Times New Roman" panose="02020603050405020304" pitchFamily="18" charset="0"/>
                <a:cs typeface="Times New Roman" panose="02020603050405020304" pitchFamily="18" charset="0"/>
              </a:rPr>
              <a:t>điều</a:t>
            </a:r>
            <a:r>
              <a:rPr lang="en-US" altLang="ko-KR" sz="1400" b="1" smtClean="0">
                <a:solidFill>
                  <a:srgbClr val="404040"/>
                </a:solidFill>
                <a:latin typeface="Times New Roman" panose="02020603050405020304" pitchFamily="18" charset="0"/>
                <a:cs typeface="Times New Roman" panose="02020603050405020304" pitchFamily="18" charset="0"/>
              </a:rPr>
              <a:t> </a:t>
            </a:r>
            <a:r>
              <a:rPr lang="en-US" altLang="ko-KR" sz="1400" b="1" err="1" smtClean="0">
                <a:solidFill>
                  <a:srgbClr val="404040"/>
                </a:solidFill>
                <a:latin typeface="Times New Roman" panose="02020603050405020304" pitchFamily="18" charset="0"/>
                <a:cs typeface="Times New Roman" panose="02020603050405020304" pitchFamily="18" charset="0"/>
              </a:rPr>
              <a:t>khiển</a:t>
            </a:r>
            <a:r>
              <a:rPr lang="en-US" altLang="ko-KR" sz="1400" b="1" smtClean="0">
                <a:solidFill>
                  <a:srgbClr val="404040"/>
                </a:solidFill>
                <a:latin typeface="Times New Roman" panose="02020603050405020304" pitchFamily="18" charset="0"/>
                <a:cs typeface="Times New Roman" panose="02020603050405020304" pitchFamily="18" charset="0"/>
              </a:rPr>
              <a:t> PLC</a:t>
            </a:r>
            <a:r>
              <a:rPr lang="ko-KR" altLang="en-US" sz="1400" b="1">
                <a:solidFill>
                  <a:srgbClr val="404040"/>
                </a:solidFill>
                <a:latin typeface="Times New Roman" panose="02020603050405020304" pitchFamily="18" charset="0"/>
                <a:cs typeface="Times New Roman" panose="02020603050405020304" pitchFamily="18" charset="0"/>
              </a:rPr>
              <a:t> </a:t>
            </a:r>
            <a:r>
              <a:rPr lang="en-US" altLang="ko-KR" sz="1400" b="1" err="1" smtClean="0">
                <a:solidFill>
                  <a:srgbClr val="404040"/>
                </a:solidFill>
                <a:latin typeface="Times New Roman" panose="02020603050405020304" pitchFamily="18" charset="0"/>
                <a:cs typeface="Times New Roman" panose="02020603050405020304" pitchFamily="18" charset="0"/>
              </a:rPr>
              <a:t>và</a:t>
            </a:r>
            <a:r>
              <a:rPr lang="ko-KR" altLang="en-US" sz="1400" b="1" smtClean="0">
                <a:solidFill>
                  <a:srgbClr val="404040"/>
                </a:solidFill>
                <a:latin typeface="Times New Roman" panose="02020603050405020304" pitchFamily="18" charset="0"/>
                <a:cs typeface="Times New Roman" panose="02020603050405020304" pitchFamily="18" charset="0"/>
              </a:rPr>
              <a:t> </a:t>
            </a:r>
            <a:r>
              <a:rPr lang="en-US" altLang="ko-KR" sz="1400" b="1" smtClean="0">
                <a:solidFill>
                  <a:srgbClr val="404040"/>
                </a:solidFill>
                <a:latin typeface="Times New Roman" panose="02020603050405020304" pitchFamily="18" charset="0"/>
                <a:cs typeface="Times New Roman" panose="02020603050405020304" pitchFamily="18" charset="0"/>
              </a:rPr>
              <a:t>Relay</a:t>
            </a:r>
            <a:endParaRPr lang="ko-KR" altLang="en-US" sz="1400" b="1">
              <a:solidFill>
                <a:srgbClr val="404040"/>
              </a:solidFill>
              <a:latin typeface="Times New Roman" panose="02020603050405020304" pitchFamily="18" charset="0"/>
              <a:cs typeface="Times New Roman" panose="02020603050405020304" pitchFamily="18" charset="0"/>
            </a:endParaRPr>
          </a:p>
        </p:txBody>
      </p:sp>
      <p:sp>
        <p:nvSpPr>
          <p:cNvPr id="21508" name="Rectangle 121"/>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pic>
        <p:nvPicPr>
          <p:cNvPr id="21509" name="Picture 12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61175" y="1376363"/>
            <a:ext cx="2736850" cy="194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21510" name="Picture 12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61175" y="4113213"/>
            <a:ext cx="2736850" cy="20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1511" name="Text Box 125"/>
          <p:cNvSpPr txBox="1">
            <a:spLocks noChangeArrowheads="1"/>
          </p:cNvSpPr>
          <p:nvPr/>
        </p:nvSpPr>
        <p:spPr bwMode="auto">
          <a:xfrm>
            <a:off x="7473950" y="1036638"/>
            <a:ext cx="2065488"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smtClean="0">
                <a:latin typeface="Times New Roman" panose="02020603050405020304" pitchFamily="18" charset="0"/>
                <a:cs typeface="Times New Roman" panose="02020603050405020304" pitchFamily="18" charset="0"/>
              </a:rPr>
              <a:t>-</a:t>
            </a:r>
            <a:r>
              <a:rPr lang="en-US" altLang="ko-KR" sz="1400" b="1" err="1" smtClean="0">
                <a:latin typeface="Times New Roman" panose="02020603050405020304" pitchFamily="18" charset="0"/>
                <a:cs typeface="Times New Roman" panose="02020603050405020304" pitchFamily="18" charset="0"/>
              </a:rPr>
              <a:t>Bảng</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điều</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khiển</a:t>
            </a:r>
            <a:r>
              <a:rPr lang="en-US" altLang="ko-KR" sz="1400" b="1" smtClean="0">
                <a:latin typeface="Times New Roman" panose="02020603050405020304" pitchFamily="18" charset="0"/>
                <a:cs typeface="Times New Roman" panose="02020603050405020304" pitchFamily="18" charset="0"/>
              </a:rPr>
              <a:t> Relay -</a:t>
            </a:r>
            <a:endParaRPr lang="en-US" altLang="ko-KR" sz="1400" b="1">
              <a:latin typeface="Times New Roman" panose="02020603050405020304" pitchFamily="18" charset="0"/>
              <a:cs typeface="Times New Roman" panose="02020603050405020304" pitchFamily="18" charset="0"/>
            </a:endParaRPr>
          </a:p>
        </p:txBody>
      </p:sp>
      <p:sp>
        <p:nvSpPr>
          <p:cNvPr id="21512" name="Text Box 126"/>
          <p:cNvSpPr txBox="1">
            <a:spLocks noChangeArrowheads="1"/>
          </p:cNvSpPr>
          <p:nvPr/>
        </p:nvSpPr>
        <p:spPr bwMode="auto">
          <a:xfrm>
            <a:off x="7531100" y="3773488"/>
            <a:ext cx="1985338" cy="322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smtClean="0">
                <a:latin typeface="Times New Roman" panose="02020603050405020304" pitchFamily="18" charset="0"/>
                <a:cs typeface="Times New Roman" panose="02020603050405020304" pitchFamily="18" charset="0"/>
              </a:rPr>
              <a:t>-</a:t>
            </a:r>
            <a:r>
              <a:rPr lang="en-US" altLang="ko-KR" sz="1400" b="1" err="1" smtClean="0">
                <a:latin typeface="Times New Roman" panose="02020603050405020304" pitchFamily="18" charset="0"/>
                <a:cs typeface="Times New Roman" panose="02020603050405020304" pitchFamily="18" charset="0"/>
              </a:rPr>
              <a:t>Bảng</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điều</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khiển</a:t>
            </a:r>
            <a:r>
              <a:rPr lang="en-US" altLang="ko-KR" sz="1400" b="1" smtClean="0">
                <a:latin typeface="Times New Roman" panose="02020603050405020304" pitchFamily="18" charset="0"/>
                <a:cs typeface="Times New Roman" panose="02020603050405020304" pitchFamily="18" charset="0"/>
              </a:rPr>
              <a:t> PLC -</a:t>
            </a:r>
            <a:endParaRPr lang="en-US" altLang="ko-KR" sz="1400" b="1">
              <a:latin typeface="Times New Roman" panose="02020603050405020304" pitchFamily="18" charset="0"/>
              <a:cs typeface="Times New Roman" panose="02020603050405020304" pitchFamily="18" charset="0"/>
            </a:endParaRPr>
          </a:p>
        </p:txBody>
      </p:sp>
      <p:sp>
        <p:nvSpPr>
          <p:cNvPr id="21513" name="Rectangle 128"/>
          <p:cNvSpPr>
            <a:spLocks noChangeArrowheads="1"/>
          </p:cNvSpPr>
          <p:nvPr/>
        </p:nvSpPr>
        <p:spPr bwMode="auto">
          <a:xfrm>
            <a:off x="8462621" y="77788"/>
            <a:ext cx="151515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vi-VN" altLang="ko-KR" sz="1600" b="1" smtClean="0">
                <a:latin typeface="Times New Roman" panose="02020603050405020304" pitchFamily="18" charset="0"/>
                <a:cs typeface="Times New Roman" panose="02020603050405020304" pitchFamily="18" charset="0"/>
              </a:rPr>
              <a:t>1. Sơ lược PLC</a:t>
            </a:r>
            <a:endParaRPr lang="ko-KR" altLang="en-US" sz="1600" b="1">
              <a:latin typeface="Times New Roman" panose="02020603050405020304" pitchFamily="18" charset="0"/>
              <a:cs typeface="Times New Roman" panose="02020603050405020304" pitchFamily="18" charset="0"/>
            </a:endParaRPr>
          </a:p>
        </p:txBody>
      </p:sp>
      <p:grpSp>
        <p:nvGrpSpPr>
          <p:cNvPr id="126" name="Group 4"/>
          <p:cNvGrpSpPr>
            <a:grpSpLocks/>
          </p:cNvGrpSpPr>
          <p:nvPr/>
        </p:nvGrpSpPr>
        <p:grpSpPr bwMode="auto">
          <a:xfrm>
            <a:off x="523875" y="1125538"/>
            <a:ext cx="6300788" cy="5256212"/>
            <a:chOff x="-3" y="602"/>
            <a:chExt cx="4550" cy="4254"/>
          </a:xfrm>
        </p:grpSpPr>
        <p:grpSp>
          <p:nvGrpSpPr>
            <p:cNvPr id="127" name="Group 5"/>
            <p:cNvGrpSpPr>
              <a:grpSpLocks/>
            </p:cNvGrpSpPr>
            <p:nvPr/>
          </p:nvGrpSpPr>
          <p:grpSpPr bwMode="auto">
            <a:xfrm>
              <a:off x="0" y="605"/>
              <a:ext cx="4544" cy="4248"/>
              <a:chOff x="0" y="605"/>
              <a:chExt cx="4544" cy="4248"/>
            </a:xfrm>
          </p:grpSpPr>
          <p:grpSp>
            <p:nvGrpSpPr>
              <p:cNvPr id="129" name="Group 6"/>
              <p:cNvGrpSpPr>
                <a:grpSpLocks/>
              </p:cNvGrpSpPr>
              <p:nvPr/>
            </p:nvGrpSpPr>
            <p:grpSpPr bwMode="auto">
              <a:xfrm>
                <a:off x="0" y="605"/>
                <a:ext cx="862" cy="394"/>
                <a:chOff x="0" y="605"/>
                <a:chExt cx="862" cy="394"/>
              </a:xfrm>
            </p:grpSpPr>
            <p:sp>
              <p:nvSpPr>
                <p:cNvPr id="241" name="Rectangle 7"/>
                <p:cNvSpPr>
                  <a:spLocks noChangeArrowheads="1"/>
                </p:cNvSpPr>
                <p:nvPr/>
              </p:nvSpPr>
              <p:spPr bwMode="auto">
                <a:xfrm>
                  <a:off x="0" y="605"/>
                  <a:ext cx="862"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endParaRPr lang="en-US" altLang="ko-KR" sz="1000">
                    <a:latin typeface="Times New Roman" pitchFamily="18" charset="0"/>
                    <a:cs typeface="Times New Roman" pitchFamily="18" charset="0"/>
                  </a:endParaRPr>
                </a:p>
                <a:p>
                  <a:pPr algn="ctr" eaLnBrk="1" hangingPunct="1">
                    <a:lnSpc>
                      <a:spcPct val="100000"/>
                    </a:lnSpc>
                    <a:spcBef>
                      <a:spcPct val="0"/>
                    </a:spcBef>
                    <a:buFontTx/>
                    <a:buNone/>
                  </a:pPr>
                  <a:r>
                    <a:rPr lang="en-US" altLang="ko-KR" sz="1000">
                      <a:latin typeface="Times New Roman" pitchFamily="18" charset="0"/>
                      <a:cs typeface="Times New Roman" pitchFamily="18" charset="0"/>
                    </a:rPr>
                    <a:t>Phân loại</a:t>
                  </a:r>
                  <a:endParaRPr lang="ko-KR" altLang="en-US" sz="1000">
                    <a:latin typeface="Times New Roman" pitchFamily="18" charset="0"/>
                    <a:cs typeface="Times New Roman" pitchFamily="18" charset="0"/>
                  </a:endParaRP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242" name="Rectangle 8"/>
                <p:cNvSpPr>
                  <a:spLocks noChangeArrowheads="1"/>
                </p:cNvSpPr>
                <p:nvPr/>
              </p:nvSpPr>
              <p:spPr bwMode="auto">
                <a:xfrm>
                  <a:off x="0" y="605"/>
                  <a:ext cx="862"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nvGrpSpPr>
              <p:cNvPr id="130" name="Group 9"/>
              <p:cNvGrpSpPr>
                <a:grpSpLocks/>
              </p:cNvGrpSpPr>
              <p:nvPr/>
            </p:nvGrpSpPr>
            <p:grpSpPr bwMode="auto">
              <a:xfrm>
                <a:off x="862" y="605"/>
                <a:ext cx="1866" cy="394"/>
                <a:chOff x="862" y="605"/>
                <a:chExt cx="1866" cy="394"/>
              </a:xfrm>
            </p:grpSpPr>
            <p:sp>
              <p:nvSpPr>
                <p:cNvPr id="239" name="Rectangle 10"/>
                <p:cNvSpPr>
                  <a:spLocks noChangeArrowheads="1"/>
                </p:cNvSpPr>
                <p:nvPr/>
              </p:nvSpPr>
              <p:spPr bwMode="auto">
                <a:xfrm>
                  <a:off x="862" y="605"/>
                  <a:ext cx="1866"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endParaRPr lang="en-US" altLang="ko-KR" sz="1000">
                    <a:latin typeface="Times New Roman" pitchFamily="18" charset="0"/>
                    <a:cs typeface="Times New Roman" pitchFamily="18" charset="0"/>
                  </a:endParaRPr>
                </a:p>
                <a:p>
                  <a:pPr algn="ctr" eaLnBrk="1" hangingPunct="1">
                    <a:lnSpc>
                      <a:spcPct val="100000"/>
                    </a:lnSpc>
                    <a:spcBef>
                      <a:spcPct val="0"/>
                    </a:spcBef>
                    <a:buFontTx/>
                    <a:buNone/>
                  </a:pPr>
                  <a:r>
                    <a:rPr lang="en-US" altLang="ko-KR" sz="1000">
                      <a:latin typeface="Times New Roman" pitchFamily="18" charset="0"/>
                      <a:cs typeface="Times New Roman" pitchFamily="18" charset="0"/>
                    </a:rPr>
                    <a:t>Bảng điều khiển PLC</a:t>
                  </a:r>
                </a:p>
              </p:txBody>
            </p:sp>
            <p:sp>
              <p:nvSpPr>
                <p:cNvPr id="240" name="Rectangle 11"/>
                <p:cNvSpPr>
                  <a:spLocks noChangeArrowheads="1"/>
                </p:cNvSpPr>
                <p:nvPr/>
              </p:nvSpPr>
              <p:spPr bwMode="auto">
                <a:xfrm>
                  <a:off x="862" y="605"/>
                  <a:ext cx="1866"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nvGrpSpPr>
              <p:cNvPr id="131" name="Group 12"/>
              <p:cNvGrpSpPr>
                <a:grpSpLocks/>
              </p:cNvGrpSpPr>
              <p:nvPr/>
            </p:nvGrpSpPr>
            <p:grpSpPr bwMode="auto">
              <a:xfrm>
                <a:off x="2728" y="605"/>
                <a:ext cx="1816" cy="394"/>
                <a:chOff x="2728" y="605"/>
                <a:chExt cx="1816" cy="394"/>
              </a:xfrm>
            </p:grpSpPr>
            <p:sp>
              <p:nvSpPr>
                <p:cNvPr id="237" name="Rectangle 13"/>
                <p:cNvSpPr>
                  <a:spLocks noChangeArrowheads="1"/>
                </p:cNvSpPr>
                <p:nvPr/>
              </p:nvSpPr>
              <p:spPr bwMode="auto">
                <a:xfrm>
                  <a:off x="2728" y="605"/>
                  <a:ext cx="1816"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endParaRPr lang="en-US" altLang="ko-KR" sz="1000">
                    <a:latin typeface="Times New Roman" pitchFamily="18" charset="0"/>
                    <a:cs typeface="Times New Roman" pitchFamily="18" charset="0"/>
                  </a:endParaRPr>
                </a:p>
                <a:p>
                  <a:pPr algn="ctr" eaLnBrk="1" hangingPunct="1">
                    <a:lnSpc>
                      <a:spcPct val="100000"/>
                    </a:lnSpc>
                    <a:spcBef>
                      <a:spcPct val="0"/>
                    </a:spcBef>
                    <a:buFontTx/>
                    <a:buNone/>
                  </a:pPr>
                  <a:r>
                    <a:rPr lang="en-US" altLang="ko-KR" sz="1000">
                      <a:latin typeface="Times New Roman" pitchFamily="18" charset="0"/>
                      <a:cs typeface="Times New Roman" pitchFamily="18" charset="0"/>
                    </a:rPr>
                    <a:t>Bảng điều khiển Relay</a:t>
                  </a:r>
                </a:p>
              </p:txBody>
            </p:sp>
            <p:sp>
              <p:nvSpPr>
                <p:cNvPr id="238" name="Rectangle 14"/>
                <p:cNvSpPr>
                  <a:spLocks noChangeArrowheads="1"/>
                </p:cNvSpPr>
                <p:nvPr/>
              </p:nvSpPr>
              <p:spPr bwMode="auto">
                <a:xfrm>
                  <a:off x="2728" y="605"/>
                  <a:ext cx="1816"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nvGrpSpPr>
              <p:cNvPr id="132" name="Group 15"/>
              <p:cNvGrpSpPr>
                <a:grpSpLocks/>
              </p:cNvGrpSpPr>
              <p:nvPr/>
            </p:nvGrpSpPr>
            <p:grpSpPr bwMode="auto">
              <a:xfrm>
                <a:off x="0" y="999"/>
                <a:ext cx="862" cy="490"/>
                <a:chOff x="0" y="999"/>
                <a:chExt cx="862" cy="490"/>
              </a:xfrm>
            </p:grpSpPr>
            <p:sp>
              <p:nvSpPr>
                <p:cNvPr id="233" name="Rectangle 16"/>
                <p:cNvSpPr>
                  <a:spLocks noChangeArrowheads="1"/>
                </p:cNvSpPr>
                <p:nvPr/>
              </p:nvSpPr>
              <p:spPr bwMode="auto">
                <a:xfrm>
                  <a:off x="0" y="999"/>
                  <a:ext cx="862"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234" name="Group 17"/>
                <p:cNvGrpSpPr>
                  <a:grpSpLocks/>
                </p:cNvGrpSpPr>
                <p:nvPr/>
              </p:nvGrpSpPr>
              <p:grpSpPr bwMode="auto">
                <a:xfrm>
                  <a:off x="0" y="999"/>
                  <a:ext cx="862" cy="490"/>
                  <a:chOff x="0" y="999"/>
                  <a:chExt cx="862" cy="490"/>
                </a:xfrm>
              </p:grpSpPr>
              <p:sp>
                <p:nvSpPr>
                  <p:cNvPr id="235" name="Rectangle 18"/>
                  <p:cNvSpPr>
                    <a:spLocks noChangeArrowheads="1"/>
                  </p:cNvSpPr>
                  <p:nvPr/>
                </p:nvSpPr>
                <p:spPr bwMode="auto">
                  <a:xfrm>
                    <a:off x="0" y="999"/>
                    <a:ext cx="862"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endParaRPr lang="en-US" altLang="ko-KR" sz="1000">
                      <a:latin typeface="Times New Roman" pitchFamily="18" charset="0"/>
                      <a:cs typeface="Times New Roman" pitchFamily="18" charset="0"/>
                    </a:endParaRPr>
                  </a:p>
                  <a:p>
                    <a:pPr algn="ctr" eaLnBrk="1" hangingPunct="1">
                      <a:lnSpc>
                        <a:spcPct val="100000"/>
                      </a:lnSpc>
                      <a:spcBef>
                        <a:spcPct val="0"/>
                      </a:spcBef>
                      <a:buFontTx/>
                      <a:buNone/>
                    </a:pPr>
                    <a:r>
                      <a:rPr lang="en-US" altLang="ko-KR" sz="1000">
                        <a:latin typeface="Times New Roman" pitchFamily="18" charset="0"/>
                        <a:cs typeface="Times New Roman" pitchFamily="18" charset="0"/>
                      </a:rPr>
                      <a:t>Phương thức</a:t>
                    </a:r>
                  </a:p>
                  <a:p>
                    <a:pPr algn="ctr" eaLnBrk="1" hangingPunct="1">
                      <a:lnSpc>
                        <a:spcPct val="100000"/>
                      </a:lnSpc>
                      <a:spcBef>
                        <a:spcPct val="0"/>
                      </a:spcBef>
                      <a:buFontTx/>
                      <a:buNone/>
                    </a:pPr>
                    <a:r>
                      <a:rPr lang="en-US" altLang="ko-KR" sz="1000">
                        <a:latin typeface="Times New Roman" pitchFamily="18" charset="0"/>
                        <a:cs typeface="Times New Roman" pitchFamily="18" charset="0"/>
                      </a:rPr>
                      <a:t>điều khiển</a:t>
                    </a:r>
                    <a:r>
                      <a:rPr lang="ko-KR" altLang="en-US" sz="1000">
                        <a:latin typeface="Times New Roman" pitchFamily="18" charset="0"/>
                        <a:cs typeface="Times New Roman" pitchFamily="18" charset="0"/>
                      </a:rPr>
                      <a:t> </a:t>
                    </a:r>
                  </a:p>
                  <a:p>
                    <a:pPr algn="ct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236" name="Rectangle 19"/>
                  <p:cNvSpPr>
                    <a:spLocks noChangeArrowheads="1"/>
                  </p:cNvSpPr>
                  <p:nvPr/>
                </p:nvSpPr>
                <p:spPr bwMode="auto">
                  <a:xfrm>
                    <a:off x="0" y="999"/>
                    <a:ext cx="862"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33" name="Group 20"/>
              <p:cNvGrpSpPr>
                <a:grpSpLocks/>
              </p:cNvGrpSpPr>
              <p:nvPr/>
            </p:nvGrpSpPr>
            <p:grpSpPr bwMode="auto">
              <a:xfrm>
                <a:off x="862" y="999"/>
                <a:ext cx="1866" cy="490"/>
                <a:chOff x="862" y="999"/>
                <a:chExt cx="1866" cy="490"/>
              </a:xfrm>
            </p:grpSpPr>
            <p:sp>
              <p:nvSpPr>
                <p:cNvPr id="229" name="Rectangle 21"/>
                <p:cNvSpPr>
                  <a:spLocks noChangeArrowheads="1"/>
                </p:cNvSpPr>
                <p:nvPr/>
              </p:nvSpPr>
              <p:spPr bwMode="auto">
                <a:xfrm>
                  <a:off x="862" y="999"/>
                  <a:ext cx="186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230" name="Group 22"/>
                <p:cNvGrpSpPr>
                  <a:grpSpLocks/>
                </p:cNvGrpSpPr>
                <p:nvPr/>
              </p:nvGrpSpPr>
              <p:grpSpPr bwMode="auto">
                <a:xfrm>
                  <a:off x="862" y="999"/>
                  <a:ext cx="1866" cy="490"/>
                  <a:chOff x="862" y="999"/>
                  <a:chExt cx="1866" cy="490"/>
                </a:xfrm>
              </p:grpSpPr>
              <p:sp>
                <p:nvSpPr>
                  <p:cNvPr id="231" name="Rectangle 23"/>
                  <p:cNvSpPr>
                    <a:spLocks noChangeArrowheads="1"/>
                  </p:cNvSpPr>
                  <p:nvPr/>
                </p:nvSpPr>
                <p:spPr bwMode="auto">
                  <a:xfrm>
                    <a:off x="862" y="999"/>
                    <a:ext cx="186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Soft logic được điều khiển dựa vào sofrware được gọi là Program</a:t>
                    </a: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232" name="Rectangle 24"/>
                  <p:cNvSpPr>
                    <a:spLocks noChangeArrowheads="1"/>
                  </p:cNvSpPr>
                  <p:nvPr/>
                </p:nvSpPr>
                <p:spPr bwMode="auto">
                  <a:xfrm>
                    <a:off x="862" y="999"/>
                    <a:ext cx="186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34" name="Group 25"/>
              <p:cNvGrpSpPr>
                <a:grpSpLocks/>
              </p:cNvGrpSpPr>
              <p:nvPr/>
            </p:nvGrpSpPr>
            <p:grpSpPr bwMode="auto">
              <a:xfrm>
                <a:off x="2728" y="999"/>
                <a:ext cx="1816" cy="490"/>
                <a:chOff x="2728" y="999"/>
                <a:chExt cx="1816" cy="490"/>
              </a:xfrm>
            </p:grpSpPr>
            <p:sp>
              <p:nvSpPr>
                <p:cNvPr id="225" name="Rectangle 26"/>
                <p:cNvSpPr>
                  <a:spLocks noChangeArrowheads="1"/>
                </p:cNvSpPr>
                <p:nvPr/>
              </p:nvSpPr>
              <p:spPr bwMode="auto">
                <a:xfrm>
                  <a:off x="2728" y="999"/>
                  <a:ext cx="181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226" name="Group 27"/>
                <p:cNvGrpSpPr>
                  <a:grpSpLocks/>
                </p:cNvGrpSpPr>
                <p:nvPr/>
              </p:nvGrpSpPr>
              <p:grpSpPr bwMode="auto">
                <a:xfrm>
                  <a:off x="2728" y="999"/>
                  <a:ext cx="1816" cy="490"/>
                  <a:chOff x="2728" y="999"/>
                  <a:chExt cx="1816" cy="490"/>
                </a:xfrm>
              </p:grpSpPr>
              <p:sp>
                <p:nvSpPr>
                  <p:cNvPr id="227" name="Rectangle 28"/>
                  <p:cNvSpPr>
                    <a:spLocks noChangeArrowheads="1"/>
                  </p:cNvSpPr>
                  <p:nvPr/>
                </p:nvSpPr>
                <p:spPr bwMode="auto">
                  <a:xfrm>
                    <a:off x="2728" y="999"/>
                    <a:ext cx="181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r>
                      <a:rPr lang="en-US" altLang="ko-KR" sz="1000">
                        <a:latin typeface="Times New Roman" pitchFamily="18" charset="0"/>
                        <a:cs typeface="Times New Roman" pitchFamily="18" charset="0"/>
                      </a:rPr>
                      <a:t>Hard logic quyết định logic dựa vào dây điện giữa các phụ kiện.</a:t>
                    </a:r>
                  </a:p>
                </p:txBody>
              </p:sp>
              <p:sp>
                <p:nvSpPr>
                  <p:cNvPr id="228" name="Rectangle 29"/>
                  <p:cNvSpPr>
                    <a:spLocks noChangeArrowheads="1"/>
                  </p:cNvSpPr>
                  <p:nvPr/>
                </p:nvSpPr>
                <p:spPr bwMode="auto">
                  <a:xfrm>
                    <a:off x="2728" y="999"/>
                    <a:ext cx="181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35" name="Group 30"/>
              <p:cNvGrpSpPr>
                <a:grpSpLocks/>
              </p:cNvGrpSpPr>
              <p:nvPr/>
            </p:nvGrpSpPr>
            <p:grpSpPr bwMode="auto">
              <a:xfrm>
                <a:off x="0" y="1489"/>
                <a:ext cx="862" cy="1000"/>
                <a:chOff x="0" y="1489"/>
                <a:chExt cx="862" cy="1000"/>
              </a:xfrm>
            </p:grpSpPr>
            <p:sp>
              <p:nvSpPr>
                <p:cNvPr id="221" name="Rectangle 31"/>
                <p:cNvSpPr>
                  <a:spLocks noChangeArrowheads="1"/>
                </p:cNvSpPr>
                <p:nvPr/>
              </p:nvSpPr>
              <p:spPr bwMode="auto">
                <a:xfrm>
                  <a:off x="0" y="1489"/>
                  <a:ext cx="862" cy="10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222" name="Group 32"/>
                <p:cNvGrpSpPr>
                  <a:grpSpLocks/>
                </p:cNvGrpSpPr>
                <p:nvPr/>
              </p:nvGrpSpPr>
              <p:grpSpPr bwMode="auto">
                <a:xfrm>
                  <a:off x="0" y="1489"/>
                  <a:ext cx="862" cy="1000"/>
                  <a:chOff x="0" y="1489"/>
                  <a:chExt cx="862" cy="1000"/>
                </a:xfrm>
              </p:grpSpPr>
              <p:sp>
                <p:nvSpPr>
                  <p:cNvPr id="223" name="Rectangle 33"/>
                  <p:cNvSpPr>
                    <a:spLocks noChangeArrowheads="1"/>
                  </p:cNvSpPr>
                  <p:nvPr/>
                </p:nvSpPr>
                <p:spPr bwMode="auto">
                  <a:xfrm>
                    <a:off x="0" y="1489"/>
                    <a:ext cx="862" cy="10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endParaRPr lang="en-US" altLang="ko-KR" sz="1000">
                      <a:latin typeface="Times New Roman" pitchFamily="18" charset="0"/>
                      <a:cs typeface="Times New Roman" pitchFamily="18" charset="0"/>
                    </a:endParaRPr>
                  </a:p>
                  <a:p>
                    <a:pPr algn="ctr" eaLnBrk="1" hangingPunct="1">
                      <a:lnSpc>
                        <a:spcPct val="100000"/>
                      </a:lnSpc>
                      <a:spcBef>
                        <a:spcPct val="0"/>
                      </a:spcBef>
                      <a:buFontTx/>
                      <a:buNone/>
                    </a:pPr>
                    <a:r>
                      <a:rPr lang="en-US" altLang="ko-KR" sz="1000">
                        <a:latin typeface="Times New Roman" pitchFamily="18" charset="0"/>
                        <a:cs typeface="Times New Roman" pitchFamily="18" charset="0"/>
                      </a:rPr>
                      <a:t>Chức năng</a:t>
                    </a:r>
                  </a:p>
                  <a:p>
                    <a:pPr algn="ctr" eaLnBrk="1" hangingPunct="1">
                      <a:lnSpc>
                        <a:spcPct val="100000"/>
                      </a:lnSpc>
                      <a:spcBef>
                        <a:spcPct val="0"/>
                      </a:spcBef>
                      <a:buFontTx/>
                      <a:buNone/>
                    </a:pPr>
                    <a:r>
                      <a:rPr lang="en-US" altLang="ko-KR" sz="1000">
                        <a:latin typeface="Times New Roman" pitchFamily="18" charset="0"/>
                        <a:cs typeface="Times New Roman" pitchFamily="18" charset="0"/>
                      </a:rPr>
                      <a:t>điều khiển</a:t>
                    </a:r>
                    <a:r>
                      <a:rPr lang="ko-KR" altLang="en-US" sz="1000">
                        <a:latin typeface="Times New Roman" pitchFamily="18" charset="0"/>
                        <a:cs typeface="Times New Roman" pitchFamily="18" charset="0"/>
                      </a:rPr>
                      <a:t> </a:t>
                    </a: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224" name="Rectangle 34"/>
                  <p:cNvSpPr>
                    <a:spLocks noChangeArrowheads="1"/>
                  </p:cNvSpPr>
                  <p:nvPr/>
                </p:nvSpPr>
                <p:spPr bwMode="auto">
                  <a:xfrm>
                    <a:off x="0" y="1489"/>
                    <a:ext cx="862" cy="10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36" name="Group 35"/>
              <p:cNvGrpSpPr>
                <a:grpSpLocks/>
              </p:cNvGrpSpPr>
              <p:nvPr/>
            </p:nvGrpSpPr>
            <p:grpSpPr bwMode="auto">
              <a:xfrm>
                <a:off x="862" y="1489"/>
                <a:ext cx="1866" cy="1000"/>
                <a:chOff x="862" y="1489"/>
                <a:chExt cx="1866" cy="1000"/>
              </a:xfrm>
            </p:grpSpPr>
            <p:sp>
              <p:nvSpPr>
                <p:cNvPr id="217" name="Rectangle 36"/>
                <p:cNvSpPr>
                  <a:spLocks noChangeArrowheads="1"/>
                </p:cNvSpPr>
                <p:nvPr/>
              </p:nvSpPr>
              <p:spPr bwMode="auto">
                <a:xfrm>
                  <a:off x="862" y="1489"/>
                  <a:ext cx="1866" cy="10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218" name="Group 37"/>
                <p:cNvGrpSpPr>
                  <a:grpSpLocks/>
                </p:cNvGrpSpPr>
                <p:nvPr/>
              </p:nvGrpSpPr>
              <p:grpSpPr bwMode="auto">
                <a:xfrm>
                  <a:off x="862" y="1489"/>
                  <a:ext cx="1866" cy="1000"/>
                  <a:chOff x="862" y="1489"/>
                  <a:chExt cx="1866" cy="1000"/>
                </a:xfrm>
              </p:grpSpPr>
              <p:sp>
                <p:nvSpPr>
                  <p:cNvPr id="219" name="Rectangle 38"/>
                  <p:cNvSpPr>
                    <a:spLocks noChangeArrowheads="1"/>
                  </p:cNvSpPr>
                  <p:nvPr/>
                </p:nvSpPr>
                <p:spPr bwMode="auto">
                  <a:xfrm>
                    <a:off x="862" y="1489"/>
                    <a:ext cx="1866" cy="10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 Relay (AND, OR, NOT, …</a:t>
                    </a:r>
                    <a:r>
                      <a:rPr lang="ko-KR" altLang="en-US" sz="1000">
                        <a:latin typeface="Times New Roman" pitchFamily="18" charset="0"/>
                        <a:cs typeface="Times New Roman" pitchFamily="18" charset="0"/>
                      </a:rPr>
                      <a:t> </a:t>
                    </a:r>
                    <a:r>
                      <a:rPr lang="en-US" altLang="ko-KR" sz="1000">
                        <a:latin typeface="Times New Roman" pitchFamily="18" charset="0"/>
                        <a:cs typeface="Times New Roman" pitchFamily="18" charset="0"/>
                      </a:rPr>
                      <a:t>) </a:t>
                    </a:r>
                  </a:p>
                  <a:p>
                    <a:pPr latinLnBrk="0">
                      <a:lnSpc>
                        <a:spcPct val="100000"/>
                      </a:lnSpc>
                      <a:spcBef>
                        <a:spcPct val="0"/>
                      </a:spcBef>
                      <a:buFontTx/>
                      <a:buNone/>
                    </a:pPr>
                    <a:r>
                      <a:rPr lang="en-US" altLang="ko-KR" sz="1000">
                        <a:latin typeface="Times New Roman" pitchFamily="18" charset="0"/>
                        <a:cs typeface="Times New Roman" pitchFamily="18" charset="0"/>
                      </a:rPr>
                      <a:t>. Up-down counter</a:t>
                    </a:r>
                    <a:endParaRPr lang="ko-KR" altLang="en-US" sz="1000">
                      <a:latin typeface="Times New Roman" pitchFamily="18" charset="0"/>
                      <a:cs typeface="Times New Roman" pitchFamily="18" charset="0"/>
                    </a:endParaRPr>
                  </a:p>
                  <a:p>
                    <a:pPr latinLnBrk="0">
                      <a:lnSpc>
                        <a:spcPct val="100000"/>
                      </a:lnSpc>
                      <a:spcBef>
                        <a:spcPct val="0"/>
                      </a:spcBef>
                      <a:buFontTx/>
                      <a:buNone/>
                    </a:pPr>
                    <a:r>
                      <a:rPr lang="en-US" altLang="ko-KR" sz="1000">
                        <a:latin typeface="Times New Roman" pitchFamily="18" charset="0"/>
                        <a:cs typeface="Times New Roman" pitchFamily="18" charset="0"/>
                      </a:rPr>
                      <a:t>. Shift register</a:t>
                    </a:r>
                    <a:r>
                      <a:rPr lang="ko-KR" altLang="en-US" sz="1000">
                        <a:latin typeface="Times New Roman" pitchFamily="18" charset="0"/>
                        <a:cs typeface="Times New Roman" pitchFamily="18" charset="0"/>
                      </a:rPr>
                      <a:t> </a:t>
                    </a:r>
                  </a:p>
                  <a:p>
                    <a:pPr latinLnBrk="0">
                      <a:lnSpc>
                        <a:spcPct val="100000"/>
                      </a:lnSpc>
                      <a:spcBef>
                        <a:spcPct val="0"/>
                      </a:spcBef>
                      <a:buFontTx/>
                      <a:buNone/>
                    </a:pPr>
                    <a:r>
                      <a:rPr lang="en-US" altLang="ko-KR" sz="1000">
                        <a:latin typeface="Times New Roman" pitchFamily="18" charset="0"/>
                        <a:cs typeface="Times New Roman" pitchFamily="18" charset="0"/>
                      </a:rPr>
                      <a:t>. Tính toán tử, tính logic</a:t>
                    </a:r>
                    <a:endParaRPr lang="ko-KR" altLang="en-US" sz="1000">
                      <a:latin typeface="Times New Roman" pitchFamily="18" charset="0"/>
                      <a:cs typeface="Times New Roman" pitchFamily="18" charset="0"/>
                    </a:endParaRPr>
                  </a:p>
                  <a:p>
                    <a:pPr latinLnBrk="0">
                      <a:lnSpc>
                        <a:spcPct val="100000"/>
                      </a:lnSpc>
                      <a:spcBef>
                        <a:spcPct val="0"/>
                      </a:spcBef>
                      <a:buFontTx/>
                      <a:buNone/>
                    </a:pPr>
                    <a:r>
                      <a:rPr lang="en-US" altLang="ko-KR" sz="1000">
                        <a:latin typeface="Times New Roman" pitchFamily="18" charset="0"/>
                        <a:cs typeface="Times New Roman" pitchFamily="18" charset="0"/>
                      </a:rPr>
                      <a:t>. Chuyển giao</a:t>
                    </a:r>
                    <a:endParaRPr lang="ko-KR" altLang="en-US" sz="1000">
                      <a:latin typeface="Times New Roman" pitchFamily="18" charset="0"/>
                      <a:cs typeface="Times New Roman" pitchFamily="18" charset="0"/>
                    </a:endParaRPr>
                  </a:p>
                  <a:p>
                    <a:pPr eaLnBrk="1" hangingPunct="1">
                      <a:spcBef>
                        <a:spcPct val="0"/>
                      </a:spcBef>
                      <a:buFontTx/>
                      <a:buNone/>
                    </a:pPr>
                    <a:r>
                      <a:rPr lang="en-US" altLang="ko-KR" sz="1000">
                        <a:latin typeface="Times New Roman" pitchFamily="18" charset="0"/>
                        <a:cs typeface="Times New Roman" pitchFamily="18" charset="0"/>
                      </a:rPr>
                      <a:t>(Hiện thực hóa điều khiển quy mô lớn , tính năng cao bằng loại nhỏ )</a:t>
                    </a:r>
                  </a:p>
                </p:txBody>
              </p:sp>
              <p:sp>
                <p:nvSpPr>
                  <p:cNvPr id="220" name="Rectangle 39"/>
                  <p:cNvSpPr>
                    <a:spLocks noChangeArrowheads="1"/>
                  </p:cNvSpPr>
                  <p:nvPr/>
                </p:nvSpPr>
                <p:spPr bwMode="auto">
                  <a:xfrm>
                    <a:off x="862" y="1489"/>
                    <a:ext cx="1866" cy="10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37" name="Group 40"/>
              <p:cNvGrpSpPr>
                <a:grpSpLocks/>
              </p:cNvGrpSpPr>
              <p:nvPr/>
            </p:nvGrpSpPr>
            <p:grpSpPr bwMode="auto">
              <a:xfrm>
                <a:off x="2728" y="1489"/>
                <a:ext cx="1816" cy="1000"/>
                <a:chOff x="2728" y="1489"/>
                <a:chExt cx="1816" cy="1000"/>
              </a:xfrm>
            </p:grpSpPr>
            <p:sp>
              <p:nvSpPr>
                <p:cNvPr id="213" name="Rectangle 41"/>
                <p:cNvSpPr>
                  <a:spLocks noChangeArrowheads="1"/>
                </p:cNvSpPr>
                <p:nvPr/>
              </p:nvSpPr>
              <p:spPr bwMode="auto">
                <a:xfrm>
                  <a:off x="2728" y="1489"/>
                  <a:ext cx="1816" cy="10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214" name="Group 42"/>
                <p:cNvGrpSpPr>
                  <a:grpSpLocks/>
                </p:cNvGrpSpPr>
                <p:nvPr/>
              </p:nvGrpSpPr>
              <p:grpSpPr bwMode="auto">
                <a:xfrm>
                  <a:off x="2728" y="1489"/>
                  <a:ext cx="1816" cy="1000"/>
                  <a:chOff x="2728" y="1489"/>
                  <a:chExt cx="1816" cy="1000"/>
                </a:xfrm>
              </p:grpSpPr>
              <p:sp>
                <p:nvSpPr>
                  <p:cNvPr id="215" name="Rectangle 43"/>
                  <p:cNvSpPr>
                    <a:spLocks noChangeArrowheads="1"/>
                  </p:cNvSpPr>
                  <p:nvPr/>
                </p:nvSpPr>
                <p:spPr bwMode="auto">
                  <a:xfrm>
                    <a:off x="2728" y="1489"/>
                    <a:ext cx="1816" cy="10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.Relay (AND, OR dựa vào mắc nối tiếp/song song) </a:t>
                    </a:r>
                  </a:p>
                  <a:p>
                    <a:pPr latinLnBrk="0">
                      <a:lnSpc>
                        <a:spcPct val="100000"/>
                      </a:lnSpc>
                      <a:spcBef>
                        <a:spcPct val="0"/>
                      </a:spcBef>
                      <a:buFontTx/>
                      <a:buNone/>
                    </a:pPr>
                    <a:r>
                      <a:rPr lang="en-US" altLang="ko-KR" sz="1000">
                        <a:latin typeface="Times New Roman" pitchFamily="18" charset="0"/>
                        <a:cs typeface="Times New Roman" pitchFamily="18" charset="0"/>
                      </a:rPr>
                      <a:t>.Timer</a:t>
                    </a:r>
                    <a:endParaRPr lang="ko-KR" altLang="en-US" sz="1000">
                      <a:latin typeface="Times New Roman" pitchFamily="18" charset="0"/>
                      <a:cs typeface="Times New Roman" pitchFamily="18" charset="0"/>
                    </a:endParaRPr>
                  </a:p>
                  <a:p>
                    <a:pPr latinLnBrk="0">
                      <a:lnSpc>
                        <a:spcPct val="100000"/>
                      </a:lnSpc>
                      <a:spcBef>
                        <a:spcPct val="0"/>
                      </a:spcBef>
                      <a:buFontTx/>
                      <a:buNone/>
                    </a:pPr>
                    <a:r>
                      <a:rPr lang="en-US" altLang="ko-KR" sz="1000">
                        <a:latin typeface="Times New Roman" pitchFamily="18" charset="0"/>
                        <a:cs typeface="Times New Roman" pitchFamily="18" charset="0"/>
                      </a:rPr>
                      <a:t>.</a:t>
                    </a:r>
                    <a:r>
                      <a:rPr lang="ko-KR" altLang="en-US" sz="1000">
                        <a:latin typeface="Times New Roman" pitchFamily="18" charset="0"/>
                        <a:cs typeface="Times New Roman" pitchFamily="18" charset="0"/>
                      </a:rPr>
                      <a:t> </a:t>
                    </a:r>
                    <a:r>
                      <a:rPr lang="en-US" altLang="ko-KR" sz="1000">
                        <a:latin typeface="Times New Roman" pitchFamily="18" charset="0"/>
                        <a:cs typeface="Times New Roman" pitchFamily="18" charset="0"/>
                      </a:rPr>
                      <a:t>preset counter đơn giản</a:t>
                    </a:r>
                    <a:r>
                      <a:rPr lang="ko-KR" altLang="en-US" sz="1000">
                        <a:latin typeface="Times New Roman" pitchFamily="18" charset="0"/>
                        <a:cs typeface="Times New Roman" pitchFamily="18" charset="0"/>
                      </a:rPr>
                      <a:t/>
                    </a:r>
                    <a:br>
                      <a:rPr lang="ko-KR" altLang="en-US" sz="1000">
                        <a:latin typeface="Times New Roman" pitchFamily="18" charset="0"/>
                        <a:cs typeface="Times New Roman" pitchFamily="18" charset="0"/>
                      </a:rPr>
                    </a:br>
                    <a:endParaRPr lang="ko-KR" altLang="en-US" sz="1000">
                      <a:latin typeface="Times New Roman" pitchFamily="18" charset="0"/>
                      <a:cs typeface="Times New Roman" pitchFamily="18" charset="0"/>
                    </a:endParaRPr>
                  </a:p>
                  <a:p>
                    <a:pPr latinLnBrk="0">
                      <a:lnSpc>
                        <a:spcPct val="100000"/>
                      </a:lnSpc>
                      <a:spcBef>
                        <a:spcPct val="0"/>
                      </a:spcBef>
                      <a:buFontTx/>
                      <a:buNone/>
                    </a:pPr>
                    <a:r>
                      <a:rPr lang="en-US" altLang="ko-KR" sz="1000">
                        <a:latin typeface="Times New Roman" pitchFamily="18" charset="0"/>
                        <a:cs typeface="Times New Roman" pitchFamily="18" charset="0"/>
                      </a:rPr>
                      <a:t>(Kích cỡ lớn dần tùy theo quy mô và giới hạn tính năng)</a:t>
                    </a:r>
                  </a:p>
                </p:txBody>
              </p:sp>
              <p:sp>
                <p:nvSpPr>
                  <p:cNvPr id="216" name="Rectangle 44"/>
                  <p:cNvSpPr>
                    <a:spLocks noChangeArrowheads="1"/>
                  </p:cNvSpPr>
                  <p:nvPr/>
                </p:nvSpPr>
                <p:spPr bwMode="auto">
                  <a:xfrm>
                    <a:off x="2728" y="1489"/>
                    <a:ext cx="1816" cy="10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38" name="Group 45"/>
              <p:cNvGrpSpPr>
                <a:grpSpLocks/>
              </p:cNvGrpSpPr>
              <p:nvPr/>
            </p:nvGrpSpPr>
            <p:grpSpPr bwMode="auto">
              <a:xfrm>
                <a:off x="0" y="2489"/>
                <a:ext cx="862" cy="490"/>
                <a:chOff x="0" y="2489"/>
                <a:chExt cx="862" cy="490"/>
              </a:xfrm>
            </p:grpSpPr>
            <p:sp>
              <p:nvSpPr>
                <p:cNvPr id="209" name="Rectangle 46"/>
                <p:cNvSpPr>
                  <a:spLocks noChangeArrowheads="1"/>
                </p:cNvSpPr>
                <p:nvPr/>
              </p:nvSpPr>
              <p:spPr bwMode="auto">
                <a:xfrm>
                  <a:off x="0" y="2489"/>
                  <a:ext cx="862"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210" name="Group 47"/>
                <p:cNvGrpSpPr>
                  <a:grpSpLocks/>
                </p:cNvGrpSpPr>
                <p:nvPr/>
              </p:nvGrpSpPr>
              <p:grpSpPr bwMode="auto">
                <a:xfrm>
                  <a:off x="0" y="2489"/>
                  <a:ext cx="862" cy="490"/>
                  <a:chOff x="0" y="2489"/>
                  <a:chExt cx="862" cy="490"/>
                </a:xfrm>
              </p:grpSpPr>
              <p:sp>
                <p:nvSpPr>
                  <p:cNvPr id="211" name="Rectangle 48"/>
                  <p:cNvSpPr>
                    <a:spLocks noChangeArrowheads="1"/>
                  </p:cNvSpPr>
                  <p:nvPr/>
                </p:nvSpPr>
                <p:spPr bwMode="auto">
                  <a:xfrm>
                    <a:off x="0" y="2489"/>
                    <a:ext cx="862"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endParaRPr lang="en-US" altLang="ko-KR" sz="1000">
                      <a:latin typeface="Times New Roman" pitchFamily="18" charset="0"/>
                      <a:cs typeface="Times New Roman" pitchFamily="18" charset="0"/>
                    </a:endParaRPr>
                  </a:p>
                  <a:p>
                    <a:pPr algn="ctr" eaLnBrk="1" hangingPunct="1">
                      <a:lnSpc>
                        <a:spcPct val="100000"/>
                      </a:lnSpc>
                      <a:spcBef>
                        <a:spcPct val="0"/>
                      </a:spcBef>
                      <a:buFontTx/>
                      <a:buNone/>
                    </a:pPr>
                    <a:r>
                      <a:rPr lang="en-US" altLang="ko-KR" sz="1000">
                        <a:latin typeface="Times New Roman" pitchFamily="18" charset="0"/>
                        <a:cs typeface="Times New Roman" pitchFamily="18" charset="0"/>
                      </a:rPr>
                      <a:t>Nhân tố điều khiển</a:t>
                    </a:r>
                    <a:r>
                      <a:rPr lang="ko-KR" altLang="en-US" sz="1000">
                        <a:latin typeface="Times New Roman" pitchFamily="18" charset="0"/>
                        <a:cs typeface="Times New Roman" pitchFamily="18" charset="0"/>
                      </a:rPr>
                      <a:t> </a:t>
                    </a: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212" name="Rectangle 49"/>
                  <p:cNvSpPr>
                    <a:spLocks noChangeArrowheads="1"/>
                  </p:cNvSpPr>
                  <p:nvPr/>
                </p:nvSpPr>
                <p:spPr bwMode="auto">
                  <a:xfrm>
                    <a:off x="0" y="2489"/>
                    <a:ext cx="862"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39" name="Group 50"/>
              <p:cNvGrpSpPr>
                <a:grpSpLocks/>
              </p:cNvGrpSpPr>
              <p:nvPr/>
            </p:nvGrpSpPr>
            <p:grpSpPr bwMode="auto">
              <a:xfrm>
                <a:off x="862" y="2489"/>
                <a:ext cx="1866" cy="490"/>
                <a:chOff x="862" y="2489"/>
                <a:chExt cx="1866" cy="490"/>
              </a:xfrm>
            </p:grpSpPr>
            <p:sp>
              <p:nvSpPr>
                <p:cNvPr id="205" name="Rectangle 51"/>
                <p:cNvSpPr>
                  <a:spLocks noChangeArrowheads="1"/>
                </p:cNvSpPr>
                <p:nvPr/>
              </p:nvSpPr>
              <p:spPr bwMode="auto">
                <a:xfrm>
                  <a:off x="862" y="2489"/>
                  <a:ext cx="186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206" name="Group 52"/>
                <p:cNvGrpSpPr>
                  <a:grpSpLocks/>
                </p:cNvGrpSpPr>
                <p:nvPr/>
              </p:nvGrpSpPr>
              <p:grpSpPr bwMode="auto">
                <a:xfrm>
                  <a:off x="862" y="2489"/>
                  <a:ext cx="1866" cy="490"/>
                  <a:chOff x="862" y="2489"/>
                  <a:chExt cx="1866" cy="490"/>
                </a:xfrm>
              </p:grpSpPr>
              <p:sp>
                <p:nvSpPr>
                  <p:cNvPr id="207" name="Rectangle 53"/>
                  <p:cNvSpPr>
                    <a:spLocks noChangeArrowheads="1"/>
                  </p:cNvSpPr>
                  <p:nvPr/>
                </p:nvSpPr>
                <p:spPr bwMode="auto">
                  <a:xfrm>
                    <a:off x="862" y="2489"/>
                    <a:ext cx="186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.Không tiếp xúc</a:t>
                    </a:r>
                  </a:p>
                  <a:p>
                    <a:pPr eaLnBrk="1" hangingPunct="1">
                      <a:lnSpc>
                        <a:spcPct val="100000"/>
                      </a:lnSpc>
                      <a:spcBef>
                        <a:spcPct val="0"/>
                      </a:spcBef>
                      <a:buFontTx/>
                      <a:buNone/>
                    </a:pPr>
                    <a:r>
                      <a:rPr lang="en-US" altLang="ko-KR" sz="1000">
                        <a:latin typeface="Times New Roman" pitchFamily="18" charset="0"/>
                        <a:cs typeface="Times New Roman" pitchFamily="18" charset="0"/>
                      </a:rPr>
                      <a:t>(Độ tin tưởng cao, tuổi thọ dài, tốc độ điều khiển cao) </a:t>
                    </a: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208" name="Rectangle 54"/>
                  <p:cNvSpPr>
                    <a:spLocks noChangeArrowheads="1"/>
                  </p:cNvSpPr>
                  <p:nvPr/>
                </p:nvSpPr>
                <p:spPr bwMode="auto">
                  <a:xfrm>
                    <a:off x="862" y="2489"/>
                    <a:ext cx="186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40" name="Group 55"/>
              <p:cNvGrpSpPr>
                <a:grpSpLocks/>
              </p:cNvGrpSpPr>
              <p:nvPr/>
            </p:nvGrpSpPr>
            <p:grpSpPr bwMode="auto">
              <a:xfrm>
                <a:off x="2728" y="2489"/>
                <a:ext cx="1816" cy="490"/>
                <a:chOff x="2728" y="2489"/>
                <a:chExt cx="1816" cy="490"/>
              </a:xfrm>
            </p:grpSpPr>
            <p:sp>
              <p:nvSpPr>
                <p:cNvPr id="201" name="Rectangle 56"/>
                <p:cNvSpPr>
                  <a:spLocks noChangeArrowheads="1"/>
                </p:cNvSpPr>
                <p:nvPr/>
              </p:nvSpPr>
              <p:spPr bwMode="auto">
                <a:xfrm>
                  <a:off x="2728" y="2489"/>
                  <a:ext cx="181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202" name="Group 57"/>
                <p:cNvGrpSpPr>
                  <a:grpSpLocks/>
                </p:cNvGrpSpPr>
                <p:nvPr/>
              </p:nvGrpSpPr>
              <p:grpSpPr bwMode="auto">
                <a:xfrm>
                  <a:off x="2728" y="2489"/>
                  <a:ext cx="1816" cy="490"/>
                  <a:chOff x="2728" y="2489"/>
                  <a:chExt cx="1816" cy="490"/>
                </a:xfrm>
              </p:grpSpPr>
              <p:sp>
                <p:nvSpPr>
                  <p:cNvPr id="203" name="Rectangle 58"/>
                  <p:cNvSpPr>
                    <a:spLocks noChangeArrowheads="1"/>
                  </p:cNvSpPr>
                  <p:nvPr/>
                </p:nvSpPr>
                <p:spPr bwMode="auto">
                  <a:xfrm>
                    <a:off x="2728" y="2489"/>
                    <a:ext cx="181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.Tiếp xúc</a:t>
                    </a:r>
                  </a:p>
                  <a:p>
                    <a:pPr eaLnBrk="1" hangingPunct="1">
                      <a:lnSpc>
                        <a:spcPct val="100000"/>
                      </a:lnSpc>
                      <a:spcBef>
                        <a:spcPct val="0"/>
                      </a:spcBef>
                      <a:buFontTx/>
                      <a:buNone/>
                    </a:pPr>
                    <a:r>
                      <a:rPr lang="en-US" altLang="ko-KR" sz="1000">
                        <a:latin typeface="Times New Roman" pitchFamily="18" charset="0"/>
                        <a:cs typeface="Times New Roman" pitchFamily="18" charset="0"/>
                      </a:rPr>
                      <a:t>(Tuổi thọ hạn chế, tốc độ điều khiển thấp) </a:t>
                    </a: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204" name="Rectangle 59"/>
                  <p:cNvSpPr>
                    <a:spLocks noChangeArrowheads="1"/>
                  </p:cNvSpPr>
                  <p:nvPr/>
                </p:nvSpPr>
                <p:spPr bwMode="auto">
                  <a:xfrm>
                    <a:off x="2728" y="2489"/>
                    <a:ext cx="181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41" name="Group 60"/>
              <p:cNvGrpSpPr>
                <a:grpSpLocks/>
              </p:cNvGrpSpPr>
              <p:nvPr/>
            </p:nvGrpSpPr>
            <p:grpSpPr bwMode="auto">
              <a:xfrm>
                <a:off x="0" y="2979"/>
                <a:ext cx="862" cy="490"/>
                <a:chOff x="0" y="2979"/>
                <a:chExt cx="862" cy="490"/>
              </a:xfrm>
            </p:grpSpPr>
            <p:sp>
              <p:nvSpPr>
                <p:cNvPr id="197" name="Rectangle 61"/>
                <p:cNvSpPr>
                  <a:spLocks noChangeArrowheads="1"/>
                </p:cNvSpPr>
                <p:nvPr/>
              </p:nvSpPr>
              <p:spPr bwMode="auto">
                <a:xfrm>
                  <a:off x="0" y="2979"/>
                  <a:ext cx="862"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198" name="Group 62"/>
                <p:cNvGrpSpPr>
                  <a:grpSpLocks/>
                </p:cNvGrpSpPr>
                <p:nvPr/>
              </p:nvGrpSpPr>
              <p:grpSpPr bwMode="auto">
                <a:xfrm>
                  <a:off x="0" y="2979"/>
                  <a:ext cx="862" cy="490"/>
                  <a:chOff x="0" y="2979"/>
                  <a:chExt cx="862" cy="490"/>
                </a:xfrm>
              </p:grpSpPr>
              <p:sp>
                <p:nvSpPr>
                  <p:cNvPr id="199" name="Rectangle 63"/>
                  <p:cNvSpPr>
                    <a:spLocks noChangeArrowheads="1"/>
                  </p:cNvSpPr>
                  <p:nvPr/>
                </p:nvSpPr>
                <p:spPr bwMode="auto">
                  <a:xfrm>
                    <a:off x="0" y="2979"/>
                    <a:ext cx="862"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endParaRPr lang="en-US" altLang="ko-KR" sz="1000">
                      <a:latin typeface="Times New Roman" pitchFamily="18" charset="0"/>
                      <a:cs typeface="Times New Roman" pitchFamily="18" charset="0"/>
                    </a:endParaRPr>
                  </a:p>
                  <a:p>
                    <a:pPr algn="ctr" eaLnBrk="1" hangingPunct="1">
                      <a:lnSpc>
                        <a:spcPct val="100000"/>
                      </a:lnSpc>
                      <a:spcBef>
                        <a:spcPct val="0"/>
                      </a:spcBef>
                      <a:buFontTx/>
                      <a:buNone/>
                    </a:pPr>
                    <a:r>
                      <a:rPr lang="en-US" altLang="ko-KR" sz="1000">
                        <a:latin typeface="Times New Roman" pitchFamily="18" charset="0"/>
                        <a:cs typeface="Times New Roman" pitchFamily="18" charset="0"/>
                      </a:rPr>
                      <a:t>Thay đổi nội dung điều khiển</a:t>
                    </a:r>
                    <a:endParaRPr lang="ko-KR" altLang="en-US" sz="1000">
                      <a:latin typeface="Times New Roman" pitchFamily="18" charset="0"/>
                      <a:cs typeface="Times New Roman" pitchFamily="18" charset="0"/>
                    </a:endParaRP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200" name="Rectangle 64"/>
                  <p:cNvSpPr>
                    <a:spLocks noChangeArrowheads="1"/>
                  </p:cNvSpPr>
                  <p:nvPr/>
                </p:nvSpPr>
                <p:spPr bwMode="auto">
                  <a:xfrm>
                    <a:off x="0" y="2979"/>
                    <a:ext cx="862"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42" name="Group 65"/>
              <p:cNvGrpSpPr>
                <a:grpSpLocks/>
              </p:cNvGrpSpPr>
              <p:nvPr/>
            </p:nvGrpSpPr>
            <p:grpSpPr bwMode="auto">
              <a:xfrm>
                <a:off x="862" y="2979"/>
                <a:ext cx="1866" cy="490"/>
                <a:chOff x="862" y="2979"/>
                <a:chExt cx="1866" cy="490"/>
              </a:xfrm>
            </p:grpSpPr>
            <p:sp>
              <p:nvSpPr>
                <p:cNvPr id="193" name="Rectangle 66"/>
                <p:cNvSpPr>
                  <a:spLocks noChangeArrowheads="1"/>
                </p:cNvSpPr>
                <p:nvPr/>
              </p:nvSpPr>
              <p:spPr bwMode="auto">
                <a:xfrm>
                  <a:off x="862" y="2979"/>
                  <a:ext cx="186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194" name="Group 67"/>
                <p:cNvGrpSpPr>
                  <a:grpSpLocks/>
                </p:cNvGrpSpPr>
                <p:nvPr/>
              </p:nvGrpSpPr>
              <p:grpSpPr bwMode="auto">
                <a:xfrm>
                  <a:off x="862" y="2979"/>
                  <a:ext cx="1866" cy="490"/>
                  <a:chOff x="862" y="2979"/>
                  <a:chExt cx="1866" cy="490"/>
                </a:xfrm>
              </p:grpSpPr>
              <p:sp>
                <p:nvSpPr>
                  <p:cNvPr id="195" name="Rectangle 68"/>
                  <p:cNvSpPr>
                    <a:spLocks noChangeArrowheads="1"/>
                  </p:cNvSpPr>
                  <p:nvPr/>
                </p:nvSpPr>
                <p:spPr bwMode="auto">
                  <a:xfrm>
                    <a:off x="862" y="2979"/>
                    <a:ext cx="186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a:t>
                    </a:r>
                    <a:r>
                      <a:rPr lang="ko-KR" altLang="en-US" sz="1000">
                        <a:latin typeface="Times New Roman" pitchFamily="18" charset="0"/>
                        <a:cs typeface="Times New Roman" pitchFamily="18" charset="0"/>
                      </a:rPr>
                      <a:t> </a:t>
                    </a:r>
                    <a:r>
                      <a:rPr lang="en-US" altLang="ko-KR" sz="1000">
                        <a:latin typeface="Times New Roman" pitchFamily="18" charset="0"/>
                        <a:cs typeface="Times New Roman" pitchFamily="18" charset="0"/>
                      </a:rPr>
                      <a:t>Có thể thay đổi program</a:t>
                    </a:r>
                    <a:r>
                      <a:rPr lang="ko-KR" altLang="en-US" sz="1000">
                        <a:latin typeface="Times New Roman" pitchFamily="18" charset="0"/>
                        <a:cs typeface="Times New Roman" pitchFamily="18" charset="0"/>
                      </a:rPr>
                      <a:t> </a:t>
                    </a: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196" name="Rectangle 69"/>
                  <p:cNvSpPr>
                    <a:spLocks noChangeArrowheads="1"/>
                  </p:cNvSpPr>
                  <p:nvPr/>
                </p:nvSpPr>
                <p:spPr bwMode="auto">
                  <a:xfrm>
                    <a:off x="862" y="2979"/>
                    <a:ext cx="186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43" name="Group 70"/>
              <p:cNvGrpSpPr>
                <a:grpSpLocks/>
              </p:cNvGrpSpPr>
              <p:nvPr/>
            </p:nvGrpSpPr>
            <p:grpSpPr bwMode="auto">
              <a:xfrm>
                <a:off x="2728" y="2979"/>
                <a:ext cx="1816" cy="490"/>
                <a:chOff x="2728" y="2979"/>
                <a:chExt cx="1816" cy="490"/>
              </a:xfrm>
            </p:grpSpPr>
            <p:sp>
              <p:nvSpPr>
                <p:cNvPr id="189" name="Rectangle 71"/>
                <p:cNvSpPr>
                  <a:spLocks noChangeArrowheads="1"/>
                </p:cNvSpPr>
                <p:nvPr/>
              </p:nvSpPr>
              <p:spPr bwMode="auto">
                <a:xfrm>
                  <a:off x="2728" y="2979"/>
                  <a:ext cx="181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190" name="Group 72"/>
                <p:cNvGrpSpPr>
                  <a:grpSpLocks/>
                </p:cNvGrpSpPr>
                <p:nvPr/>
              </p:nvGrpSpPr>
              <p:grpSpPr bwMode="auto">
                <a:xfrm>
                  <a:off x="2728" y="2979"/>
                  <a:ext cx="1816" cy="490"/>
                  <a:chOff x="2728" y="2979"/>
                  <a:chExt cx="1816" cy="490"/>
                </a:xfrm>
              </p:grpSpPr>
              <p:sp>
                <p:nvSpPr>
                  <p:cNvPr id="191" name="Rectangle 73"/>
                  <p:cNvSpPr>
                    <a:spLocks noChangeArrowheads="1"/>
                  </p:cNvSpPr>
                  <p:nvPr/>
                </p:nvSpPr>
                <p:spPr bwMode="auto">
                  <a:xfrm>
                    <a:off x="2728" y="2979"/>
                    <a:ext cx="181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a:t>
                    </a:r>
                    <a:r>
                      <a:rPr lang="ko-KR" altLang="en-US" sz="1000">
                        <a:latin typeface="Times New Roman" pitchFamily="18" charset="0"/>
                        <a:cs typeface="Times New Roman" pitchFamily="18" charset="0"/>
                      </a:rPr>
                      <a:t> </a:t>
                    </a:r>
                    <a:r>
                      <a:rPr lang="en-US" altLang="ko-KR" sz="1000">
                        <a:latin typeface="Times New Roman" pitchFamily="18" charset="0"/>
                        <a:cs typeface="Times New Roman" pitchFamily="18" charset="0"/>
                      </a:rPr>
                      <a:t>Có thể tháo và tái lắp ráp tất cả đường dây điện</a:t>
                    </a:r>
                    <a:r>
                      <a:rPr lang="ko-KR" altLang="en-US" sz="1000">
                        <a:latin typeface="Times New Roman" pitchFamily="18" charset="0"/>
                        <a:cs typeface="Times New Roman" pitchFamily="18" charset="0"/>
                      </a:rPr>
                      <a:t> </a:t>
                    </a: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192" name="Rectangle 74"/>
                  <p:cNvSpPr>
                    <a:spLocks noChangeArrowheads="1"/>
                  </p:cNvSpPr>
                  <p:nvPr/>
                </p:nvSpPr>
                <p:spPr bwMode="auto">
                  <a:xfrm>
                    <a:off x="2728" y="2979"/>
                    <a:ext cx="181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44" name="Group 75"/>
              <p:cNvGrpSpPr>
                <a:grpSpLocks/>
              </p:cNvGrpSpPr>
              <p:nvPr/>
            </p:nvGrpSpPr>
            <p:grpSpPr bwMode="auto">
              <a:xfrm>
                <a:off x="0" y="3469"/>
                <a:ext cx="862" cy="490"/>
                <a:chOff x="0" y="3469"/>
                <a:chExt cx="862" cy="490"/>
              </a:xfrm>
            </p:grpSpPr>
            <p:sp>
              <p:nvSpPr>
                <p:cNvPr id="185" name="Rectangle 76"/>
                <p:cNvSpPr>
                  <a:spLocks noChangeArrowheads="1"/>
                </p:cNvSpPr>
                <p:nvPr/>
              </p:nvSpPr>
              <p:spPr bwMode="auto">
                <a:xfrm>
                  <a:off x="0" y="3469"/>
                  <a:ext cx="862"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186" name="Group 77"/>
                <p:cNvGrpSpPr>
                  <a:grpSpLocks/>
                </p:cNvGrpSpPr>
                <p:nvPr/>
              </p:nvGrpSpPr>
              <p:grpSpPr bwMode="auto">
                <a:xfrm>
                  <a:off x="0" y="3469"/>
                  <a:ext cx="862" cy="490"/>
                  <a:chOff x="0" y="3469"/>
                  <a:chExt cx="862" cy="490"/>
                </a:xfrm>
              </p:grpSpPr>
              <p:sp>
                <p:nvSpPr>
                  <p:cNvPr id="187" name="Rectangle 78"/>
                  <p:cNvSpPr>
                    <a:spLocks noChangeArrowheads="1"/>
                  </p:cNvSpPr>
                  <p:nvPr/>
                </p:nvSpPr>
                <p:spPr bwMode="auto">
                  <a:xfrm>
                    <a:off x="0" y="3469"/>
                    <a:ext cx="862"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endParaRPr lang="en-US" altLang="ko-KR" sz="1000">
                      <a:latin typeface="Times New Roman" pitchFamily="18" charset="0"/>
                      <a:cs typeface="Times New Roman" pitchFamily="18" charset="0"/>
                    </a:endParaRPr>
                  </a:p>
                  <a:p>
                    <a:pPr algn="ctr" eaLnBrk="1" hangingPunct="1">
                      <a:lnSpc>
                        <a:spcPct val="100000"/>
                      </a:lnSpc>
                      <a:spcBef>
                        <a:spcPct val="0"/>
                      </a:spcBef>
                      <a:buFontTx/>
                      <a:buNone/>
                    </a:pPr>
                    <a:r>
                      <a:rPr lang="en-US" altLang="ko-KR" sz="1000">
                        <a:latin typeface="Times New Roman" pitchFamily="18" charset="0"/>
                        <a:cs typeface="Times New Roman" pitchFamily="18" charset="0"/>
                      </a:rPr>
                      <a:t>Tính bảo toàn</a:t>
                    </a:r>
                    <a:endParaRPr lang="ko-KR" altLang="en-US" sz="1000">
                      <a:latin typeface="Times New Roman" pitchFamily="18" charset="0"/>
                      <a:cs typeface="Times New Roman" pitchFamily="18" charset="0"/>
                    </a:endParaRP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188" name="Rectangle 79"/>
                  <p:cNvSpPr>
                    <a:spLocks noChangeArrowheads="1"/>
                  </p:cNvSpPr>
                  <p:nvPr/>
                </p:nvSpPr>
                <p:spPr bwMode="auto">
                  <a:xfrm>
                    <a:off x="0" y="3469"/>
                    <a:ext cx="862"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45" name="Group 80"/>
              <p:cNvGrpSpPr>
                <a:grpSpLocks/>
              </p:cNvGrpSpPr>
              <p:nvPr/>
            </p:nvGrpSpPr>
            <p:grpSpPr bwMode="auto">
              <a:xfrm>
                <a:off x="862" y="3469"/>
                <a:ext cx="1866" cy="490"/>
                <a:chOff x="862" y="3469"/>
                <a:chExt cx="1866" cy="490"/>
              </a:xfrm>
            </p:grpSpPr>
            <p:sp>
              <p:nvSpPr>
                <p:cNvPr id="181" name="Rectangle 81"/>
                <p:cNvSpPr>
                  <a:spLocks noChangeArrowheads="1"/>
                </p:cNvSpPr>
                <p:nvPr/>
              </p:nvSpPr>
              <p:spPr bwMode="auto">
                <a:xfrm>
                  <a:off x="862" y="3469"/>
                  <a:ext cx="186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182" name="Group 82"/>
                <p:cNvGrpSpPr>
                  <a:grpSpLocks/>
                </p:cNvGrpSpPr>
                <p:nvPr/>
              </p:nvGrpSpPr>
              <p:grpSpPr bwMode="auto">
                <a:xfrm>
                  <a:off x="862" y="3469"/>
                  <a:ext cx="1866" cy="490"/>
                  <a:chOff x="862" y="3469"/>
                  <a:chExt cx="1866" cy="490"/>
                </a:xfrm>
              </p:grpSpPr>
              <p:sp>
                <p:nvSpPr>
                  <p:cNvPr id="183" name="Rectangle 83"/>
                  <p:cNvSpPr>
                    <a:spLocks noChangeArrowheads="1"/>
                  </p:cNvSpPr>
                  <p:nvPr/>
                </p:nvSpPr>
                <p:spPr bwMode="auto">
                  <a:xfrm>
                    <a:off x="862" y="3469"/>
                    <a:ext cx="186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a:t>
                    </a:r>
                    <a:r>
                      <a:rPr lang="ko-KR" altLang="en-US" sz="1000">
                        <a:latin typeface="Times New Roman" pitchFamily="18" charset="0"/>
                        <a:cs typeface="Times New Roman" pitchFamily="18" charset="0"/>
                      </a:rPr>
                      <a:t> </a:t>
                    </a:r>
                    <a:r>
                      <a:rPr lang="en-US" altLang="ko-KR" sz="1000">
                        <a:latin typeface="Times New Roman" pitchFamily="18" charset="0"/>
                        <a:cs typeface="Times New Roman" pitchFamily="18" charset="0"/>
                      </a:rPr>
                      <a:t>Dễ dàng duy trì, bảo dưỡng, độ tin tưởng cao</a:t>
                    </a:r>
                    <a:r>
                      <a:rPr lang="ko-KR" altLang="en-US" sz="1000">
                        <a:latin typeface="Times New Roman" pitchFamily="18" charset="0"/>
                        <a:cs typeface="Times New Roman" pitchFamily="18" charset="0"/>
                      </a:rPr>
                      <a:t> </a:t>
                    </a: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184" name="Rectangle 84"/>
                  <p:cNvSpPr>
                    <a:spLocks noChangeArrowheads="1"/>
                  </p:cNvSpPr>
                  <p:nvPr/>
                </p:nvSpPr>
                <p:spPr bwMode="auto">
                  <a:xfrm>
                    <a:off x="862" y="3469"/>
                    <a:ext cx="186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46" name="Group 85"/>
              <p:cNvGrpSpPr>
                <a:grpSpLocks/>
              </p:cNvGrpSpPr>
              <p:nvPr/>
            </p:nvGrpSpPr>
            <p:grpSpPr bwMode="auto">
              <a:xfrm>
                <a:off x="2728" y="3469"/>
                <a:ext cx="1816" cy="490"/>
                <a:chOff x="2728" y="3469"/>
                <a:chExt cx="1816" cy="490"/>
              </a:xfrm>
            </p:grpSpPr>
            <p:sp>
              <p:nvSpPr>
                <p:cNvPr id="177" name="Rectangle 86"/>
                <p:cNvSpPr>
                  <a:spLocks noChangeArrowheads="1"/>
                </p:cNvSpPr>
                <p:nvPr/>
              </p:nvSpPr>
              <p:spPr bwMode="auto">
                <a:xfrm>
                  <a:off x="2728" y="3469"/>
                  <a:ext cx="181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178" name="Group 87"/>
                <p:cNvGrpSpPr>
                  <a:grpSpLocks/>
                </p:cNvGrpSpPr>
                <p:nvPr/>
              </p:nvGrpSpPr>
              <p:grpSpPr bwMode="auto">
                <a:xfrm>
                  <a:off x="2728" y="3469"/>
                  <a:ext cx="1816" cy="490"/>
                  <a:chOff x="2728" y="3469"/>
                  <a:chExt cx="1816" cy="490"/>
                </a:xfrm>
              </p:grpSpPr>
              <p:sp>
                <p:nvSpPr>
                  <p:cNvPr id="179" name="Rectangle 88"/>
                  <p:cNvSpPr>
                    <a:spLocks noChangeArrowheads="1"/>
                  </p:cNvSpPr>
                  <p:nvPr/>
                </p:nvSpPr>
                <p:spPr bwMode="auto">
                  <a:xfrm>
                    <a:off x="2728" y="3469"/>
                    <a:ext cx="181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a:t>
                    </a:r>
                    <a:r>
                      <a:rPr lang="ko-KR" altLang="en-US" sz="1000">
                        <a:latin typeface="Times New Roman" pitchFamily="18" charset="0"/>
                        <a:cs typeface="Times New Roman" pitchFamily="18" charset="0"/>
                      </a:rPr>
                      <a:t> </a:t>
                    </a:r>
                    <a:r>
                      <a:rPr lang="en-US" altLang="ko-KR" sz="1000">
                        <a:latin typeface="Times New Roman" pitchFamily="18" charset="0"/>
                        <a:cs typeface="Times New Roman" pitchFamily="18" charset="0"/>
                      </a:rPr>
                      <a:t>Khó bảo dưỡng và sửa chữa</a:t>
                    </a:r>
                    <a:r>
                      <a:rPr lang="ko-KR" altLang="en-US" sz="1000">
                        <a:latin typeface="Times New Roman" pitchFamily="18" charset="0"/>
                        <a:cs typeface="Times New Roman" pitchFamily="18" charset="0"/>
                      </a:rPr>
                      <a:t> </a:t>
                    </a: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180" name="Rectangle 89"/>
                  <p:cNvSpPr>
                    <a:spLocks noChangeArrowheads="1"/>
                  </p:cNvSpPr>
                  <p:nvPr/>
                </p:nvSpPr>
                <p:spPr bwMode="auto">
                  <a:xfrm>
                    <a:off x="2728" y="3469"/>
                    <a:ext cx="1816" cy="49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47" name="Group 90"/>
              <p:cNvGrpSpPr>
                <a:grpSpLocks/>
              </p:cNvGrpSpPr>
              <p:nvPr/>
            </p:nvGrpSpPr>
            <p:grpSpPr bwMode="auto">
              <a:xfrm>
                <a:off x="0" y="3959"/>
                <a:ext cx="862" cy="500"/>
                <a:chOff x="0" y="3959"/>
                <a:chExt cx="862" cy="500"/>
              </a:xfrm>
            </p:grpSpPr>
            <p:sp>
              <p:nvSpPr>
                <p:cNvPr id="173" name="Rectangle 91"/>
                <p:cNvSpPr>
                  <a:spLocks noChangeArrowheads="1"/>
                </p:cNvSpPr>
                <p:nvPr/>
              </p:nvSpPr>
              <p:spPr bwMode="auto">
                <a:xfrm>
                  <a:off x="0" y="3959"/>
                  <a:ext cx="862" cy="5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174" name="Group 92"/>
                <p:cNvGrpSpPr>
                  <a:grpSpLocks/>
                </p:cNvGrpSpPr>
                <p:nvPr/>
              </p:nvGrpSpPr>
              <p:grpSpPr bwMode="auto">
                <a:xfrm>
                  <a:off x="0" y="3959"/>
                  <a:ext cx="862" cy="500"/>
                  <a:chOff x="0" y="3959"/>
                  <a:chExt cx="862" cy="500"/>
                </a:xfrm>
              </p:grpSpPr>
              <p:sp>
                <p:nvSpPr>
                  <p:cNvPr id="175" name="Rectangle 93"/>
                  <p:cNvSpPr>
                    <a:spLocks noChangeArrowheads="1"/>
                  </p:cNvSpPr>
                  <p:nvPr/>
                </p:nvSpPr>
                <p:spPr bwMode="auto">
                  <a:xfrm>
                    <a:off x="0" y="3959"/>
                    <a:ext cx="862" cy="5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endParaRPr lang="en-US" altLang="ko-KR" sz="1000">
                      <a:latin typeface="Times New Roman" pitchFamily="18" charset="0"/>
                      <a:cs typeface="Times New Roman" pitchFamily="18" charset="0"/>
                    </a:endParaRPr>
                  </a:p>
                  <a:p>
                    <a:pPr algn="ctr" eaLnBrk="1" hangingPunct="1">
                      <a:lnSpc>
                        <a:spcPct val="100000"/>
                      </a:lnSpc>
                      <a:spcBef>
                        <a:spcPct val="0"/>
                      </a:spcBef>
                      <a:buFontTx/>
                      <a:buNone/>
                    </a:pPr>
                    <a:r>
                      <a:rPr lang="en-US" altLang="ko-KR" sz="1000">
                        <a:latin typeface="Times New Roman" pitchFamily="18" charset="0"/>
                        <a:cs typeface="Times New Roman" pitchFamily="18" charset="0"/>
                      </a:rPr>
                      <a:t>Tính mở rộng</a:t>
                    </a:r>
                    <a:endParaRPr lang="ko-KR" altLang="en-US" sz="1000">
                      <a:latin typeface="Times New Roman" pitchFamily="18" charset="0"/>
                      <a:cs typeface="Times New Roman" pitchFamily="18" charset="0"/>
                    </a:endParaRP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176" name="Rectangle 94"/>
                  <p:cNvSpPr>
                    <a:spLocks noChangeArrowheads="1"/>
                  </p:cNvSpPr>
                  <p:nvPr/>
                </p:nvSpPr>
                <p:spPr bwMode="auto">
                  <a:xfrm>
                    <a:off x="0" y="3959"/>
                    <a:ext cx="862" cy="5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48" name="Group 95"/>
              <p:cNvGrpSpPr>
                <a:grpSpLocks/>
              </p:cNvGrpSpPr>
              <p:nvPr/>
            </p:nvGrpSpPr>
            <p:grpSpPr bwMode="auto">
              <a:xfrm>
                <a:off x="862" y="3959"/>
                <a:ext cx="1866" cy="500"/>
                <a:chOff x="862" y="3959"/>
                <a:chExt cx="1866" cy="500"/>
              </a:xfrm>
            </p:grpSpPr>
            <p:sp>
              <p:nvSpPr>
                <p:cNvPr id="169" name="Rectangle 96"/>
                <p:cNvSpPr>
                  <a:spLocks noChangeArrowheads="1"/>
                </p:cNvSpPr>
                <p:nvPr/>
              </p:nvSpPr>
              <p:spPr bwMode="auto">
                <a:xfrm>
                  <a:off x="862" y="3959"/>
                  <a:ext cx="1866" cy="5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170" name="Group 97"/>
                <p:cNvGrpSpPr>
                  <a:grpSpLocks/>
                </p:cNvGrpSpPr>
                <p:nvPr/>
              </p:nvGrpSpPr>
              <p:grpSpPr bwMode="auto">
                <a:xfrm>
                  <a:off x="862" y="3959"/>
                  <a:ext cx="1866" cy="500"/>
                  <a:chOff x="862" y="3959"/>
                  <a:chExt cx="1866" cy="500"/>
                </a:xfrm>
              </p:grpSpPr>
              <p:sp>
                <p:nvSpPr>
                  <p:cNvPr id="171" name="Rectangle 98"/>
                  <p:cNvSpPr>
                    <a:spLocks noChangeArrowheads="1"/>
                  </p:cNvSpPr>
                  <p:nvPr/>
                </p:nvSpPr>
                <p:spPr bwMode="auto">
                  <a:xfrm>
                    <a:off x="862" y="3959"/>
                    <a:ext cx="1866" cy="5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a:t>
                    </a:r>
                    <a:r>
                      <a:rPr lang="ko-KR" altLang="en-US" sz="1000">
                        <a:latin typeface="Times New Roman" pitchFamily="18" charset="0"/>
                        <a:cs typeface="Times New Roman" pitchFamily="18" charset="0"/>
                      </a:rPr>
                      <a:t> </a:t>
                    </a:r>
                    <a:r>
                      <a:rPr lang="en-US" altLang="ko-KR" sz="1000">
                        <a:latin typeface="Times New Roman" pitchFamily="18" charset="0"/>
                        <a:cs typeface="Times New Roman" pitchFamily="18" charset="0"/>
                      </a:rPr>
                      <a:t>Dễ dàng mở rộng hệ thống và có thể kết nối với computer, có thể chuyển.nhận thông tin thao tác.</a:t>
                    </a: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172" name="Rectangle 99"/>
                  <p:cNvSpPr>
                    <a:spLocks noChangeArrowheads="1"/>
                  </p:cNvSpPr>
                  <p:nvPr/>
                </p:nvSpPr>
                <p:spPr bwMode="auto">
                  <a:xfrm>
                    <a:off x="862" y="3959"/>
                    <a:ext cx="1866" cy="5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49" name="Group 100"/>
              <p:cNvGrpSpPr>
                <a:grpSpLocks/>
              </p:cNvGrpSpPr>
              <p:nvPr/>
            </p:nvGrpSpPr>
            <p:grpSpPr bwMode="auto">
              <a:xfrm>
                <a:off x="2728" y="3959"/>
                <a:ext cx="1816" cy="500"/>
                <a:chOff x="2728" y="3959"/>
                <a:chExt cx="1816" cy="500"/>
              </a:xfrm>
            </p:grpSpPr>
            <p:sp>
              <p:nvSpPr>
                <p:cNvPr id="165" name="Rectangle 101"/>
                <p:cNvSpPr>
                  <a:spLocks noChangeArrowheads="1"/>
                </p:cNvSpPr>
                <p:nvPr/>
              </p:nvSpPr>
              <p:spPr bwMode="auto">
                <a:xfrm>
                  <a:off x="2728" y="3959"/>
                  <a:ext cx="1816" cy="5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166" name="Group 102"/>
                <p:cNvGrpSpPr>
                  <a:grpSpLocks/>
                </p:cNvGrpSpPr>
                <p:nvPr/>
              </p:nvGrpSpPr>
              <p:grpSpPr bwMode="auto">
                <a:xfrm>
                  <a:off x="2728" y="3959"/>
                  <a:ext cx="1816" cy="500"/>
                  <a:chOff x="2728" y="3959"/>
                  <a:chExt cx="1816" cy="500"/>
                </a:xfrm>
              </p:grpSpPr>
              <p:sp>
                <p:nvSpPr>
                  <p:cNvPr id="167" name="Rectangle 103"/>
                  <p:cNvSpPr>
                    <a:spLocks noChangeArrowheads="1"/>
                  </p:cNvSpPr>
                  <p:nvPr/>
                </p:nvSpPr>
                <p:spPr bwMode="auto">
                  <a:xfrm>
                    <a:off x="2728" y="3959"/>
                    <a:ext cx="1816" cy="5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a:t>
                    </a:r>
                    <a:r>
                      <a:rPr lang="ko-KR" altLang="en-US" sz="1000">
                        <a:latin typeface="Times New Roman" pitchFamily="18" charset="0"/>
                        <a:cs typeface="Times New Roman" pitchFamily="18" charset="0"/>
                      </a:rPr>
                      <a:t> </a:t>
                    </a:r>
                    <a:r>
                      <a:rPr lang="en-US" altLang="ko-KR" sz="1000">
                        <a:latin typeface="Times New Roman" pitchFamily="18" charset="0"/>
                        <a:cs typeface="Times New Roman" pitchFamily="18" charset="0"/>
                      </a:rPr>
                      <a:t>Khó mở rộng system</a:t>
                    </a:r>
                    <a:endParaRPr lang="ko-KR" altLang="en-US" sz="1000">
                      <a:latin typeface="Times New Roman" pitchFamily="18" charset="0"/>
                      <a:cs typeface="Times New Roman" pitchFamily="18" charset="0"/>
                    </a:endParaRP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168" name="Rectangle 104"/>
                  <p:cNvSpPr>
                    <a:spLocks noChangeArrowheads="1"/>
                  </p:cNvSpPr>
                  <p:nvPr/>
                </p:nvSpPr>
                <p:spPr bwMode="auto">
                  <a:xfrm>
                    <a:off x="2728" y="3959"/>
                    <a:ext cx="1816" cy="5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50" name="Group 105"/>
              <p:cNvGrpSpPr>
                <a:grpSpLocks/>
              </p:cNvGrpSpPr>
              <p:nvPr/>
            </p:nvGrpSpPr>
            <p:grpSpPr bwMode="auto">
              <a:xfrm>
                <a:off x="0" y="4459"/>
                <a:ext cx="862" cy="394"/>
                <a:chOff x="0" y="4459"/>
                <a:chExt cx="862" cy="394"/>
              </a:xfrm>
            </p:grpSpPr>
            <p:sp>
              <p:nvSpPr>
                <p:cNvPr id="161" name="Rectangle 106"/>
                <p:cNvSpPr>
                  <a:spLocks noChangeArrowheads="1"/>
                </p:cNvSpPr>
                <p:nvPr/>
              </p:nvSpPr>
              <p:spPr bwMode="auto">
                <a:xfrm>
                  <a:off x="0" y="4459"/>
                  <a:ext cx="862"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162" name="Group 107"/>
                <p:cNvGrpSpPr>
                  <a:grpSpLocks/>
                </p:cNvGrpSpPr>
                <p:nvPr/>
              </p:nvGrpSpPr>
              <p:grpSpPr bwMode="auto">
                <a:xfrm>
                  <a:off x="0" y="4459"/>
                  <a:ext cx="862" cy="394"/>
                  <a:chOff x="0" y="4459"/>
                  <a:chExt cx="862" cy="394"/>
                </a:xfrm>
              </p:grpSpPr>
              <p:sp>
                <p:nvSpPr>
                  <p:cNvPr id="163" name="Rectangle 108"/>
                  <p:cNvSpPr>
                    <a:spLocks noChangeArrowheads="1"/>
                  </p:cNvSpPr>
                  <p:nvPr/>
                </p:nvSpPr>
                <p:spPr bwMode="auto">
                  <a:xfrm>
                    <a:off x="0" y="4459"/>
                    <a:ext cx="862"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endParaRPr lang="en-US" altLang="ko-KR" sz="1000">
                      <a:latin typeface="Times New Roman" pitchFamily="18" charset="0"/>
                      <a:cs typeface="Times New Roman" pitchFamily="18" charset="0"/>
                    </a:endParaRPr>
                  </a:p>
                  <a:p>
                    <a:pPr algn="ctr" eaLnBrk="1" hangingPunct="1">
                      <a:lnSpc>
                        <a:spcPct val="100000"/>
                      </a:lnSpc>
                      <a:spcBef>
                        <a:spcPct val="0"/>
                      </a:spcBef>
                      <a:buFontTx/>
                      <a:buNone/>
                    </a:pPr>
                    <a:r>
                      <a:rPr lang="en-US" altLang="ko-KR" sz="1000">
                        <a:latin typeface="Times New Roman" pitchFamily="18" charset="0"/>
                        <a:cs typeface="Times New Roman" pitchFamily="18" charset="0"/>
                      </a:rPr>
                      <a:t>Kích cỡ</a:t>
                    </a:r>
                    <a:endParaRPr lang="ko-KR" altLang="en-US" sz="1000">
                      <a:latin typeface="Times New Roman" pitchFamily="18" charset="0"/>
                      <a:cs typeface="Times New Roman" pitchFamily="18" charset="0"/>
                    </a:endParaRP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164" name="Rectangle 109"/>
                  <p:cNvSpPr>
                    <a:spLocks noChangeArrowheads="1"/>
                  </p:cNvSpPr>
                  <p:nvPr/>
                </p:nvSpPr>
                <p:spPr bwMode="auto">
                  <a:xfrm>
                    <a:off x="0" y="4459"/>
                    <a:ext cx="862"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51" name="Group 110"/>
              <p:cNvGrpSpPr>
                <a:grpSpLocks/>
              </p:cNvGrpSpPr>
              <p:nvPr/>
            </p:nvGrpSpPr>
            <p:grpSpPr bwMode="auto">
              <a:xfrm>
                <a:off x="862" y="4459"/>
                <a:ext cx="1866" cy="394"/>
                <a:chOff x="862" y="4459"/>
                <a:chExt cx="1866" cy="394"/>
              </a:xfrm>
            </p:grpSpPr>
            <p:sp>
              <p:nvSpPr>
                <p:cNvPr id="157" name="Rectangle 111"/>
                <p:cNvSpPr>
                  <a:spLocks noChangeArrowheads="1"/>
                </p:cNvSpPr>
                <p:nvPr/>
              </p:nvSpPr>
              <p:spPr bwMode="auto">
                <a:xfrm>
                  <a:off x="862" y="4459"/>
                  <a:ext cx="1866"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158" name="Group 112"/>
                <p:cNvGrpSpPr>
                  <a:grpSpLocks/>
                </p:cNvGrpSpPr>
                <p:nvPr/>
              </p:nvGrpSpPr>
              <p:grpSpPr bwMode="auto">
                <a:xfrm>
                  <a:off x="862" y="4459"/>
                  <a:ext cx="1866" cy="394"/>
                  <a:chOff x="862" y="4459"/>
                  <a:chExt cx="1866" cy="394"/>
                </a:xfrm>
              </p:grpSpPr>
              <p:sp>
                <p:nvSpPr>
                  <p:cNvPr id="159" name="Rectangle 113"/>
                  <p:cNvSpPr>
                    <a:spLocks noChangeArrowheads="1"/>
                  </p:cNvSpPr>
                  <p:nvPr/>
                </p:nvSpPr>
                <p:spPr bwMode="auto">
                  <a:xfrm>
                    <a:off x="862" y="4459"/>
                    <a:ext cx="1866"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a:t>
                    </a:r>
                    <a:r>
                      <a:rPr lang="ko-KR" altLang="en-US" sz="1000">
                        <a:latin typeface="Times New Roman" pitchFamily="18" charset="0"/>
                        <a:cs typeface="Times New Roman" pitchFamily="18" charset="0"/>
                      </a:rPr>
                      <a:t> </a:t>
                    </a:r>
                    <a:r>
                      <a:rPr lang="en-US" altLang="ko-KR" sz="1000">
                        <a:latin typeface="Times New Roman" pitchFamily="18" charset="0"/>
                        <a:cs typeface="Times New Roman" pitchFamily="18" charset="0"/>
                      </a:rPr>
                      <a:t>Có thể nhỏ hóa</a:t>
                    </a:r>
                    <a:endParaRPr lang="ko-KR" altLang="en-US" sz="1000">
                      <a:latin typeface="Times New Roman" pitchFamily="18" charset="0"/>
                      <a:cs typeface="Times New Roman" pitchFamily="18" charset="0"/>
                    </a:endParaRP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160" name="Rectangle 114"/>
                  <p:cNvSpPr>
                    <a:spLocks noChangeArrowheads="1"/>
                  </p:cNvSpPr>
                  <p:nvPr/>
                </p:nvSpPr>
                <p:spPr bwMode="auto">
                  <a:xfrm>
                    <a:off x="862" y="4459"/>
                    <a:ext cx="1866"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152" name="Group 115"/>
              <p:cNvGrpSpPr>
                <a:grpSpLocks/>
              </p:cNvGrpSpPr>
              <p:nvPr/>
            </p:nvGrpSpPr>
            <p:grpSpPr bwMode="auto">
              <a:xfrm>
                <a:off x="2728" y="4459"/>
                <a:ext cx="1816" cy="394"/>
                <a:chOff x="2728" y="4459"/>
                <a:chExt cx="1816" cy="394"/>
              </a:xfrm>
            </p:grpSpPr>
            <p:sp>
              <p:nvSpPr>
                <p:cNvPr id="153" name="Rectangle 116"/>
                <p:cNvSpPr>
                  <a:spLocks noChangeArrowheads="1"/>
                </p:cNvSpPr>
                <p:nvPr/>
              </p:nvSpPr>
              <p:spPr bwMode="auto">
                <a:xfrm>
                  <a:off x="2728" y="4459"/>
                  <a:ext cx="1816"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154" name="Group 117"/>
                <p:cNvGrpSpPr>
                  <a:grpSpLocks/>
                </p:cNvGrpSpPr>
                <p:nvPr/>
              </p:nvGrpSpPr>
              <p:grpSpPr bwMode="auto">
                <a:xfrm>
                  <a:off x="2728" y="4459"/>
                  <a:ext cx="1816" cy="394"/>
                  <a:chOff x="2728" y="4459"/>
                  <a:chExt cx="1816" cy="394"/>
                </a:xfrm>
              </p:grpSpPr>
              <p:sp>
                <p:nvSpPr>
                  <p:cNvPr id="155" name="Rectangle 118"/>
                  <p:cNvSpPr>
                    <a:spLocks noChangeArrowheads="1"/>
                  </p:cNvSpPr>
                  <p:nvPr/>
                </p:nvSpPr>
                <p:spPr bwMode="auto">
                  <a:xfrm>
                    <a:off x="2728" y="4459"/>
                    <a:ext cx="1816"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1000">
                      <a:latin typeface="Times New Roman" pitchFamily="18" charset="0"/>
                      <a:cs typeface="Times New Roman" pitchFamily="18" charset="0"/>
                    </a:endParaRPr>
                  </a:p>
                  <a:p>
                    <a:pPr eaLnBrk="1" hangingPunct="1">
                      <a:lnSpc>
                        <a:spcPct val="100000"/>
                      </a:lnSpc>
                      <a:spcBef>
                        <a:spcPct val="0"/>
                      </a:spcBef>
                      <a:buFontTx/>
                      <a:buNone/>
                    </a:pPr>
                    <a:r>
                      <a:rPr lang="en-US" altLang="ko-KR" sz="1000">
                        <a:latin typeface="Times New Roman" pitchFamily="18" charset="0"/>
                        <a:cs typeface="Times New Roman" pitchFamily="18" charset="0"/>
                      </a:rPr>
                      <a:t>. Khó khăn trong việc nhỏ hóa</a:t>
                    </a:r>
                    <a:r>
                      <a:rPr lang="ko-KR" altLang="en-US" sz="1000">
                        <a:latin typeface="Times New Roman" pitchFamily="18" charset="0"/>
                        <a:cs typeface="Times New Roman" pitchFamily="18" charset="0"/>
                      </a:rPr>
                      <a:t> </a:t>
                    </a:r>
                  </a:p>
                  <a:p>
                    <a:pPr latinLnBrk="0">
                      <a:lnSpc>
                        <a:spcPct val="100000"/>
                      </a:lnSpc>
                      <a:spcBef>
                        <a:spcPct val="0"/>
                      </a:spcBef>
                      <a:buFontTx/>
                      <a:buNone/>
                    </a:pPr>
                    <a:endParaRPr lang="en-US" altLang="ko-KR" sz="1000">
                      <a:latin typeface="Times New Roman" pitchFamily="18" charset="0"/>
                      <a:cs typeface="Times New Roman" pitchFamily="18" charset="0"/>
                    </a:endParaRPr>
                  </a:p>
                </p:txBody>
              </p:sp>
              <p:sp>
                <p:nvSpPr>
                  <p:cNvPr id="156" name="Rectangle 119"/>
                  <p:cNvSpPr>
                    <a:spLocks noChangeArrowheads="1"/>
                  </p:cNvSpPr>
                  <p:nvPr/>
                </p:nvSpPr>
                <p:spPr bwMode="auto">
                  <a:xfrm>
                    <a:off x="2728" y="4459"/>
                    <a:ext cx="1816" cy="39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sp>
          <p:nvSpPr>
            <p:cNvPr id="128" name="Rectangle 120"/>
            <p:cNvSpPr>
              <a:spLocks noChangeArrowheads="1"/>
            </p:cNvSpPr>
            <p:nvPr/>
          </p:nvSpPr>
          <p:spPr bwMode="auto">
            <a:xfrm>
              <a:off x="-3" y="602"/>
              <a:ext cx="4550" cy="4254"/>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22531" name="Text Box 3"/>
          <p:cNvSpPr txBox="1">
            <a:spLocks noChangeArrowheads="1"/>
          </p:cNvSpPr>
          <p:nvPr/>
        </p:nvSpPr>
        <p:spPr bwMode="auto">
          <a:xfrm>
            <a:off x="247650" y="1109663"/>
            <a:ext cx="9529763"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giản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bền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Noise ,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ẩm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nhiệt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chịu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đựng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sản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khắc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nghiệt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p>
          <a:p>
            <a:pPr eaLnBrk="1" hangingPunct="1">
              <a:lnSpc>
                <a:spcPct val="7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hành</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máy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mọc</a:t>
            </a:r>
            <a:r>
              <a:rPr lang="en-US" altLang="ko-KR" sz="1200" smtClean="0">
                <a:latin typeface="Times New Roman" panose="02020603050405020304" pitchFamily="18" charset="0"/>
                <a:cs typeface="Times New Roman" panose="02020603050405020304" pitchFamily="18" charset="0"/>
              </a:rPr>
              <a:t/>
            </a:r>
            <a:br>
              <a:rPr lang="en-US" altLang="ko-KR" sz="1200" smtClean="0">
                <a:latin typeface="Times New Roman" panose="02020603050405020304" pitchFamily="18" charset="0"/>
                <a:cs typeface="Times New Roman" panose="02020603050405020304" pitchFamily="18" charset="0"/>
              </a:rPr>
            </a:br>
            <a:r>
              <a:rPr lang="en-US" altLang="ko-KR" sz="1200" smtClean="0">
                <a:latin typeface="Times New Roman" panose="02020603050405020304" pitchFamily="18" charset="0"/>
                <a:cs typeface="Times New Roman" panose="02020603050405020304" pitchFamily="18" charset="0"/>
              </a:rPr>
              <a:t/>
            </a:r>
            <a:br>
              <a:rPr lang="en-US" altLang="ko-KR" sz="1200" smtClean="0">
                <a:latin typeface="Times New Roman" panose="02020603050405020304" pitchFamily="18" charset="0"/>
                <a:cs typeface="Times New Roman" panose="02020603050405020304" pitchFamily="18" charset="0"/>
              </a:rPr>
            </a:b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thành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phụ</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en-US" altLang="ko-KR" sz="1200" smtClean="0">
                <a:latin typeface="Times New Roman" panose="02020603050405020304" pitchFamily="18" charset="0"/>
                <a:cs typeface="Times New Roman" panose="02020603050405020304" pitchFamily="18" charset="0"/>
              </a:rPr>
              <a:t> Program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Memory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PC, </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cung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phận</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 </a:t>
            </a:r>
            <a:r>
              <a:rPr lang="en-US" altLang="ko-KR" sz="1200" err="1" smtClean="0">
                <a:latin typeface="Times New Roman" panose="02020603050405020304" pitchFamily="18" charset="0"/>
                <a:cs typeface="Times New Roman" panose="02020603050405020304" pitchFamily="18" charset="0"/>
              </a:rPr>
              <a:t>xuất</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giúp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nối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ngoài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máy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trung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ương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giữ</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vai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trò</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não</a:t>
            </a:r>
            <a:r>
              <a:rPr lang="en-US" altLang="ko-KR" sz="1200" smtClean="0">
                <a:latin typeface="Times New Roman" panose="02020603050405020304" pitchFamily="18" charset="0"/>
                <a:cs typeface="Times New Roman" panose="02020603050405020304" pitchFamily="18" charset="0"/>
              </a:rPr>
              <a:t> ,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bởi</a:t>
            </a:r>
            <a:r>
              <a:rPr lang="en-US" altLang="ko-KR" sz="1200" smtClean="0">
                <a:latin typeface="Times New Roman" panose="02020603050405020304" pitchFamily="18" charset="0"/>
                <a:cs typeface="Times New Roman" panose="02020603050405020304" pitchFamily="18" charset="0"/>
              </a:rPr>
              <a:t> Memory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Microprocessor.</a:t>
            </a:r>
            <a:r>
              <a:rPr lang="en-US" altLang="ko-KR" sz="1200">
                <a:latin typeface="Times New Roman" panose="02020603050405020304" pitchFamily="18" charset="0"/>
                <a:cs typeface="Times New Roman" panose="02020603050405020304" pitchFamily="18" charset="0"/>
              </a:rPr>
              <a:t/>
            </a:r>
            <a:br>
              <a:rPr lang="en-US" altLang="ko-KR" sz="1200">
                <a:latin typeface="Times New Roman" panose="02020603050405020304" pitchFamily="18" charset="0"/>
                <a:cs typeface="Times New Roman" panose="02020603050405020304" pitchFamily="18" charset="0"/>
              </a:rPr>
            </a:br>
            <a:endParaRPr lang="en-US" altLang="ko-KR" sz="1200">
              <a:latin typeface="Times New Roman" panose="02020603050405020304" pitchFamily="18" charset="0"/>
              <a:cs typeface="Times New Roman" panose="02020603050405020304" pitchFamily="18" charset="0"/>
            </a:endParaRPr>
          </a:p>
          <a:p>
            <a:pPr eaLnBrk="1" hangingPunct="1">
              <a:lnSpc>
                <a:spcPct val="5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400" b="1">
                <a:latin typeface="Times New Roman" panose="02020603050405020304" pitchFamily="18" charset="0"/>
                <a:cs typeface="Times New Roman" panose="02020603050405020304" pitchFamily="18" charset="0"/>
              </a:rPr>
              <a:t>2-1. </a:t>
            </a:r>
            <a:r>
              <a:rPr lang="en-US" altLang="ko-KR" sz="1400" b="1" err="1" smtClean="0">
                <a:latin typeface="Times New Roman" panose="02020603050405020304" pitchFamily="18" charset="0"/>
                <a:cs typeface="Times New Roman" panose="02020603050405020304" pitchFamily="18" charset="0"/>
              </a:rPr>
              <a:t>Sơ</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đồ</a:t>
            </a:r>
            <a:r>
              <a:rPr lang="en-US" altLang="ko-KR" sz="1400" b="1" smtClean="0">
                <a:latin typeface="Times New Roman" panose="02020603050405020304" pitchFamily="18" charset="0"/>
                <a:cs typeface="Times New Roman" panose="02020603050405020304" pitchFamily="18" charset="0"/>
              </a:rPr>
              <a:t> block</a:t>
            </a:r>
            <a:endParaRPr lang="ko-KR" altLang="en-US" sz="1400" b="1">
              <a:latin typeface="Times New Roman" panose="02020603050405020304" pitchFamily="18" charset="0"/>
              <a:cs typeface="Times New Roman" panose="02020603050405020304" pitchFamily="18" charset="0"/>
            </a:endParaRPr>
          </a:p>
          <a:p>
            <a:pPr eaLnBrk="1" hangingPunct="1">
              <a:lnSpc>
                <a:spcPct val="10000"/>
              </a:lnSpc>
              <a:spcBef>
                <a:spcPct val="50000"/>
              </a:spcBef>
              <a:buFontTx/>
              <a:buNone/>
            </a:pP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b="1">
                <a:latin typeface="Times New Roman" panose="02020603050405020304" pitchFamily="18" charset="0"/>
                <a:cs typeface="Times New Roman" panose="02020603050405020304" pitchFamily="18" charset="0"/>
              </a:rPr>
              <a:t>  </a:t>
            </a:r>
          </a:p>
          <a:p>
            <a:pPr eaLnBrk="1" hangingPunct="1">
              <a:lnSpc>
                <a:spcPct val="80000"/>
              </a:lnSpc>
              <a:spcBef>
                <a:spcPct val="50000"/>
              </a:spcBef>
              <a:buFontTx/>
              <a:buNone/>
            </a:pPr>
            <a:r>
              <a:rPr lang="ko-KR" altLang="en-US" sz="1200" b="1">
                <a:latin typeface="Times New Roman" panose="02020603050405020304" pitchFamily="18" charset="0"/>
                <a:cs typeface="Times New Roman" panose="02020603050405020304" pitchFamily="18" charset="0"/>
              </a:rPr>
              <a:t>    </a:t>
            </a:r>
          </a:p>
          <a:p>
            <a:pPr eaLnBrk="1" hangingPunct="1">
              <a:lnSpc>
                <a:spcPct val="80000"/>
              </a:lnSpc>
              <a:spcBef>
                <a:spcPct val="50000"/>
              </a:spcBef>
              <a:buFontTx/>
              <a:buNone/>
            </a:pPr>
            <a:endParaRPr lang="ko-KR" altLang="en-US" sz="1200" b="1">
              <a:latin typeface="Times New Roman" panose="02020603050405020304" pitchFamily="18" charset="0"/>
              <a:cs typeface="Times New Roman" panose="02020603050405020304" pitchFamily="18" charset="0"/>
            </a:endParaRPr>
          </a:p>
          <a:p>
            <a:pPr eaLnBrk="1" hangingPunct="1">
              <a:lnSpc>
                <a:spcPct val="140000"/>
              </a:lnSpc>
              <a:spcBef>
                <a:spcPct val="50000"/>
              </a:spcBef>
              <a:buFontTx/>
              <a:buNone/>
            </a:pPr>
            <a:r>
              <a:rPr lang="ko-KR" altLang="en-US" sz="1200" b="1">
                <a:latin typeface="Times New Roman" panose="02020603050405020304" pitchFamily="18" charset="0"/>
                <a:cs typeface="Times New Roman" panose="02020603050405020304" pitchFamily="18" charset="0"/>
              </a:rPr>
              <a:t>     </a:t>
            </a:r>
            <a:r>
              <a:rPr lang="en-US" altLang="ko-KR" sz="1400" b="1">
                <a:latin typeface="Times New Roman" panose="02020603050405020304" pitchFamily="18" charset="0"/>
                <a:cs typeface="Times New Roman" panose="02020603050405020304" pitchFamily="18" charset="0"/>
              </a:rPr>
              <a:t>2-2. </a:t>
            </a:r>
            <a:r>
              <a:rPr lang="en-US" altLang="ko-KR" sz="1400" b="1" smtClean="0">
                <a:latin typeface="Times New Roman" panose="02020603050405020304" pitchFamily="18" charset="0"/>
                <a:cs typeface="Times New Roman" panose="02020603050405020304" pitchFamily="18" charset="0"/>
              </a:rPr>
              <a:t>CPU </a:t>
            </a:r>
            <a:r>
              <a:rPr lang="en-US" altLang="ko-KR" sz="1400" b="1" err="1" smtClean="0">
                <a:latin typeface="Times New Roman" panose="02020603050405020304" pitchFamily="18" charset="0"/>
                <a:cs typeface="Times New Roman" panose="02020603050405020304" pitchFamily="18" charset="0"/>
              </a:rPr>
              <a:t>của</a:t>
            </a:r>
            <a:r>
              <a:rPr lang="en-US" altLang="ko-KR" sz="1400" b="1" smtClean="0">
                <a:latin typeface="Times New Roman" panose="02020603050405020304" pitchFamily="18" charset="0"/>
                <a:cs typeface="Times New Roman" panose="02020603050405020304" pitchFamily="18" charset="0"/>
              </a:rPr>
              <a:t> PLC (operation part)</a:t>
            </a:r>
            <a:r>
              <a:rPr lang="en-US" altLang="ko-KR" sz="1400">
                <a:latin typeface="Times New Roman" panose="02020603050405020304" pitchFamily="18" charset="0"/>
                <a:cs typeface="Times New Roman" panose="02020603050405020304" pitchFamily="18" charset="0"/>
              </a:rPr>
              <a:t/>
            </a:r>
            <a:br>
              <a:rPr lang="en-US" altLang="ko-KR" sz="1400">
                <a:latin typeface="Times New Roman" panose="02020603050405020304" pitchFamily="18" charset="0"/>
                <a:cs typeface="Times New Roman" panose="02020603050405020304" pitchFamily="18" charset="0"/>
              </a:rPr>
            </a:b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tư</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não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thực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nội</a:t>
            </a:r>
            <a:r>
              <a:rPr lang="en-US" altLang="ko-KR" sz="1200" smtClean="0">
                <a:latin typeface="Times New Roman" panose="02020603050405020304" pitchFamily="18" charset="0"/>
                <a:cs typeface="Times New Roman" panose="02020603050405020304" pitchFamily="18" charset="0"/>
              </a:rPr>
              <a:t> dung Program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Memory. </a:t>
            </a:r>
            <a:endParaRPr lang="en-US" altLang="ko-KR" sz="1200">
              <a:latin typeface="Times New Roman" panose="02020603050405020304" pitchFamily="18" charset="0"/>
              <a:cs typeface="Times New Roman" panose="02020603050405020304" pitchFamily="18" charset="0"/>
            </a:endParaRPr>
          </a:p>
          <a:p>
            <a:pPr eaLnBrk="1" hangingPunct="1">
              <a:lnSpc>
                <a:spcPct val="8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Bước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này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lặp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tốc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nhanh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bằng</a:t>
            </a:r>
            <a:r>
              <a:rPr lang="en-US" altLang="ko-KR" sz="1200" smtClean="0">
                <a:latin typeface="Times New Roman" panose="02020603050405020304" pitchFamily="18" charset="0"/>
                <a:cs typeface="Times New Roman" panose="02020603050405020304" pitchFamily="18" charset="0"/>
              </a:rPr>
              <a:t> 2 </a:t>
            </a:r>
            <a:r>
              <a:rPr lang="en-US" altLang="ko-KR" sz="1200" err="1" smtClean="0">
                <a:latin typeface="Times New Roman" panose="02020603050405020304" pitchFamily="18" charset="0"/>
                <a:cs typeface="Times New Roman" panose="02020603050405020304" pitchFamily="18" charset="0"/>
              </a:rPr>
              <a:t>số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liệu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CPU </a:t>
            </a:r>
            <a:r>
              <a:rPr lang="en-US" altLang="ko-KR" sz="1200" err="1" smtClean="0">
                <a:latin typeface="Times New Roman" panose="02020603050405020304" pitchFamily="18" charset="0"/>
                <a:cs typeface="Times New Roman" panose="02020603050405020304" pitchFamily="18" charset="0"/>
              </a:rPr>
              <a:t>nói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nhận</a:t>
            </a:r>
            <a:r>
              <a:rPr lang="en-US" altLang="ko-KR" sz="1200" smtClean="0">
                <a:latin typeface="Times New Roman" panose="02020603050405020304" pitchFamily="18" charset="0"/>
                <a:cs typeface="Times New Roman" panose="02020603050405020304" pitchFamily="18" charset="0"/>
              </a:rPr>
              <a:t> Micro Process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toán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phức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trương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lớn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nhận</a:t>
            </a:r>
            <a:r>
              <a:rPr lang="en-US" altLang="ko-KR" sz="1200" smtClean="0">
                <a:latin typeface="Times New Roman" panose="02020603050405020304" pitchFamily="18" charset="0"/>
                <a:cs typeface="Times New Roman" panose="02020603050405020304" pitchFamily="18" charset="0"/>
              </a:rPr>
              <a:t> Micro Process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riêng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từng</a:t>
            </a:r>
            <a:r>
              <a:rPr lang="en-US" altLang="ko-KR" sz="1200" smtClean="0">
                <a:latin typeface="Times New Roman" panose="02020603050405020304" pitchFamily="18" charset="0"/>
                <a:cs typeface="Times New Roman" panose="02020603050405020304" pitchFamily="18" charset="0"/>
              </a:rPr>
              <a:t> Module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từ</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cung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tin ,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PID  </a:t>
            </a:r>
            <a:r>
              <a:rPr lang="en-US" altLang="ko-KR" sz="1200" err="1" smtClean="0">
                <a:latin typeface="Times New Roman" panose="02020603050405020304" pitchFamily="18" charset="0"/>
                <a:cs typeface="Times New Roman" panose="02020603050405020304" pitchFamily="18" charset="0"/>
              </a:rPr>
              <a:t>nên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việc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kế</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giảm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truyền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CPU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nhiên</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p:txBody>
      </p:sp>
      <p:sp>
        <p:nvSpPr>
          <p:cNvPr id="22532" name="Rectangle 4"/>
          <p:cNvSpPr>
            <a:spLocks noChangeArrowheads="1"/>
          </p:cNvSpPr>
          <p:nvPr/>
        </p:nvSpPr>
        <p:spPr bwMode="auto">
          <a:xfrm>
            <a:off x="381000" y="728663"/>
            <a:ext cx="1476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sp>
        <p:nvSpPr>
          <p:cNvPr id="22536" name="Text Box 6"/>
          <p:cNvSpPr txBox="1">
            <a:spLocks noChangeArrowheads="1"/>
          </p:cNvSpPr>
          <p:nvPr/>
        </p:nvSpPr>
        <p:spPr bwMode="auto">
          <a:xfrm>
            <a:off x="4486275" y="2955926"/>
            <a:ext cx="939195" cy="269875"/>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a:latin typeface="Times New Roman" panose="02020603050405020304" pitchFamily="18" charset="0"/>
                <a:cs typeface="Times New Roman" panose="02020603050405020304" pitchFamily="18" charset="0"/>
              </a:rPr>
              <a:t>Limit Switch</a:t>
            </a:r>
          </a:p>
        </p:txBody>
      </p:sp>
      <p:sp>
        <p:nvSpPr>
          <p:cNvPr id="22537" name="Text Box 7"/>
          <p:cNvSpPr txBox="1">
            <a:spLocks noChangeArrowheads="1"/>
          </p:cNvSpPr>
          <p:nvPr/>
        </p:nvSpPr>
        <p:spPr bwMode="auto">
          <a:xfrm>
            <a:off x="4463760" y="3330576"/>
            <a:ext cx="1001915" cy="261938"/>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smtClean="0">
                <a:latin typeface="Times New Roman" panose="02020603050405020304" pitchFamily="18" charset="0"/>
                <a:cs typeface="Times New Roman" panose="02020603050405020304" pitchFamily="18" charset="0"/>
              </a:rPr>
              <a:t>Switch </a:t>
            </a:r>
            <a:r>
              <a:rPr lang="en-US" altLang="ko-KR" sz="1100" err="1" smtClean="0">
                <a:latin typeface="Times New Roman" panose="02020603050405020304" pitchFamily="18" charset="0"/>
                <a:cs typeface="Times New Roman" panose="02020603050405020304" pitchFamily="18" charset="0"/>
              </a:rPr>
              <a:t>cận</a:t>
            </a:r>
            <a:r>
              <a:rPr lang="en-US" altLang="ko-KR" sz="1100" smtClean="0">
                <a:latin typeface="Times New Roman" panose="02020603050405020304" pitchFamily="18" charset="0"/>
                <a:cs typeface="Times New Roman" panose="02020603050405020304" pitchFamily="18" charset="0"/>
              </a:rPr>
              <a:t> </a:t>
            </a:r>
            <a:r>
              <a:rPr lang="en-US" altLang="ko-KR" sz="1100" err="1" smtClean="0">
                <a:latin typeface="Times New Roman" panose="02020603050405020304" pitchFamily="18" charset="0"/>
                <a:cs typeface="Times New Roman" panose="02020603050405020304" pitchFamily="18" charset="0"/>
              </a:rPr>
              <a:t>trợ</a:t>
            </a:r>
            <a:endParaRPr lang="en-US" altLang="ko-KR" sz="1100">
              <a:latin typeface="Times New Roman" panose="02020603050405020304" pitchFamily="18" charset="0"/>
              <a:cs typeface="Times New Roman" panose="02020603050405020304" pitchFamily="18" charset="0"/>
            </a:endParaRPr>
          </a:p>
        </p:txBody>
      </p:sp>
      <p:sp>
        <p:nvSpPr>
          <p:cNvPr id="22538" name="Text Box 8"/>
          <p:cNvSpPr txBox="1">
            <a:spLocks noChangeArrowheads="1"/>
          </p:cNvSpPr>
          <p:nvPr/>
        </p:nvSpPr>
        <p:spPr bwMode="auto">
          <a:xfrm>
            <a:off x="4340163" y="3670302"/>
            <a:ext cx="1233030" cy="261610"/>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smtClean="0">
                <a:latin typeface="Times New Roman" panose="02020603050405020304" pitchFamily="18" charset="0"/>
                <a:cs typeface="Times New Roman" panose="02020603050405020304" pitchFamily="18" charset="0"/>
              </a:rPr>
              <a:t>Switch </a:t>
            </a:r>
            <a:r>
              <a:rPr lang="en-US" altLang="ko-KR" sz="1100" err="1" smtClean="0">
                <a:latin typeface="Times New Roman" panose="02020603050405020304" pitchFamily="18" charset="0"/>
                <a:cs typeface="Times New Roman" panose="02020603050405020304" pitchFamily="18" charset="0"/>
              </a:rPr>
              <a:t>quang</a:t>
            </a:r>
            <a:r>
              <a:rPr lang="en-US" altLang="ko-KR" sz="1100" smtClean="0">
                <a:latin typeface="Times New Roman" panose="02020603050405020304" pitchFamily="18" charset="0"/>
                <a:cs typeface="Times New Roman" panose="02020603050405020304" pitchFamily="18" charset="0"/>
              </a:rPr>
              <a:t> </a:t>
            </a:r>
            <a:r>
              <a:rPr lang="en-US" altLang="ko-KR" sz="1100" err="1" smtClean="0">
                <a:latin typeface="Times New Roman" panose="02020603050405020304" pitchFamily="18" charset="0"/>
                <a:cs typeface="Times New Roman" panose="02020603050405020304" pitchFamily="18" charset="0"/>
              </a:rPr>
              <a:t>điện</a:t>
            </a:r>
            <a:endParaRPr lang="en-US" altLang="ko-KR" sz="1100">
              <a:latin typeface="Times New Roman" panose="02020603050405020304" pitchFamily="18" charset="0"/>
              <a:cs typeface="Times New Roman" panose="02020603050405020304" pitchFamily="18" charset="0"/>
            </a:endParaRPr>
          </a:p>
        </p:txBody>
      </p:sp>
      <p:sp>
        <p:nvSpPr>
          <p:cNvPr id="22539" name="Text Box 9"/>
          <p:cNvSpPr txBox="1">
            <a:spLocks noChangeArrowheads="1"/>
          </p:cNvSpPr>
          <p:nvPr/>
        </p:nvSpPr>
        <p:spPr bwMode="auto">
          <a:xfrm>
            <a:off x="6141124" y="3005133"/>
            <a:ext cx="421684" cy="923330"/>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vert="horz"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endParaRPr lang="en-US" altLang="ko-KR" sz="900" smtClean="0">
              <a:latin typeface="Times New Roman" panose="02020603050405020304" pitchFamily="18" charset="0"/>
              <a:cs typeface="Times New Roman" panose="02020603050405020304" pitchFamily="18" charset="0"/>
            </a:endParaRPr>
          </a:p>
          <a:p>
            <a:pPr algn="ctr" eaLnBrk="1" hangingPunct="1">
              <a:lnSpc>
                <a:spcPct val="100000"/>
              </a:lnSpc>
              <a:spcBef>
                <a:spcPct val="50000"/>
              </a:spcBef>
              <a:buFontTx/>
              <a:buNone/>
            </a:pPr>
            <a:r>
              <a:rPr lang="en-US" altLang="ko-KR" sz="900" err="1" smtClean="0">
                <a:latin typeface="Times New Roman" panose="02020603050405020304" pitchFamily="18" charset="0"/>
                <a:cs typeface="Times New Roman" panose="02020603050405020304" pitchFamily="18" charset="0"/>
              </a:rPr>
              <a:t>Bộ</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phận</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nhập</a:t>
            </a:r>
            <a:endParaRPr lang="en-US" altLang="ko-KR" sz="900" smtClean="0">
              <a:latin typeface="Times New Roman" panose="02020603050405020304" pitchFamily="18" charset="0"/>
              <a:cs typeface="Times New Roman" panose="02020603050405020304" pitchFamily="18" charset="0"/>
            </a:endParaRPr>
          </a:p>
          <a:p>
            <a:pPr algn="ctr" eaLnBrk="1" hangingPunct="1">
              <a:lnSpc>
                <a:spcPct val="100000"/>
              </a:lnSpc>
              <a:spcBef>
                <a:spcPct val="50000"/>
              </a:spcBef>
              <a:buFontTx/>
              <a:buNone/>
            </a:pPr>
            <a:endParaRPr lang="ko-KR" altLang="en-US" sz="900">
              <a:latin typeface="Times New Roman" panose="02020603050405020304" pitchFamily="18" charset="0"/>
              <a:cs typeface="Times New Roman" panose="02020603050405020304" pitchFamily="18" charset="0"/>
            </a:endParaRPr>
          </a:p>
        </p:txBody>
      </p:sp>
      <p:sp>
        <p:nvSpPr>
          <p:cNvPr id="22540" name="Text Box 10"/>
          <p:cNvSpPr txBox="1">
            <a:spLocks noChangeArrowheads="1"/>
          </p:cNvSpPr>
          <p:nvPr/>
        </p:nvSpPr>
        <p:spPr bwMode="auto">
          <a:xfrm>
            <a:off x="7519657" y="2979739"/>
            <a:ext cx="424272" cy="923330"/>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vert="horz"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endParaRPr lang="en-US" altLang="ko-KR" sz="900" smtClean="0">
              <a:latin typeface="Times New Roman" panose="02020603050405020304" pitchFamily="18" charset="0"/>
              <a:cs typeface="Times New Roman" panose="02020603050405020304" pitchFamily="18" charset="0"/>
            </a:endParaRPr>
          </a:p>
          <a:p>
            <a:pPr algn="ctr" eaLnBrk="1" hangingPunct="1">
              <a:lnSpc>
                <a:spcPct val="100000"/>
              </a:lnSpc>
              <a:spcBef>
                <a:spcPct val="50000"/>
              </a:spcBef>
              <a:buFontTx/>
              <a:buNone/>
            </a:pPr>
            <a:r>
              <a:rPr lang="en-US" altLang="ko-KR" sz="900" err="1" smtClean="0">
                <a:latin typeface="Times New Roman" panose="02020603050405020304" pitchFamily="18" charset="0"/>
                <a:cs typeface="Times New Roman" panose="02020603050405020304" pitchFamily="18" charset="0"/>
              </a:rPr>
              <a:t>Bộ</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phận</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xuất</a:t>
            </a:r>
            <a:endParaRPr lang="en-US" altLang="ko-KR" sz="900" smtClean="0">
              <a:latin typeface="Times New Roman" panose="02020603050405020304" pitchFamily="18" charset="0"/>
              <a:cs typeface="Times New Roman" panose="02020603050405020304" pitchFamily="18" charset="0"/>
            </a:endParaRPr>
          </a:p>
          <a:p>
            <a:pPr algn="ctr" eaLnBrk="1" hangingPunct="1">
              <a:lnSpc>
                <a:spcPct val="100000"/>
              </a:lnSpc>
              <a:spcBef>
                <a:spcPct val="50000"/>
              </a:spcBef>
              <a:buFontTx/>
              <a:buNone/>
            </a:pPr>
            <a:endParaRPr lang="ko-KR" altLang="en-US" sz="900">
              <a:latin typeface="Times New Roman" panose="02020603050405020304" pitchFamily="18" charset="0"/>
              <a:cs typeface="Times New Roman" panose="02020603050405020304" pitchFamily="18" charset="0"/>
            </a:endParaRPr>
          </a:p>
        </p:txBody>
      </p:sp>
      <p:sp>
        <p:nvSpPr>
          <p:cNvPr id="22541" name="Text Box 11"/>
          <p:cNvSpPr txBox="1">
            <a:spLocks noChangeArrowheads="1"/>
          </p:cNvSpPr>
          <p:nvPr/>
        </p:nvSpPr>
        <p:spPr bwMode="auto">
          <a:xfrm>
            <a:off x="6687916" y="2949576"/>
            <a:ext cx="669016" cy="261938"/>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a:latin typeface="Times New Roman" panose="02020603050405020304" pitchFamily="18" charset="0"/>
                <a:cs typeface="Times New Roman" panose="02020603050405020304" pitchFamily="18" charset="0"/>
              </a:rPr>
              <a:t>Memory</a:t>
            </a:r>
          </a:p>
        </p:txBody>
      </p:sp>
      <p:sp>
        <p:nvSpPr>
          <p:cNvPr id="22542" name="Text Box 12"/>
          <p:cNvSpPr txBox="1">
            <a:spLocks noChangeArrowheads="1"/>
          </p:cNvSpPr>
          <p:nvPr/>
        </p:nvSpPr>
        <p:spPr bwMode="auto">
          <a:xfrm>
            <a:off x="6702390" y="3417889"/>
            <a:ext cx="652934" cy="515938"/>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a:latin typeface="Times New Roman" panose="02020603050405020304" pitchFamily="18" charset="0"/>
                <a:cs typeface="Times New Roman" panose="02020603050405020304" pitchFamily="18" charset="0"/>
              </a:rPr>
              <a:t>Micro</a:t>
            </a:r>
          </a:p>
          <a:p>
            <a:pPr algn="ctr" eaLnBrk="1" hangingPunct="1">
              <a:lnSpc>
                <a:spcPct val="100000"/>
              </a:lnSpc>
              <a:spcBef>
                <a:spcPct val="50000"/>
              </a:spcBef>
              <a:buFontTx/>
              <a:buNone/>
            </a:pPr>
            <a:r>
              <a:rPr lang="en-US" altLang="ko-KR" sz="1100">
                <a:latin typeface="Times New Roman" panose="02020603050405020304" pitchFamily="18" charset="0"/>
                <a:cs typeface="Times New Roman" panose="02020603050405020304" pitchFamily="18" charset="0"/>
              </a:rPr>
              <a:t>Process</a:t>
            </a:r>
          </a:p>
        </p:txBody>
      </p:sp>
      <p:cxnSp>
        <p:nvCxnSpPr>
          <p:cNvPr id="22543" name="AutoShape 13"/>
          <p:cNvCxnSpPr>
            <a:cxnSpLocks noChangeShapeType="1"/>
          </p:cNvCxnSpPr>
          <p:nvPr/>
        </p:nvCxnSpPr>
        <p:spPr bwMode="auto">
          <a:xfrm>
            <a:off x="5434096" y="3099490"/>
            <a:ext cx="752838" cy="306684"/>
          </a:xfrm>
          <a:prstGeom prst="bentConnector3">
            <a:avLst>
              <a:gd name="adj1" fmla="val 50000"/>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cxnSp>
        <p:nvCxnSpPr>
          <p:cNvPr id="22544" name="AutoShape 14"/>
          <p:cNvCxnSpPr>
            <a:cxnSpLocks noChangeShapeType="1"/>
          </p:cNvCxnSpPr>
          <p:nvPr/>
        </p:nvCxnSpPr>
        <p:spPr bwMode="auto">
          <a:xfrm flipV="1">
            <a:off x="5465675" y="3402387"/>
            <a:ext cx="675449" cy="98621"/>
          </a:xfrm>
          <a:prstGeom prst="bentConnector3">
            <a:avLst>
              <a:gd name="adj1" fmla="val 50000"/>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cxnSp>
        <p:nvCxnSpPr>
          <p:cNvPr id="22545" name="AutoShape 15"/>
          <p:cNvCxnSpPr>
            <a:cxnSpLocks noChangeShapeType="1"/>
          </p:cNvCxnSpPr>
          <p:nvPr/>
        </p:nvCxnSpPr>
        <p:spPr bwMode="auto">
          <a:xfrm flipV="1">
            <a:off x="5537690" y="3417890"/>
            <a:ext cx="559313" cy="383217"/>
          </a:xfrm>
          <a:prstGeom prst="bentConnector3">
            <a:avLst>
              <a:gd name="adj1" fmla="val 50000"/>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sp>
        <p:nvSpPr>
          <p:cNvPr id="22546" name="Line 16"/>
          <p:cNvSpPr>
            <a:spLocks noChangeShapeType="1"/>
          </p:cNvSpPr>
          <p:nvPr/>
        </p:nvSpPr>
        <p:spPr bwMode="auto">
          <a:xfrm>
            <a:off x="6562808" y="3635376"/>
            <a:ext cx="154388" cy="0"/>
          </a:xfrm>
          <a:prstGeom prst="line">
            <a:avLst/>
          </a:prstGeom>
          <a:noFill/>
          <a:ln w="19050">
            <a:solidFill>
              <a:schemeClr val="tx1"/>
            </a:solidFill>
            <a:round/>
            <a:headEnd/>
            <a:tailEnd type="triangle" w="sm" len="sm"/>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22547" name="Line 17"/>
          <p:cNvSpPr>
            <a:spLocks noChangeShapeType="1"/>
          </p:cNvSpPr>
          <p:nvPr/>
        </p:nvSpPr>
        <p:spPr bwMode="auto">
          <a:xfrm>
            <a:off x="7365268" y="3635376"/>
            <a:ext cx="154388" cy="0"/>
          </a:xfrm>
          <a:prstGeom prst="line">
            <a:avLst/>
          </a:prstGeom>
          <a:noFill/>
          <a:ln w="19050">
            <a:solidFill>
              <a:schemeClr val="tx1"/>
            </a:solidFill>
            <a:round/>
            <a:headEnd/>
            <a:tailEnd type="triangle" w="sm" len="sm"/>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22548" name="Line 18"/>
          <p:cNvSpPr>
            <a:spLocks noChangeShapeType="1"/>
          </p:cNvSpPr>
          <p:nvPr/>
        </p:nvSpPr>
        <p:spPr bwMode="auto">
          <a:xfrm>
            <a:off x="6958095" y="3248026"/>
            <a:ext cx="0" cy="152400"/>
          </a:xfrm>
          <a:prstGeom prst="line">
            <a:avLst/>
          </a:prstGeom>
          <a:noFill/>
          <a:ln w="19050">
            <a:solidFill>
              <a:schemeClr val="tx1"/>
            </a:solidFill>
            <a:round/>
            <a:headEnd/>
            <a:tailEnd type="triangle" w="sm" len="sm"/>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22549" name="Line 19"/>
          <p:cNvSpPr>
            <a:spLocks noChangeShapeType="1"/>
          </p:cNvSpPr>
          <p:nvPr/>
        </p:nvSpPr>
        <p:spPr bwMode="auto">
          <a:xfrm rot="10800000">
            <a:off x="7112483" y="3248026"/>
            <a:ext cx="1608" cy="152400"/>
          </a:xfrm>
          <a:prstGeom prst="line">
            <a:avLst/>
          </a:prstGeom>
          <a:noFill/>
          <a:ln w="19050">
            <a:solidFill>
              <a:schemeClr val="tx1"/>
            </a:solidFill>
            <a:round/>
            <a:headEnd/>
            <a:tailEnd type="triangle" w="sm" len="sm"/>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22550" name="Text Box 20"/>
          <p:cNvSpPr txBox="1">
            <a:spLocks noChangeArrowheads="1"/>
          </p:cNvSpPr>
          <p:nvPr/>
        </p:nvSpPr>
        <p:spPr bwMode="auto">
          <a:xfrm>
            <a:off x="8340399" y="2959101"/>
            <a:ext cx="1117614" cy="261610"/>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err="1" smtClean="0">
                <a:latin typeface="Times New Roman" panose="02020603050405020304" pitchFamily="18" charset="0"/>
                <a:cs typeface="Times New Roman" panose="02020603050405020304" pitchFamily="18" charset="0"/>
              </a:rPr>
              <a:t>Công</a:t>
            </a:r>
            <a:r>
              <a:rPr lang="en-US" altLang="ko-KR" sz="1100" smtClean="0">
                <a:latin typeface="Times New Roman" panose="02020603050405020304" pitchFamily="18" charset="0"/>
                <a:cs typeface="Times New Roman" panose="02020603050405020304" pitchFamily="18" charset="0"/>
              </a:rPr>
              <a:t> </a:t>
            </a:r>
            <a:r>
              <a:rPr lang="en-US" altLang="ko-KR" sz="1100" err="1" smtClean="0">
                <a:latin typeface="Times New Roman" panose="02020603050405020304" pitchFamily="18" charset="0"/>
                <a:cs typeface="Times New Roman" panose="02020603050405020304" pitchFamily="18" charset="0"/>
              </a:rPr>
              <a:t>tắc</a:t>
            </a:r>
            <a:r>
              <a:rPr lang="en-US" altLang="ko-KR" sz="1100" smtClean="0">
                <a:latin typeface="Times New Roman" panose="02020603050405020304" pitchFamily="18" charset="0"/>
                <a:cs typeface="Times New Roman" panose="02020603050405020304" pitchFamily="18" charset="0"/>
              </a:rPr>
              <a:t> </a:t>
            </a:r>
            <a:r>
              <a:rPr lang="en-US" altLang="ko-KR" sz="1100" err="1" smtClean="0">
                <a:latin typeface="Times New Roman" panose="02020603050405020304" pitchFamily="18" charset="0"/>
                <a:cs typeface="Times New Roman" panose="02020603050405020304" pitchFamily="18" charset="0"/>
              </a:rPr>
              <a:t>điện</a:t>
            </a:r>
            <a:r>
              <a:rPr lang="en-US" altLang="ko-KR" sz="1100" smtClean="0">
                <a:latin typeface="Times New Roman" panose="02020603050405020304" pitchFamily="18" charset="0"/>
                <a:cs typeface="Times New Roman" panose="02020603050405020304" pitchFamily="18" charset="0"/>
              </a:rPr>
              <a:t> </a:t>
            </a:r>
            <a:r>
              <a:rPr lang="en-US" altLang="ko-KR" sz="1100" err="1" smtClean="0">
                <a:latin typeface="Times New Roman" panose="02020603050405020304" pitchFamily="18" charset="0"/>
                <a:cs typeface="Times New Roman" panose="02020603050405020304" pitchFamily="18" charset="0"/>
              </a:rPr>
              <a:t>tử</a:t>
            </a:r>
            <a:endParaRPr lang="ko-KR" altLang="en-US" sz="1100">
              <a:latin typeface="Times New Roman" panose="02020603050405020304" pitchFamily="18" charset="0"/>
              <a:cs typeface="Times New Roman" panose="02020603050405020304" pitchFamily="18" charset="0"/>
            </a:endParaRPr>
          </a:p>
        </p:txBody>
      </p:sp>
      <p:sp>
        <p:nvSpPr>
          <p:cNvPr id="22551" name="Text Box 21"/>
          <p:cNvSpPr txBox="1">
            <a:spLocks noChangeArrowheads="1"/>
          </p:cNvSpPr>
          <p:nvPr/>
        </p:nvSpPr>
        <p:spPr bwMode="auto">
          <a:xfrm>
            <a:off x="8432825" y="3333751"/>
            <a:ext cx="963318" cy="261938"/>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a:latin typeface="Times New Roman" panose="02020603050405020304" pitchFamily="18" charset="0"/>
                <a:cs typeface="Times New Roman" panose="02020603050405020304" pitchFamily="18" charset="0"/>
              </a:rPr>
              <a:t>Solenoid V/V</a:t>
            </a:r>
          </a:p>
        </p:txBody>
      </p:sp>
      <p:sp>
        <p:nvSpPr>
          <p:cNvPr id="22552" name="Text Box 22"/>
          <p:cNvSpPr txBox="1">
            <a:spLocks noChangeArrowheads="1"/>
          </p:cNvSpPr>
          <p:nvPr/>
        </p:nvSpPr>
        <p:spPr bwMode="auto">
          <a:xfrm>
            <a:off x="8426392" y="3698877"/>
            <a:ext cx="961710" cy="269875"/>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a:latin typeface="Times New Roman" panose="02020603050405020304" pitchFamily="18" charset="0"/>
                <a:cs typeface="Times New Roman" panose="02020603050405020304" pitchFamily="18" charset="0"/>
              </a:rPr>
              <a:t>Lamp</a:t>
            </a:r>
          </a:p>
        </p:txBody>
      </p:sp>
      <p:cxnSp>
        <p:nvCxnSpPr>
          <p:cNvPr id="22553" name="AutoShape 23"/>
          <p:cNvCxnSpPr>
            <a:cxnSpLocks noChangeShapeType="1"/>
            <a:stCxn id="22550" idx="1"/>
            <a:endCxn id="22540" idx="3"/>
          </p:cNvCxnSpPr>
          <p:nvPr/>
        </p:nvCxnSpPr>
        <p:spPr bwMode="auto">
          <a:xfrm rot="10800000" flipV="1">
            <a:off x="7943929" y="3089906"/>
            <a:ext cx="396470" cy="351498"/>
          </a:xfrm>
          <a:prstGeom prst="bentConnector3">
            <a:avLst>
              <a:gd name="adj1" fmla="val 50000"/>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cxnSp>
        <p:nvCxnSpPr>
          <p:cNvPr id="22554" name="AutoShape 24"/>
          <p:cNvCxnSpPr>
            <a:cxnSpLocks noChangeShapeType="1"/>
            <a:stCxn id="22551" idx="1"/>
            <a:endCxn id="22540" idx="3"/>
          </p:cNvCxnSpPr>
          <p:nvPr/>
        </p:nvCxnSpPr>
        <p:spPr bwMode="auto">
          <a:xfrm rot="10800000">
            <a:off x="7943929" y="3441404"/>
            <a:ext cx="488896" cy="23316"/>
          </a:xfrm>
          <a:prstGeom prst="bentConnector3">
            <a:avLst>
              <a:gd name="adj1" fmla="val 50000"/>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cxnSp>
        <p:nvCxnSpPr>
          <p:cNvPr id="22555" name="AutoShape 25"/>
          <p:cNvCxnSpPr>
            <a:cxnSpLocks noChangeShapeType="1"/>
            <a:stCxn id="22552" idx="1"/>
            <a:endCxn id="22540" idx="3"/>
          </p:cNvCxnSpPr>
          <p:nvPr/>
        </p:nvCxnSpPr>
        <p:spPr bwMode="auto">
          <a:xfrm rot="10800000">
            <a:off x="7943930" y="3441405"/>
            <a:ext cx="482463" cy="392411"/>
          </a:xfrm>
          <a:prstGeom prst="bentConnector3">
            <a:avLst>
              <a:gd name="adj1" fmla="val 50000"/>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sp>
        <p:nvSpPr>
          <p:cNvPr id="22556" name="Text Box 26"/>
          <p:cNvSpPr txBox="1">
            <a:spLocks noChangeArrowheads="1"/>
          </p:cNvSpPr>
          <p:nvPr/>
        </p:nvSpPr>
        <p:spPr bwMode="auto">
          <a:xfrm>
            <a:off x="7762201" y="2492376"/>
            <a:ext cx="583781" cy="261938"/>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a:latin typeface="Times New Roman" panose="02020603050405020304" pitchFamily="18" charset="0"/>
                <a:cs typeface="Times New Roman" panose="02020603050405020304" pitchFamily="18" charset="0"/>
              </a:rPr>
              <a:t>Loader</a:t>
            </a:r>
          </a:p>
        </p:txBody>
      </p:sp>
      <p:cxnSp>
        <p:nvCxnSpPr>
          <p:cNvPr id="22557" name="AutoShape 27"/>
          <p:cNvCxnSpPr>
            <a:cxnSpLocks noChangeShapeType="1"/>
            <a:stCxn id="22556" idx="1"/>
            <a:endCxn id="22541" idx="0"/>
          </p:cNvCxnSpPr>
          <p:nvPr/>
        </p:nvCxnSpPr>
        <p:spPr bwMode="auto">
          <a:xfrm rot="10800000" flipV="1">
            <a:off x="7022424" y="2622551"/>
            <a:ext cx="739777" cy="325438"/>
          </a:xfrm>
          <a:prstGeom prst="bentConnector2">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sp>
        <p:nvSpPr>
          <p:cNvPr id="22558" name="Rectangle 28"/>
          <p:cNvSpPr>
            <a:spLocks noChangeArrowheads="1"/>
          </p:cNvSpPr>
          <p:nvPr/>
        </p:nvSpPr>
        <p:spPr bwMode="auto">
          <a:xfrm>
            <a:off x="5956180" y="3214689"/>
            <a:ext cx="184944"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2559" name="Text Box 29"/>
          <p:cNvSpPr txBox="1">
            <a:spLocks noChangeArrowheads="1"/>
          </p:cNvSpPr>
          <p:nvPr/>
        </p:nvSpPr>
        <p:spPr bwMode="auto">
          <a:xfrm>
            <a:off x="5792142" y="4537077"/>
            <a:ext cx="243161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Hình</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2-1 </a:t>
            </a:r>
            <a:r>
              <a:rPr lang="en-US" altLang="ko-KR" sz="1200" err="1" smtClean="0">
                <a:latin typeface="Times New Roman" panose="02020603050405020304" pitchFamily="18" charset="0"/>
                <a:cs typeface="Times New Roman" panose="02020603050405020304" pitchFamily="18" charset="0"/>
              </a:rPr>
              <a:t>Sơ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đồ</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toàn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PLC</a:t>
            </a:r>
            <a:endParaRPr lang="ko-KR" altLang="en-US" sz="1200">
              <a:latin typeface="Times New Roman" panose="02020603050405020304" pitchFamily="18" charset="0"/>
              <a:cs typeface="Times New Roman" panose="02020603050405020304" pitchFamily="18" charset="0"/>
            </a:endParaRPr>
          </a:p>
        </p:txBody>
      </p:sp>
      <p:sp>
        <p:nvSpPr>
          <p:cNvPr id="22560" name="Rectangle 30"/>
          <p:cNvSpPr>
            <a:spLocks noChangeArrowheads="1"/>
          </p:cNvSpPr>
          <p:nvPr/>
        </p:nvSpPr>
        <p:spPr bwMode="auto">
          <a:xfrm>
            <a:off x="5948139" y="4146552"/>
            <a:ext cx="2084241" cy="3143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400" err="1" smtClean="0">
                <a:latin typeface="Times New Roman" panose="02020603050405020304" pitchFamily="18" charset="0"/>
                <a:cs typeface="Times New Roman" panose="02020603050405020304" pitchFamily="18" charset="0"/>
              </a:rPr>
              <a:t>Nguồn</a:t>
            </a:r>
            <a:r>
              <a:rPr lang="en-US" altLang="ko-KR" sz="1400" smtClean="0">
                <a:latin typeface="Times New Roman" panose="02020603050405020304" pitchFamily="18" charset="0"/>
                <a:cs typeface="Times New Roman" panose="02020603050405020304" pitchFamily="18" charset="0"/>
              </a:rPr>
              <a:t> </a:t>
            </a:r>
            <a:r>
              <a:rPr lang="en-US" altLang="ko-KR" sz="1400" err="1" smtClean="0">
                <a:latin typeface="Times New Roman" panose="02020603050405020304" pitchFamily="18" charset="0"/>
                <a:cs typeface="Times New Roman" panose="02020603050405020304" pitchFamily="18" charset="0"/>
              </a:rPr>
              <a:t>điện</a:t>
            </a:r>
            <a:endParaRPr lang="ko-KR" altLang="en-US" sz="1400">
              <a:latin typeface="Times New Roman" panose="02020603050405020304" pitchFamily="18" charset="0"/>
              <a:cs typeface="Times New Roman" panose="02020603050405020304" pitchFamily="18" charset="0"/>
            </a:endParaRPr>
          </a:p>
        </p:txBody>
      </p:sp>
      <p:sp>
        <p:nvSpPr>
          <p:cNvPr id="22535" name="Rectangle 32"/>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740532" y="2681542"/>
            <a:ext cx="3564396" cy="1920875"/>
          </a:xfrm>
          <a:prstGeom prst="rect">
            <a:avLst/>
          </a:prstGeom>
          <a:noFill/>
          <a:ln w="9525" cap="flat" cmpd="sng" algn="ctr">
            <a:solidFill>
              <a:schemeClr val="bg1">
                <a:lumMod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4" name="직사각형 3"/>
          <p:cNvSpPr/>
          <p:nvPr/>
        </p:nvSpPr>
        <p:spPr bwMode="auto">
          <a:xfrm>
            <a:off x="983361" y="2947989"/>
            <a:ext cx="756084" cy="280987"/>
          </a:xfrm>
          <a:prstGeom prst="rect">
            <a:avLst/>
          </a:prstGeom>
          <a:noFill/>
          <a:ln w="9525" cap="flat" cmpd="sng" algn="ctr">
            <a:solidFill>
              <a:schemeClr val="bg1">
                <a:lumMod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36" name="직사각형 35"/>
          <p:cNvSpPr/>
          <p:nvPr/>
        </p:nvSpPr>
        <p:spPr bwMode="auto">
          <a:xfrm>
            <a:off x="2140089" y="2947989"/>
            <a:ext cx="756084" cy="280987"/>
          </a:xfrm>
          <a:prstGeom prst="rect">
            <a:avLst/>
          </a:prstGeom>
          <a:noFill/>
          <a:ln w="9525" cap="flat" cmpd="sng" algn="ctr">
            <a:solidFill>
              <a:schemeClr val="bg1">
                <a:lumMod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37" name="직사각형 36"/>
          <p:cNvSpPr/>
          <p:nvPr/>
        </p:nvSpPr>
        <p:spPr bwMode="auto">
          <a:xfrm>
            <a:off x="3296816" y="2947988"/>
            <a:ext cx="756084" cy="612000"/>
          </a:xfrm>
          <a:prstGeom prst="rect">
            <a:avLst/>
          </a:prstGeom>
          <a:noFill/>
          <a:ln w="9525" cap="flat" cmpd="sng" algn="ctr">
            <a:solidFill>
              <a:schemeClr val="bg1">
                <a:lumMod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38" name="직사각형 37"/>
          <p:cNvSpPr/>
          <p:nvPr/>
        </p:nvSpPr>
        <p:spPr bwMode="auto">
          <a:xfrm>
            <a:off x="2140089" y="3228975"/>
            <a:ext cx="756084" cy="612000"/>
          </a:xfrm>
          <a:prstGeom prst="rect">
            <a:avLst/>
          </a:prstGeom>
          <a:noFill/>
          <a:ln w="9525" cap="flat" cmpd="sng" algn="ctr">
            <a:solidFill>
              <a:schemeClr val="bg1">
                <a:lumMod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39" name="직사각형 38"/>
          <p:cNvSpPr/>
          <p:nvPr/>
        </p:nvSpPr>
        <p:spPr bwMode="auto">
          <a:xfrm>
            <a:off x="2140089" y="4300141"/>
            <a:ext cx="756084" cy="280987"/>
          </a:xfrm>
          <a:prstGeom prst="rect">
            <a:avLst/>
          </a:prstGeom>
          <a:noFill/>
          <a:ln w="9525" cap="flat" cmpd="sng" algn="ctr">
            <a:solidFill>
              <a:schemeClr val="bg1">
                <a:lumMod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5" name="오른쪽 화살표 4"/>
          <p:cNvSpPr/>
          <p:nvPr/>
        </p:nvSpPr>
        <p:spPr bwMode="auto">
          <a:xfrm>
            <a:off x="1820652" y="2983614"/>
            <a:ext cx="282714" cy="231775"/>
          </a:xfrm>
          <a:prstGeom prst="rightArrow">
            <a:avLst/>
          </a:prstGeom>
          <a:noFill/>
          <a:ln w="9525" cap="flat" cmpd="sng" algn="ctr">
            <a:solidFill>
              <a:schemeClr val="bg1">
                <a:lumMod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6" name="왼쪽/오른쪽 화살표 5"/>
          <p:cNvSpPr/>
          <p:nvPr/>
        </p:nvSpPr>
        <p:spPr bwMode="auto">
          <a:xfrm>
            <a:off x="2934274" y="2983615"/>
            <a:ext cx="328634" cy="231774"/>
          </a:xfrm>
          <a:prstGeom prst="leftRightArrow">
            <a:avLst/>
          </a:prstGeom>
          <a:noFill/>
          <a:ln w="9525" cap="flat" cmpd="sng" algn="ctr">
            <a:solidFill>
              <a:schemeClr val="bg1">
                <a:lumMod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43" name="Text Box 29"/>
          <p:cNvSpPr txBox="1">
            <a:spLocks noChangeArrowheads="1"/>
          </p:cNvSpPr>
          <p:nvPr/>
        </p:nvSpPr>
        <p:spPr bwMode="auto">
          <a:xfrm>
            <a:off x="873129" y="2952364"/>
            <a:ext cx="97654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err="1" smtClean="0">
                <a:latin typeface="Times New Roman" panose="02020603050405020304" pitchFamily="18" charset="0"/>
                <a:cs typeface="Times New Roman" panose="02020603050405020304" pitchFamily="18" charset="0"/>
              </a:rPr>
              <a:t>Bộ</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phận</a:t>
            </a:r>
            <a:r>
              <a:rPr lang="en-US" altLang="ko-KR" sz="1000" smtClean="0">
                <a:latin typeface="Times New Roman" panose="02020603050405020304" pitchFamily="18" charset="0"/>
                <a:cs typeface="Times New Roman" panose="02020603050405020304" pitchFamily="18" charset="0"/>
              </a:rPr>
              <a:t> Power</a:t>
            </a:r>
            <a:endParaRPr lang="ko-KR" altLang="en-US" sz="1000">
              <a:latin typeface="Times New Roman" panose="02020603050405020304" pitchFamily="18" charset="0"/>
              <a:cs typeface="Times New Roman" panose="02020603050405020304" pitchFamily="18" charset="0"/>
            </a:endParaRPr>
          </a:p>
        </p:txBody>
      </p:sp>
      <p:sp>
        <p:nvSpPr>
          <p:cNvPr id="44" name="Text Box 29"/>
          <p:cNvSpPr txBox="1">
            <a:spLocks noChangeArrowheads="1"/>
          </p:cNvSpPr>
          <p:nvPr/>
        </p:nvSpPr>
        <p:spPr bwMode="auto">
          <a:xfrm>
            <a:off x="2049442" y="2960948"/>
            <a:ext cx="933269"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50" err="1" smtClean="0">
                <a:latin typeface="Times New Roman" panose="02020603050405020304" pitchFamily="18" charset="0"/>
                <a:cs typeface="Times New Roman" panose="02020603050405020304" pitchFamily="18" charset="0"/>
              </a:rPr>
              <a:t>Bộ</a:t>
            </a:r>
            <a:r>
              <a:rPr lang="en-US" altLang="ko-KR" sz="1050" smtClean="0">
                <a:latin typeface="Times New Roman" panose="02020603050405020304" pitchFamily="18" charset="0"/>
                <a:cs typeface="Times New Roman" panose="02020603050405020304" pitchFamily="18" charset="0"/>
              </a:rPr>
              <a:t> </a:t>
            </a:r>
            <a:r>
              <a:rPr lang="en-US" altLang="ko-KR" sz="1050" err="1" smtClean="0">
                <a:latin typeface="Times New Roman" panose="02020603050405020304" pitchFamily="18" charset="0"/>
                <a:cs typeface="Times New Roman" panose="02020603050405020304" pitchFamily="18" charset="0"/>
              </a:rPr>
              <a:t>phận</a:t>
            </a:r>
            <a:r>
              <a:rPr lang="en-US" altLang="ko-KR" sz="1050" smtClean="0">
                <a:latin typeface="Times New Roman" panose="02020603050405020304" pitchFamily="18" charset="0"/>
                <a:cs typeface="Times New Roman" panose="02020603050405020304" pitchFamily="18" charset="0"/>
              </a:rPr>
              <a:t> CPU</a:t>
            </a:r>
            <a:endParaRPr lang="ko-KR" altLang="en-US" sz="1050">
              <a:latin typeface="Times New Roman" panose="02020603050405020304" pitchFamily="18" charset="0"/>
              <a:cs typeface="Times New Roman" panose="02020603050405020304" pitchFamily="18" charset="0"/>
            </a:endParaRPr>
          </a:p>
        </p:txBody>
      </p:sp>
      <p:sp>
        <p:nvSpPr>
          <p:cNvPr id="45" name="Text Box 29"/>
          <p:cNvSpPr txBox="1">
            <a:spLocks noChangeArrowheads="1"/>
          </p:cNvSpPr>
          <p:nvPr/>
        </p:nvSpPr>
        <p:spPr bwMode="auto">
          <a:xfrm>
            <a:off x="3176700" y="2971027"/>
            <a:ext cx="1024639" cy="496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50" spc="-150" err="1" smtClean="0">
                <a:latin typeface="Times New Roman" panose="02020603050405020304" pitchFamily="18" charset="0"/>
                <a:cs typeface="Times New Roman" panose="02020603050405020304" pitchFamily="18" charset="0"/>
              </a:rPr>
              <a:t>Bộ</a:t>
            </a:r>
            <a:r>
              <a:rPr lang="en-US" altLang="ko-KR" sz="1050" spc="-150" smtClean="0">
                <a:latin typeface="Times New Roman" panose="02020603050405020304" pitchFamily="18" charset="0"/>
                <a:cs typeface="Times New Roman" panose="02020603050405020304" pitchFamily="18" charset="0"/>
              </a:rPr>
              <a:t>  </a:t>
            </a:r>
            <a:r>
              <a:rPr lang="en-US" altLang="ko-KR" sz="1050" spc="-150" err="1" smtClean="0">
                <a:latin typeface="Times New Roman" panose="02020603050405020304" pitchFamily="18" charset="0"/>
                <a:cs typeface="Times New Roman" panose="02020603050405020304" pitchFamily="18" charset="0"/>
              </a:rPr>
              <a:t>phận</a:t>
            </a:r>
            <a:r>
              <a:rPr lang="en-US" altLang="ko-KR" sz="1050" spc="-150" smtClean="0">
                <a:latin typeface="Times New Roman" panose="02020603050405020304" pitchFamily="18" charset="0"/>
                <a:cs typeface="Times New Roman" panose="02020603050405020304" pitchFamily="18" charset="0"/>
              </a:rPr>
              <a:t>  </a:t>
            </a:r>
            <a:r>
              <a:rPr lang="en-US" altLang="ko-KR" sz="1050" spc="-150" err="1" smtClean="0">
                <a:latin typeface="Times New Roman" panose="02020603050405020304" pitchFamily="18" charset="0"/>
                <a:cs typeface="Times New Roman" panose="02020603050405020304" pitchFamily="18" charset="0"/>
              </a:rPr>
              <a:t>nhập</a:t>
            </a:r>
            <a:r>
              <a:rPr lang="en-US" altLang="ko-KR" sz="1050" spc="-150" smtClean="0">
                <a:latin typeface="Times New Roman" panose="02020603050405020304" pitchFamily="18" charset="0"/>
                <a:cs typeface="Times New Roman" panose="02020603050405020304" pitchFamily="18" charset="0"/>
              </a:rPr>
              <a:t>/ </a:t>
            </a:r>
            <a:r>
              <a:rPr lang="en-US" altLang="ko-KR" sz="1050" spc="-150" err="1" smtClean="0">
                <a:latin typeface="Times New Roman" panose="02020603050405020304" pitchFamily="18" charset="0"/>
                <a:cs typeface="Times New Roman" panose="02020603050405020304" pitchFamily="18" charset="0"/>
              </a:rPr>
              <a:t>xuất</a:t>
            </a:r>
            <a:endParaRPr lang="en-US" altLang="ko-KR" sz="1050" spc="-150" smtClean="0">
              <a:latin typeface="Times New Roman" panose="02020603050405020304" pitchFamily="18" charset="0"/>
              <a:cs typeface="Times New Roman" panose="02020603050405020304" pitchFamily="18" charset="0"/>
            </a:endParaRPr>
          </a:p>
          <a:p>
            <a:pPr algn="ctr" eaLnBrk="1" hangingPunct="1">
              <a:lnSpc>
                <a:spcPct val="100000"/>
              </a:lnSpc>
              <a:spcBef>
                <a:spcPct val="50000"/>
              </a:spcBef>
              <a:buFontTx/>
              <a:buNone/>
            </a:pPr>
            <a:r>
              <a:rPr lang="en-US" altLang="ko-KR" sz="1050" spc="-150" err="1" smtClean="0">
                <a:latin typeface="Times New Roman" panose="02020603050405020304" pitchFamily="18" charset="0"/>
                <a:cs typeface="Times New Roman" panose="02020603050405020304" pitchFamily="18" charset="0"/>
              </a:rPr>
              <a:t>Bộ</a:t>
            </a:r>
            <a:r>
              <a:rPr lang="en-US" altLang="ko-KR" sz="1050" spc="-150" smtClean="0">
                <a:latin typeface="Times New Roman" panose="02020603050405020304" pitchFamily="18" charset="0"/>
                <a:cs typeface="Times New Roman" panose="02020603050405020304" pitchFamily="18" charset="0"/>
              </a:rPr>
              <a:t>  </a:t>
            </a:r>
            <a:r>
              <a:rPr lang="en-US" altLang="ko-KR" sz="1050" spc="-150" err="1" smtClean="0">
                <a:latin typeface="Times New Roman" panose="02020603050405020304" pitchFamily="18" charset="0"/>
                <a:cs typeface="Times New Roman" panose="02020603050405020304" pitchFamily="18" charset="0"/>
              </a:rPr>
              <a:t>phận</a:t>
            </a:r>
            <a:r>
              <a:rPr lang="en-US" altLang="ko-KR" sz="1050" spc="-15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Unit</a:t>
            </a:r>
            <a:r>
              <a:rPr lang="en-US" altLang="ko-KR" sz="1050" spc="-150" err="1" smtClean="0">
                <a:latin typeface="Times New Roman" panose="02020603050405020304" pitchFamily="18" charset="0"/>
                <a:cs typeface="Times New Roman" panose="02020603050405020304" pitchFamily="18" charset="0"/>
              </a:rPr>
              <a:t>đặc</a:t>
            </a:r>
            <a:r>
              <a:rPr lang="en-US" altLang="ko-KR" sz="1050" spc="-150" smtClean="0">
                <a:latin typeface="Times New Roman" panose="02020603050405020304" pitchFamily="18" charset="0"/>
                <a:cs typeface="Times New Roman" panose="02020603050405020304" pitchFamily="18" charset="0"/>
              </a:rPr>
              <a:t> </a:t>
            </a:r>
            <a:r>
              <a:rPr lang="en-US" altLang="ko-KR" sz="1050" spc="-150" err="1" smtClean="0">
                <a:latin typeface="Times New Roman" panose="02020603050405020304" pitchFamily="18" charset="0"/>
                <a:cs typeface="Times New Roman" panose="02020603050405020304" pitchFamily="18" charset="0"/>
              </a:rPr>
              <a:t>biệt</a:t>
            </a:r>
            <a:endParaRPr lang="ko-KR" altLang="en-US" sz="1050" spc="-150">
              <a:latin typeface="Times New Roman" panose="02020603050405020304" pitchFamily="18" charset="0"/>
              <a:cs typeface="Times New Roman" panose="02020603050405020304" pitchFamily="18" charset="0"/>
            </a:endParaRPr>
          </a:p>
        </p:txBody>
      </p:sp>
      <p:sp>
        <p:nvSpPr>
          <p:cNvPr id="46" name="Text Box 29"/>
          <p:cNvSpPr txBox="1">
            <a:spLocks noChangeArrowheads="1"/>
          </p:cNvSpPr>
          <p:nvPr/>
        </p:nvSpPr>
        <p:spPr bwMode="auto">
          <a:xfrm>
            <a:off x="2086315" y="3252401"/>
            <a:ext cx="859531" cy="519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Memory</a:t>
            </a:r>
          </a:p>
          <a:p>
            <a:pPr algn="ctr" eaLnBrk="1" hangingPunct="1">
              <a:lnSpc>
                <a:spcPct val="100000"/>
              </a:lnSpc>
              <a:spcBef>
                <a:spcPct val="50000"/>
              </a:spcBef>
              <a:buFontTx/>
              <a:buNone/>
            </a:pPr>
            <a:r>
              <a:rPr lang="en-US" altLang="ko-KR" sz="1050" spc="-150" err="1" smtClean="0">
                <a:latin typeface="Times New Roman" panose="02020603050405020304" pitchFamily="18" charset="0"/>
                <a:cs typeface="Times New Roman" panose="02020603050405020304" pitchFamily="18" charset="0"/>
              </a:rPr>
              <a:t>Bộ</a:t>
            </a:r>
            <a:r>
              <a:rPr lang="en-US" altLang="ko-KR" sz="1050" spc="-150" smtClean="0">
                <a:latin typeface="Times New Roman" panose="02020603050405020304" pitchFamily="18" charset="0"/>
                <a:cs typeface="Times New Roman" panose="02020603050405020304" pitchFamily="18" charset="0"/>
              </a:rPr>
              <a:t>  </a:t>
            </a:r>
            <a:r>
              <a:rPr lang="en-US" altLang="ko-KR" sz="1050" spc="-150" err="1" smtClean="0">
                <a:latin typeface="Times New Roman" panose="02020603050405020304" pitchFamily="18" charset="0"/>
                <a:cs typeface="Times New Roman" panose="02020603050405020304" pitchFamily="18" charset="0"/>
              </a:rPr>
              <a:t>phận</a:t>
            </a:r>
            <a:r>
              <a:rPr lang="en-US" altLang="ko-KR" sz="1050" spc="-150" smtClean="0">
                <a:latin typeface="Times New Roman" panose="02020603050405020304" pitchFamily="18" charset="0"/>
                <a:cs typeface="Times New Roman" panose="02020603050405020304" pitchFamily="18" charset="0"/>
              </a:rPr>
              <a:t>  </a:t>
            </a:r>
            <a:r>
              <a:rPr lang="en-US" altLang="ko-KR" sz="1050" spc="-150" err="1" smtClean="0">
                <a:latin typeface="Times New Roman" panose="02020603050405020304" pitchFamily="18" charset="0"/>
                <a:cs typeface="Times New Roman" panose="02020603050405020304" pitchFamily="18" charset="0"/>
              </a:rPr>
              <a:t>tính</a:t>
            </a:r>
            <a:r>
              <a:rPr lang="en-US" altLang="ko-KR" sz="1050" spc="-150" smtClean="0">
                <a:latin typeface="Times New Roman" panose="02020603050405020304" pitchFamily="18" charset="0"/>
                <a:cs typeface="Times New Roman" panose="02020603050405020304" pitchFamily="18" charset="0"/>
              </a:rPr>
              <a:t>  </a:t>
            </a:r>
            <a:r>
              <a:rPr lang="en-US" altLang="ko-KR" sz="1050" spc="-150" err="1" smtClean="0">
                <a:latin typeface="Times New Roman" panose="02020603050405020304" pitchFamily="18" charset="0"/>
                <a:cs typeface="Times New Roman" panose="02020603050405020304" pitchFamily="18" charset="0"/>
              </a:rPr>
              <a:t>toán</a:t>
            </a:r>
            <a:endParaRPr lang="ko-KR" altLang="en-US" sz="1050" spc="-150">
              <a:latin typeface="Times New Roman" panose="02020603050405020304" pitchFamily="18" charset="0"/>
              <a:cs typeface="Times New Roman" panose="02020603050405020304" pitchFamily="18" charset="0"/>
            </a:endParaRPr>
          </a:p>
        </p:txBody>
      </p:sp>
      <p:sp>
        <p:nvSpPr>
          <p:cNvPr id="47" name="Text Box 29"/>
          <p:cNvSpPr txBox="1">
            <a:spLocks noChangeArrowheads="1"/>
          </p:cNvSpPr>
          <p:nvPr/>
        </p:nvSpPr>
        <p:spPr bwMode="auto">
          <a:xfrm>
            <a:off x="1986125" y="4300141"/>
            <a:ext cx="1059906"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50" err="1" smtClean="0">
                <a:latin typeface="Times New Roman" panose="02020603050405020304" pitchFamily="18" charset="0"/>
                <a:cs typeface="Times New Roman" panose="02020603050405020304" pitchFamily="18" charset="0"/>
              </a:rPr>
              <a:t>Thiết</a:t>
            </a:r>
            <a:r>
              <a:rPr lang="en-US" altLang="ko-KR" sz="1050" smtClean="0">
                <a:latin typeface="Times New Roman" panose="02020603050405020304" pitchFamily="18" charset="0"/>
                <a:cs typeface="Times New Roman" panose="02020603050405020304" pitchFamily="18" charset="0"/>
              </a:rPr>
              <a:t> </a:t>
            </a:r>
            <a:r>
              <a:rPr lang="en-US" altLang="ko-KR" sz="1050" err="1" smtClean="0">
                <a:latin typeface="Times New Roman" panose="02020603050405020304" pitchFamily="18" charset="0"/>
                <a:cs typeface="Times New Roman" panose="02020603050405020304" pitchFamily="18" charset="0"/>
              </a:rPr>
              <a:t>bị</a:t>
            </a:r>
            <a:r>
              <a:rPr lang="en-US" altLang="ko-KR" sz="1050" smtClean="0">
                <a:latin typeface="Times New Roman" panose="02020603050405020304" pitchFamily="18" charset="0"/>
                <a:cs typeface="Times New Roman" panose="02020603050405020304" pitchFamily="18" charset="0"/>
              </a:rPr>
              <a:t> </a:t>
            </a:r>
            <a:r>
              <a:rPr lang="en-US" altLang="ko-KR" sz="1050" err="1" smtClean="0">
                <a:latin typeface="Times New Roman" panose="02020603050405020304" pitchFamily="18" charset="0"/>
                <a:cs typeface="Times New Roman" panose="02020603050405020304" pitchFamily="18" charset="0"/>
              </a:rPr>
              <a:t>phụ</a:t>
            </a:r>
            <a:r>
              <a:rPr lang="en-US" altLang="ko-KR" sz="1050" smtClean="0">
                <a:latin typeface="Times New Roman" panose="02020603050405020304" pitchFamily="18" charset="0"/>
                <a:cs typeface="Times New Roman" panose="02020603050405020304" pitchFamily="18" charset="0"/>
              </a:rPr>
              <a:t> </a:t>
            </a:r>
            <a:r>
              <a:rPr lang="en-US" altLang="ko-KR" sz="1050" err="1" smtClean="0">
                <a:latin typeface="Times New Roman" panose="02020603050405020304" pitchFamily="18" charset="0"/>
                <a:cs typeface="Times New Roman" panose="02020603050405020304" pitchFamily="18" charset="0"/>
              </a:rPr>
              <a:t>cận</a:t>
            </a:r>
            <a:endParaRPr lang="ko-KR" altLang="en-US" sz="1050">
              <a:latin typeface="Times New Roman" panose="02020603050405020304" pitchFamily="18" charset="0"/>
              <a:cs typeface="Times New Roman" panose="02020603050405020304" pitchFamily="18" charset="0"/>
            </a:endParaRPr>
          </a:p>
        </p:txBody>
      </p:sp>
      <p:sp>
        <p:nvSpPr>
          <p:cNvPr id="49" name="왼쪽/오른쪽 화살표 48"/>
          <p:cNvSpPr/>
          <p:nvPr/>
        </p:nvSpPr>
        <p:spPr bwMode="auto">
          <a:xfrm rot="5400000">
            <a:off x="2353814" y="3957693"/>
            <a:ext cx="328634" cy="231774"/>
          </a:xfrm>
          <a:prstGeom prst="leftRightArrow">
            <a:avLst/>
          </a:prstGeom>
          <a:noFill/>
          <a:ln w="9525" cap="flat" cmpd="sng" algn="ctr">
            <a:solidFill>
              <a:schemeClr val="bg1">
                <a:lumMod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ext Box 7"/>
          <p:cNvSpPr txBox="1">
            <a:spLocks noChangeArrowheads="1"/>
          </p:cNvSpPr>
          <p:nvPr/>
        </p:nvSpPr>
        <p:spPr bwMode="auto">
          <a:xfrm>
            <a:off x="452438" y="715963"/>
            <a:ext cx="2917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 </a:t>
            </a:r>
            <a:r>
              <a:rPr lang="en-US" altLang="ko-KR" sz="1200" b="1" smtClean="0">
                <a:latin typeface="Times New Roman" panose="02020603050405020304" pitchFamily="18" charset="0"/>
                <a:cs typeface="Times New Roman" panose="02020603050405020304" pitchFamily="18" charset="0"/>
              </a:rPr>
              <a:t>-</a:t>
            </a:r>
            <a:r>
              <a:rPr lang="en-US" altLang="ko-KR" sz="1200" b="1" err="1" smtClean="0">
                <a:latin typeface="Times New Roman" panose="02020603050405020304" pitchFamily="18" charset="0"/>
                <a:cs typeface="Times New Roman" panose="02020603050405020304" pitchFamily="18" charset="0"/>
              </a:rPr>
              <a:t>Tên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gọi</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và</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mục</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đích</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sử</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dụng</a:t>
            </a:r>
            <a:r>
              <a:rPr lang="en-US" altLang="ko-KR" sz="1200" b="1" smtClean="0">
                <a:latin typeface="Times New Roman" panose="02020603050405020304" pitchFamily="18" charset="0"/>
                <a:cs typeface="Times New Roman" panose="02020603050405020304" pitchFamily="18" charset="0"/>
              </a:rPr>
              <a:t>-</a:t>
            </a:r>
            <a:endParaRPr lang="en-US" altLang="ko-KR" sz="1200" b="1">
              <a:latin typeface="Times New Roman" panose="02020603050405020304" pitchFamily="18" charset="0"/>
              <a:cs typeface="Times New Roman" panose="02020603050405020304" pitchFamily="18" charset="0"/>
            </a:endParaRPr>
          </a:p>
        </p:txBody>
      </p:sp>
      <p:sp>
        <p:nvSpPr>
          <p:cNvPr id="23574" name="Rectangle 39"/>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23575" name="Rectangle 42"/>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grpSp>
        <p:nvGrpSpPr>
          <p:cNvPr id="50" name="그룹 49"/>
          <p:cNvGrpSpPr/>
          <p:nvPr/>
        </p:nvGrpSpPr>
        <p:grpSpPr>
          <a:xfrm>
            <a:off x="488950" y="1016000"/>
            <a:ext cx="9359900" cy="4349750"/>
            <a:chOff x="488950" y="1016000"/>
            <a:chExt cx="9359900" cy="4349750"/>
          </a:xfrm>
        </p:grpSpPr>
        <p:pic>
          <p:nvPicPr>
            <p:cNvPr id="51" name="Picture 1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5950" y="1073150"/>
              <a:ext cx="5305425" cy="3984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52" name="Text Box 19"/>
            <p:cNvSpPr txBox="1">
              <a:spLocks noChangeArrowheads="1"/>
            </p:cNvSpPr>
            <p:nvPr/>
          </p:nvSpPr>
          <p:spPr bwMode="auto">
            <a:xfrm>
              <a:off x="1962150" y="1087438"/>
              <a:ext cx="1347788" cy="23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Hook cố định module</a:t>
              </a:r>
              <a:endParaRPr lang="ko-KR" altLang="en-US" sz="900" b="1">
                <a:solidFill>
                  <a:srgbClr val="3333CC"/>
                </a:solidFill>
                <a:latin typeface="Times New Roman" pitchFamily="18" charset="0"/>
                <a:cs typeface="Times New Roman" pitchFamily="18" charset="0"/>
              </a:endParaRPr>
            </a:p>
          </p:txBody>
        </p:sp>
        <p:sp>
          <p:nvSpPr>
            <p:cNvPr id="53" name="Text Box 20"/>
            <p:cNvSpPr txBox="1">
              <a:spLocks noChangeArrowheads="1"/>
            </p:cNvSpPr>
            <p:nvPr/>
          </p:nvSpPr>
          <p:spPr bwMode="auto">
            <a:xfrm>
              <a:off x="2446338" y="1333500"/>
              <a:ext cx="8255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MODE LED</a:t>
              </a:r>
            </a:p>
          </p:txBody>
        </p:sp>
        <p:sp>
          <p:nvSpPr>
            <p:cNvPr id="54" name="Text Box 21"/>
            <p:cNvSpPr txBox="1">
              <a:spLocks noChangeArrowheads="1"/>
            </p:cNvSpPr>
            <p:nvPr/>
          </p:nvSpPr>
          <p:spPr bwMode="auto">
            <a:xfrm>
              <a:off x="2482850" y="1546225"/>
              <a:ext cx="827088"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RUN LED</a:t>
              </a:r>
            </a:p>
          </p:txBody>
        </p:sp>
        <p:sp>
          <p:nvSpPr>
            <p:cNvPr id="55" name="Text Box 22"/>
            <p:cNvSpPr txBox="1">
              <a:spLocks noChangeArrowheads="1"/>
            </p:cNvSpPr>
            <p:nvPr/>
          </p:nvSpPr>
          <p:spPr bwMode="auto">
            <a:xfrm>
              <a:off x="2482850" y="1741488"/>
              <a:ext cx="827088"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ERR. LED</a:t>
              </a:r>
            </a:p>
          </p:txBody>
        </p:sp>
        <p:sp>
          <p:nvSpPr>
            <p:cNvPr id="56" name="Text Box 23"/>
            <p:cNvSpPr txBox="1">
              <a:spLocks noChangeArrowheads="1"/>
            </p:cNvSpPr>
            <p:nvPr/>
          </p:nvSpPr>
          <p:spPr bwMode="auto">
            <a:xfrm>
              <a:off x="2482850" y="1939925"/>
              <a:ext cx="827088"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USER LED</a:t>
              </a:r>
            </a:p>
          </p:txBody>
        </p:sp>
        <p:sp>
          <p:nvSpPr>
            <p:cNvPr id="57" name="Text Box 24"/>
            <p:cNvSpPr txBox="1">
              <a:spLocks noChangeArrowheads="1"/>
            </p:cNvSpPr>
            <p:nvPr/>
          </p:nvSpPr>
          <p:spPr bwMode="auto">
            <a:xfrm>
              <a:off x="2482850" y="2138363"/>
              <a:ext cx="827088"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BAT. LED</a:t>
              </a:r>
            </a:p>
          </p:txBody>
        </p:sp>
        <p:sp>
          <p:nvSpPr>
            <p:cNvPr id="58" name="Text Box 25"/>
            <p:cNvSpPr txBox="1">
              <a:spLocks noChangeArrowheads="1"/>
            </p:cNvSpPr>
            <p:nvPr/>
          </p:nvSpPr>
          <p:spPr bwMode="auto">
            <a:xfrm>
              <a:off x="2482850" y="2335213"/>
              <a:ext cx="827088"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BOOT LED</a:t>
              </a:r>
            </a:p>
          </p:txBody>
        </p:sp>
        <p:sp>
          <p:nvSpPr>
            <p:cNvPr id="59" name="Text Box 26"/>
            <p:cNvSpPr txBox="1">
              <a:spLocks noChangeArrowheads="1"/>
            </p:cNvSpPr>
            <p:nvPr/>
          </p:nvSpPr>
          <p:spPr bwMode="auto">
            <a:xfrm>
              <a:off x="1979613" y="4171950"/>
              <a:ext cx="1431925"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Lever cố định module</a:t>
              </a:r>
              <a:endParaRPr lang="ko-KR" altLang="en-US" sz="900" b="1">
                <a:solidFill>
                  <a:srgbClr val="3333CC"/>
                </a:solidFill>
                <a:latin typeface="Times New Roman" pitchFamily="18" charset="0"/>
                <a:cs typeface="Times New Roman" pitchFamily="18" charset="0"/>
              </a:endParaRPr>
            </a:p>
          </p:txBody>
        </p:sp>
        <p:sp>
          <p:nvSpPr>
            <p:cNvPr id="60" name="Rectangle 44"/>
            <p:cNvSpPr>
              <a:spLocks noChangeArrowheads="1"/>
            </p:cNvSpPr>
            <p:nvPr/>
          </p:nvSpPr>
          <p:spPr bwMode="auto">
            <a:xfrm>
              <a:off x="8029575" y="1846263"/>
              <a:ext cx="184150" cy="461962"/>
            </a:xfrm>
            <a:prstGeom prst="rect">
              <a:avLst/>
            </a:prstGeom>
            <a:solidFill>
              <a:schemeClr val="bg1"/>
            </a:solidFill>
            <a:ln>
              <a:noFill/>
            </a:ln>
            <a:effectLst/>
            <a:extLst>
              <a:ext uri="{91240B29-F687-4F45-9708-019B960494DF}">
                <a14:hiddenLine xmlns:a14="http://schemas.microsoft.com/office/drawing/2010/main" w="28575" algn="ctr">
                  <a:solidFill>
                    <a:srgbClr val="FF0066"/>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pic>
          <p:nvPicPr>
            <p:cNvPr id="61" name="Picture 1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99238" y="1016000"/>
              <a:ext cx="2659062" cy="411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62" name="Text Box 27"/>
            <p:cNvSpPr txBox="1">
              <a:spLocks noChangeArrowheads="1"/>
            </p:cNvSpPr>
            <p:nvPr/>
          </p:nvSpPr>
          <p:spPr bwMode="auto">
            <a:xfrm>
              <a:off x="3273425" y="1319213"/>
              <a:ext cx="1092200"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Thẻ nhớ</a:t>
              </a:r>
              <a:endParaRPr lang="ko-KR" altLang="en-US" sz="900" b="1">
                <a:solidFill>
                  <a:srgbClr val="3333CC"/>
                </a:solidFill>
                <a:latin typeface="Times New Roman" pitchFamily="18" charset="0"/>
                <a:cs typeface="Times New Roman" pitchFamily="18" charset="0"/>
              </a:endParaRPr>
            </a:p>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Eject button</a:t>
              </a:r>
              <a:endParaRPr lang="ko-KR" altLang="en-US" sz="900" b="1">
                <a:solidFill>
                  <a:srgbClr val="3333CC"/>
                </a:solidFill>
                <a:latin typeface="Times New Roman" pitchFamily="18" charset="0"/>
                <a:cs typeface="Times New Roman" pitchFamily="18" charset="0"/>
              </a:endParaRPr>
            </a:p>
          </p:txBody>
        </p:sp>
        <p:sp>
          <p:nvSpPr>
            <p:cNvPr id="63" name="Text Box 28"/>
            <p:cNvSpPr txBox="1">
              <a:spLocks noChangeArrowheads="1"/>
            </p:cNvSpPr>
            <p:nvPr/>
          </p:nvSpPr>
          <p:spPr bwMode="auto">
            <a:xfrm>
              <a:off x="3116263" y="2166938"/>
              <a:ext cx="5905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700" b="1">
                  <a:solidFill>
                    <a:srgbClr val="3333CC"/>
                  </a:solidFill>
                  <a:latin typeface="Times New Roman" pitchFamily="18" charset="0"/>
                  <a:cs typeface="Times New Roman" pitchFamily="18" charset="0"/>
                </a:rPr>
                <a:t>Thẻ nhớ</a:t>
              </a:r>
              <a:endParaRPr lang="ko-KR" altLang="en-US" sz="700" b="1">
                <a:solidFill>
                  <a:srgbClr val="3333CC"/>
                </a:solidFill>
                <a:latin typeface="Times New Roman" pitchFamily="18" charset="0"/>
                <a:cs typeface="Times New Roman" pitchFamily="18" charset="0"/>
              </a:endParaRPr>
            </a:p>
            <a:p>
              <a:pPr eaLnBrk="1" hangingPunct="1">
                <a:lnSpc>
                  <a:spcPct val="100000"/>
                </a:lnSpc>
                <a:spcBef>
                  <a:spcPct val="50000"/>
                </a:spcBef>
                <a:buFontTx/>
                <a:buNone/>
              </a:pPr>
              <a:r>
                <a:rPr lang="en-US" altLang="ko-KR" sz="700" b="1">
                  <a:solidFill>
                    <a:srgbClr val="3333CC"/>
                  </a:solidFill>
                  <a:latin typeface="Times New Roman" pitchFamily="18" charset="0"/>
                  <a:cs typeface="Times New Roman" pitchFamily="18" charset="0"/>
                </a:rPr>
                <a:t>connector</a:t>
              </a:r>
            </a:p>
            <a:p>
              <a:pPr eaLnBrk="1" hangingPunct="1">
                <a:lnSpc>
                  <a:spcPct val="100000"/>
                </a:lnSpc>
                <a:spcBef>
                  <a:spcPct val="50000"/>
                </a:spcBef>
                <a:buFontTx/>
                <a:buNone/>
              </a:pPr>
              <a:r>
                <a:rPr lang="en-US" altLang="ko-KR" sz="700" b="1">
                  <a:solidFill>
                    <a:srgbClr val="3333CC"/>
                  </a:solidFill>
                  <a:latin typeface="Times New Roman" pitchFamily="18" charset="0"/>
                  <a:cs typeface="Times New Roman" pitchFamily="18" charset="0"/>
                </a:rPr>
                <a:t>trang bị </a:t>
              </a:r>
              <a:endParaRPr lang="ko-KR" altLang="en-US" sz="700" b="1">
                <a:solidFill>
                  <a:srgbClr val="3333CC"/>
                </a:solidFill>
                <a:latin typeface="Times New Roman" pitchFamily="18" charset="0"/>
                <a:cs typeface="Times New Roman" pitchFamily="18" charset="0"/>
              </a:endParaRPr>
            </a:p>
          </p:txBody>
        </p:sp>
        <p:sp>
          <p:nvSpPr>
            <p:cNvPr id="64" name="Text Box 31"/>
            <p:cNvSpPr txBox="1">
              <a:spLocks noChangeArrowheads="1"/>
            </p:cNvSpPr>
            <p:nvPr/>
          </p:nvSpPr>
          <p:spPr bwMode="auto">
            <a:xfrm>
              <a:off x="2540000" y="3251200"/>
              <a:ext cx="101441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USB connector</a:t>
              </a:r>
              <a:endParaRPr lang="ko-KR" altLang="en-US" sz="900" b="1">
                <a:solidFill>
                  <a:srgbClr val="3333CC"/>
                </a:solidFill>
                <a:latin typeface="Times New Roman" pitchFamily="18" charset="0"/>
                <a:cs typeface="Times New Roman" pitchFamily="18" charset="0"/>
              </a:endParaRPr>
            </a:p>
          </p:txBody>
        </p:sp>
        <p:sp>
          <p:nvSpPr>
            <p:cNvPr id="65" name="Text Box 32"/>
            <p:cNvSpPr txBox="1">
              <a:spLocks noChangeArrowheads="1"/>
            </p:cNvSpPr>
            <p:nvPr/>
          </p:nvSpPr>
          <p:spPr bwMode="auto">
            <a:xfrm>
              <a:off x="2468563" y="3844925"/>
              <a:ext cx="15605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RS-232C connector</a:t>
              </a:r>
              <a:endParaRPr lang="ko-KR" altLang="en-US" sz="900" b="1">
                <a:solidFill>
                  <a:srgbClr val="3333CC"/>
                </a:solidFill>
                <a:latin typeface="Times New Roman" pitchFamily="18" charset="0"/>
                <a:cs typeface="Times New Roman" pitchFamily="18" charset="0"/>
              </a:endParaRPr>
            </a:p>
          </p:txBody>
        </p:sp>
        <p:sp>
          <p:nvSpPr>
            <p:cNvPr id="66" name="Text Box 33"/>
            <p:cNvSpPr txBox="1">
              <a:spLocks noChangeArrowheads="1"/>
            </p:cNvSpPr>
            <p:nvPr/>
          </p:nvSpPr>
          <p:spPr bwMode="auto">
            <a:xfrm>
              <a:off x="5738813" y="2235200"/>
              <a:ext cx="10144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T</a:t>
              </a:r>
              <a:r>
                <a:rPr lang="en-US" altLang="ko-KR" sz="900" b="1" smtClean="0">
                  <a:solidFill>
                    <a:srgbClr val="3333CC"/>
                  </a:solidFill>
                  <a:latin typeface="Times New Roman" pitchFamily="18" charset="0"/>
                  <a:cs typeface="Times New Roman" pitchFamily="18" charset="0"/>
                </a:rPr>
                <a:t>IP </a:t>
              </a:r>
              <a:r>
                <a:rPr lang="en-US" altLang="ko-KR" sz="900" b="1">
                  <a:solidFill>
                    <a:srgbClr val="3333CC"/>
                  </a:solidFill>
                  <a:latin typeface="Times New Roman" pitchFamily="18" charset="0"/>
                  <a:cs typeface="Times New Roman" pitchFamily="18" charset="0"/>
                </a:rPr>
                <a:t>switch</a:t>
              </a:r>
              <a:endParaRPr lang="ko-KR" altLang="en-US" sz="900" b="1">
                <a:solidFill>
                  <a:srgbClr val="3333CC"/>
                </a:solidFill>
                <a:latin typeface="Times New Roman" pitchFamily="18" charset="0"/>
                <a:cs typeface="Times New Roman" pitchFamily="18" charset="0"/>
              </a:endParaRPr>
            </a:p>
          </p:txBody>
        </p:sp>
        <p:sp>
          <p:nvSpPr>
            <p:cNvPr id="67" name="Text Box 34"/>
            <p:cNvSpPr txBox="1">
              <a:spLocks noChangeArrowheads="1"/>
            </p:cNvSpPr>
            <p:nvPr/>
          </p:nvSpPr>
          <p:spPr bwMode="auto">
            <a:xfrm>
              <a:off x="5746750" y="2600325"/>
              <a:ext cx="21050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RUN/STOP switch</a:t>
              </a:r>
              <a:endParaRPr lang="ko-KR" altLang="en-US" sz="900" b="1">
                <a:solidFill>
                  <a:srgbClr val="3333CC"/>
                </a:solidFill>
                <a:latin typeface="Times New Roman" pitchFamily="18" charset="0"/>
                <a:cs typeface="Times New Roman" pitchFamily="18" charset="0"/>
              </a:endParaRPr>
            </a:p>
          </p:txBody>
        </p:sp>
        <p:sp>
          <p:nvSpPr>
            <p:cNvPr id="68" name="Text Box 35"/>
            <p:cNvSpPr txBox="1">
              <a:spLocks noChangeArrowheads="1"/>
            </p:cNvSpPr>
            <p:nvPr/>
          </p:nvSpPr>
          <p:spPr bwMode="auto">
            <a:xfrm>
              <a:off x="5748338" y="2860675"/>
              <a:ext cx="1455737"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RESET/L.CLR switch</a:t>
              </a:r>
              <a:endParaRPr lang="ko-KR" altLang="en-US" sz="900" b="1">
                <a:solidFill>
                  <a:srgbClr val="3333CC"/>
                </a:solidFill>
                <a:latin typeface="Times New Roman" pitchFamily="18" charset="0"/>
                <a:cs typeface="Times New Roman" pitchFamily="18" charset="0"/>
              </a:endParaRPr>
            </a:p>
          </p:txBody>
        </p:sp>
        <p:sp>
          <p:nvSpPr>
            <p:cNvPr id="69" name="Text Box 36"/>
            <p:cNvSpPr txBox="1">
              <a:spLocks noChangeArrowheads="1"/>
            </p:cNvSpPr>
            <p:nvPr/>
          </p:nvSpPr>
          <p:spPr bwMode="auto">
            <a:xfrm>
              <a:off x="6289675" y="1166813"/>
              <a:ext cx="85883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Lỗ vít cố định module</a:t>
              </a:r>
              <a:endParaRPr lang="ko-KR" altLang="en-US" sz="900" b="1">
                <a:solidFill>
                  <a:srgbClr val="3333CC"/>
                </a:solidFill>
                <a:latin typeface="Times New Roman" pitchFamily="18" charset="0"/>
                <a:cs typeface="Times New Roman" pitchFamily="18" charset="0"/>
              </a:endParaRPr>
            </a:p>
          </p:txBody>
        </p:sp>
        <p:sp>
          <p:nvSpPr>
            <p:cNvPr id="70" name="Text Box 37"/>
            <p:cNvSpPr txBox="1">
              <a:spLocks noChangeArrowheads="1"/>
            </p:cNvSpPr>
            <p:nvPr/>
          </p:nvSpPr>
          <p:spPr bwMode="auto">
            <a:xfrm>
              <a:off x="6248400" y="3321050"/>
              <a:ext cx="1016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err="1" smtClean="0">
                  <a:solidFill>
                    <a:srgbClr val="3333CC"/>
                  </a:solidFill>
                  <a:latin typeface="Times New Roman" pitchFamily="18" charset="0"/>
                  <a:cs typeface="Times New Roman" pitchFamily="18" charset="0"/>
                </a:rPr>
                <a:t>Mấu</a:t>
              </a:r>
              <a:r>
                <a:rPr lang="en-US" altLang="ko-KR" sz="900" b="1" smtClean="0">
                  <a:solidFill>
                    <a:srgbClr val="3333CC"/>
                  </a:solidFill>
                  <a:latin typeface="Times New Roman" pitchFamily="18" charset="0"/>
                  <a:cs typeface="Times New Roman" pitchFamily="18" charset="0"/>
                </a:rPr>
                <a:t> </a:t>
              </a:r>
              <a:r>
                <a:rPr lang="en-US" altLang="ko-KR" sz="900" b="1" err="1">
                  <a:solidFill>
                    <a:srgbClr val="3333CC"/>
                  </a:solidFill>
                  <a:latin typeface="Times New Roman" pitchFamily="18" charset="0"/>
                  <a:cs typeface="Times New Roman" pitchFamily="18" charset="0"/>
                </a:rPr>
                <a:t>cố</a:t>
              </a:r>
              <a:r>
                <a:rPr lang="en-US" altLang="ko-KR" sz="900" b="1">
                  <a:solidFill>
                    <a:srgbClr val="3333CC"/>
                  </a:solidFill>
                  <a:latin typeface="Times New Roman" pitchFamily="18" charset="0"/>
                  <a:cs typeface="Times New Roman" pitchFamily="18" charset="0"/>
                </a:rPr>
                <a:t> </a:t>
              </a:r>
              <a:r>
                <a:rPr lang="en-US" altLang="ko-KR" sz="900" b="1" err="1">
                  <a:solidFill>
                    <a:srgbClr val="3333CC"/>
                  </a:solidFill>
                  <a:latin typeface="Times New Roman" pitchFamily="18" charset="0"/>
                  <a:cs typeface="Times New Roman" pitchFamily="18" charset="0"/>
                </a:rPr>
                <a:t>định</a:t>
              </a:r>
              <a:r>
                <a:rPr lang="en-US" altLang="ko-KR" sz="900" b="1">
                  <a:solidFill>
                    <a:srgbClr val="3333CC"/>
                  </a:solidFill>
                  <a:latin typeface="Times New Roman" pitchFamily="18" charset="0"/>
                  <a:cs typeface="Times New Roman" pitchFamily="18" charset="0"/>
                </a:rPr>
                <a:t> module</a:t>
              </a:r>
              <a:endParaRPr lang="ko-KR" altLang="en-US" sz="900" b="1">
                <a:solidFill>
                  <a:srgbClr val="3333CC"/>
                </a:solidFill>
                <a:latin typeface="Times New Roman" pitchFamily="18" charset="0"/>
                <a:cs typeface="Times New Roman" pitchFamily="18" charset="0"/>
              </a:endParaRPr>
            </a:p>
          </p:txBody>
        </p:sp>
        <p:sp>
          <p:nvSpPr>
            <p:cNvPr id="71" name="Text Box 38"/>
            <p:cNvSpPr txBox="1">
              <a:spLocks noChangeArrowheads="1"/>
            </p:cNvSpPr>
            <p:nvPr/>
          </p:nvSpPr>
          <p:spPr bwMode="auto">
            <a:xfrm>
              <a:off x="8516938" y="3941763"/>
              <a:ext cx="1331912" cy="23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Battery connector pin</a:t>
              </a:r>
              <a:endParaRPr lang="ko-KR" altLang="en-US" sz="900" b="1">
                <a:solidFill>
                  <a:srgbClr val="3333CC"/>
                </a:solidFill>
                <a:latin typeface="Times New Roman" pitchFamily="18" charset="0"/>
                <a:cs typeface="Times New Roman" pitchFamily="18" charset="0"/>
              </a:endParaRPr>
            </a:p>
          </p:txBody>
        </p:sp>
        <p:sp>
          <p:nvSpPr>
            <p:cNvPr id="72" name="Text Box 39"/>
            <p:cNvSpPr txBox="1">
              <a:spLocks noChangeArrowheads="1"/>
            </p:cNvSpPr>
            <p:nvPr/>
          </p:nvSpPr>
          <p:spPr bwMode="auto">
            <a:xfrm>
              <a:off x="6429375" y="3786188"/>
              <a:ext cx="600075" cy="23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solidFill>
                    <a:srgbClr val="3333CC"/>
                  </a:solidFill>
                  <a:latin typeface="Times New Roman" pitchFamily="18" charset="0"/>
                  <a:cs typeface="Times New Roman" pitchFamily="18" charset="0"/>
                </a:rPr>
                <a:t>Battery</a:t>
              </a:r>
              <a:endParaRPr lang="ko-KR" altLang="en-US" sz="900" b="1">
                <a:solidFill>
                  <a:srgbClr val="3333CC"/>
                </a:solidFill>
                <a:latin typeface="Times New Roman" pitchFamily="18" charset="0"/>
                <a:cs typeface="Times New Roman" pitchFamily="18" charset="0"/>
              </a:endParaRPr>
            </a:p>
          </p:txBody>
        </p:sp>
        <p:sp>
          <p:nvSpPr>
            <p:cNvPr id="73" name="Rectangle 74"/>
            <p:cNvSpPr>
              <a:spLocks noChangeArrowheads="1"/>
            </p:cNvSpPr>
            <p:nvPr/>
          </p:nvSpPr>
          <p:spPr bwMode="auto">
            <a:xfrm>
              <a:off x="4076700" y="4903788"/>
              <a:ext cx="184150" cy="461962"/>
            </a:xfrm>
            <a:prstGeom prst="rect">
              <a:avLst/>
            </a:prstGeom>
            <a:solidFill>
              <a:schemeClr val="bg1"/>
            </a:solidFill>
            <a:ln>
              <a:noFill/>
            </a:ln>
            <a:effectLst/>
            <a:extLst>
              <a:ext uri="{91240B29-F687-4F45-9708-019B960494DF}">
                <a14:hiddenLine xmlns:a14="http://schemas.microsoft.com/office/drawing/2010/main" w="28575" algn="ctr">
                  <a:solidFill>
                    <a:srgbClr val="FF0066"/>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74" name="직사각형 1"/>
            <p:cNvSpPr>
              <a:spLocks noChangeArrowheads="1"/>
            </p:cNvSpPr>
            <p:nvPr/>
          </p:nvSpPr>
          <p:spPr bwMode="auto">
            <a:xfrm>
              <a:off x="488950" y="4510088"/>
              <a:ext cx="1922463" cy="45561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75" name="Text Box 26"/>
            <p:cNvSpPr txBox="1">
              <a:spLocks noChangeArrowheads="1"/>
            </p:cNvSpPr>
            <p:nvPr/>
          </p:nvSpPr>
          <p:spPr bwMode="auto">
            <a:xfrm>
              <a:off x="1028700" y="4808538"/>
              <a:ext cx="2386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a:latin typeface="Times New Roman" pitchFamily="18" charset="0"/>
                  <a:cs typeface="Times New Roman" pitchFamily="18" charset="0"/>
                </a:rPr>
                <a:t>Hình</a:t>
              </a:r>
              <a:r>
                <a:rPr lang="ko-KR" altLang="en-US" sz="900">
                  <a:latin typeface="Times New Roman" pitchFamily="18" charset="0"/>
                  <a:cs typeface="Times New Roman" pitchFamily="18" charset="0"/>
                </a:rPr>
                <a:t> </a:t>
              </a:r>
              <a:r>
                <a:rPr lang="en-US" altLang="ko-KR" sz="900">
                  <a:latin typeface="Times New Roman" pitchFamily="18" charset="0"/>
                  <a:cs typeface="Times New Roman" pitchFamily="18" charset="0"/>
                </a:rPr>
                <a:t>4.8 Mặt trước</a:t>
              </a:r>
              <a:endParaRPr lang="ko-KR" altLang="en-US" sz="900">
                <a:latin typeface="Times New Roman" pitchFamily="18" charset="0"/>
                <a:cs typeface="Times New Roman" pitchFamily="18" charset="0"/>
              </a:endParaRPr>
            </a:p>
          </p:txBody>
        </p:sp>
        <p:sp>
          <p:nvSpPr>
            <p:cNvPr id="76" name="직사각형 2"/>
            <p:cNvSpPr>
              <a:spLocks noChangeArrowheads="1"/>
            </p:cNvSpPr>
            <p:nvPr/>
          </p:nvSpPr>
          <p:spPr bwMode="auto">
            <a:xfrm>
              <a:off x="3819525" y="4598988"/>
              <a:ext cx="1476375" cy="45561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77" name="Text Box 26"/>
            <p:cNvSpPr txBox="1">
              <a:spLocks noChangeArrowheads="1"/>
            </p:cNvSpPr>
            <p:nvPr/>
          </p:nvSpPr>
          <p:spPr bwMode="auto">
            <a:xfrm>
              <a:off x="3706813" y="4808538"/>
              <a:ext cx="2384425" cy="23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a:latin typeface="Times New Roman" pitchFamily="18" charset="0"/>
                  <a:cs typeface="Times New Roman" pitchFamily="18" charset="0"/>
                </a:rPr>
                <a:t>Hình</a:t>
              </a:r>
              <a:r>
                <a:rPr lang="ko-KR" altLang="en-US" sz="900">
                  <a:latin typeface="Times New Roman" pitchFamily="18" charset="0"/>
                  <a:cs typeface="Times New Roman" pitchFamily="18" charset="0"/>
                </a:rPr>
                <a:t> </a:t>
              </a:r>
              <a:r>
                <a:rPr lang="en-US" altLang="ko-KR" sz="900">
                  <a:latin typeface="Times New Roman" pitchFamily="18" charset="0"/>
                  <a:cs typeface="Times New Roman" pitchFamily="18" charset="0"/>
                </a:rPr>
                <a:t>4.9 Trạng thái mở cover mặt cạnh</a:t>
              </a:r>
              <a:endParaRPr lang="ko-KR" altLang="en-US" sz="900">
                <a:latin typeface="Times New Roman" pitchFamily="18" charset="0"/>
                <a:cs typeface="Times New Roman" pitchFamily="18" charset="0"/>
              </a:endParaRPr>
            </a:p>
          </p:txBody>
        </p:sp>
        <p:sp>
          <p:nvSpPr>
            <p:cNvPr id="78" name="직사각형 59"/>
            <p:cNvSpPr>
              <a:spLocks noChangeArrowheads="1"/>
            </p:cNvSpPr>
            <p:nvPr/>
          </p:nvSpPr>
          <p:spPr bwMode="auto">
            <a:xfrm>
              <a:off x="7204075" y="4594225"/>
              <a:ext cx="1476375" cy="45402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79" name="Text Box 26"/>
            <p:cNvSpPr txBox="1">
              <a:spLocks noChangeArrowheads="1"/>
            </p:cNvSpPr>
            <p:nvPr/>
          </p:nvSpPr>
          <p:spPr bwMode="auto">
            <a:xfrm>
              <a:off x="7724775" y="4808538"/>
              <a:ext cx="13319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a:latin typeface="Times New Roman" pitchFamily="18" charset="0"/>
                  <a:cs typeface="Times New Roman" pitchFamily="18" charset="0"/>
                </a:rPr>
                <a:t>Hình</a:t>
              </a:r>
              <a:r>
                <a:rPr lang="ko-KR" altLang="en-US" sz="900">
                  <a:latin typeface="Times New Roman" pitchFamily="18" charset="0"/>
                  <a:cs typeface="Times New Roman" pitchFamily="18" charset="0"/>
                </a:rPr>
                <a:t> </a:t>
              </a:r>
              <a:r>
                <a:rPr lang="en-US" altLang="ko-KR" sz="900">
                  <a:latin typeface="Times New Roman" pitchFamily="18" charset="0"/>
                  <a:cs typeface="Times New Roman" pitchFamily="18" charset="0"/>
                </a:rPr>
                <a:t>4.10 Mặt cạnh</a:t>
              </a:r>
              <a:endParaRPr lang="ko-KR" altLang="en-US" sz="900">
                <a:latin typeface="Times New Roman" pitchFamily="18" charset="0"/>
                <a:cs typeface="Times New Roman" pitchFamily="18" charset="0"/>
              </a:endParaRPr>
            </a:p>
          </p:txBody>
        </p:sp>
      </p:grpSp>
      <p:graphicFrame>
        <p:nvGraphicFramePr>
          <p:cNvPr id="80" name="Group 8"/>
          <p:cNvGraphicFramePr>
            <a:graphicFrameLocks noGrp="1"/>
          </p:cNvGraphicFramePr>
          <p:nvPr/>
        </p:nvGraphicFramePr>
        <p:xfrm>
          <a:off x="920750" y="5118100"/>
          <a:ext cx="8208963" cy="1184275"/>
        </p:xfrm>
        <a:graphic>
          <a:graphicData uri="http://schemas.openxmlformats.org/drawingml/2006/table">
            <a:tbl>
              <a:tblPr/>
              <a:tblGrid>
                <a:gridCol w="514350"/>
                <a:gridCol w="2384425"/>
                <a:gridCol w="5310188"/>
              </a:tblGrid>
              <a:tr h="27305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No.</a:t>
                      </a:r>
                    </a:p>
                  </a:txBody>
                  <a:tcPr anchor="ctr"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Tên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gọi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Mục</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đích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dụng</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r>
              <a:tr h="27305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a:t>
                      </a:r>
                    </a:p>
                  </a:txBody>
                  <a:tcPr anchor="ctr"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Hook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cố</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định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unit</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Hook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cố</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định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unit ở base unit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Cài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đặt</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one touch)</a:t>
                      </a:r>
                    </a:p>
                  </a:txBody>
                  <a:tcP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63817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2</a:t>
                      </a:r>
                    </a:p>
                  </a:txBody>
                  <a:tcPr anchor="ctr"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LED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phân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biệt</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mode</a:t>
                      </a: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tab pos="750888" algn="l"/>
                          <a:tab pos="857250" algn="l"/>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Xuất</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mode CPU .</a:t>
                      </a:r>
                    </a:p>
                    <a:p>
                      <a:pPr marL="0" marR="0" lvl="0" indent="0" algn="l" defTabSz="914400" rtl="0" eaLnBrk="0" fontAlgn="base" latinLnBrk="0" hangingPunct="0">
                        <a:lnSpc>
                          <a:spcPct val="100000"/>
                        </a:lnSpc>
                        <a:spcBef>
                          <a:spcPct val="0"/>
                        </a:spcBef>
                        <a:spcAft>
                          <a:spcPct val="0"/>
                        </a:spcAft>
                        <a:buClrTx/>
                        <a:buSzTx/>
                        <a:buFontTx/>
                        <a:buNone/>
                        <a:tabLst>
                          <a:tab pos="750888" algn="l"/>
                          <a:tab pos="857250" algn="l"/>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Bật</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đèn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màu</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xanh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lá</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 Mode Q</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750888" algn="l"/>
                          <a:tab pos="857250" algn="l"/>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Bật</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đèn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màu</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cam) :  Mode A</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r>
            </a:tbl>
          </a:graphicData>
        </a:graphic>
      </p:graphicFrame>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43"/>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24579" name="Rectangle 45"/>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grpSp>
        <p:nvGrpSpPr>
          <p:cNvPr id="23" name="그룹 22"/>
          <p:cNvGrpSpPr/>
          <p:nvPr/>
        </p:nvGrpSpPr>
        <p:grpSpPr>
          <a:xfrm>
            <a:off x="661988" y="800100"/>
            <a:ext cx="8718550" cy="5337175"/>
            <a:chOff x="661988" y="800100"/>
            <a:chExt cx="8718550" cy="5337175"/>
          </a:xfrm>
        </p:grpSpPr>
        <p:grpSp>
          <p:nvGrpSpPr>
            <p:cNvPr id="24" name="Group 49"/>
            <p:cNvGrpSpPr>
              <a:grpSpLocks/>
            </p:cNvGrpSpPr>
            <p:nvPr/>
          </p:nvGrpSpPr>
          <p:grpSpPr bwMode="auto">
            <a:xfrm>
              <a:off x="661988" y="800100"/>
              <a:ext cx="8718550" cy="5337175"/>
              <a:chOff x="417" y="504"/>
              <a:chExt cx="5492" cy="3362"/>
            </a:xfrm>
          </p:grpSpPr>
          <p:grpSp>
            <p:nvGrpSpPr>
              <p:cNvPr id="35" name="Group 47"/>
              <p:cNvGrpSpPr>
                <a:grpSpLocks/>
              </p:cNvGrpSpPr>
              <p:nvPr/>
            </p:nvGrpSpPr>
            <p:grpSpPr bwMode="auto">
              <a:xfrm>
                <a:off x="417" y="510"/>
                <a:ext cx="5492" cy="3356"/>
                <a:chOff x="417" y="510"/>
                <a:chExt cx="5492" cy="3356"/>
              </a:xfrm>
            </p:grpSpPr>
            <p:pic>
              <p:nvPicPr>
                <p:cNvPr id="37" name="Picture 3"/>
                <p:cNvPicPr>
                  <a:picLocks noChangeAspect="1" noChangeArrowheads="1"/>
                </p:cNvPicPr>
                <p:nvPr/>
              </p:nvPicPr>
              <p:blipFill>
                <a:blip r:embed="rId2">
                  <a:extLst>
                    <a:ext uri="{28A0092B-C50C-407E-A947-70E740481C1C}">
                      <a14:useLocalDpi xmlns:a14="http://schemas.microsoft.com/office/drawing/2010/main" val="0"/>
                    </a:ext>
                  </a:extLst>
                </a:blip>
                <a:srcRect l="192" t="143" b="96893"/>
                <a:stretch>
                  <a:fillRect/>
                </a:stretch>
              </p:blipFill>
              <p:spPr bwMode="auto">
                <a:xfrm>
                  <a:off x="417" y="510"/>
                  <a:ext cx="5487" cy="192"/>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8" name="Picture 4"/>
                <p:cNvPicPr>
                  <a:picLocks noChangeAspect="1" noChangeArrowheads="1"/>
                </p:cNvPicPr>
                <p:nvPr/>
              </p:nvPicPr>
              <p:blipFill>
                <a:blip r:embed="rId2">
                  <a:extLst>
                    <a:ext uri="{28A0092B-C50C-407E-A947-70E740481C1C}">
                      <a14:useLocalDpi xmlns:a14="http://schemas.microsoft.com/office/drawing/2010/main" val="0"/>
                    </a:ext>
                  </a:extLst>
                </a:blip>
                <a:srcRect l="157" t="17371" b="33592"/>
                <a:stretch>
                  <a:fillRect/>
                </a:stretch>
              </p:blipFill>
              <p:spPr bwMode="auto">
                <a:xfrm>
                  <a:off x="421" y="687"/>
                  <a:ext cx="5488" cy="3179"/>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6" name="Line 48"/>
              <p:cNvSpPr>
                <a:spLocks noChangeShapeType="1"/>
              </p:cNvSpPr>
              <p:nvPr/>
            </p:nvSpPr>
            <p:spPr bwMode="auto">
              <a:xfrm>
                <a:off x="5905" y="504"/>
                <a:ext cx="0" cy="33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85337" tIns="42669" rIns="85337" bIns="42669" anchor="ctr">
                <a:spAutoFit/>
              </a:bodyPr>
              <a:lstStyle/>
              <a:p>
                <a:endParaRPr lang="ko-KR" altLang="en-US"/>
              </a:p>
            </p:txBody>
          </p:sp>
        </p:grpSp>
        <p:sp>
          <p:nvSpPr>
            <p:cNvPr id="25" name="직사각형 1"/>
            <p:cNvSpPr>
              <a:spLocks noChangeArrowheads="1"/>
            </p:cNvSpPr>
            <p:nvPr/>
          </p:nvSpPr>
          <p:spPr bwMode="auto">
            <a:xfrm>
              <a:off x="1609725" y="828675"/>
              <a:ext cx="1152525" cy="252413"/>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26" name="Text Box 26"/>
            <p:cNvSpPr txBox="1">
              <a:spLocks noChangeArrowheads="1"/>
            </p:cNvSpPr>
            <p:nvPr/>
          </p:nvSpPr>
          <p:spPr bwMode="auto">
            <a:xfrm>
              <a:off x="1589088" y="819150"/>
              <a:ext cx="936625"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100" b="1">
                  <a:latin typeface="Times New Roman" pitchFamily="18" charset="0"/>
                  <a:cs typeface="Times New Roman" pitchFamily="18" charset="0"/>
                </a:rPr>
                <a:t>Tên gọi</a:t>
              </a:r>
              <a:endParaRPr lang="ko-KR" altLang="en-US" sz="1100" b="1">
                <a:latin typeface="Times New Roman" pitchFamily="18" charset="0"/>
                <a:cs typeface="Times New Roman" pitchFamily="18" charset="0"/>
              </a:endParaRPr>
            </a:p>
          </p:txBody>
        </p:sp>
        <p:sp>
          <p:nvSpPr>
            <p:cNvPr id="27" name="직사각형 10"/>
            <p:cNvSpPr>
              <a:spLocks noChangeArrowheads="1"/>
            </p:cNvSpPr>
            <p:nvPr/>
          </p:nvSpPr>
          <p:spPr bwMode="auto">
            <a:xfrm>
              <a:off x="5529263" y="828675"/>
              <a:ext cx="1439862" cy="252413"/>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28" name="Text Box 26"/>
            <p:cNvSpPr txBox="1">
              <a:spLocks noChangeArrowheads="1"/>
            </p:cNvSpPr>
            <p:nvPr/>
          </p:nvSpPr>
          <p:spPr bwMode="auto">
            <a:xfrm>
              <a:off x="5508625" y="819150"/>
              <a:ext cx="14605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100" b="1">
                  <a:latin typeface="Times New Roman" pitchFamily="18" charset="0"/>
                  <a:cs typeface="Times New Roman" pitchFamily="18" charset="0"/>
                </a:rPr>
                <a:t>Mục đích sử dụng</a:t>
              </a:r>
              <a:endParaRPr lang="ko-KR" altLang="en-US" sz="1100" b="1">
                <a:latin typeface="Times New Roman" pitchFamily="18" charset="0"/>
                <a:cs typeface="Times New Roman" pitchFamily="18" charset="0"/>
              </a:endParaRPr>
            </a:p>
          </p:txBody>
        </p:sp>
        <p:sp>
          <p:nvSpPr>
            <p:cNvPr id="29" name="직사각형 12"/>
            <p:cNvSpPr>
              <a:spLocks noChangeArrowheads="1"/>
            </p:cNvSpPr>
            <p:nvPr/>
          </p:nvSpPr>
          <p:spPr bwMode="auto">
            <a:xfrm>
              <a:off x="3260725" y="1130300"/>
              <a:ext cx="6013450" cy="3167063"/>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30" name="Text Box 26"/>
            <p:cNvSpPr txBox="1">
              <a:spLocks noChangeArrowheads="1"/>
            </p:cNvSpPr>
            <p:nvPr/>
          </p:nvSpPr>
          <p:spPr bwMode="auto">
            <a:xfrm>
              <a:off x="3311525" y="1127125"/>
              <a:ext cx="5740400" cy="279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latin typeface="Times New Roman" pitchFamily="18" charset="0"/>
                  <a:cs typeface="Times New Roman" pitchFamily="18" charset="0"/>
                </a:rPr>
                <a:t>Thể  hiện trạng thái hoạt động của CPU.</a:t>
              </a:r>
            </a:p>
            <a:p>
              <a:pPr eaLnBrk="1" hangingPunct="1">
                <a:lnSpc>
                  <a:spcPct val="100000"/>
                </a:lnSpc>
                <a:spcBef>
                  <a:spcPct val="50000"/>
                </a:spcBef>
                <a:buFontTx/>
                <a:buNone/>
              </a:pPr>
              <a:r>
                <a:rPr lang="en-US" altLang="ko-KR" sz="900" b="1">
                  <a:latin typeface="Times New Roman" pitchFamily="18" charset="0"/>
                  <a:cs typeface="Times New Roman" pitchFamily="18" charset="0"/>
                </a:rPr>
                <a:t>Bật: RUN - khi đang vận hành.</a:t>
              </a:r>
            </a:p>
            <a:p>
              <a:pPr eaLnBrk="1" hangingPunct="1">
                <a:lnSpc>
                  <a:spcPct val="100000"/>
                </a:lnSpc>
                <a:spcBef>
                  <a:spcPct val="50000"/>
                </a:spcBef>
                <a:buFontTx/>
                <a:buNone/>
              </a:pPr>
              <a:r>
                <a:rPr lang="en-US" altLang="ko-KR" sz="900" b="1">
                  <a:latin typeface="Times New Roman" pitchFamily="18" charset="0"/>
                  <a:cs typeface="Times New Roman" pitchFamily="18" charset="0"/>
                </a:rPr>
                <a:t>Tắt</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 STOP – khi đang dừng</a:t>
              </a:r>
            </a:p>
            <a:p>
              <a:pPr eaLnBrk="1" hangingPunct="1">
                <a:lnSpc>
                  <a:spcPct val="100000"/>
                </a:lnSpc>
                <a:spcBef>
                  <a:spcPct val="50000"/>
                </a:spcBef>
                <a:buFontTx/>
                <a:buNone/>
              </a:pPr>
              <a:r>
                <a:rPr lang="en-US" altLang="ko-KR" sz="900" b="1">
                  <a:latin typeface="Times New Roman" pitchFamily="18" charset="0"/>
                  <a:cs typeface="Times New Roman" pitchFamily="18" charset="0"/>
                </a:rPr>
                <a:t>         hay khi dừng vận hành để phân tích lỗi </a:t>
              </a:r>
            </a:p>
            <a:p>
              <a:pPr eaLnBrk="1" hangingPunct="1">
                <a:lnSpc>
                  <a:spcPct val="100000"/>
                </a:lnSpc>
                <a:spcBef>
                  <a:spcPct val="50000"/>
                </a:spcBef>
                <a:buFontTx/>
                <a:buNone/>
              </a:pPr>
              <a:r>
                <a:rPr lang="en-US" altLang="ko-KR" sz="900" b="1">
                  <a:latin typeface="Times New Roman" pitchFamily="18" charset="0"/>
                  <a:cs typeface="Times New Roman" pitchFamily="18" charset="0"/>
                </a:rPr>
                <a:t>Nhấp nháy</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 dùng thông số hay program trong khi đang STOP  và STOP nút RUN/STOP -&gt; khi đã RUN,  trường hợp dùng program sau đó bật RUN LED rồi thực hiện thao tác như sau.</a:t>
              </a:r>
            </a:p>
            <a:p>
              <a:pPr eaLnBrk="1" hangingPunct="1">
                <a:lnSpc>
                  <a:spcPct val="100000"/>
                </a:lnSpc>
                <a:spcBef>
                  <a:spcPct val="50000"/>
                </a:spcBef>
                <a:buFontTx/>
                <a:buNone/>
              </a:pPr>
              <a:r>
                <a:rPr lang="en-US" altLang="ko-KR" sz="900" b="1">
                  <a:latin typeface="Times New Roman" pitchFamily="18" charset="0"/>
                  <a:cs typeface="Times New Roman" pitchFamily="18" charset="0"/>
                </a:rPr>
                <a:t>           - RUN bằng nút RUN/STOP -&gt; STOP -&gt; RUN </a:t>
              </a:r>
            </a:p>
            <a:p>
              <a:pPr eaLnBrk="1" hangingPunct="1">
                <a:lnSpc>
                  <a:spcPct val="100000"/>
                </a:lnSpc>
                <a:spcBef>
                  <a:spcPct val="50000"/>
                </a:spcBef>
                <a:buFontTx/>
                <a:buNone/>
              </a:pPr>
              <a:r>
                <a:rPr lang="en-US" altLang="ko-KR" sz="900" b="1">
                  <a:latin typeface="Times New Roman" pitchFamily="18" charset="0"/>
                  <a:cs typeface="Times New Roman" pitchFamily="18" charset="0"/>
                </a:rPr>
                <a:t>           - RESET bằng nút RESET/L.CLR.</a:t>
              </a:r>
            </a:p>
            <a:p>
              <a:pPr eaLnBrk="1" hangingPunct="1">
                <a:lnSpc>
                  <a:spcPct val="100000"/>
                </a:lnSpc>
                <a:spcBef>
                  <a:spcPct val="50000"/>
                </a:spcBef>
                <a:buFontTx/>
                <a:buNone/>
              </a:pPr>
              <a:r>
                <a:rPr lang="en-US" altLang="ko-KR" sz="900" b="1">
                  <a:latin typeface="Times New Roman" pitchFamily="18" charset="0"/>
                  <a:cs typeface="Times New Roman" pitchFamily="18" charset="0"/>
                </a:rPr>
                <a:t>           - Khởi động lại nguồn điện của PLC.</a:t>
              </a:r>
            </a:p>
            <a:p>
              <a:pPr eaLnBrk="1" hangingPunct="1">
                <a:lnSpc>
                  <a:spcPct val="100000"/>
                </a:lnSpc>
                <a:spcBef>
                  <a:spcPct val="50000"/>
                </a:spcBef>
                <a:buFontTx/>
                <a:buNone/>
              </a:pPr>
              <a:r>
                <a:rPr lang="en-US" altLang="ko-KR" sz="900" b="1">
                  <a:latin typeface="Times New Roman" pitchFamily="18" charset="0"/>
                  <a:cs typeface="Times New Roman" pitchFamily="18" charset="0"/>
                </a:rPr>
                <a:t>Trường hợp dùng program bật RUN LED thì thao tác như sau.</a:t>
              </a:r>
            </a:p>
            <a:p>
              <a:pPr eaLnBrk="1" hangingPunct="1">
                <a:lnSpc>
                  <a:spcPct val="100000"/>
                </a:lnSpc>
                <a:spcBef>
                  <a:spcPct val="50000"/>
                </a:spcBef>
                <a:buFontTx/>
                <a:buNone/>
              </a:pPr>
              <a:r>
                <a:rPr lang="en-US" altLang="ko-KR" sz="900" b="1">
                  <a:latin typeface="Times New Roman" pitchFamily="18" charset="0"/>
                  <a:cs typeface="Times New Roman" pitchFamily="18" charset="0"/>
                </a:rPr>
                <a:t>           - RESET bằng nút  RESET/L.CLR.</a:t>
              </a:r>
            </a:p>
            <a:p>
              <a:pPr eaLnBrk="1" hangingPunct="1">
                <a:lnSpc>
                  <a:spcPct val="100000"/>
                </a:lnSpc>
                <a:spcBef>
                  <a:spcPct val="50000"/>
                </a:spcBef>
                <a:buFontTx/>
                <a:buNone/>
              </a:pPr>
              <a:r>
                <a:rPr lang="en-US" altLang="ko-KR" sz="900" b="1">
                  <a:latin typeface="Times New Roman" pitchFamily="18" charset="0"/>
                  <a:cs typeface="Times New Roman" pitchFamily="18" charset="0"/>
                </a:rPr>
                <a:t>           - Khởi động lại nguồn điện của PLC.</a:t>
              </a:r>
            </a:p>
            <a:p>
              <a:pPr eaLnBrk="1" hangingPunct="1">
                <a:lnSpc>
                  <a:spcPct val="100000"/>
                </a:lnSpc>
                <a:spcBef>
                  <a:spcPct val="50000"/>
                </a:spcBef>
                <a:buFontTx/>
                <a:buNone/>
              </a:pPr>
              <a:r>
                <a:rPr lang="en-US" altLang="ko-KR" sz="900" b="1">
                  <a:latin typeface="Times New Roman" pitchFamily="18" charset="0"/>
                  <a:cs typeface="Times New Roman" pitchFamily="18" charset="0"/>
                </a:rPr>
                <a:t>         ( Sau khi thay đổi thông số, trường hợp RUN bằng nút RUN/STOP -&gt; STOP -&gt; RUN, không phản ánh thông số liên quan đến module tính năng intelligent như thông số network)</a:t>
              </a:r>
            </a:p>
          </p:txBody>
        </p:sp>
        <p:sp>
          <p:nvSpPr>
            <p:cNvPr id="31" name="직사각형 14"/>
            <p:cNvSpPr>
              <a:spLocks noChangeArrowheads="1"/>
            </p:cNvSpPr>
            <p:nvPr/>
          </p:nvSpPr>
          <p:spPr bwMode="auto">
            <a:xfrm>
              <a:off x="3260725" y="4375150"/>
              <a:ext cx="6013450" cy="1008063"/>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32" name="Text Box 26"/>
            <p:cNvSpPr txBox="1">
              <a:spLocks noChangeArrowheads="1"/>
            </p:cNvSpPr>
            <p:nvPr/>
          </p:nvSpPr>
          <p:spPr bwMode="auto">
            <a:xfrm>
              <a:off x="3311525" y="4375150"/>
              <a:ext cx="5740400" cy="1062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latin typeface="Times New Roman" pitchFamily="18" charset="0"/>
                  <a:cs typeface="Times New Roman" pitchFamily="18" charset="0"/>
                </a:rPr>
                <a:t>Bật: Ngoại trừ lỗi battery, khi phân tích lỗi tự chuẩn đoán mà không ngừng vận hành</a:t>
              </a:r>
            </a:p>
            <a:p>
              <a:pPr eaLnBrk="1" hangingPunct="1">
                <a:lnSpc>
                  <a:spcPct val="100000"/>
                </a:lnSpc>
                <a:spcBef>
                  <a:spcPct val="50000"/>
                </a:spcBef>
                <a:buFontTx/>
                <a:buNone/>
              </a:pPr>
              <a:r>
                <a:rPr lang="en-US" altLang="ko-KR" sz="900" b="1">
                  <a:latin typeface="Times New Roman" pitchFamily="18" charset="0"/>
                  <a:cs typeface="Times New Roman" pitchFamily="18" charset="0"/>
                </a:rPr>
                <a:t>        (Khi đã thiết lập trong thông số bằng “Liên tục vận hành khi kiểm tra lỗi”)</a:t>
              </a:r>
            </a:p>
            <a:p>
              <a:pPr eaLnBrk="1" hangingPunct="1">
                <a:lnSpc>
                  <a:spcPct val="100000"/>
                </a:lnSpc>
                <a:spcBef>
                  <a:spcPct val="50000"/>
                </a:spcBef>
                <a:buFontTx/>
                <a:buNone/>
              </a:pPr>
              <a:r>
                <a:rPr lang="en-US" altLang="ko-KR" sz="900" b="1">
                  <a:latin typeface="Times New Roman" pitchFamily="18" charset="0"/>
                  <a:cs typeface="Times New Roman" pitchFamily="18" charset="0"/>
                </a:rPr>
                <a:t>Tắt </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 </a:t>
              </a:r>
              <a:r>
                <a:rPr lang="vi-VN" altLang="ko-KR" sz="900" b="1">
                  <a:latin typeface="Times New Roman" pitchFamily="18" charset="0"/>
                  <a:cs typeface="Times New Roman" pitchFamily="18" charset="0"/>
                </a:rPr>
                <a:t>Bình thường</a:t>
              </a:r>
              <a:endParaRPr lang="en-US" altLang="ko-KR" sz="900" b="1">
                <a:latin typeface="Times New Roman" pitchFamily="18" charset="0"/>
                <a:cs typeface="Times New Roman" pitchFamily="18" charset="0"/>
              </a:endParaRPr>
            </a:p>
            <a:p>
              <a:pPr eaLnBrk="1" hangingPunct="1">
                <a:lnSpc>
                  <a:spcPct val="100000"/>
                </a:lnSpc>
                <a:spcBef>
                  <a:spcPct val="50000"/>
                </a:spcBef>
                <a:buFontTx/>
                <a:buNone/>
              </a:pPr>
              <a:r>
                <a:rPr lang="en-US" altLang="ko-KR" sz="900" b="1">
                  <a:latin typeface="Times New Roman" pitchFamily="18" charset="0"/>
                  <a:cs typeface="Times New Roman" pitchFamily="18" charset="0"/>
                </a:rPr>
                <a:t>Nhấp nháy</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 Cho “Dừng vận hành” khi phân tích lỗi.</a:t>
              </a:r>
            </a:p>
            <a:p>
              <a:pPr eaLnBrk="1" hangingPunct="1">
                <a:lnSpc>
                  <a:spcPct val="100000"/>
                </a:lnSpc>
                <a:spcBef>
                  <a:spcPct val="50000"/>
                </a:spcBef>
                <a:buFontTx/>
                <a:buNone/>
              </a:pPr>
              <a:r>
                <a:rPr lang="en-US" altLang="ko-KR" sz="900" b="1">
                  <a:latin typeface="Times New Roman" pitchFamily="18" charset="0"/>
                  <a:cs typeface="Times New Roman" pitchFamily="18" charset="0"/>
                </a:rPr>
                <a:t>        Khi “Sử dụng tự động ở ROM tiêu chuẩn” đã chuyển tiếp hoàn toàn</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(BOOT LED</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cũng </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nhấp nháy)</a:t>
              </a:r>
            </a:p>
          </p:txBody>
        </p:sp>
        <p:sp>
          <p:nvSpPr>
            <p:cNvPr id="33" name="직사각형 16"/>
            <p:cNvSpPr>
              <a:spLocks noChangeArrowheads="1"/>
            </p:cNvSpPr>
            <p:nvPr/>
          </p:nvSpPr>
          <p:spPr bwMode="auto">
            <a:xfrm>
              <a:off x="3260725" y="5464175"/>
              <a:ext cx="6013450" cy="61277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34" name="Text Box 26"/>
            <p:cNvSpPr txBox="1">
              <a:spLocks noChangeArrowheads="1"/>
            </p:cNvSpPr>
            <p:nvPr/>
          </p:nvSpPr>
          <p:spPr bwMode="auto">
            <a:xfrm>
              <a:off x="3311525" y="5464175"/>
              <a:ext cx="57404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900" b="1" err="1">
                  <a:latin typeface="Times New Roman" pitchFamily="18" charset="0"/>
                  <a:cs typeface="Times New Roman" pitchFamily="18" charset="0"/>
                </a:rPr>
                <a:t>Bật</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Khi</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phân</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tích</a:t>
              </a:r>
              <a:r>
                <a:rPr lang="en-US" altLang="ko-KR" sz="900" b="1">
                  <a:latin typeface="Times New Roman" pitchFamily="18" charset="0"/>
                  <a:cs typeface="Times New Roman" pitchFamily="18" charset="0"/>
                </a:rPr>
                <a:t> </a:t>
              </a:r>
              <a:r>
                <a:rPr lang="en-US" altLang="ko-KR" sz="900" b="1" err="1" smtClean="0">
                  <a:latin typeface="Times New Roman" pitchFamily="18" charset="0"/>
                  <a:cs typeface="Times New Roman" pitchFamily="18" charset="0"/>
                </a:rPr>
                <a:t>lỗi</a:t>
              </a:r>
              <a:r>
                <a:rPr lang="en-US" altLang="ko-KR" sz="900" b="1" smtClean="0">
                  <a:latin typeface="Times New Roman" pitchFamily="18" charset="0"/>
                  <a:cs typeface="Times New Roman" pitchFamily="18" charset="0"/>
                </a:rPr>
                <a:t> </a:t>
              </a:r>
              <a:r>
                <a:rPr lang="en-US" altLang="ko-KR" sz="900" b="1" err="1">
                  <a:latin typeface="Times New Roman" pitchFamily="18" charset="0"/>
                  <a:cs typeface="Times New Roman" pitchFamily="18" charset="0"/>
                </a:rPr>
                <a:t>bằng</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lệnh</a:t>
              </a:r>
              <a:r>
                <a:rPr lang="en-US" altLang="ko-KR" sz="900" b="1">
                  <a:latin typeface="Times New Roman" pitchFamily="18" charset="0"/>
                  <a:cs typeface="Times New Roman" pitchFamily="18" charset="0"/>
                </a:rPr>
                <a:t> CHK, hay </a:t>
              </a:r>
              <a:r>
                <a:rPr lang="en-US" altLang="ko-KR" sz="900" b="1" err="1">
                  <a:latin typeface="Times New Roman" pitchFamily="18" charset="0"/>
                  <a:cs typeface="Times New Roman" pitchFamily="18" charset="0"/>
                </a:rPr>
                <a:t>khi</a:t>
              </a:r>
              <a:r>
                <a:rPr lang="en-US" altLang="ko-KR" sz="900" b="1">
                  <a:latin typeface="Times New Roman" pitchFamily="18" charset="0"/>
                  <a:cs typeface="Times New Roman" pitchFamily="18" charset="0"/>
                </a:rPr>
                <a:t> </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ON </a:t>
              </a:r>
              <a:r>
                <a:rPr lang="en-US" altLang="ko-KR" sz="900" b="1" smtClean="0">
                  <a:latin typeface="Times New Roman" pitchFamily="18" charset="0"/>
                  <a:cs typeface="Times New Roman" pitchFamily="18" charset="0"/>
                </a:rPr>
                <a:t>F Annunciator.</a:t>
              </a:r>
              <a:r>
                <a:rPr lang="ko-KR" altLang="en-US" sz="900" b="1" smtClean="0">
                  <a:latin typeface="Times New Roman" pitchFamily="18" charset="0"/>
                  <a:cs typeface="Times New Roman" pitchFamily="18" charset="0"/>
                </a:rPr>
                <a:t> </a:t>
              </a:r>
              <a:endParaRPr lang="en-US" altLang="ko-KR" sz="900" b="1">
                <a:latin typeface="Times New Roman" pitchFamily="18" charset="0"/>
                <a:cs typeface="Times New Roman" pitchFamily="18" charset="0"/>
              </a:endParaRPr>
            </a:p>
            <a:p>
              <a:pPr eaLnBrk="1" hangingPunct="1">
                <a:lnSpc>
                  <a:spcPct val="70000"/>
                </a:lnSpc>
                <a:spcBef>
                  <a:spcPct val="50000"/>
                </a:spcBef>
                <a:buFontTx/>
                <a:buNone/>
              </a:pPr>
              <a:r>
                <a:rPr lang="en-US" altLang="ko-KR" sz="900" b="1" err="1">
                  <a:latin typeface="Times New Roman" pitchFamily="18" charset="0"/>
                  <a:cs typeface="Times New Roman" pitchFamily="18" charset="0"/>
                </a:rPr>
                <a:t>Tắt</a:t>
              </a:r>
              <a:r>
                <a:rPr lang="en-US" altLang="ko-KR" sz="900" b="1">
                  <a:latin typeface="Times New Roman" pitchFamily="18" charset="0"/>
                  <a:cs typeface="Times New Roman" pitchFamily="18" charset="0"/>
                </a:rPr>
                <a:t>: </a:t>
              </a:r>
              <a:r>
                <a:rPr lang="vi-VN" altLang="ko-KR" sz="900" b="1">
                  <a:latin typeface="Times New Roman" pitchFamily="18" charset="0"/>
                  <a:cs typeface="Times New Roman" pitchFamily="18" charset="0"/>
                </a:rPr>
                <a:t>Bình thường</a:t>
              </a:r>
              <a:endParaRPr lang="en-US" altLang="ko-KR" sz="900" b="1">
                <a:latin typeface="Times New Roman" pitchFamily="18" charset="0"/>
                <a:cs typeface="Times New Roman" pitchFamily="18" charset="0"/>
              </a:endParaRPr>
            </a:p>
            <a:p>
              <a:pPr eaLnBrk="1" hangingPunct="1">
                <a:lnSpc>
                  <a:spcPct val="70000"/>
                </a:lnSpc>
                <a:spcBef>
                  <a:spcPct val="50000"/>
                </a:spcBef>
                <a:buFontTx/>
                <a:buNone/>
              </a:pPr>
              <a:r>
                <a:rPr lang="en-US" altLang="ko-KR" sz="900" b="1" err="1">
                  <a:latin typeface="Times New Roman" pitchFamily="18" charset="0"/>
                  <a:cs typeface="Times New Roman" pitchFamily="18" charset="0"/>
                </a:rPr>
                <a:t>Nhấp</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nháy</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 </a:t>
              </a:r>
              <a:r>
                <a:rPr lang="en-US" altLang="ko-KR" sz="900" b="1" err="1">
                  <a:latin typeface="Times New Roman" pitchFamily="18" charset="0"/>
                  <a:cs typeface="Times New Roman" pitchFamily="18" charset="0"/>
                </a:rPr>
                <a:t>khi</a:t>
              </a:r>
              <a:r>
                <a:rPr lang="en-US" altLang="ko-KR" sz="900" b="1">
                  <a:latin typeface="Times New Roman" pitchFamily="18" charset="0"/>
                  <a:cs typeface="Times New Roman" pitchFamily="18" charset="0"/>
                </a:rPr>
                <a:t> clear latch</a:t>
              </a:r>
            </a:p>
          </p:txBody>
        </p:sp>
      </p:grp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4" name="Rectangle 53"/>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25605" name="Rectangle 55"/>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grpSp>
        <p:nvGrpSpPr>
          <p:cNvPr id="40" name="그룹 39"/>
          <p:cNvGrpSpPr/>
          <p:nvPr/>
        </p:nvGrpSpPr>
        <p:grpSpPr>
          <a:xfrm>
            <a:off x="704850" y="1004888"/>
            <a:ext cx="8731250" cy="4224337"/>
            <a:chOff x="704850" y="1004888"/>
            <a:chExt cx="8731250" cy="4224337"/>
          </a:xfrm>
        </p:grpSpPr>
        <p:grpSp>
          <p:nvGrpSpPr>
            <p:cNvPr id="41" name="Group 2"/>
            <p:cNvGrpSpPr>
              <a:grpSpLocks/>
            </p:cNvGrpSpPr>
            <p:nvPr/>
          </p:nvGrpSpPr>
          <p:grpSpPr bwMode="auto">
            <a:xfrm>
              <a:off x="704850" y="1187450"/>
              <a:ext cx="8731250" cy="4041775"/>
              <a:chOff x="144" y="432"/>
              <a:chExt cx="5293" cy="2546"/>
            </a:xfrm>
          </p:grpSpPr>
          <p:pic>
            <p:nvPicPr>
              <p:cNvPr id="71" name="Picture 3"/>
              <p:cNvPicPr>
                <a:picLocks noChangeAspect="1" noChangeArrowheads="1"/>
              </p:cNvPicPr>
              <p:nvPr/>
            </p:nvPicPr>
            <p:blipFill>
              <a:blip r:embed="rId2">
                <a:extLst>
                  <a:ext uri="{28A0092B-C50C-407E-A947-70E740481C1C}">
                    <a14:useLocalDpi xmlns:a14="http://schemas.microsoft.com/office/drawing/2010/main" val="0"/>
                  </a:ext>
                </a:extLst>
              </a:blip>
              <a:srcRect t="66148"/>
              <a:stretch>
                <a:fillRect/>
              </a:stretch>
            </p:blipFill>
            <p:spPr bwMode="auto">
              <a:xfrm>
                <a:off x="144" y="624"/>
                <a:ext cx="5293" cy="235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4"/>
              <p:cNvPicPr>
                <a:picLocks noChangeAspect="1" noChangeArrowheads="1"/>
              </p:cNvPicPr>
              <p:nvPr/>
            </p:nvPicPr>
            <p:blipFill>
              <a:blip r:embed="rId2">
                <a:extLst>
                  <a:ext uri="{28A0092B-C50C-407E-A947-70E740481C1C}">
                    <a14:useLocalDpi xmlns:a14="http://schemas.microsoft.com/office/drawing/2010/main" val="0"/>
                  </a:ext>
                </a:extLst>
              </a:blip>
              <a:srcRect b="96893"/>
              <a:stretch>
                <a:fillRect/>
              </a:stretch>
            </p:blipFill>
            <p:spPr bwMode="auto">
              <a:xfrm>
                <a:off x="144" y="432"/>
                <a:ext cx="5293" cy="216"/>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2" name="Line 6"/>
            <p:cNvSpPr>
              <a:spLocks noChangeShapeType="1"/>
            </p:cNvSpPr>
            <p:nvPr/>
          </p:nvSpPr>
          <p:spPr bwMode="auto">
            <a:xfrm>
              <a:off x="9434513" y="1004888"/>
              <a:ext cx="0" cy="40322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ko-KR" altLang="en-US" sz="1050">
                <a:latin typeface="Times New Roman" panose="02020603050405020304" pitchFamily="18" charset="0"/>
                <a:cs typeface="Times New Roman" panose="02020603050405020304" pitchFamily="18" charset="0"/>
              </a:endParaRPr>
            </a:p>
          </p:txBody>
        </p:sp>
        <p:sp>
          <p:nvSpPr>
            <p:cNvPr id="43" name="직사각형 7"/>
            <p:cNvSpPr>
              <a:spLocks noChangeArrowheads="1"/>
            </p:cNvSpPr>
            <p:nvPr/>
          </p:nvSpPr>
          <p:spPr bwMode="auto">
            <a:xfrm>
              <a:off x="1609725" y="1228725"/>
              <a:ext cx="1152525" cy="27940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44" name="Text Box 26"/>
            <p:cNvSpPr txBox="1">
              <a:spLocks noChangeArrowheads="1"/>
            </p:cNvSpPr>
            <p:nvPr/>
          </p:nvSpPr>
          <p:spPr bwMode="auto">
            <a:xfrm>
              <a:off x="1589088" y="1233488"/>
              <a:ext cx="93662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defRPr/>
              </a:pPr>
              <a:r>
                <a:rPr lang="en-US" altLang="ko-KR" sz="1050" b="1" err="1" smtClean="0">
                  <a:latin typeface="Times New Roman" pitchFamily="18" charset="0"/>
                  <a:cs typeface="Times New Roman" pitchFamily="18" charset="0"/>
                </a:rPr>
                <a:t>Tên</a:t>
              </a:r>
              <a:r>
                <a:rPr lang="en-US" altLang="ko-KR" sz="1050" b="1" smtClean="0">
                  <a:latin typeface="Times New Roman" pitchFamily="18" charset="0"/>
                  <a:cs typeface="Times New Roman" pitchFamily="18" charset="0"/>
                </a:rPr>
                <a:t> </a:t>
              </a:r>
              <a:r>
                <a:rPr lang="en-US" altLang="ko-KR" sz="1050" b="1" err="1" smtClean="0">
                  <a:latin typeface="Times New Roman" pitchFamily="18" charset="0"/>
                  <a:cs typeface="Times New Roman" pitchFamily="18" charset="0"/>
                </a:rPr>
                <a:t>gọi</a:t>
              </a:r>
              <a:endParaRPr lang="ko-KR" altLang="en-US" sz="1050" b="1" smtClean="0">
                <a:latin typeface="Times New Roman" pitchFamily="18" charset="0"/>
                <a:cs typeface="Times New Roman" pitchFamily="18" charset="0"/>
              </a:endParaRPr>
            </a:p>
          </p:txBody>
        </p:sp>
        <p:sp>
          <p:nvSpPr>
            <p:cNvPr id="45" name="직사각형 9"/>
            <p:cNvSpPr>
              <a:spLocks noChangeArrowheads="1"/>
            </p:cNvSpPr>
            <p:nvPr/>
          </p:nvSpPr>
          <p:spPr bwMode="auto">
            <a:xfrm>
              <a:off x="5529263" y="1228725"/>
              <a:ext cx="1439862" cy="27940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46" name="Text Box 26"/>
            <p:cNvSpPr txBox="1">
              <a:spLocks noChangeArrowheads="1"/>
            </p:cNvSpPr>
            <p:nvPr/>
          </p:nvSpPr>
          <p:spPr bwMode="auto">
            <a:xfrm>
              <a:off x="5508625" y="1233488"/>
              <a:ext cx="1460500"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defRPr/>
              </a:pPr>
              <a:r>
                <a:rPr lang="en-US" altLang="ko-KR" sz="1050" b="1" smtClean="0">
                  <a:latin typeface="Times New Roman" pitchFamily="18" charset="0"/>
                  <a:cs typeface="Times New Roman" pitchFamily="18" charset="0"/>
                </a:rPr>
                <a:t>Mục đích sử dụng</a:t>
              </a:r>
              <a:endParaRPr lang="ko-KR" altLang="en-US" sz="1050" b="1" smtClean="0">
                <a:latin typeface="Times New Roman" pitchFamily="18" charset="0"/>
                <a:cs typeface="Times New Roman" pitchFamily="18" charset="0"/>
              </a:endParaRPr>
            </a:p>
          </p:txBody>
        </p:sp>
        <p:sp>
          <p:nvSpPr>
            <p:cNvPr id="47" name="직사각형 11"/>
            <p:cNvSpPr>
              <a:spLocks noChangeArrowheads="1"/>
            </p:cNvSpPr>
            <p:nvPr/>
          </p:nvSpPr>
          <p:spPr bwMode="auto">
            <a:xfrm>
              <a:off x="3313113" y="1643063"/>
              <a:ext cx="6013450" cy="27940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48" name="Text Box 26"/>
            <p:cNvSpPr txBox="1">
              <a:spLocks noChangeArrowheads="1"/>
            </p:cNvSpPr>
            <p:nvPr/>
          </p:nvSpPr>
          <p:spPr bwMode="auto">
            <a:xfrm>
              <a:off x="3344863" y="1566863"/>
              <a:ext cx="5981700" cy="400050"/>
            </a:xfrm>
            <a:prstGeom prst="rect">
              <a:avLst/>
            </a:prstGeom>
            <a:solidFill>
              <a:schemeClr val="bg1"/>
            </a:solidFill>
            <a:ln>
              <a:noFill/>
            </a:ln>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defRPr/>
              </a:pPr>
              <a:r>
                <a:rPr lang="en-US" altLang="ko-KR" sz="1050" b="1" err="1" smtClean="0">
                  <a:latin typeface="Times New Roman" panose="02020603050405020304" pitchFamily="18" charset="0"/>
                  <a:cs typeface="Times New Roman" panose="02020603050405020304" pitchFamily="18" charset="0"/>
                </a:rPr>
                <a:t>Bật</a:t>
              </a:r>
              <a:r>
                <a:rPr lang="ko-KR" altLang="en-US" sz="1050" b="1" smtClean="0">
                  <a:latin typeface="Times New Roman" panose="02020603050405020304" pitchFamily="18" charset="0"/>
                  <a:cs typeface="Times New Roman" panose="02020603050405020304" pitchFamily="18" charset="0"/>
                </a:rPr>
                <a:t> </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Khi</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phát</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hiện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lỗi</a:t>
              </a:r>
              <a:r>
                <a:rPr lang="en-US" altLang="ko-KR" sz="1050" b="1" smtClean="0">
                  <a:latin typeface="Times New Roman" panose="02020603050405020304" pitchFamily="18" charset="0"/>
                  <a:cs typeface="Times New Roman" panose="02020603050405020304" pitchFamily="18" charset="0"/>
                </a:rPr>
                <a:t>  battery do </a:t>
              </a:r>
              <a:r>
                <a:rPr lang="en-US" altLang="ko-KR" sz="1050" b="1" err="1" smtClean="0">
                  <a:latin typeface="Times New Roman" panose="02020603050405020304" pitchFamily="18" charset="0"/>
                  <a:cs typeface="Times New Roman" panose="02020603050405020304" pitchFamily="18" charset="0"/>
                </a:rPr>
                <a:t>điện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áp</a:t>
              </a:r>
              <a:r>
                <a:rPr lang="en-US" altLang="ko-KR" sz="1050" b="1" smtClean="0">
                  <a:latin typeface="Times New Roman" panose="02020603050405020304" pitchFamily="18" charset="0"/>
                  <a:cs typeface="Times New Roman" panose="02020603050405020304" pitchFamily="18" charset="0"/>
                </a:rPr>
                <a:t> battery </a:t>
              </a:r>
              <a:r>
                <a:rPr lang="en-US" altLang="ko-KR" sz="1050" b="1" err="1" smtClean="0">
                  <a:latin typeface="Times New Roman" panose="02020603050405020304" pitchFamily="18" charset="0"/>
                  <a:cs typeface="Times New Roman" panose="02020603050405020304" pitchFamily="18" charset="0"/>
                </a:rPr>
                <a:t>của</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thẻ</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nhớ</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và</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thân</a:t>
              </a:r>
              <a:r>
                <a:rPr lang="en-US" altLang="ko-KR" sz="1050" b="1" smtClean="0">
                  <a:latin typeface="Times New Roman" panose="02020603050405020304" pitchFamily="18" charset="0"/>
                  <a:cs typeface="Times New Roman" panose="02020603050405020304" pitchFamily="18" charset="0"/>
                </a:rPr>
                <a:t> CPU </a:t>
              </a:r>
              <a:r>
                <a:rPr lang="en-US" altLang="ko-KR" sz="1050" b="1" err="1" smtClean="0">
                  <a:latin typeface="Times New Roman" panose="02020603050405020304" pitchFamily="18" charset="0"/>
                  <a:cs typeface="Times New Roman" panose="02020603050405020304" pitchFamily="18" charset="0"/>
                </a:rPr>
                <a:t>thấp</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dần</a:t>
              </a:r>
              <a:endParaRPr lang="en-US" altLang="ko-KR" sz="1050" b="1" smtClean="0">
                <a:latin typeface="Times New Roman" panose="02020603050405020304" pitchFamily="18" charset="0"/>
                <a:cs typeface="Times New Roman" panose="02020603050405020304" pitchFamily="18" charset="0"/>
              </a:endParaRPr>
            </a:p>
            <a:p>
              <a:pPr eaLnBrk="1" hangingPunct="1">
                <a:lnSpc>
                  <a:spcPct val="70000"/>
                </a:lnSpc>
                <a:spcBef>
                  <a:spcPct val="50000"/>
                </a:spcBef>
                <a:buFontTx/>
                <a:buNone/>
                <a:defRPr/>
              </a:pPr>
              <a:r>
                <a:rPr lang="en-US" altLang="ko-KR" sz="1050" b="1" err="1" smtClean="0">
                  <a:latin typeface="Times New Roman" panose="02020603050405020304" pitchFamily="18" charset="0"/>
                  <a:cs typeface="Times New Roman" panose="02020603050405020304" pitchFamily="18" charset="0"/>
                </a:rPr>
                <a:t>Tắt</a:t>
              </a:r>
              <a:r>
                <a:rPr lang="en-US" altLang="ko-KR" sz="1050" b="1" smtClean="0">
                  <a:latin typeface="Times New Roman" panose="02020603050405020304" pitchFamily="18" charset="0"/>
                  <a:cs typeface="Times New Roman" panose="02020603050405020304" pitchFamily="18" charset="0"/>
                </a:rPr>
                <a:t> </a:t>
              </a:r>
              <a:r>
                <a:rPr lang="ko-KR" altLang="en-US" sz="1050" b="1" smtClean="0">
                  <a:latin typeface="Times New Roman" panose="02020603050405020304" pitchFamily="18" charset="0"/>
                  <a:cs typeface="Times New Roman" panose="02020603050405020304" pitchFamily="18" charset="0"/>
                </a:rPr>
                <a:t> </a:t>
              </a:r>
              <a:r>
                <a:rPr lang="en-US" altLang="ko-KR" sz="1050" b="1" smtClean="0">
                  <a:latin typeface="Times New Roman" panose="02020603050405020304" pitchFamily="18" charset="0"/>
                  <a:cs typeface="Times New Roman" panose="02020603050405020304" pitchFamily="18" charset="0"/>
                </a:rPr>
                <a:t>: </a:t>
              </a:r>
              <a:r>
                <a:rPr lang="vi-VN" altLang="ko-KR" sz="1050" b="1" smtClean="0">
                  <a:latin typeface="Times New Roman" panose="02020603050405020304" pitchFamily="18" charset="0"/>
                  <a:cs typeface="Times New Roman" panose="02020603050405020304" pitchFamily="18" charset="0"/>
                </a:rPr>
                <a:t>Bình thường</a:t>
              </a:r>
              <a:endParaRPr lang="en-US" altLang="ko-KR" sz="1050" b="1" smtClean="0">
                <a:latin typeface="Times New Roman" panose="02020603050405020304" pitchFamily="18" charset="0"/>
                <a:cs typeface="Times New Roman" panose="02020603050405020304" pitchFamily="18" charset="0"/>
              </a:endParaRPr>
            </a:p>
          </p:txBody>
        </p:sp>
        <p:sp>
          <p:nvSpPr>
            <p:cNvPr id="49" name="직사각형 13"/>
            <p:cNvSpPr>
              <a:spLocks noChangeArrowheads="1"/>
            </p:cNvSpPr>
            <p:nvPr/>
          </p:nvSpPr>
          <p:spPr bwMode="auto">
            <a:xfrm>
              <a:off x="3313113" y="2271713"/>
              <a:ext cx="6013450" cy="280987"/>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50" name="Text Box 26"/>
            <p:cNvSpPr txBox="1">
              <a:spLocks noChangeArrowheads="1"/>
            </p:cNvSpPr>
            <p:nvPr/>
          </p:nvSpPr>
          <p:spPr bwMode="auto">
            <a:xfrm>
              <a:off x="3332163" y="2054225"/>
              <a:ext cx="6013450" cy="6905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900" b="1">
                  <a:latin typeface="Times New Roman" pitchFamily="18" charset="0"/>
                  <a:cs typeface="Times New Roman" pitchFamily="18" charset="0"/>
                </a:rPr>
                <a:t>Bật</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 Khi bắt đầu vận hành BOOT </a:t>
              </a:r>
            </a:p>
            <a:p>
              <a:pPr eaLnBrk="1" hangingPunct="1">
                <a:lnSpc>
                  <a:spcPct val="70000"/>
                </a:lnSpc>
                <a:spcBef>
                  <a:spcPct val="50000"/>
                </a:spcBef>
                <a:buFontTx/>
                <a:buNone/>
              </a:pPr>
              <a:r>
                <a:rPr lang="en-US" altLang="ko-KR" sz="900" b="1">
                  <a:latin typeface="Times New Roman" pitchFamily="18" charset="0"/>
                  <a:cs typeface="Times New Roman" pitchFamily="18" charset="0"/>
                </a:rPr>
                <a:t>Tắt </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 Khi không vận hành BOOT </a:t>
              </a:r>
            </a:p>
            <a:p>
              <a:pPr eaLnBrk="1" hangingPunct="1">
                <a:lnSpc>
                  <a:spcPct val="70000"/>
                </a:lnSpc>
                <a:spcBef>
                  <a:spcPct val="50000"/>
                </a:spcBef>
                <a:buFontTx/>
                <a:buNone/>
              </a:pPr>
              <a:r>
                <a:rPr lang="en-US" altLang="ko-KR" sz="900" b="1">
                  <a:latin typeface="Times New Roman" pitchFamily="18" charset="0"/>
                  <a:cs typeface="Times New Roman" pitchFamily="18" charset="0"/>
                </a:rPr>
                <a:t>Nhấp nháy : Khi “Sử dung tự động ở RIM</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tiêu chuẩn” đã chuyển tiếp  hoàn toàn </a:t>
              </a:r>
            </a:p>
            <a:p>
              <a:pPr eaLnBrk="1" hangingPunct="1">
                <a:lnSpc>
                  <a:spcPct val="70000"/>
                </a:lnSpc>
                <a:spcBef>
                  <a:spcPct val="50000"/>
                </a:spcBef>
                <a:buFontTx/>
                <a:buNone/>
              </a:pPr>
              <a:r>
                <a:rPr lang="en-US" altLang="ko-KR" sz="900" b="1">
                  <a:latin typeface="Times New Roman" pitchFamily="18" charset="0"/>
                  <a:cs typeface="Times New Roman" pitchFamily="18" charset="0"/>
                </a:rPr>
                <a:t>                      (ERROR LED</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cũng </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nhấp nháy)</a:t>
              </a:r>
            </a:p>
          </p:txBody>
        </p:sp>
        <p:sp>
          <p:nvSpPr>
            <p:cNvPr id="51" name="직사각형 15"/>
            <p:cNvSpPr>
              <a:spLocks noChangeArrowheads="1"/>
            </p:cNvSpPr>
            <p:nvPr/>
          </p:nvSpPr>
          <p:spPr bwMode="auto">
            <a:xfrm>
              <a:off x="3313113" y="2828925"/>
              <a:ext cx="6013450" cy="280988"/>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52" name="Text Box 26"/>
            <p:cNvSpPr txBox="1">
              <a:spLocks noChangeArrowheads="1"/>
            </p:cNvSpPr>
            <p:nvPr/>
          </p:nvSpPr>
          <p:spPr bwMode="auto">
            <a:xfrm>
              <a:off x="3363913" y="2863850"/>
              <a:ext cx="574040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defRPr/>
              </a:pPr>
              <a:r>
                <a:rPr lang="en-US" altLang="ko-KR" sz="1050" b="1" err="1" smtClean="0">
                  <a:latin typeface="Times New Roman" panose="02020603050405020304" pitchFamily="18" charset="0"/>
                  <a:cs typeface="Times New Roman" panose="02020603050405020304" pitchFamily="18" charset="0"/>
                </a:rPr>
                <a:t>Sử</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dụng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khi</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trang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bị</a:t>
              </a:r>
              <a:r>
                <a:rPr lang="en-US" altLang="ko-KR" sz="1050" b="1" smtClean="0">
                  <a:latin typeface="Times New Roman" panose="02020603050405020304" pitchFamily="18" charset="0"/>
                  <a:cs typeface="Times New Roman" panose="02020603050405020304" pitchFamily="18" charset="0"/>
                </a:rPr>
                <a:t> module </a:t>
              </a:r>
              <a:r>
                <a:rPr lang="en-US" altLang="ko-KR" sz="1050" b="1" err="1" smtClean="0">
                  <a:latin typeface="Times New Roman" panose="02020603050405020304" pitchFamily="18" charset="0"/>
                  <a:cs typeface="Times New Roman" panose="02020603050405020304" pitchFamily="18" charset="0"/>
                </a:rPr>
                <a:t>cho</a:t>
              </a:r>
              <a:r>
                <a:rPr lang="en-US" altLang="ko-KR" sz="1050" b="1" smtClean="0">
                  <a:latin typeface="Times New Roman" panose="02020603050405020304" pitchFamily="18" charset="0"/>
                  <a:cs typeface="Times New Roman" panose="02020603050405020304" pitchFamily="18" charset="0"/>
                </a:rPr>
                <a:t> base module</a:t>
              </a:r>
            </a:p>
          </p:txBody>
        </p:sp>
        <p:sp>
          <p:nvSpPr>
            <p:cNvPr id="53" name="직사각형 17"/>
            <p:cNvSpPr>
              <a:spLocks noChangeArrowheads="1"/>
            </p:cNvSpPr>
            <p:nvPr/>
          </p:nvSpPr>
          <p:spPr bwMode="auto">
            <a:xfrm>
              <a:off x="3313113" y="3216275"/>
              <a:ext cx="6013450" cy="27940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54" name="Text Box 26"/>
            <p:cNvSpPr txBox="1">
              <a:spLocks noChangeArrowheads="1"/>
            </p:cNvSpPr>
            <p:nvPr/>
          </p:nvSpPr>
          <p:spPr bwMode="auto">
            <a:xfrm>
              <a:off x="3363913" y="3251200"/>
              <a:ext cx="574040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defRPr/>
              </a:pPr>
              <a:r>
                <a:rPr lang="en-US" altLang="ko-KR" sz="1050" b="1" err="1" smtClean="0">
                  <a:latin typeface="Times New Roman" panose="02020603050405020304" pitchFamily="18" charset="0"/>
                  <a:cs typeface="Times New Roman" panose="02020603050405020304" pitchFamily="18" charset="0"/>
                </a:rPr>
                <a:t>Sử</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dụng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khi</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tháo</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thẻ</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nhớ</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trong</a:t>
              </a:r>
              <a:r>
                <a:rPr lang="en-US" altLang="ko-KR" sz="1050" b="1" smtClean="0">
                  <a:latin typeface="Times New Roman" panose="02020603050405020304" pitchFamily="18" charset="0"/>
                  <a:cs typeface="Times New Roman" panose="02020603050405020304" pitchFamily="18" charset="0"/>
                </a:rPr>
                <a:t> CPU</a:t>
              </a:r>
            </a:p>
          </p:txBody>
        </p:sp>
        <p:sp>
          <p:nvSpPr>
            <p:cNvPr id="55" name="직사각형 19"/>
            <p:cNvSpPr>
              <a:spLocks noChangeArrowheads="1"/>
            </p:cNvSpPr>
            <p:nvPr/>
          </p:nvSpPr>
          <p:spPr bwMode="auto">
            <a:xfrm>
              <a:off x="3313113" y="3614738"/>
              <a:ext cx="6013450" cy="27940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56" name="Text Box 26"/>
            <p:cNvSpPr txBox="1">
              <a:spLocks noChangeArrowheads="1"/>
            </p:cNvSpPr>
            <p:nvPr/>
          </p:nvSpPr>
          <p:spPr bwMode="auto">
            <a:xfrm>
              <a:off x="3363913" y="3649663"/>
              <a:ext cx="5740400" cy="204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defRPr/>
              </a:pPr>
              <a:r>
                <a:rPr lang="en-US" altLang="ko-KR" sz="1050" b="1" smtClean="0">
                  <a:latin typeface="Times New Roman" panose="02020603050405020304" pitchFamily="18" charset="0"/>
                  <a:cs typeface="Times New Roman" panose="02020603050405020304" pitchFamily="18" charset="0"/>
                </a:rPr>
                <a:t>Connector </a:t>
              </a:r>
              <a:r>
                <a:rPr lang="en-US" altLang="ko-KR" sz="1050" b="1" err="1" smtClean="0">
                  <a:latin typeface="Times New Roman" panose="02020603050405020304" pitchFamily="18" charset="0"/>
                  <a:cs typeface="Times New Roman" panose="02020603050405020304" pitchFamily="18" charset="0"/>
                </a:rPr>
                <a:t>trang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bị</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thẻ</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nhớ</a:t>
              </a:r>
              <a:r>
                <a:rPr lang="en-US" altLang="ko-KR" sz="1050" b="1" smtClean="0">
                  <a:latin typeface="Times New Roman" panose="02020603050405020304" pitchFamily="18" charset="0"/>
                  <a:cs typeface="Times New Roman" panose="02020603050405020304" pitchFamily="18" charset="0"/>
                </a:rPr>
                <a:t> ở CPU</a:t>
              </a:r>
            </a:p>
          </p:txBody>
        </p:sp>
        <p:sp>
          <p:nvSpPr>
            <p:cNvPr id="57" name="직사각형 21"/>
            <p:cNvSpPr>
              <a:spLocks noChangeArrowheads="1"/>
            </p:cNvSpPr>
            <p:nvPr/>
          </p:nvSpPr>
          <p:spPr bwMode="auto">
            <a:xfrm>
              <a:off x="3313113" y="4178300"/>
              <a:ext cx="6013450" cy="280988"/>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58" name="Text Box 26"/>
            <p:cNvSpPr txBox="1">
              <a:spLocks noChangeArrowheads="1"/>
            </p:cNvSpPr>
            <p:nvPr/>
          </p:nvSpPr>
          <p:spPr bwMode="auto">
            <a:xfrm>
              <a:off x="3332163" y="4033838"/>
              <a:ext cx="5740400" cy="593725"/>
            </a:xfrm>
            <a:prstGeom prst="rect">
              <a:avLst/>
            </a:prstGeom>
            <a:solidFill>
              <a:schemeClr val="bg1"/>
            </a:solidFill>
            <a:ln>
              <a:noFill/>
            </a:ln>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defRPr/>
              </a:pPr>
              <a:r>
                <a:rPr lang="en-US" altLang="ko-KR" sz="1050" b="1" smtClean="0">
                  <a:latin typeface="Times New Roman" panose="02020603050405020304" pitchFamily="18" charset="0"/>
                  <a:cs typeface="Times New Roman" panose="02020603050405020304" pitchFamily="18" charset="0"/>
                </a:rPr>
                <a:t>Connector </a:t>
              </a:r>
              <a:r>
                <a:rPr lang="en-US" altLang="ko-KR" sz="1050" b="1" err="1" smtClean="0">
                  <a:latin typeface="Times New Roman" panose="02020603050405020304" pitchFamily="18" charset="0"/>
                  <a:cs typeface="Times New Roman" panose="02020603050405020304" pitchFamily="18" charset="0"/>
                </a:rPr>
                <a:t>để</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kết</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nối</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với</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thiết</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bị</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xung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quanh</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đối</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ứng</a:t>
              </a:r>
              <a:r>
                <a:rPr lang="en-US" altLang="ko-KR" sz="1050" b="1" smtClean="0">
                  <a:latin typeface="Times New Roman" panose="02020603050405020304" pitchFamily="18" charset="0"/>
                  <a:cs typeface="Times New Roman" panose="02020603050405020304" pitchFamily="18" charset="0"/>
                </a:rPr>
                <a:t> USB (connector type B)</a:t>
              </a:r>
            </a:p>
            <a:p>
              <a:pPr eaLnBrk="1" hangingPunct="1">
                <a:lnSpc>
                  <a:spcPct val="70000"/>
                </a:lnSpc>
                <a:spcBef>
                  <a:spcPct val="50000"/>
                </a:spcBef>
                <a:buFontTx/>
                <a:buNone/>
                <a:defRPr/>
              </a:pPr>
              <a:r>
                <a:rPr lang="en-US" altLang="ko-KR" sz="1050" b="1" err="1" smtClean="0">
                  <a:latin typeface="Times New Roman" panose="02020603050405020304" pitchFamily="18" charset="0"/>
                  <a:cs typeface="Times New Roman" panose="02020603050405020304" pitchFamily="18" charset="0"/>
                </a:rPr>
                <a:t>Có</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thể</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kết</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nối</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bằng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dây</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cáp</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chuyên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dụng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cho</a:t>
              </a:r>
              <a:r>
                <a:rPr lang="en-US" altLang="ko-KR" sz="1050" b="1" smtClean="0">
                  <a:latin typeface="Times New Roman" panose="02020603050405020304" pitchFamily="18" charset="0"/>
                  <a:cs typeface="Times New Roman" panose="02020603050405020304" pitchFamily="18" charset="0"/>
                </a:rPr>
                <a:t> USB </a:t>
              </a:r>
            </a:p>
            <a:p>
              <a:pPr eaLnBrk="1" hangingPunct="1">
                <a:lnSpc>
                  <a:spcPct val="70000"/>
                </a:lnSpc>
                <a:spcBef>
                  <a:spcPct val="50000"/>
                </a:spcBef>
                <a:buFontTx/>
                <a:buNone/>
                <a:defRPr/>
              </a:pPr>
              <a:r>
                <a:rPr lang="en-US" altLang="ko-KR" sz="1050" b="1" err="1" smtClean="0">
                  <a:latin typeface="Times New Roman" panose="02020603050405020304" pitchFamily="18" charset="0"/>
                  <a:cs typeface="Times New Roman" panose="02020603050405020304" pitchFamily="18" charset="0"/>
                </a:rPr>
                <a:t>Không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có</a:t>
              </a:r>
              <a:r>
                <a:rPr lang="en-US" altLang="ko-KR" sz="1050" b="1" smtClean="0">
                  <a:latin typeface="Times New Roman" panose="02020603050405020304" pitchFamily="18" charset="0"/>
                  <a:cs typeface="Times New Roman" panose="02020603050405020304" pitchFamily="18" charset="0"/>
                </a:rPr>
                <a:t> ở Q02CPU.</a:t>
              </a:r>
            </a:p>
          </p:txBody>
        </p:sp>
        <p:sp>
          <p:nvSpPr>
            <p:cNvPr id="59" name="직사각형 23"/>
            <p:cNvSpPr>
              <a:spLocks noChangeArrowheads="1"/>
            </p:cNvSpPr>
            <p:nvPr/>
          </p:nvSpPr>
          <p:spPr bwMode="auto">
            <a:xfrm>
              <a:off x="3313113" y="4800600"/>
              <a:ext cx="6013450" cy="280988"/>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60" name="Text Box 26"/>
            <p:cNvSpPr txBox="1">
              <a:spLocks noChangeArrowheads="1"/>
            </p:cNvSpPr>
            <p:nvPr/>
          </p:nvSpPr>
          <p:spPr bwMode="auto">
            <a:xfrm>
              <a:off x="3363913" y="4781550"/>
              <a:ext cx="5740400" cy="414338"/>
            </a:xfrm>
            <a:prstGeom prst="rect">
              <a:avLst/>
            </a:prstGeom>
            <a:solidFill>
              <a:schemeClr val="bg1"/>
            </a:solidFill>
            <a:ln>
              <a:noFill/>
            </a:ln>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defRPr/>
              </a:pPr>
              <a:r>
                <a:rPr lang="en-US" altLang="ko-KR" sz="1050" b="1" smtClean="0">
                  <a:latin typeface="Times New Roman" panose="02020603050405020304" pitchFamily="18" charset="0"/>
                  <a:cs typeface="Times New Roman" panose="02020603050405020304" pitchFamily="18" charset="0"/>
                </a:rPr>
                <a:t>Connector </a:t>
              </a:r>
              <a:r>
                <a:rPr lang="en-US" altLang="ko-KR" sz="1050" b="1" err="1" smtClean="0">
                  <a:latin typeface="Times New Roman" panose="02020603050405020304" pitchFamily="18" charset="0"/>
                  <a:cs typeface="Times New Roman" panose="02020603050405020304" pitchFamily="18" charset="0"/>
                </a:rPr>
                <a:t>để</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kết</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nối</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với</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thiết</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bị</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xung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quanh</a:t>
              </a:r>
              <a:endParaRPr lang="en-US" altLang="ko-KR" sz="1050" b="1" smtClean="0">
                <a:latin typeface="Times New Roman" panose="02020603050405020304" pitchFamily="18" charset="0"/>
                <a:cs typeface="Times New Roman" panose="02020603050405020304" pitchFamily="18" charset="0"/>
              </a:endParaRPr>
            </a:p>
            <a:p>
              <a:pPr eaLnBrk="1" hangingPunct="1">
                <a:lnSpc>
                  <a:spcPct val="70000"/>
                </a:lnSpc>
                <a:spcBef>
                  <a:spcPct val="50000"/>
                </a:spcBef>
                <a:buFontTx/>
                <a:buNone/>
                <a:defRPr/>
              </a:pPr>
              <a:r>
                <a:rPr lang="en-US" altLang="ko-KR" sz="1050" b="1" err="1" smtClean="0">
                  <a:latin typeface="Times New Roman" panose="02020603050405020304" pitchFamily="18" charset="0"/>
                  <a:cs typeface="Times New Roman" panose="02020603050405020304" pitchFamily="18" charset="0"/>
                </a:rPr>
                <a:t>Có</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thể</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kết</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nối</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bằng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dây</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cáp</a:t>
              </a:r>
              <a:r>
                <a:rPr lang="en-US" altLang="ko-KR" sz="1050" b="1" smtClean="0">
                  <a:latin typeface="Times New Roman" panose="02020603050405020304" pitchFamily="18" charset="0"/>
                  <a:cs typeface="Times New Roman" panose="02020603050405020304" pitchFamily="18" charset="0"/>
                </a:rPr>
                <a:t> (QC30R2) </a:t>
              </a:r>
              <a:r>
                <a:rPr lang="en-US" altLang="ko-KR" sz="1050" b="1" err="1" smtClean="0">
                  <a:latin typeface="Times New Roman" panose="02020603050405020304" pitchFamily="18" charset="0"/>
                  <a:cs typeface="Times New Roman" panose="02020603050405020304" pitchFamily="18" charset="0"/>
                </a:rPr>
                <a:t>kết</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nối</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chuyên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dùng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cho</a:t>
              </a:r>
              <a:r>
                <a:rPr lang="en-US" altLang="ko-KR" sz="1050" b="1" smtClean="0">
                  <a:latin typeface="Times New Roman" panose="02020603050405020304" pitchFamily="18" charset="0"/>
                  <a:cs typeface="Times New Roman" panose="02020603050405020304" pitchFamily="18" charset="0"/>
                </a:rPr>
                <a:t> RS-232</a:t>
              </a:r>
            </a:p>
          </p:txBody>
        </p:sp>
        <p:sp>
          <p:nvSpPr>
            <p:cNvPr id="61" name="직사각형 25"/>
            <p:cNvSpPr>
              <a:spLocks noChangeArrowheads="1"/>
            </p:cNvSpPr>
            <p:nvPr/>
          </p:nvSpPr>
          <p:spPr bwMode="auto">
            <a:xfrm>
              <a:off x="1271588" y="3605213"/>
              <a:ext cx="1944687" cy="27940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62" name="Text Box 26"/>
            <p:cNvSpPr txBox="1">
              <a:spLocks noChangeArrowheads="1"/>
            </p:cNvSpPr>
            <p:nvPr/>
          </p:nvSpPr>
          <p:spPr bwMode="auto">
            <a:xfrm>
              <a:off x="1322388" y="3640138"/>
              <a:ext cx="1893887"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defRPr/>
              </a:pPr>
              <a:r>
                <a:rPr lang="en-US" altLang="ko-KR" sz="1050" b="1" smtClean="0">
                  <a:latin typeface="Times New Roman" panose="02020603050405020304" pitchFamily="18" charset="0"/>
                  <a:cs typeface="Times New Roman" panose="02020603050405020304" pitchFamily="18" charset="0"/>
                </a:rPr>
                <a:t>Connector </a:t>
              </a:r>
              <a:r>
                <a:rPr lang="en-US" altLang="ko-KR" sz="1050" b="1" err="1" smtClean="0">
                  <a:latin typeface="Times New Roman" panose="02020603050405020304" pitchFamily="18" charset="0"/>
                  <a:cs typeface="Times New Roman" panose="02020603050405020304" pitchFamily="18" charset="0"/>
                </a:rPr>
                <a:t>trang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bị</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thẻ</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nhớ</a:t>
              </a:r>
              <a:endParaRPr lang="en-US" altLang="ko-KR" sz="1050" b="1" smtClean="0">
                <a:latin typeface="Times New Roman" panose="02020603050405020304" pitchFamily="18" charset="0"/>
                <a:cs typeface="Times New Roman" panose="02020603050405020304" pitchFamily="18" charset="0"/>
              </a:endParaRPr>
            </a:p>
          </p:txBody>
        </p:sp>
        <p:sp>
          <p:nvSpPr>
            <p:cNvPr id="63" name="직사각형 27"/>
            <p:cNvSpPr>
              <a:spLocks noChangeArrowheads="1"/>
            </p:cNvSpPr>
            <p:nvPr/>
          </p:nvSpPr>
          <p:spPr bwMode="auto">
            <a:xfrm>
              <a:off x="1271588" y="2830513"/>
              <a:ext cx="1944687" cy="27940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64" name="Text Box 26"/>
            <p:cNvSpPr txBox="1">
              <a:spLocks noChangeArrowheads="1"/>
            </p:cNvSpPr>
            <p:nvPr/>
          </p:nvSpPr>
          <p:spPr bwMode="auto">
            <a:xfrm>
              <a:off x="1322388" y="2865438"/>
              <a:ext cx="1893887"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defRPr/>
              </a:pPr>
              <a:r>
                <a:rPr lang="en-US" altLang="ko-KR" sz="1050" b="1" smtClean="0">
                  <a:latin typeface="Times New Roman" panose="02020603050405020304" pitchFamily="18" charset="0"/>
                  <a:cs typeface="Times New Roman" panose="02020603050405020304" pitchFamily="18" charset="0"/>
                </a:rPr>
                <a:t>Lever </a:t>
              </a:r>
              <a:r>
                <a:rPr lang="en-US" altLang="ko-KR" sz="1050" b="1" err="1" smtClean="0">
                  <a:latin typeface="Times New Roman" panose="02020603050405020304" pitchFamily="18" charset="0"/>
                  <a:cs typeface="Times New Roman" panose="02020603050405020304" pitchFamily="18" charset="0"/>
                </a:rPr>
                <a:t>trang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bị</a:t>
              </a:r>
              <a:r>
                <a:rPr lang="en-US" altLang="ko-KR" sz="1050" b="1" smtClean="0">
                  <a:latin typeface="Times New Roman" panose="02020603050405020304" pitchFamily="18" charset="0"/>
                  <a:cs typeface="Times New Roman" panose="02020603050405020304" pitchFamily="18" charset="0"/>
                </a:rPr>
                <a:t> module</a:t>
              </a:r>
            </a:p>
          </p:txBody>
        </p:sp>
        <p:sp>
          <p:nvSpPr>
            <p:cNvPr id="65" name="직사각형 29"/>
            <p:cNvSpPr>
              <a:spLocks noChangeArrowheads="1"/>
            </p:cNvSpPr>
            <p:nvPr/>
          </p:nvSpPr>
          <p:spPr bwMode="auto">
            <a:xfrm>
              <a:off x="1271588" y="3211513"/>
              <a:ext cx="1944687" cy="27940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66" name="Text Box 26"/>
            <p:cNvSpPr txBox="1">
              <a:spLocks noChangeArrowheads="1"/>
            </p:cNvSpPr>
            <p:nvPr/>
          </p:nvSpPr>
          <p:spPr bwMode="auto">
            <a:xfrm>
              <a:off x="1322388" y="3246438"/>
              <a:ext cx="1893887" cy="204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defRPr/>
              </a:pPr>
              <a:r>
                <a:rPr lang="en-US" altLang="ko-KR" sz="1050" b="1" smtClean="0">
                  <a:latin typeface="Times New Roman" panose="02020603050405020304" pitchFamily="18" charset="0"/>
                  <a:cs typeface="Times New Roman" panose="02020603050405020304" pitchFamily="18" charset="0"/>
                </a:rPr>
                <a:t>Memory card eject button</a:t>
              </a:r>
            </a:p>
          </p:txBody>
        </p:sp>
        <p:sp>
          <p:nvSpPr>
            <p:cNvPr id="67" name="직사각형 31"/>
            <p:cNvSpPr>
              <a:spLocks noChangeArrowheads="1"/>
            </p:cNvSpPr>
            <p:nvPr/>
          </p:nvSpPr>
          <p:spPr bwMode="auto">
            <a:xfrm>
              <a:off x="1271588" y="4830763"/>
              <a:ext cx="1944687" cy="27940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68" name="Text Box 26"/>
            <p:cNvSpPr txBox="1">
              <a:spLocks noChangeArrowheads="1"/>
            </p:cNvSpPr>
            <p:nvPr/>
          </p:nvSpPr>
          <p:spPr bwMode="auto">
            <a:xfrm>
              <a:off x="1322388" y="4865688"/>
              <a:ext cx="1893887"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defRPr/>
              </a:pPr>
              <a:r>
                <a:rPr lang="en-US" altLang="ko-KR" sz="1050" b="1" smtClean="0">
                  <a:latin typeface="Times New Roman" panose="02020603050405020304" pitchFamily="18" charset="0"/>
                  <a:cs typeface="Times New Roman" panose="02020603050405020304" pitchFamily="18" charset="0"/>
                </a:rPr>
                <a:t>RS-232 connect</a:t>
              </a:r>
              <a:r>
                <a:rPr lang="ko-KR" altLang="en-US" sz="1050" b="1" smtClean="0">
                  <a:latin typeface="Times New Roman" panose="02020603050405020304" pitchFamily="18" charset="0"/>
                  <a:cs typeface="Times New Roman" panose="02020603050405020304" pitchFamily="18" charset="0"/>
                </a:rPr>
                <a:t> </a:t>
              </a:r>
              <a:r>
                <a:rPr lang="en-US" altLang="ko-KR" sz="1050" b="1" smtClean="0">
                  <a:latin typeface="Times New Roman" panose="02020603050405020304" pitchFamily="18" charset="0"/>
                  <a:cs typeface="Times New Roman" panose="02020603050405020304" pitchFamily="18" charset="0"/>
                </a:rPr>
                <a:t>*2</a:t>
              </a:r>
            </a:p>
          </p:txBody>
        </p:sp>
        <p:sp>
          <p:nvSpPr>
            <p:cNvPr id="69" name="직사각형 33"/>
            <p:cNvSpPr>
              <a:spLocks noChangeArrowheads="1"/>
            </p:cNvSpPr>
            <p:nvPr/>
          </p:nvSpPr>
          <p:spPr bwMode="auto">
            <a:xfrm>
              <a:off x="1271588" y="4178300"/>
              <a:ext cx="1944687" cy="27940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defRPr/>
              </a:pPr>
              <a:endParaRPr lang="ko-KR" altLang="en-US" sz="1050" smtClean="0">
                <a:latin typeface="Times New Roman" panose="02020603050405020304" pitchFamily="18" charset="0"/>
                <a:ea typeface="HY견고딕" pitchFamily="18" charset="-127"/>
                <a:cs typeface="Times New Roman" panose="02020603050405020304" pitchFamily="18" charset="0"/>
              </a:endParaRPr>
            </a:p>
          </p:txBody>
        </p:sp>
        <p:sp>
          <p:nvSpPr>
            <p:cNvPr id="70" name="Text Box 26"/>
            <p:cNvSpPr txBox="1">
              <a:spLocks noChangeArrowheads="1"/>
            </p:cNvSpPr>
            <p:nvPr/>
          </p:nvSpPr>
          <p:spPr bwMode="auto">
            <a:xfrm>
              <a:off x="1322388" y="4213225"/>
              <a:ext cx="1893887"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defRPr/>
              </a:pPr>
              <a:r>
                <a:rPr lang="en-US" altLang="ko-KR" sz="1050" b="1" smtClean="0">
                  <a:latin typeface="Times New Roman" panose="02020603050405020304" pitchFamily="18" charset="0"/>
                  <a:cs typeface="Times New Roman" panose="02020603050405020304" pitchFamily="18" charset="0"/>
                </a:rPr>
                <a:t>USB connector*2</a:t>
              </a:r>
            </a:p>
          </p:txBody>
        </p:sp>
      </p:gr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4"/>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26628" name="Rectangle 6"/>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grpSp>
        <p:nvGrpSpPr>
          <p:cNvPr id="38" name="그룹 37"/>
          <p:cNvGrpSpPr/>
          <p:nvPr/>
        </p:nvGrpSpPr>
        <p:grpSpPr>
          <a:xfrm>
            <a:off x="704850" y="836613"/>
            <a:ext cx="8643938" cy="5219700"/>
            <a:chOff x="704850" y="836613"/>
            <a:chExt cx="8643938" cy="5219700"/>
          </a:xfrm>
        </p:grpSpPr>
        <p:pic>
          <p:nvPicPr>
            <p:cNvPr id="39" name="Picture 2"/>
            <p:cNvPicPr>
              <a:picLocks noChangeAspect="1" noChangeArrowheads="1"/>
            </p:cNvPicPr>
            <p:nvPr/>
          </p:nvPicPr>
          <p:blipFill>
            <a:blip r:embed="rId2">
              <a:extLst>
                <a:ext uri="{28A0092B-C50C-407E-A947-70E740481C1C}">
                  <a14:useLocalDpi xmlns:a14="http://schemas.microsoft.com/office/drawing/2010/main" val="0"/>
                </a:ext>
              </a:extLst>
            </a:blip>
            <a:srcRect b="35458"/>
            <a:stretch>
              <a:fillRect/>
            </a:stretch>
          </p:blipFill>
          <p:spPr bwMode="auto">
            <a:xfrm>
              <a:off x="704850" y="836613"/>
              <a:ext cx="8623300" cy="521970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 name="직사각형 4"/>
            <p:cNvSpPr>
              <a:spLocks noChangeArrowheads="1"/>
            </p:cNvSpPr>
            <p:nvPr/>
          </p:nvSpPr>
          <p:spPr bwMode="auto">
            <a:xfrm>
              <a:off x="1352550" y="1571625"/>
              <a:ext cx="1944688" cy="32385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1" name="Text Box 26"/>
            <p:cNvSpPr txBox="1">
              <a:spLocks noChangeArrowheads="1"/>
            </p:cNvSpPr>
            <p:nvPr/>
          </p:nvSpPr>
          <p:spPr bwMode="auto">
            <a:xfrm>
              <a:off x="1403350" y="1628775"/>
              <a:ext cx="1893888"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t>T</a:t>
              </a:r>
              <a:r>
                <a:rPr lang="en-US" altLang="ko-KR" sz="1100" b="1" smtClean="0"/>
                <a:t>IP </a:t>
              </a:r>
              <a:r>
                <a:rPr lang="en-US" altLang="ko-KR" sz="1100" b="1"/>
                <a:t>switch</a:t>
              </a:r>
            </a:p>
          </p:txBody>
        </p:sp>
        <p:sp>
          <p:nvSpPr>
            <p:cNvPr id="42" name="직사각형 6"/>
            <p:cNvSpPr>
              <a:spLocks noChangeArrowheads="1"/>
            </p:cNvSpPr>
            <p:nvPr/>
          </p:nvSpPr>
          <p:spPr bwMode="auto">
            <a:xfrm>
              <a:off x="3557588" y="1263650"/>
              <a:ext cx="5688012" cy="64770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3" name="Text Box 26"/>
            <p:cNvSpPr txBox="1">
              <a:spLocks noChangeArrowheads="1"/>
            </p:cNvSpPr>
            <p:nvPr/>
          </p:nvSpPr>
          <p:spPr bwMode="auto">
            <a:xfrm>
              <a:off x="3609975" y="1292225"/>
              <a:ext cx="5738813" cy="532453"/>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latin typeface="Times New Roman" pitchFamily="18" charset="0"/>
                  <a:cs typeface="Times New Roman" pitchFamily="18" charset="0"/>
                </a:rPr>
                <a:t>OFF </a:t>
              </a:r>
              <a:r>
                <a:rPr lang="en-US" altLang="ko-KR" sz="1100" b="1" err="1">
                  <a:latin typeface="Times New Roman" pitchFamily="18" charset="0"/>
                  <a:cs typeface="Times New Roman" pitchFamily="18" charset="0"/>
                </a:rPr>
                <a:t>tất</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cả</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khi</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thiết</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lập</a:t>
              </a:r>
              <a:r>
                <a:rPr lang="en-US" altLang="ko-KR" sz="1100" b="1">
                  <a:latin typeface="Times New Roman" pitchFamily="18" charset="0"/>
                  <a:cs typeface="Times New Roman" pitchFamily="18" charset="0"/>
                </a:rPr>
                <a:t>/</a:t>
              </a:r>
              <a:r>
                <a:rPr lang="en-US" altLang="ko-KR" sz="1100" b="1" err="1">
                  <a:latin typeface="Times New Roman" pitchFamily="18" charset="0"/>
                  <a:cs typeface="Times New Roman" pitchFamily="18" charset="0"/>
                </a:rPr>
                <a:t>xuất</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hạng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mục</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để</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vận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hành</a:t>
              </a:r>
              <a:r>
                <a:rPr lang="en-US" altLang="ko-KR" sz="1100" b="1">
                  <a:latin typeface="Times New Roman" pitchFamily="18" charset="0"/>
                  <a:cs typeface="Times New Roman" pitchFamily="18" charset="0"/>
                </a:rPr>
                <a:t> CPU.</a:t>
              </a:r>
            </a:p>
            <a:p>
              <a:pPr eaLnBrk="1" hangingPunct="1">
                <a:lnSpc>
                  <a:spcPct val="70000"/>
                </a:lnSpc>
                <a:spcBef>
                  <a:spcPct val="50000"/>
                </a:spcBef>
                <a:buFontTx/>
                <a:buNone/>
              </a:pPr>
              <a:r>
                <a:rPr lang="en-US" altLang="ko-KR" sz="1100" b="1" err="1" smtClean="0">
                  <a:latin typeface="Times New Roman" pitchFamily="18" charset="0"/>
                  <a:cs typeface="Times New Roman" pitchFamily="18" charset="0"/>
                </a:rPr>
                <a:t>Tham</a:t>
              </a:r>
              <a:r>
                <a:rPr lang="en-US" altLang="ko-KR" sz="1100" b="1" smtClean="0">
                  <a:latin typeface="Times New Roman" pitchFamily="18" charset="0"/>
                  <a:cs typeface="Times New Roman" pitchFamily="18" charset="0"/>
                </a:rPr>
                <a:t> </a:t>
              </a:r>
              <a:r>
                <a:rPr lang="en-US" altLang="ko-KR" sz="1100" b="1" err="1">
                  <a:latin typeface="Times New Roman" pitchFamily="18" charset="0"/>
                  <a:cs typeface="Times New Roman" pitchFamily="18" charset="0"/>
                </a:rPr>
                <a:t>khảo</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bản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hướng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dẫn</a:t>
              </a:r>
              <a:r>
                <a:rPr lang="en-US" altLang="ko-KR" sz="1100" b="1">
                  <a:latin typeface="Times New Roman" pitchFamily="18" charset="0"/>
                  <a:cs typeface="Times New Roman" pitchFamily="18" charset="0"/>
                </a:rPr>
                <a:t> (program </a:t>
              </a:r>
              <a:r>
                <a:rPr lang="en-US" altLang="ko-KR" sz="1100" b="1" err="1">
                  <a:latin typeface="Times New Roman" pitchFamily="18" charset="0"/>
                  <a:cs typeface="Times New Roman" pitchFamily="18" charset="0"/>
                </a:rPr>
                <a:t>cơ</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bản</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và</a:t>
              </a:r>
              <a:r>
                <a:rPr lang="en-US" altLang="ko-KR" sz="1100" b="1">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giải</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đáp</a:t>
              </a:r>
              <a:r>
                <a:rPr lang="en-US" altLang="ko-KR" sz="1100" b="1" smtClean="0">
                  <a:latin typeface="Times New Roman" pitchFamily="18" charset="0"/>
                  <a:cs typeface="Times New Roman" pitchFamily="18" charset="0"/>
                </a:rPr>
                <a:t> </a:t>
              </a:r>
              <a:r>
                <a:rPr lang="en-US" altLang="ko-KR" sz="1100" b="1" err="1">
                  <a:latin typeface="Times New Roman" pitchFamily="18" charset="0"/>
                  <a:cs typeface="Times New Roman" pitchFamily="18" charset="0"/>
                </a:rPr>
                <a:t>tính</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năng</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người</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sử</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dụng</a:t>
              </a:r>
              <a:r>
                <a:rPr lang="en-US" altLang="ko-KR" sz="1100" b="1" smtClean="0">
                  <a:latin typeface="Times New Roman" pitchFamily="18" charset="0"/>
                  <a:cs typeface="Times New Roman" pitchFamily="18" charset="0"/>
                </a:rPr>
                <a:t> QCPU(Q mode) </a:t>
              </a:r>
              <a:r>
                <a:rPr lang="en-US" altLang="ko-KR" sz="1100" b="1" err="1" smtClean="0">
                  <a:latin typeface="Times New Roman" pitchFamily="18" charset="0"/>
                  <a:cs typeface="Times New Roman" pitchFamily="18" charset="0"/>
                </a:rPr>
                <a:t>về</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kỹ</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năng</a:t>
              </a:r>
              <a:r>
                <a:rPr lang="en-US" altLang="ko-KR" sz="1100" b="1" smtClean="0">
                  <a:latin typeface="Times New Roman" pitchFamily="18" charset="0"/>
                  <a:cs typeface="Times New Roman" pitchFamily="18" charset="0"/>
                </a:rPr>
                <a:t> driver </a:t>
              </a:r>
              <a:r>
                <a:rPr lang="en-US" altLang="ko-KR" sz="1100" b="1" err="1" smtClean="0">
                  <a:latin typeface="Times New Roman" pitchFamily="18" charset="0"/>
                  <a:cs typeface="Times New Roman" pitchFamily="18" charset="0"/>
                </a:rPr>
                <a:t>hiệu</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quả</a:t>
              </a:r>
              <a:r>
                <a:rPr lang="en-US" altLang="ko-KR" sz="1100" b="1" smtClean="0">
                  <a:latin typeface="Times New Roman" pitchFamily="18" charset="0"/>
                  <a:cs typeface="Times New Roman" pitchFamily="18" charset="0"/>
                </a:rPr>
                <a:t> parameter, </a:t>
              </a:r>
              <a:r>
                <a:rPr lang="en-US" altLang="ko-KR" sz="1100" b="1" err="1" smtClean="0">
                  <a:latin typeface="Times New Roman" pitchFamily="18" charset="0"/>
                  <a:cs typeface="Times New Roman" pitchFamily="18" charset="0"/>
                </a:rPr>
                <a:t>bảo</a:t>
              </a:r>
              <a:r>
                <a:rPr lang="en-US" altLang="ko-KR" sz="1100" b="1" smtClean="0">
                  <a:latin typeface="Times New Roman" pitchFamily="18" charset="0"/>
                  <a:cs typeface="Times New Roman" pitchFamily="18" charset="0"/>
                </a:rPr>
                <a:t> </a:t>
              </a:r>
              <a:r>
                <a:rPr lang="en-US" altLang="ko-KR" sz="1100" b="1" err="1" smtClean="0">
                  <a:latin typeface="Times New Roman" pitchFamily="18" charset="0"/>
                  <a:cs typeface="Times New Roman" pitchFamily="18" charset="0"/>
                </a:rPr>
                <a:t>hộ</a:t>
              </a:r>
              <a:r>
                <a:rPr lang="en-US" altLang="ko-KR" sz="1100" b="1" smtClean="0">
                  <a:latin typeface="Times New Roman" pitchFamily="18" charset="0"/>
                  <a:cs typeface="Times New Roman" pitchFamily="18" charset="0"/>
                </a:rPr>
                <a:t> system</a:t>
              </a:r>
              <a:endParaRPr lang="en-US" altLang="ko-KR" sz="1100" b="1">
                <a:latin typeface="Times New Roman" pitchFamily="18" charset="0"/>
                <a:cs typeface="Times New Roman" pitchFamily="18" charset="0"/>
              </a:endParaRPr>
            </a:p>
          </p:txBody>
        </p:sp>
        <p:sp>
          <p:nvSpPr>
            <p:cNvPr id="44" name="직사각형 8"/>
            <p:cNvSpPr>
              <a:spLocks noChangeArrowheads="1"/>
            </p:cNvSpPr>
            <p:nvPr/>
          </p:nvSpPr>
          <p:spPr bwMode="auto">
            <a:xfrm>
              <a:off x="3557588" y="2022475"/>
              <a:ext cx="5688012" cy="82867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5" name="Text Box 26"/>
            <p:cNvSpPr txBox="1">
              <a:spLocks noChangeArrowheads="1"/>
            </p:cNvSpPr>
            <p:nvPr/>
          </p:nvSpPr>
          <p:spPr bwMode="auto">
            <a:xfrm>
              <a:off x="3609975" y="2049463"/>
              <a:ext cx="5738813" cy="820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latin typeface="Times New Roman" pitchFamily="18" charset="0"/>
                  <a:cs typeface="Times New Roman" pitchFamily="18" charset="0"/>
                </a:rPr>
                <a:t>SW1 : Thiết lập connector hệ thống</a:t>
              </a:r>
            </a:p>
            <a:p>
              <a:pPr eaLnBrk="1" hangingPunct="1">
                <a:lnSpc>
                  <a:spcPct val="70000"/>
                </a:lnSpc>
                <a:spcBef>
                  <a:spcPct val="50000"/>
                </a:spcBef>
                <a:buFontTx/>
                <a:buNone/>
              </a:pPr>
              <a:r>
                <a:rPr lang="en-US" altLang="ko-KR" sz="1100" b="1">
                  <a:latin typeface="Times New Roman" pitchFamily="18" charset="0"/>
                  <a:cs typeface="Times New Roman" pitchFamily="18" charset="0"/>
                </a:rPr>
                <a:t>            Cấm tất cả lệnh chỉ thị điều khiển và dùng CPU (OFF khi xuất hàng)</a:t>
              </a:r>
            </a:p>
            <a:p>
              <a:pPr eaLnBrk="1" hangingPunct="1">
                <a:lnSpc>
                  <a:spcPct val="70000"/>
                </a:lnSpc>
                <a:spcBef>
                  <a:spcPct val="50000"/>
                </a:spcBef>
                <a:buFontTx/>
                <a:buNone/>
              </a:pPr>
              <a:r>
                <a:rPr lang="en-US" altLang="ko-KR" sz="1100" b="1">
                  <a:latin typeface="Times New Roman" pitchFamily="18" charset="0"/>
                  <a:cs typeface="Times New Roman" pitchFamily="18" charset="0"/>
                </a:rPr>
                <a:t>OFF : Không có connector</a:t>
              </a:r>
            </a:p>
            <a:p>
              <a:pPr eaLnBrk="1" hangingPunct="1">
                <a:lnSpc>
                  <a:spcPct val="70000"/>
                </a:lnSpc>
                <a:spcBef>
                  <a:spcPct val="50000"/>
                </a:spcBef>
                <a:buFontTx/>
                <a:buNone/>
              </a:pPr>
              <a:r>
                <a:rPr lang="en-US" altLang="ko-KR" sz="1100" b="1">
                  <a:latin typeface="Times New Roman" pitchFamily="18" charset="0"/>
                  <a:cs typeface="Times New Roman" pitchFamily="18" charset="0"/>
                </a:rPr>
                <a:t>ON : Không có connector</a:t>
              </a:r>
            </a:p>
          </p:txBody>
        </p:sp>
        <p:sp>
          <p:nvSpPr>
            <p:cNvPr id="46" name="직사각형 10"/>
            <p:cNvSpPr>
              <a:spLocks noChangeArrowheads="1"/>
            </p:cNvSpPr>
            <p:nvPr/>
          </p:nvSpPr>
          <p:spPr bwMode="auto">
            <a:xfrm>
              <a:off x="3557588" y="2832100"/>
              <a:ext cx="5688012" cy="45402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47" name="Text Box 26"/>
            <p:cNvSpPr txBox="1">
              <a:spLocks noChangeArrowheads="1"/>
            </p:cNvSpPr>
            <p:nvPr/>
          </p:nvSpPr>
          <p:spPr bwMode="auto">
            <a:xfrm>
              <a:off x="3609975" y="2914650"/>
              <a:ext cx="5738813"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latin typeface="Times New Roman" pitchFamily="18" charset="0"/>
                  <a:cs typeface="Times New Roman" pitchFamily="18" charset="0"/>
                </a:rPr>
                <a:t>SW2, SW3 : Chỉ định drive có thông  số hiệu lực (OFF</a:t>
              </a:r>
              <a:r>
                <a:rPr lang="ko-KR" altLang="en-US" sz="1100" b="1">
                  <a:latin typeface="Times New Roman" pitchFamily="18" charset="0"/>
                  <a:cs typeface="Times New Roman" pitchFamily="18" charset="0"/>
                </a:rPr>
                <a:t> </a:t>
              </a:r>
              <a:r>
                <a:rPr lang="en-US" altLang="ko-KR" sz="1100" b="1">
                  <a:latin typeface="Times New Roman" pitchFamily="18" charset="0"/>
                  <a:cs typeface="Times New Roman" pitchFamily="18" charset="0"/>
                </a:rPr>
                <a:t>tất cả SW2, SW3 khi xuất hàng)</a:t>
              </a:r>
            </a:p>
          </p:txBody>
        </p:sp>
        <p:sp>
          <p:nvSpPr>
            <p:cNvPr id="48" name="직사각형 12"/>
            <p:cNvSpPr>
              <a:spLocks noChangeArrowheads="1"/>
            </p:cNvSpPr>
            <p:nvPr/>
          </p:nvSpPr>
          <p:spPr bwMode="auto">
            <a:xfrm>
              <a:off x="6181725" y="3379788"/>
              <a:ext cx="1727200" cy="14287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9" name="Text Box 26"/>
            <p:cNvSpPr txBox="1">
              <a:spLocks noChangeArrowheads="1"/>
            </p:cNvSpPr>
            <p:nvPr/>
          </p:nvSpPr>
          <p:spPr bwMode="auto">
            <a:xfrm>
              <a:off x="6232525" y="3360738"/>
              <a:ext cx="14065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t>Parameter</a:t>
              </a:r>
              <a:r>
                <a:rPr lang="ko-KR" altLang="en-US" sz="1100" b="1"/>
                <a:t> </a:t>
              </a:r>
              <a:r>
                <a:rPr lang="en-US" altLang="ko-KR" sz="1100" b="1"/>
                <a:t>Drive</a:t>
              </a:r>
            </a:p>
          </p:txBody>
        </p:sp>
        <p:sp>
          <p:nvSpPr>
            <p:cNvPr id="50" name="직사각형 14"/>
            <p:cNvSpPr>
              <a:spLocks noChangeArrowheads="1"/>
            </p:cNvSpPr>
            <p:nvPr/>
          </p:nvSpPr>
          <p:spPr bwMode="auto">
            <a:xfrm>
              <a:off x="5208588" y="3597275"/>
              <a:ext cx="2444750" cy="144463"/>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51" name="Text Box 26"/>
            <p:cNvSpPr txBox="1">
              <a:spLocks noChangeArrowheads="1"/>
            </p:cNvSpPr>
            <p:nvPr/>
          </p:nvSpPr>
          <p:spPr bwMode="auto">
            <a:xfrm>
              <a:off x="5259388" y="3582988"/>
              <a:ext cx="2070100"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t>Program Memory(Drive 0)</a:t>
              </a:r>
            </a:p>
          </p:txBody>
        </p:sp>
        <p:sp>
          <p:nvSpPr>
            <p:cNvPr id="52" name="직사각형 16"/>
            <p:cNvSpPr>
              <a:spLocks noChangeArrowheads="1"/>
            </p:cNvSpPr>
            <p:nvPr/>
          </p:nvSpPr>
          <p:spPr bwMode="auto">
            <a:xfrm>
              <a:off x="5208588" y="3811588"/>
              <a:ext cx="2444750" cy="14446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53" name="Text Box 26"/>
            <p:cNvSpPr txBox="1">
              <a:spLocks noChangeArrowheads="1"/>
            </p:cNvSpPr>
            <p:nvPr/>
          </p:nvSpPr>
          <p:spPr bwMode="auto">
            <a:xfrm>
              <a:off x="5259388" y="3797300"/>
              <a:ext cx="207010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t>SRAM Card(Drive 1)</a:t>
              </a:r>
            </a:p>
          </p:txBody>
        </p:sp>
        <p:sp>
          <p:nvSpPr>
            <p:cNvPr id="54" name="직사각형 18"/>
            <p:cNvSpPr>
              <a:spLocks noChangeArrowheads="1"/>
            </p:cNvSpPr>
            <p:nvPr/>
          </p:nvSpPr>
          <p:spPr bwMode="auto">
            <a:xfrm>
              <a:off x="5208588" y="4022725"/>
              <a:ext cx="2444750" cy="144463"/>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55" name="Text Box 26"/>
            <p:cNvSpPr txBox="1">
              <a:spLocks noChangeArrowheads="1"/>
            </p:cNvSpPr>
            <p:nvPr/>
          </p:nvSpPr>
          <p:spPr bwMode="auto">
            <a:xfrm>
              <a:off x="5259388" y="4008438"/>
              <a:ext cx="2070100"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t>Flash Card/ATA Card(Drive 2)</a:t>
              </a:r>
            </a:p>
          </p:txBody>
        </p:sp>
        <p:sp>
          <p:nvSpPr>
            <p:cNvPr id="56" name="직사각형 20"/>
            <p:cNvSpPr>
              <a:spLocks noChangeArrowheads="1"/>
            </p:cNvSpPr>
            <p:nvPr/>
          </p:nvSpPr>
          <p:spPr bwMode="auto">
            <a:xfrm>
              <a:off x="5208588" y="4232275"/>
              <a:ext cx="2444750" cy="14287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57" name="Text Box 26"/>
            <p:cNvSpPr txBox="1">
              <a:spLocks noChangeArrowheads="1"/>
            </p:cNvSpPr>
            <p:nvPr/>
          </p:nvSpPr>
          <p:spPr bwMode="auto">
            <a:xfrm>
              <a:off x="5259388" y="4216400"/>
              <a:ext cx="207010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t>Standard ROM(Drive 4)</a:t>
              </a:r>
            </a:p>
          </p:txBody>
        </p:sp>
        <p:sp>
          <p:nvSpPr>
            <p:cNvPr id="58" name="직사각형 22"/>
            <p:cNvSpPr>
              <a:spLocks noChangeArrowheads="1"/>
            </p:cNvSpPr>
            <p:nvPr/>
          </p:nvSpPr>
          <p:spPr bwMode="auto">
            <a:xfrm>
              <a:off x="3557588" y="4415135"/>
              <a:ext cx="5688012" cy="45402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59" name="Text Box 26"/>
            <p:cNvSpPr txBox="1">
              <a:spLocks noChangeArrowheads="1"/>
            </p:cNvSpPr>
            <p:nvPr/>
          </p:nvSpPr>
          <p:spPr bwMode="auto">
            <a:xfrm>
              <a:off x="3609975" y="4478003"/>
              <a:ext cx="5738813"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err="1">
                  <a:latin typeface="Times New Roman" pitchFamily="18" charset="0"/>
                  <a:cs typeface="Times New Roman" pitchFamily="18" charset="0"/>
                </a:rPr>
                <a:t>Chú</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thích</a:t>
              </a:r>
              <a:r>
                <a:rPr lang="en-US" altLang="ko-KR" sz="1100" b="1">
                  <a:latin typeface="Times New Roman" pitchFamily="18" charset="0"/>
                  <a:cs typeface="Times New Roman" pitchFamily="18" charset="0"/>
                </a:rPr>
                <a:t>)</a:t>
              </a:r>
              <a:r>
                <a:rPr lang="ko-KR" altLang="en-US"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Không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thể</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lưu</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thông</a:t>
              </a:r>
              <a:r>
                <a:rPr lang="en-US" altLang="ko-KR" sz="1100" b="1">
                  <a:latin typeface="Times New Roman" pitchFamily="18" charset="0"/>
                  <a:cs typeface="Times New Roman" pitchFamily="18" charset="0"/>
                </a:rPr>
                <a:t> tin ở RAM(drive3) </a:t>
              </a:r>
              <a:r>
                <a:rPr lang="en-US" altLang="ko-KR" sz="1100" b="1" err="1">
                  <a:latin typeface="Times New Roman" pitchFamily="18" charset="0"/>
                  <a:cs typeface="Times New Roman" pitchFamily="18" charset="0"/>
                </a:rPr>
                <a:t>tiêu</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chuẩn</a:t>
              </a:r>
              <a:r>
                <a:rPr lang="en-US" altLang="ko-KR" sz="1100" b="1">
                  <a:latin typeface="Times New Roman" pitchFamily="18" charset="0"/>
                  <a:cs typeface="Times New Roman" pitchFamily="18" charset="0"/>
                </a:rPr>
                <a:t>.</a:t>
              </a:r>
            </a:p>
          </p:txBody>
        </p:sp>
        <p:sp>
          <p:nvSpPr>
            <p:cNvPr id="60" name="직사각형 24"/>
            <p:cNvSpPr>
              <a:spLocks noChangeArrowheads="1"/>
            </p:cNvSpPr>
            <p:nvPr/>
          </p:nvSpPr>
          <p:spPr bwMode="auto">
            <a:xfrm>
              <a:off x="3557588" y="4787900"/>
              <a:ext cx="5688012" cy="287338"/>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61" name="Text Box 26"/>
            <p:cNvSpPr txBox="1">
              <a:spLocks noChangeArrowheads="1"/>
            </p:cNvSpPr>
            <p:nvPr/>
          </p:nvSpPr>
          <p:spPr bwMode="auto">
            <a:xfrm>
              <a:off x="3609975" y="4816475"/>
              <a:ext cx="5738813"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latin typeface="Times New Roman" pitchFamily="18" charset="0"/>
                  <a:cs typeface="Times New Roman" pitchFamily="18" charset="0"/>
                </a:rPr>
                <a:t>SW4 : Cấm sử dụng, luôn OFF(OFF khi xuất hàng)</a:t>
              </a:r>
            </a:p>
          </p:txBody>
        </p:sp>
        <p:sp>
          <p:nvSpPr>
            <p:cNvPr id="62" name="직사각형 26"/>
            <p:cNvSpPr>
              <a:spLocks noChangeArrowheads="1"/>
            </p:cNvSpPr>
            <p:nvPr/>
          </p:nvSpPr>
          <p:spPr bwMode="auto">
            <a:xfrm>
              <a:off x="3557588" y="5062538"/>
              <a:ext cx="5688012" cy="45402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63" name="Text Box 26"/>
            <p:cNvSpPr txBox="1">
              <a:spLocks noChangeArrowheads="1"/>
            </p:cNvSpPr>
            <p:nvPr/>
          </p:nvSpPr>
          <p:spPr bwMode="auto">
            <a:xfrm>
              <a:off x="3609975" y="5173663"/>
              <a:ext cx="5738813"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latin typeface="Times New Roman" pitchFamily="18" charset="0"/>
                  <a:cs typeface="Times New Roman" pitchFamily="18" charset="0"/>
                </a:rPr>
                <a:t>SW5 : </a:t>
              </a:r>
              <a:r>
                <a:rPr lang="en-US" altLang="ko-KR" sz="1100" b="1" err="1">
                  <a:latin typeface="Times New Roman" pitchFamily="18" charset="0"/>
                  <a:cs typeface="Times New Roman" pitchFamily="18" charset="0"/>
                </a:rPr>
                <a:t>Cấm</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sử</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dụng</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luôn</a:t>
              </a:r>
              <a:r>
                <a:rPr lang="ko-KR" altLang="en-US" sz="1100" b="1">
                  <a:latin typeface="Times New Roman" pitchFamily="18" charset="0"/>
                  <a:cs typeface="Times New Roman" pitchFamily="18" charset="0"/>
                </a:rPr>
                <a:t> </a:t>
              </a:r>
              <a:r>
                <a:rPr lang="en-US" altLang="ko-KR" sz="1100" b="1">
                  <a:latin typeface="Times New Roman" pitchFamily="18" charset="0"/>
                  <a:cs typeface="Times New Roman" pitchFamily="18" charset="0"/>
                </a:rPr>
                <a:t>OFF(OFF </a:t>
              </a:r>
              <a:r>
                <a:rPr lang="en-US" altLang="ko-KR" sz="1100" b="1" err="1">
                  <a:latin typeface="Times New Roman" pitchFamily="18" charset="0"/>
                  <a:cs typeface="Times New Roman" pitchFamily="18" charset="0"/>
                </a:rPr>
                <a:t>khi</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xuất</a:t>
              </a:r>
              <a:r>
                <a:rPr lang="en-US" altLang="ko-KR" sz="1100" b="1">
                  <a:latin typeface="Times New Roman" pitchFamily="18" charset="0"/>
                  <a:cs typeface="Times New Roman" pitchFamily="18" charset="0"/>
                </a:rPr>
                <a:t> </a:t>
              </a:r>
              <a:r>
                <a:rPr lang="en-US" altLang="ko-KR" sz="1100" b="1" err="1">
                  <a:latin typeface="Times New Roman" pitchFamily="18" charset="0"/>
                  <a:cs typeface="Times New Roman" pitchFamily="18" charset="0"/>
                </a:rPr>
                <a:t>hàng</a:t>
              </a:r>
              <a:r>
                <a:rPr lang="en-US" altLang="ko-KR" sz="1100" b="1">
                  <a:latin typeface="Times New Roman" pitchFamily="18" charset="0"/>
                  <a:cs typeface="Times New Roman" pitchFamily="18" charset="0"/>
                </a:rPr>
                <a:t>)</a:t>
              </a:r>
            </a:p>
          </p:txBody>
        </p:sp>
        <p:sp>
          <p:nvSpPr>
            <p:cNvPr id="64" name="직사각형 28"/>
            <p:cNvSpPr>
              <a:spLocks noChangeArrowheads="1"/>
            </p:cNvSpPr>
            <p:nvPr/>
          </p:nvSpPr>
          <p:spPr bwMode="auto">
            <a:xfrm>
              <a:off x="3557588" y="5495925"/>
              <a:ext cx="5688012" cy="503238"/>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65" name="Text Box 26"/>
            <p:cNvSpPr txBox="1">
              <a:spLocks noChangeArrowheads="1"/>
            </p:cNvSpPr>
            <p:nvPr/>
          </p:nvSpPr>
          <p:spPr bwMode="auto">
            <a:xfrm>
              <a:off x="3609975" y="5549900"/>
              <a:ext cx="5738813" cy="414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latin typeface="Times New Roman" pitchFamily="18" charset="0"/>
                  <a:cs typeface="Times New Roman" pitchFamily="18" charset="0"/>
                </a:rPr>
                <a:t>RUN : Sequence program tiến hành tính.</a:t>
              </a:r>
            </a:p>
            <a:p>
              <a:pPr eaLnBrk="1" hangingPunct="1">
                <a:lnSpc>
                  <a:spcPct val="70000"/>
                </a:lnSpc>
                <a:spcBef>
                  <a:spcPct val="50000"/>
                </a:spcBef>
                <a:buFontTx/>
                <a:buNone/>
              </a:pPr>
              <a:r>
                <a:rPr lang="en-US" altLang="ko-KR" sz="1100" b="1">
                  <a:latin typeface="Times New Roman" pitchFamily="18" charset="0"/>
                  <a:cs typeface="Times New Roman" pitchFamily="18" charset="0"/>
                </a:rPr>
                <a:t>STOP : Sequence program ngừng tính.</a:t>
              </a:r>
            </a:p>
          </p:txBody>
        </p:sp>
        <p:sp>
          <p:nvSpPr>
            <p:cNvPr id="66" name="직사각형 30"/>
            <p:cNvSpPr>
              <a:spLocks noChangeArrowheads="1"/>
            </p:cNvSpPr>
            <p:nvPr/>
          </p:nvSpPr>
          <p:spPr bwMode="auto">
            <a:xfrm>
              <a:off x="1322388" y="5662613"/>
              <a:ext cx="2052637" cy="14287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67" name="Text Box 26"/>
            <p:cNvSpPr txBox="1">
              <a:spLocks noChangeArrowheads="1"/>
            </p:cNvSpPr>
            <p:nvPr/>
          </p:nvSpPr>
          <p:spPr bwMode="auto">
            <a:xfrm>
              <a:off x="1374775" y="5646738"/>
              <a:ext cx="2068513"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100" b="1"/>
                <a:t>RUN/STOP Switch</a:t>
              </a:r>
            </a:p>
          </p:txBody>
        </p:sp>
        <p:sp>
          <p:nvSpPr>
            <p:cNvPr id="68" name="직사각형 32"/>
            <p:cNvSpPr>
              <a:spLocks noChangeArrowheads="1"/>
            </p:cNvSpPr>
            <p:nvPr/>
          </p:nvSpPr>
          <p:spPr bwMode="auto">
            <a:xfrm>
              <a:off x="1908175" y="892175"/>
              <a:ext cx="1150938" cy="25082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69" name="Text Box 26"/>
            <p:cNvSpPr txBox="1">
              <a:spLocks noChangeArrowheads="1"/>
            </p:cNvSpPr>
            <p:nvPr/>
          </p:nvSpPr>
          <p:spPr bwMode="auto">
            <a:xfrm>
              <a:off x="1887538" y="882650"/>
              <a:ext cx="93503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100" b="1">
                  <a:latin typeface="Times New Roman" pitchFamily="18" charset="0"/>
                  <a:cs typeface="Times New Roman" pitchFamily="18" charset="0"/>
                </a:rPr>
                <a:t>Tên gọi </a:t>
              </a:r>
              <a:endParaRPr lang="ko-KR" altLang="en-US" sz="1100" b="1">
                <a:latin typeface="Times New Roman" pitchFamily="18" charset="0"/>
                <a:cs typeface="Times New Roman" pitchFamily="18" charset="0"/>
              </a:endParaRPr>
            </a:p>
          </p:txBody>
        </p:sp>
        <p:sp>
          <p:nvSpPr>
            <p:cNvPr id="70" name="직사각형 34"/>
            <p:cNvSpPr>
              <a:spLocks noChangeArrowheads="1"/>
            </p:cNvSpPr>
            <p:nvPr/>
          </p:nvSpPr>
          <p:spPr bwMode="auto">
            <a:xfrm>
              <a:off x="5549900" y="892175"/>
              <a:ext cx="1655763" cy="25082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71" name="Text Box 26"/>
            <p:cNvSpPr txBox="1">
              <a:spLocks noChangeArrowheads="1"/>
            </p:cNvSpPr>
            <p:nvPr/>
          </p:nvSpPr>
          <p:spPr bwMode="auto">
            <a:xfrm>
              <a:off x="5529263" y="882650"/>
              <a:ext cx="1406525"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100" b="1">
                  <a:latin typeface="Times New Roman" pitchFamily="18" charset="0"/>
                  <a:cs typeface="Times New Roman" pitchFamily="18" charset="0"/>
                </a:rPr>
                <a:t>Mục đích sử dụng</a:t>
              </a:r>
              <a:endParaRPr lang="ko-KR" altLang="en-US" sz="1100" b="1">
                <a:latin typeface="Times New Roman" pitchFamily="18" charset="0"/>
                <a:cs typeface="Times New Roman" pitchFamily="18" charset="0"/>
              </a:endParaRPr>
            </a:p>
          </p:txBody>
        </p:sp>
      </p:gr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1" name="Rectangle 6"/>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27652" name="Rectangle 8"/>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grpSp>
        <p:nvGrpSpPr>
          <p:cNvPr id="7" name="Group 2"/>
          <p:cNvGrpSpPr>
            <a:grpSpLocks/>
          </p:cNvGrpSpPr>
          <p:nvPr/>
        </p:nvGrpSpPr>
        <p:grpSpPr bwMode="auto">
          <a:xfrm>
            <a:off x="812800" y="914400"/>
            <a:ext cx="8535988" cy="3484563"/>
            <a:chOff x="144" y="576"/>
            <a:chExt cx="5300" cy="2195"/>
          </a:xfrm>
        </p:grpSpPr>
        <p:pic>
          <p:nvPicPr>
            <p:cNvPr id="8" name="Picture 3"/>
            <p:cNvPicPr>
              <a:picLocks noChangeAspect="1" noChangeArrowheads="1"/>
            </p:cNvPicPr>
            <p:nvPr/>
          </p:nvPicPr>
          <p:blipFill>
            <a:blip r:embed="rId2">
              <a:extLst>
                <a:ext uri="{28A0092B-C50C-407E-A947-70E740481C1C}">
                  <a14:useLocalDpi xmlns:a14="http://schemas.microsoft.com/office/drawing/2010/main" val="0"/>
                </a:ext>
              </a:extLst>
            </a:blip>
            <a:srcRect b="95604"/>
            <a:stretch>
              <a:fillRect/>
            </a:stretch>
          </p:blipFill>
          <p:spPr bwMode="auto">
            <a:xfrm>
              <a:off x="144" y="576"/>
              <a:ext cx="5293" cy="24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4"/>
            <p:cNvPicPr>
              <a:picLocks noChangeAspect="1" noChangeArrowheads="1"/>
            </p:cNvPicPr>
            <p:nvPr/>
          </p:nvPicPr>
          <p:blipFill>
            <a:blip r:embed="rId3">
              <a:extLst>
                <a:ext uri="{28A0092B-C50C-407E-A947-70E740481C1C}">
                  <a14:useLocalDpi xmlns:a14="http://schemas.microsoft.com/office/drawing/2010/main" val="0"/>
                </a:ext>
              </a:extLst>
            </a:blip>
            <a:srcRect t="64240"/>
            <a:stretch>
              <a:fillRect/>
            </a:stretch>
          </p:blipFill>
          <p:spPr bwMode="auto">
            <a:xfrm>
              <a:off x="144" y="816"/>
              <a:ext cx="5300" cy="1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 name="직사각형 6"/>
          <p:cNvSpPr>
            <a:spLocks noChangeArrowheads="1"/>
          </p:cNvSpPr>
          <p:nvPr/>
        </p:nvSpPr>
        <p:spPr bwMode="auto">
          <a:xfrm>
            <a:off x="1908175" y="981075"/>
            <a:ext cx="1150938" cy="25082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11" name="Text Box 26"/>
          <p:cNvSpPr txBox="1">
            <a:spLocks noChangeArrowheads="1"/>
          </p:cNvSpPr>
          <p:nvPr/>
        </p:nvSpPr>
        <p:spPr bwMode="auto">
          <a:xfrm>
            <a:off x="1887538" y="971550"/>
            <a:ext cx="93503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b="1" err="1" smtClean="0">
                <a:latin typeface="Arial" panose="020B0604020202020204" pitchFamily="34" charset="0"/>
                <a:cs typeface="Arial" panose="020B0604020202020204" pitchFamily="34" charset="0"/>
              </a:rPr>
              <a:t>Tên</a:t>
            </a:r>
            <a:endParaRPr lang="ko-KR" altLang="en-US" sz="1100" b="1">
              <a:latin typeface="Arial" panose="020B0604020202020204" pitchFamily="34" charset="0"/>
              <a:cs typeface="Arial" panose="020B0604020202020204" pitchFamily="34" charset="0"/>
            </a:endParaRPr>
          </a:p>
        </p:txBody>
      </p:sp>
      <p:sp>
        <p:nvSpPr>
          <p:cNvPr id="12" name="직사각형 8"/>
          <p:cNvSpPr>
            <a:spLocks noChangeArrowheads="1"/>
          </p:cNvSpPr>
          <p:nvPr/>
        </p:nvSpPr>
        <p:spPr bwMode="auto">
          <a:xfrm>
            <a:off x="5549900" y="981075"/>
            <a:ext cx="1655763" cy="25082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13" name="Text Box 26"/>
          <p:cNvSpPr txBox="1">
            <a:spLocks noChangeArrowheads="1"/>
          </p:cNvSpPr>
          <p:nvPr/>
        </p:nvSpPr>
        <p:spPr bwMode="auto">
          <a:xfrm>
            <a:off x="5529263" y="971550"/>
            <a:ext cx="172799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b="1" err="1" smtClean="0">
                <a:latin typeface="Arial" panose="020B0604020202020204" pitchFamily="34" charset="0"/>
                <a:cs typeface="Arial" panose="020B0604020202020204" pitchFamily="34" charset="0"/>
              </a:rPr>
              <a:t>Mục</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đích</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sử</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dụng</a:t>
            </a:r>
            <a:endParaRPr lang="ko-KR" altLang="en-US" sz="1100" b="1">
              <a:latin typeface="Arial" panose="020B0604020202020204" pitchFamily="34" charset="0"/>
              <a:cs typeface="Arial" panose="020B0604020202020204" pitchFamily="34" charset="0"/>
            </a:endParaRPr>
          </a:p>
        </p:txBody>
      </p:sp>
      <p:sp>
        <p:nvSpPr>
          <p:cNvPr id="14" name="직사각형 10"/>
          <p:cNvSpPr>
            <a:spLocks noChangeArrowheads="1"/>
          </p:cNvSpPr>
          <p:nvPr/>
        </p:nvSpPr>
        <p:spPr bwMode="auto">
          <a:xfrm>
            <a:off x="3648075" y="1333500"/>
            <a:ext cx="5616575" cy="1295400"/>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15" name="Text Box 26"/>
          <p:cNvSpPr txBox="1">
            <a:spLocks noChangeArrowheads="1"/>
          </p:cNvSpPr>
          <p:nvPr/>
        </p:nvSpPr>
        <p:spPr bwMode="auto">
          <a:xfrm>
            <a:off x="3638550" y="1368425"/>
            <a:ext cx="5626100" cy="13619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100" b="1">
                <a:latin typeface="Arial" panose="020B0604020202020204" pitchFamily="34" charset="0"/>
                <a:cs typeface="Arial" panose="020B0604020202020204" pitchFamily="34" charset="0"/>
              </a:rPr>
              <a:t>RESET : </a:t>
            </a:r>
            <a:r>
              <a:rPr lang="en-US" altLang="ko-KR" sz="1100" b="1" err="1" smtClean="0">
                <a:latin typeface="Arial" panose="020B0604020202020204" pitchFamily="34" charset="0"/>
                <a:cs typeface="Arial" panose="020B0604020202020204" pitchFamily="34" charset="0"/>
              </a:rPr>
              <a:t>Tiến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hành</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đặt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lại</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tính</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toán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và</a:t>
            </a:r>
            <a:r>
              <a:rPr lang="en-US" altLang="ko-KR" sz="1100" b="1" smtClean="0">
                <a:latin typeface="Arial" panose="020B0604020202020204" pitchFamily="34" charset="0"/>
                <a:cs typeface="Arial" panose="020B0604020202020204" pitchFamily="34" charset="0"/>
              </a:rPr>
              <a:t> reset </a:t>
            </a:r>
            <a:r>
              <a:rPr lang="en-US" altLang="ko-KR" sz="1100" b="1" err="1" smtClean="0">
                <a:latin typeface="Arial" panose="020B0604020202020204" pitchFamily="34" charset="0"/>
                <a:cs typeface="Arial" panose="020B0604020202020204" pitchFamily="34" charset="0"/>
              </a:rPr>
              <a:t>lại</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những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tính</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toán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sai</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phát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sinh</a:t>
            </a:r>
            <a:r>
              <a:rPr lang="en-US" altLang="ko-KR" sz="1100" b="1" smtClean="0">
                <a:latin typeface="Arial" panose="020B0604020202020204" pitchFamily="34" charset="0"/>
                <a:cs typeface="Arial" panose="020B0604020202020204" pitchFamily="34" charset="0"/>
              </a:rPr>
              <a:t>, reset </a:t>
            </a:r>
            <a:r>
              <a:rPr lang="en-US" altLang="ko-KR" sz="1100" b="1" err="1" smtClean="0">
                <a:latin typeface="Arial" panose="020B0604020202020204" pitchFamily="34" charset="0"/>
                <a:cs typeface="Arial" panose="020B0604020202020204" pitchFamily="34" charset="0"/>
              </a:rPr>
              <a:t>lại</a:t>
            </a:r>
            <a:r>
              <a:rPr lang="en-US" altLang="ko-KR" sz="1100" b="1" smtClean="0">
                <a:latin typeface="Arial" panose="020B0604020202020204" pitchFamily="34" charset="0"/>
                <a:cs typeface="Arial" panose="020B0604020202020204" pitchFamily="34" charset="0"/>
              </a:rPr>
              <a:t> hardware. </a:t>
            </a:r>
            <a:r>
              <a:rPr lang="en-US" altLang="ko-KR" sz="1100" b="1" err="1" smtClean="0">
                <a:latin typeface="Arial" panose="020B0604020202020204" pitchFamily="34" charset="0"/>
                <a:cs typeface="Arial" panose="020B0604020202020204" pitchFamily="34" charset="0"/>
              </a:rPr>
              <a:t>Nếu</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như</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quên</a:t>
            </a:r>
            <a:r>
              <a:rPr lang="en-US" altLang="ko-KR" sz="1100" b="1" smtClean="0">
                <a:latin typeface="Arial" panose="020B0604020202020204" pitchFamily="34" charset="0"/>
                <a:cs typeface="Arial" panose="020B0604020202020204" pitchFamily="34" charset="0"/>
              </a:rPr>
              <a:t> switch </a:t>
            </a:r>
            <a:r>
              <a:rPr lang="en-US" altLang="ko-KR" sz="1100" b="1" err="1" smtClean="0">
                <a:latin typeface="Arial" panose="020B0604020202020204" pitchFamily="34" charset="0"/>
                <a:cs typeface="Arial" panose="020B0604020202020204" pitchFamily="34" charset="0"/>
              </a:rPr>
              <a:t>thì</a:t>
            </a:r>
            <a:r>
              <a:rPr lang="en-US" altLang="ko-KR" sz="1100" b="1" smtClean="0">
                <a:latin typeface="Arial" panose="020B0604020202020204" pitchFamily="34" charset="0"/>
                <a:cs typeface="Arial" panose="020B0604020202020204" pitchFamily="34" charset="0"/>
              </a:rPr>
              <a:t> reset </a:t>
            </a:r>
            <a:r>
              <a:rPr lang="en-US" altLang="ko-KR" sz="1100" b="1" err="1" smtClean="0">
                <a:latin typeface="Arial" panose="020B0604020202020204" pitchFamily="34" charset="0"/>
                <a:cs typeface="Arial" panose="020B0604020202020204" pitchFamily="34" charset="0"/>
              </a:rPr>
              <a:t>toàn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bộ</a:t>
            </a:r>
            <a:r>
              <a:rPr lang="en-US" altLang="ko-KR" sz="1100" b="1" smtClean="0">
                <a:latin typeface="Arial" panose="020B0604020202020204" pitchFamily="34" charset="0"/>
                <a:cs typeface="Arial" panose="020B0604020202020204" pitchFamily="34" charset="0"/>
              </a:rPr>
              <a:t> system </a:t>
            </a:r>
            <a:r>
              <a:rPr lang="en-US" altLang="ko-KR" sz="1100" b="1" err="1" smtClean="0">
                <a:latin typeface="Arial" panose="020B0604020202020204" pitchFamily="34" charset="0"/>
                <a:cs typeface="Arial" panose="020B0604020202020204" pitchFamily="34" charset="0"/>
              </a:rPr>
              <a:t>bằng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vị</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trí</a:t>
            </a:r>
            <a:r>
              <a:rPr lang="en-US" altLang="ko-KR" sz="1100" b="1" smtClean="0">
                <a:latin typeface="Arial" panose="020B0604020202020204" pitchFamily="34" charset="0"/>
                <a:cs typeface="Arial" panose="020B0604020202020204" pitchFamily="34" charset="0"/>
              </a:rPr>
              <a:t> RESET Switch </a:t>
            </a:r>
            <a:r>
              <a:rPr lang="en-US" altLang="ko-KR" sz="1100" b="1" err="1" smtClean="0">
                <a:latin typeface="Arial" panose="020B0604020202020204" pitchFamily="34" charset="0"/>
                <a:cs typeface="Arial" panose="020B0604020202020204" pitchFamily="34" charset="0"/>
              </a:rPr>
              <a:t>và</a:t>
            </a:r>
            <a:r>
              <a:rPr lang="en-US" altLang="ko-KR" sz="1100" b="1" smtClean="0">
                <a:latin typeface="Arial" panose="020B0604020202020204" pitchFamily="34" charset="0"/>
                <a:cs typeface="Arial" panose="020B0604020202020204" pitchFamily="34" charset="0"/>
              </a:rPr>
              <a:t> System </a:t>
            </a:r>
            <a:r>
              <a:rPr lang="en-US" altLang="ko-KR" sz="1100" b="1" err="1" smtClean="0">
                <a:latin typeface="Arial" panose="020B0604020202020204" pitchFamily="34" charset="0"/>
                <a:cs typeface="Arial" panose="020B0604020202020204" pitchFamily="34" charset="0"/>
              </a:rPr>
              <a:t>sẽ</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dừng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lại</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hoàn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toàn</a:t>
            </a:r>
            <a:r>
              <a:rPr lang="en-US" altLang="ko-KR" sz="1100" b="1" smtClean="0">
                <a:latin typeface="Arial" panose="020B0604020202020204" pitchFamily="34" charset="0"/>
                <a:cs typeface="Arial" panose="020B0604020202020204" pitchFamily="34" charset="0"/>
              </a:rPr>
              <a:t> , </a:t>
            </a:r>
            <a:r>
              <a:rPr lang="en-US" altLang="ko-KR" sz="1100" b="1" err="1" smtClean="0">
                <a:latin typeface="Arial" panose="020B0604020202020204" pitchFamily="34" charset="0"/>
                <a:cs typeface="Arial" panose="020B0604020202020204" pitchFamily="34" charset="0"/>
              </a:rPr>
              <a:t>không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hoạt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động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nữa</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Sau</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khi</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thực</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hiện</a:t>
            </a:r>
            <a:r>
              <a:rPr lang="en-US" altLang="ko-KR" sz="1100" b="1" smtClean="0">
                <a:latin typeface="Arial" panose="020B0604020202020204" pitchFamily="34" charset="0"/>
                <a:cs typeface="Arial" panose="020B0604020202020204" pitchFamily="34" charset="0"/>
              </a:rPr>
              <a:t> Reset </a:t>
            </a:r>
            <a:r>
              <a:rPr lang="en-US" altLang="ko-KR" sz="1100" b="1" err="1" smtClean="0">
                <a:latin typeface="Arial" panose="020B0604020202020204" pitchFamily="34" charset="0"/>
                <a:cs typeface="Arial" panose="020B0604020202020204" pitchFamily="34" charset="0"/>
              </a:rPr>
              <a:t>thì</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phải</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trả</a:t>
            </a:r>
            <a:r>
              <a:rPr lang="en-US" altLang="ko-KR" sz="1100" b="1" smtClean="0">
                <a:latin typeface="Arial" panose="020B0604020202020204" pitchFamily="34" charset="0"/>
                <a:cs typeface="Arial" panose="020B0604020202020204" pitchFamily="34" charset="0"/>
              </a:rPr>
              <a:t> Switch </a:t>
            </a:r>
            <a:r>
              <a:rPr lang="en-US" altLang="ko-KR" sz="1100" b="1" err="1" smtClean="0">
                <a:latin typeface="Arial" panose="020B0604020202020204" pitchFamily="34" charset="0"/>
                <a:cs typeface="Arial" panose="020B0604020202020204" pitchFamily="34" charset="0"/>
              </a:rPr>
              <a:t>về</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vị</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trí</a:t>
            </a:r>
            <a:r>
              <a:rPr lang="en-US" altLang="ko-KR" sz="1100" b="1" smtClean="0">
                <a:latin typeface="Arial" panose="020B0604020202020204" pitchFamily="34" charset="0"/>
                <a:cs typeface="Arial" panose="020B0604020202020204" pitchFamily="34" charset="0"/>
              </a:rPr>
              <a:t> ban </a:t>
            </a:r>
            <a:r>
              <a:rPr lang="en-US" altLang="ko-KR" sz="1100" b="1" err="1" smtClean="0">
                <a:latin typeface="Arial" panose="020B0604020202020204" pitchFamily="34" charset="0"/>
                <a:cs typeface="Arial" panose="020B0604020202020204" pitchFamily="34" charset="0"/>
              </a:rPr>
              <a:t>đầu</a:t>
            </a:r>
            <a:r>
              <a:rPr lang="en-US" altLang="ko-KR" sz="1100" b="1" smtClean="0">
                <a:latin typeface="Arial" panose="020B0604020202020204" pitchFamily="34" charset="0"/>
                <a:cs typeface="Arial" panose="020B0604020202020204" pitchFamily="34" charset="0"/>
              </a:rPr>
              <a:t>.</a:t>
            </a:r>
            <a:endParaRPr lang="en-US" altLang="ko-KR" sz="1100" b="1">
              <a:latin typeface="Arial" panose="020B0604020202020204" pitchFamily="34" charset="0"/>
              <a:cs typeface="Arial" panose="020B0604020202020204" pitchFamily="34" charset="0"/>
            </a:endParaRPr>
          </a:p>
          <a:p>
            <a:pPr eaLnBrk="1" hangingPunct="1">
              <a:lnSpc>
                <a:spcPct val="100000"/>
              </a:lnSpc>
              <a:spcBef>
                <a:spcPct val="50000"/>
              </a:spcBef>
              <a:buFontTx/>
              <a:buNone/>
            </a:pPr>
            <a:r>
              <a:rPr lang="en-US" altLang="ko-KR" sz="1100" b="1">
                <a:latin typeface="Arial" panose="020B0604020202020204" pitchFamily="34" charset="0"/>
                <a:cs typeface="Arial" panose="020B0604020202020204" pitchFamily="34" charset="0"/>
              </a:rPr>
              <a:t>L.CLR : </a:t>
            </a:r>
            <a:r>
              <a:rPr lang="en-US" altLang="ko-KR" sz="1100" b="1" smtClean="0">
                <a:latin typeface="Arial" panose="020B0604020202020204" pitchFamily="34" charset="0"/>
                <a:cs typeface="Arial" panose="020B0604020202020204" pitchFamily="34" charset="0"/>
              </a:rPr>
              <a:t>“</a:t>
            </a:r>
            <a:r>
              <a:rPr lang="en-US" altLang="ko-KR" sz="1100" b="1">
                <a:latin typeface="Arial" panose="020B0604020202020204" pitchFamily="34" charset="0"/>
                <a:cs typeface="Arial" panose="020B0604020202020204" pitchFamily="34" charset="0"/>
              </a:rPr>
              <a:t>OFF</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hoạc</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làm</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về</a:t>
            </a:r>
            <a:r>
              <a:rPr lang="ko-KR" altLang="en-US" sz="1100" b="1" smtClean="0">
                <a:latin typeface="Arial" panose="020B0604020202020204" pitchFamily="34" charset="0"/>
                <a:cs typeface="Arial" panose="020B0604020202020204" pitchFamily="34" charset="0"/>
              </a:rPr>
              <a:t> </a:t>
            </a:r>
            <a:r>
              <a:rPr lang="en-US" altLang="ko-KR" sz="1100" b="1">
                <a:latin typeface="Arial" panose="020B0604020202020204" pitchFamily="34" charset="0"/>
                <a:cs typeface="Arial" panose="020B0604020202020204" pitchFamily="34" charset="0"/>
              </a:rPr>
              <a:t>“0</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tất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cả</a:t>
            </a:r>
            <a:r>
              <a:rPr lang="en-US" altLang="ko-KR" sz="1100" b="1" smtClean="0">
                <a:latin typeface="Arial" panose="020B0604020202020204" pitchFamily="34" charset="0"/>
                <a:cs typeface="Arial" panose="020B0604020202020204" pitchFamily="34" charset="0"/>
              </a:rPr>
              <a:t> Data </a:t>
            </a:r>
            <a:r>
              <a:rPr lang="en-US" altLang="ko-KR" sz="1100" b="1" err="1" smtClean="0">
                <a:latin typeface="Arial" panose="020B0604020202020204" pitchFamily="34" charset="0"/>
                <a:cs typeface="Arial" panose="020B0604020202020204" pitchFamily="34" charset="0"/>
              </a:rPr>
              <a:t>của</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bộ</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phận</a:t>
            </a:r>
            <a:r>
              <a:rPr lang="en-US" altLang="ko-KR" sz="1100" b="1" smtClean="0">
                <a:latin typeface="Arial" panose="020B0604020202020204" pitchFamily="34" charset="0"/>
                <a:cs typeface="Arial" panose="020B0604020202020204" pitchFamily="34" charset="0"/>
              </a:rPr>
              <a:t> latch </a:t>
            </a:r>
            <a:r>
              <a:rPr lang="en-US" altLang="ko-KR" sz="1100" b="1" err="1" smtClean="0">
                <a:latin typeface="Arial" panose="020B0604020202020204" pitchFamily="34" charset="0"/>
                <a:cs typeface="Arial" panose="020B0604020202020204" pitchFamily="34" charset="0"/>
              </a:rPr>
              <a:t>được</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tạo</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ra</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trong</a:t>
            </a:r>
            <a:r>
              <a:rPr lang="en-US" altLang="ko-KR" sz="1100" b="1" smtClean="0">
                <a:latin typeface="Arial" panose="020B0604020202020204" pitchFamily="34" charset="0"/>
                <a:cs typeface="Arial" panose="020B0604020202020204" pitchFamily="34" charset="0"/>
              </a:rPr>
              <a:t> parameter. </a:t>
            </a:r>
            <a:r>
              <a:rPr lang="en-US" altLang="ko-KR" sz="1100" b="1" err="1" smtClean="0">
                <a:latin typeface="Arial" panose="020B0604020202020204" pitchFamily="34" charset="0"/>
                <a:cs typeface="Arial" panose="020B0604020202020204" pitchFamily="34" charset="0"/>
              </a:rPr>
              <a:t>Làm</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rõ</a:t>
            </a:r>
            <a:r>
              <a:rPr lang="en-US" altLang="ko-KR" sz="1100" b="1">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ràng</a:t>
            </a:r>
            <a:r>
              <a:rPr lang="en-US" altLang="ko-KR" sz="1100" b="1" smtClean="0">
                <a:latin typeface="Arial" panose="020B0604020202020204" pitchFamily="34" charset="0"/>
                <a:cs typeface="Arial" panose="020B0604020202020204" pitchFamily="34" charset="0"/>
              </a:rPr>
              <a:t>(clear) </a:t>
            </a:r>
            <a:r>
              <a:rPr lang="en-US" altLang="ko-KR" sz="1100" b="1" err="1" smtClean="0">
                <a:latin typeface="Arial" panose="020B0604020202020204" pitchFamily="34" charset="0"/>
                <a:cs typeface="Arial" panose="020B0604020202020204" pitchFamily="34" charset="0"/>
              </a:rPr>
              <a:t>việc</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đăng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ký</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trạng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thái</a:t>
            </a:r>
            <a:r>
              <a:rPr lang="en-US" altLang="ko-KR" sz="1100" b="1">
                <a:latin typeface="Arial" panose="020B0604020202020204" pitchFamily="34" charset="0"/>
                <a:cs typeface="Arial" panose="020B0604020202020204" pitchFamily="34" charset="0"/>
              </a:rPr>
              <a:t> </a:t>
            </a:r>
            <a:r>
              <a:rPr lang="en-US" altLang="ko-KR" sz="1100" b="1" err="1">
                <a:latin typeface="Arial" panose="020B0604020202020204" pitchFamily="34" charset="0"/>
                <a:cs typeface="Arial" panose="020B0604020202020204" pitchFamily="34" charset="0"/>
              </a:rPr>
              <a:t>khóa</a:t>
            </a:r>
            <a:r>
              <a:rPr lang="en-US" altLang="ko-KR" sz="1100" b="1">
                <a:latin typeface="Arial" panose="020B0604020202020204" pitchFamily="34" charset="0"/>
                <a:cs typeface="Arial" panose="020B0604020202020204" pitchFamily="34" charset="0"/>
              </a:rPr>
              <a:t>(status </a:t>
            </a:r>
            <a:r>
              <a:rPr lang="en-US" altLang="ko-KR" sz="1100" b="1" smtClean="0">
                <a:latin typeface="Arial" panose="020B0604020202020204" pitchFamily="34" charset="0"/>
                <a:cs typeface="Arial" panose="020B0604020202020204" pitchFamily="34" charset="0"/>
              </a:rPr>
              <a:t>latch), </a:t>
            </a:r>
            <a:r>
              <a:rPr lang="en-US" altLang="ko-KR" sz="1100" b="1" err="1" smtClean="0">
                <a:latin typeface="Arial" panose="020B0604020202020204" pitchFamily="34" charset="0"/>
                <a:cs typeface="Arial" panose="020B0604020202020204" pitchFamily="34" charset="0"/>
              </a:rPr>
              <a:t>vết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lấy</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mẫu</a:t>
            </a:r>
            <a:r>
              <a:rPr lang="en-US" altLang="ko-KR" sz="1100" b="1">
                <a:latin typeface="Arial" panose="020B0604020202020204" pitchFamily="34" charset="0"/>
                <a:cs typeface="Arial" panose="020B0604020202020204" pitchFamily="34" charset="0"/>
              </a:rPr>
              <a:t> (Sampling trace </a:t>
            </a:r>
            <a:r>
              <a:rPr lang="en-US" altLang="ko-KR" sz="1100" b="1" smtClean="0">
                <a:latin typeface="Arial" panose="020B0604020202020204" pitchFamily="34" charset="0"/>
                <a:cs typeface="Arial" panose="020B0604020202020204" pitchFamily="34" charset="0"/>
              </a:rPr>
              <a:t>).</a:t>
            </a:r>
            <a:endParaRPr lang="en-US" altLang="ko-KR" sz="1100" b="1">
              <a:latin typeface="Arial" panose="020B0604020202020204" pitchFamily="34" charset="0"/>
              <a:cs typeface="Arial" panose="020B0604020202020204" pitchFamily="34" charset="0"/>
            </a:endParaRPr>
          </a:p>
        </p:txBody>
      </p:sp>
      <p:sp>
        <p:nvSpPr>
          <p:cNvPr id="16" name="직사각형 12"/>
          <p:cNvSpPr>
            <a:spLocks noChangeArrowheads="1"/>
          </p:cNvSpPr>
          <p:nvPr/>
        </p:nvSpPr>
        <p:spPr bwMode="auto">
          <a:xfrm>
            <a:off x="3648075" y="2692400"/>
            <a:ext cx="5616575" cy="35877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17" name="Text Box 26"/>
          <p:cNvSpPr txBox="1">
            <a:spLocks noChangeArrowheads="1"/>
          </p:cNvSpPr>
          <p:nvPr/>
        </p:nvSpPr>
        <p:spPr bwMode="auto">
          <a:xfrm>
            <a:off x="3638550" y="2786063"/>
            <a:ext cx="5562600" cy="210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err="1" smtClean="0">
                <a:latin typeface="Arial" panose="020B0604020202020204" pitchFamily="34" charset="0"/>
                <a:cs typeface="Arial" panose="020B0604020202020204" pitchFamily="34" charset="0"/>
              </a:rPr>
              <a:t>Lỗ</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của</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ốc</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vít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dùng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để</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cố</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định</a:t>
            </a:r>
            <a:r>
              <a:rPr lang="en-US" altLang="ko-KR" sz="1100" b="1" smtClean="0">
                <a:latin typeface="Arial" panose="020B0604020202020204" pitchFamily="34" charset="0"/>
                <a:cs typeface="Arial" panose="020B0604020202020204" pitchFamily="34" charset="0"/>
              </a:rPr>
              <a:t> Base Module (</a:t>
            </a:r>
            <a:r>
              <a:rPr lang="en-US" altLang="ko-KR" sz="1100" b="1" err="1" smtClean="0">
                <a:latin typeface="Arial" panose="020B0604020202020204" pitchFamily="34" charset="0"/>
                <a:cs typeface="Arial" panose="020B0604020202020204" pitchFamily="34" charset="0"/>
              </a:rPr>
              <a:t>ốc</a:t>
            </a:r>
            <a:r>
              <a:rPr lang="en-US" altLang="ko-KR" sz="1100" b="1" smtClean="0">
                <a:latin typeface="Arial" panose="020B0604020202020204" pitchFamily="34" charset="0"/>
                <a:cs typeface="Arial" panose="020B0604020202020204" pitchFamily="34" charset="0"/>
              </a:rPr>
              <a:t> M3 </a:t>
            </a:r>
            <a:r>
              <a:rPr lang="en-US" altLang="ko-KR" sz="1100" b="1">
                <a:latin typeface="Arial" panose="020B0604020202020204" pitchFamily="34" charset="0"/>
                <a:cs typeface="Arial" panose="020B0604020202020204" pitchFamily="34" charset="0"/>
              </a:rPr>
              <a:t>× 12 </a:t>
            </a:r>
            <a:r>
              <a:rPr lang="ko-KR" altLang="en-US" sz="1100" b="1" smtClean="0">
                <a:latin typeface="Arial" panose="020B0604020202020204" pitchFamily="34" charset="0"/>
                <a:cs typeface="Arial" panose="020B0604020202020204" pitchFamily="34" charset="0"/>
              </a:rPr>
              <a:t> </a:t>
            </a:r>
            <a:r>
              <a:rPr lang="en-US" altLang="ko-KR" sz="1100" b="1">
                <a:latin typeface="Arial" panose="020B0604020202020204" pitchFamily="34" charset="0"/>
                <a:cs typeface="Arial" panose="020B0604020202020204" pitchFamily="34" charset="0"/>
              </a:rPr>
              <a:t>)</a:t>
            </a:r>
          </a:p>
        </p:txBody>
      </p:sp>
      <p:sp>
        <p:nvSpPr>
          <p:cNvPr id="18" name="직사각형 14"/>
          <p:cNvSpPr>
            <a:spLocks noChangeArrowheads="1"/>
          </p:cNvSpPr>
          <p:nvPr/>
        </p:nvSpPr>
        <p:spPr bwMode="auto">
          <a:xfrm>
            <a:off x="3648075" y="3148013"/>
            <a:ext cx="5616575" cy="36036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19" name="Text Box 26"/>
          <p:cNvSpPr txBox="1">
            <a:spLocks noChangeArrowheads="1"/>
          </p:cNvSpPr>
          <p:nvPr/>
        </p:nvSpPr>
        <p:spPr bwMode="auto">
          <a:xfrm>
            <a:off x="3638550" y="3241675"/>
            <a:ext cx="556260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err="1" smtClean="0">
                <a:latin typeface="Arial" panose="020B0604020202020204" pitchFamily="34" charset="0"/>
                <a:cs typeface="Arial" panose="020B0604020202020204" pitchFamily="34" charset="0"/>
              </a:rPr>
              <a:t>Là</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một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mắt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xích</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nhằm</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cố</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định</a:t>
            </a:r>
            <a:r>
              <a:rPr lang="en-US" altLang="ko-KR" sz="1100" b="1" smtClean="0">
                <a:latin typeface="Arial" panose="020B0604020202020204" pitchFamily="34" charset="0"/>
                <a:cs typeface="Arial" panose="020B0604020202020204" pitchFamily="34" charset="0"/>
              </a:rPr>
              <a:t> Base Module</a:t>
            </a:r>
            <a:endParaRPr lang="en-US" altLang="ko-KR" sz="1100" b="1">
              <a:latin typeface="Arial" panose="020B0604020202020204" pitchFamily="34" charset="0"/>
              <a:cs typeface="Arial" panose="020B0604020202020204" pitchFamily="34" charset="0"/>
            </a:endParaRPr>
          </a:p>
        </p:txBody>
      </p:sp>
      <p:sp>
        <p:nvSpPr>
          <p:cNvPr id="20" name="직사각형 16"/>
          <p:cNvSpPr>
            <a:spLocks noChangeArrowheads="1"/>
          </p:cNvSpPr>
          <p:nvPr/>
        </p:nvSpPr>
        <p:spPr bwMode="auto">
          <a:xfrm>
            <a:off x="3648075" y="3570288"/>
            <a:ext cx="5616575" cy="46831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21" name="Text Box 26"/>
          <p:cNvSpPr txBox="1">
            <a:spLocks noChangeArrowheads="1"/>
          </p:cNvSpPr>
          <p:nvPr/>
        </p:nvSpPr>
        <p:spPr bwMode="auto">
          <a:xfrm>
            <a:off x="3638550" y="3510805"/>
            <a:ext cx="5562600" cy="583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r>
              <a:rPr lang="en-US" altLang="ko-KR" sz="1100" b="1" err="1" smtClean="0">
                <a:latin typeface="Arial" panose="020B0604020202020204" pitchFamily="34" charset="0"/>
                <a:cs typeface="Arial" panose="020B0604020202020204" pitchFamily="34" charset="0"/>
              </a:rPr>
              <a:t>Dùng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để</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kết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nối</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dây</a:t>
            </a:r>
            <a:r>
              <a:rPr lang="en-US" altLang="ko-KR" sz="1100" b="1" smtClean="0">
                <a:latin typeface="Arial" panose="020B0604020202020204" pitchFamily="34" charset="0"/>
                <a:cs typeface="Arial" panose="020B0604020202020204" pitchFamily="34" charset="0"/>
              </a:rPr>
              <a:t> </a:t>
            </a:r>
            <a:r>
              <a:rPr lang="en-US" altLang="ko-KR" sz="1100" b="1" err="1">
                <a:latin typeface="Arial" panose="020B0604020202020204" pitchFamily="34" charset="0"/>
                <a:cs typeface="Arial" panose="020B0604020202020204" pitchFamily="34" charset="0"/>
              </a:rPr>
              <a:t>C</a:t>
            </a:r>
            <a:r>
              <a:rPr lang="en-US" altLang="ko-KR" sz="1100" b="1" err="1" smtClean="0">
                <a:latin typeface="Arial" panose="020B0604020202020204" pitchFamily="34" charset="0"/>
                <a:cs typeface="Arial" panose="020B0604020202020204" pitchFamily="34" charset="0"/>
              </a:rPr>
              <a:t>hì</a:t>
            </a:r>
            <a:r>
              <a:rPr lang="en-US" altLang="ko-KR" sz="1100" b="1" smtClean="0">
                <a:latin typeface="Arial" panose="020B0604020202020204" pitchFamily="34" charset="0"/>
                <a:cs typeface="Arial" panose="020B0604020202020204" pitchFamily="34" charset="0"/>
              </a:rPr>
              <a:t> Battery</a:t>
            </a:r>
          </a:p>
          <a:p>
            <a:pPr eaLnBrk="1" hangingPunct="1">
              <a:lnSpc>
                <a:spcPct val="80000"/>
              </a:lnSpc>
              <a:spcBef>
                <a:spcPct val="50000"/>
              </a:spcBef>
              <a:buFontTx/>
              <a:buNone/>
            </a:pPr>
            <a:r>
              <a:rPr lang="en-US" altLang="ko-KR" sz="1100" b="1" smtClean="0">
                <a:latin typeface="Arial" panose="020B0604020202020204" pitchFamily="34" charset="0"/>
                <a:cs typeface="Arial" panose="020B0604020202020204" pitchFamily="34" charset="0"/>
              </a:rPr>
              <a:t>(</a:t>
            </a:r>
            <a:r>
              <a:rPr lang="en-US" altLang="ko-KR" sz="1100" b="1" err="1" smtClean="0">
                <a:latin typeface="Arial" panose="020B0604020202020204" pitchFamily="34" charset="0"/>
                <a:cs typeface="Arial" panose="020B0604020202020204" pitchFamily="34" charset="0"/>
              </a:rPr>
              <a:t>Không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được</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trang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bị</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trong</a:t>
            </a:r>
            <a:r>
              <a:rPr lang="en-US" altLang="ko-KR" sz="1100" b="1" smtClean="0">
                <a:latin typeface="Arial" panose="020B0604020202020204" pitchFamily="34" charset="0"/>
                <a:cs typeface="Arial" panose="020B0604020202020204" pitchFamily="34" charset="0"/>
              </a:rPr>
              <a:t> Connector </a:t>
            </a:r>
            <a:r>
              <a:rPr lang="en-US" altLang="ko-KR" sz="1100" b="1" err="1" smtClean="0">
                <a:latin typeface="Arial" panose="020B0604020202020204" pitchFamily="34" charset="0"/>
                <a:cs typeface="Arial" panose="020B0604020202020204" pitchFamily="34" charset="0"/>
              </a:rPr>
              <a:t>khi</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xuất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hàng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để</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nhằm</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ngăn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ngừa</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sự</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tiêu</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hao</a:t>
            </a:r>
            <a:r>
              <a:rPr lang="en-US" altLang="ko-KR" sz="1100" b="1" smtClean="0">
                <a:latin typeface="Arial" panose="020B0604020202020204" pitchFamily="34" charset="0"/>
                <a:cs typeface="Arial" panose="020B0604020202020204" pitchFamily="34" charset="0"/>
              </a:rPr>
              <a:t> battery .)</a:t>
            </a:r>
            <a:endParaRPr lang="en-US" altLang="ko-KR" sz="1100" b="1">
              <a:latin typeface="Arial" panose="020B0604020202020204" pitchFamily="34" charset="0"/>
              <a:cs typeface="Arial" panose="020B0604020202020204" pitchFamily="34" charset="0"/>
            </a:endParaRPr>
          </a:p>
        </p:txBody>
      </p:sp>
      <p:sp>
        <p:nvSpPr>
          <p:cNvPr id="22" name="직사각형 18"/>
          <p:cNvSpPr>
            <a:spLocks noChangeArrowheads="1"/>
          </p:cNvSpPr>
          <p:nvPr/>
        </p:nvSpPr>
        <p:spPr bwMode="auto">
          <a:xfrm>
            <a:off x="3648075" y="4092575"/>
            <a:ext cx="5616575" cy="25082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23" name="Text Box 26"/>
          <p:cNvSpPr txBox="1">
            <a:spLocks noChangeArrowheads="1"/>
          </p:cNvSpPr>
          <p:nvPr/>
        </p:nvSpPr>
        <p:spPr bwMode="auto">
          <a:xfrm>
            <a:off x="3638550" y="4015190"/>
            <a:ext cx="55626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100" b="1" smtClean="0">
                <a:latin typeface="Arial" panose="020B0604020202020204" pitchFamily="34" charset="0"/>
                <a:cs typeface="Arial" panose="020B0604020202020204" pitchFamily="34" charset="0"/>
              </a:rPr>
              <a:t>Battery </a:t>
            </a:r>
            <a:r>
              <a:rPr lang="en-US" altLang="ko-KR" sz="1100" b="1" err="1" smtClean="0">
                <a:latin typeface="Arial" panose="020B0604020202020204" pitchFamily="34" charset="0"/>
                <a:cs typeface="Arial" panose="020B0604020202020204" pitchFamily="34" charset="0"/>
              </a:rPr>
              <a:t>dùng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để</a:t>
            </a:r>
            <a:r>
              <a:rPr lang="en-US" altLang="ko-KR" sz="1100" b="1" smtClean="0">
                <a:latin typeface="Arial" panose="020B0604020202020204" pitchFamily="34" charset="0"/>
                <a:cs typeface="Arial" panose="020B0604020202020204" pitchFamily="34" charset="0"/>
              </a:rPr>
              <a:t> Backup </a:t>
            </a:r>
            <a:r>
              <a:rPr lang="en-US" altLang="ko-KR" sz="1100" b="1" err="1" smtClean="0">
                <a:latin typeface="Arial" panose="020B0604020202020204" pitchFamily="34" charset="0"/>
                <a:cs typeface="Arial" panose="020B0604020202020204" pitchFamily="34" charset="0"/>
              </a:rPr>
              <a:t>trong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trường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hợp</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sử</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dụng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kỹ</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năng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duy</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trì</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khi</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mất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điện</a:t>
            </a:r>
            <a:r>
              <a:rPr lang="en-US" altLang="ko-KR" sz="1100" b="1" smtClean="0">
                <a:latin typeface="Arial" panose="020B0604020202020204" pitchFamily="34" charset="0"/>
                <a:cs typeface="Arial" panose="020B0604020202020204" pitchFamily="34" charset="0"/>
              </a:rPr>
              <a:t>, RAM </a:t>
            </a:r>
            <a:r>
              <a:rPr lang="en-US" altLang="ko-KR" sz="1100" b="1" err="1" smtClean="0">
                <a:latin typeface="Arial" panose="020B0604020202020204" pitchFamily="34" charset="0"/>
                <a:cs typeface="Arial" panose="020B0604020202020204" pitchFamily="34" charset="0"/>
              </a:rPr>
              <a:t>tiêu</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chuẩn</a:t>
            </a:r>
            <a:r>
              <a:rPr lang="en-US" altLang="ko-KR" sz="1100" b="1" smtClean="0">
                <a:latin typeface="Arial" panose="020B0604020202020204" pitchFamily="34" charset="0"/>
                <a:cs typeface="Arial" panose="020B0604020202020204" pitchFamily="34" charset="0"/>
              </a:rPr>
              <a:t>, Program Memory </a:t>
            </a:r>
            <a:endParaRPr lang="en-US" altLang="ko-KR" sz="1100" b="1">
              <a:latin typeface="Arial" panose="020B0604020202020204" pitchFamily="34" charset="0"/>
              <a:cs typeface="Arial" panose="020B0604020202020204" pitchFamily="34" charset="0"/>
            </a:endParaRPr>
          </a:p>
        </p:txBody>
      </p:sp>
      <p:sp>
        <p:nvSpPr>
          <p:cNvPr id="24" name="직사각형 20"/>
          <p:cNvSpPr>
            <a:spLocks noChangeArrowheads="1"/>
          </p:cNvSpPr>
          <p:nvPr/>
        </p:nvSpPr>
        <p:spPr bwMode="auto">
          <a:xfrm>
            <a:off x="1439863" y="1733550"/>
            <a:ext cx="1736725" cy="576263"/>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25" name="Text Box 26"/>
          <p:cNvSpPr txBox="1">
            <a:spLocks noChangeArrowheads="1"/>
          </p:cNvSpPr>
          <p:nvPr/>
        </p:nvSpPr>
        <p:spPr bwMode="auto">
          <a:xfrm>
            <a:off x="1430338" y="1763713"/>
            <a:ext cx="16383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a:latin typeface="Arial" panose="020B0604020202020204" pitchFamily="34" charset="0"/>
                <a:cs typeface="Arial" panose="020B0604020202020204" pitchFamily="34" charset="0"/>
              </a:rPr>
              <a:t>RESET/L.CLR Switch</a:t>
            </a:r>
          </a:p>
        </p:txBody>
      </p:sp>
      <p:sp>
        <p:nvSpPr>
          <p:cNvPr id="26" name="직사각형 22"/>
          <p:cNvSpPr>
            <a:spLocks noChangeArrowheads="1"/>
          </p:cNvSpPr>
          <p:nvPr/>
        </p:nvSpPr>
        <p:spPr bwMode="auto">
          <a:xfrm>
            <a:off x="1439863" y="2786063"/>
            <a:ext cx="1736725" cy="250825"/>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27" name="Text Box 26"/>
          <p:cNvSpPr txBox="1">
            <a:spLocks noChangeArrowheads="1"/>
          </p:cNvSpPr>
          <p:nvPr/>
        </p:nvSpPr>
        <p:spPr bwMode="auto">
          <a:xfrm>
            <a:off x="1430338" y="2814638"/>
            <a:ext cx="2118506" cy="210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err="1" smtClean="0">
                <a:latin typeface="Arial" panose="020B0604020202020204" pitchFamily="34" charset="0"/>
                <a:cs typeface="Arial" panose="020B0604020202020204" pitchFamily="34" charset="0"/>
              </a:rPr>
              <a:t>Lỗ</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ốc</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vít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cố</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định</a:t>
            </a:r>
            <a:r>
              <a:rPr lang="en-US" altLang="ko-KR" sz="1100" b="1" smtClean="0">
                <a:latin typeface="Arial" panose="020B0604020202020204" pitchFamily="34" charset="0"/>
                <a:cs typeface="Arial" panose="020B0604020202020204" pitchFamily="34" charset="0"/>
              </a:rPr>
              <a:t> Module</a:t>
            </a:r>
            <a:endParaRPr lang="en-US" altLang="ko-KR" sz="1100" b="1">
              <a:latin typeface="Arial" panose="020B0604020202020204" pitchFamily="34" charset="0"/>
              <a:cs typeface="Arial" panose="020B0604020202020204" pitchFamily="34" charset="0"/>
            </a:endParaRPr>
          </a:p>
        </p:txBody>
      </p:sp>
      <p:sp>
        <p:nvSpPr>
          <p:cNvPr id="28" name="직사각형 24"/>
          <p:cNvSpPr>
            <a:spLocks noChangeArrowheads="1"/>
          </p:cNvSpPr>
          <p:nvPr/>
        </p:nvSpPr>
        <p:spPr bwMode="auto">
          <a:xfrm>
            <a:off x="1439863" y="3194050"/>
            <a:ext cx="1736725" cy="252413"/>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29" name="Text Box 26"/>
          <p:cNvSpPr txBox="1">
            <a:spLocks noChangeArrowheads="1"/>
          </p:cNvSpPr>
          <p:nvPr/>
        </p:nvSpPr>
        <p:spPr bwMode="auto">
          <a:xfrm>
            <a:off x="1430337" y="3222625"/>
            <a:ext cx="1939547" cy="210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err="1" smtClean="0">
                <a:latin typeface="Arial" panose="020B0604020202020204" pitchFamily="34" charset="0"/>
                <a:cs typeface="Arial" panose="020B0604020202020204" pitchFamily="34" charset="0"/>
              </a:rPr>
              <a:t>Mấu</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dùng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cố</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định</a:t>
            </a:r>
            <a:r>
              <a:rPr lang="en-US" altLang="ko-KR" sz="1100" b="1" smtClean="0">
                <a:latin typeface="Arial" panose="020B0604020202020204" pitchFamily="34" charset="0"/>
                <a:cs typeface="Arial" panose="020B0604020202020204" pitchFamily="34" charset="0"/>
              </a:rPr>
              <a:t> Module</a:t>
            </a:r>
            <a:endParaRPr lang="en-US" altLang="ko-KR" sz="1100" b="1">
              <a:latin typeface="Arial" panose="020B0604020202020204" pitchFamily="34" charset="0"/>
              <a:cs typeface="Arial" panose="020B0604020202020204" pitchFamily="34" charset="0"/>
            </a:endParaRPr>
          </a:p>
        </p:txBody>
      </p:sp>
      <p:sp>
        <p:nvSpPr>
          <p:cNvPr id="30" name="직사각형 26"/>
          <p:cNvSpPr>
            <a:spLocks noChangeArrowheads="1"/>
          </p:cNvSpPr>
          <p:nvPr/>
        </p:nvSpPr>
        <p:spPr bwMode="auto">
          <a:xfrm>
            <a:off x="1439863" y="3670300"/>
            <a:ext cx="1736725" cy="252413"/>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31" name="Text Box 26"/>
          <p:cNvSpPr txBox="1">
            <a:spLocks noChangeArrowheads="1"/>
          </p:cNvSpPr>
          <p:nvPr/>
        </p:nvSpPr>
        <p:spPr bwMode="auto">
          <a:xfrm>
            <a:off x="1430338" y="3698875"/>
            <a:ext cx="1638300"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None/>
            </a:pPr>
            <a:r>
              <a:rPr lang="en-US" altLang="ko-KR" sz="1200" b="1">
                <a:latin typeface="Times New Roman" pitchFamily="18" charset="0"/>
                <a:cs typeface="Times New Roman" pitchFamily="18" charset="0"/>
              </a:rPr>
              <a:t>Battery connector </a:t>
            </a:r>
            <a:r>
              <a:rPr lang="en-US" altLang="ko-KR" sz="1200" b="1" smtClean="0">
                <a:latin typeface="Times New Roman" pitchFamily="18" charset="0"/>
                <a:cs typeface="Times New Roman" pitchFamily="18" charset="0"/>
              </a:rPr>
              <a:t>pin</a:t>
            </a:r>
            <a:endParaRPr lang="ko-KR" altLang="en-US" sz="1200" b="1">
              <a:latin typeface="Times New Roman" pitchFamily="18" charset="0"/>
              <a:cs typeface="Times New Roman" pitchFamily="18" charset="0"/>
            </a:endParaRPr>
          </a:p>
        </p:txBody>
      </p:sp>
      <p:sp>
        <p:nvSpPr>
          <p:cNvPr id="32" name="직사각형 28"/>
          <p:cNvSpPr>
            <a:spLocks noChangeArrowheads="1"/>
          </p:cNvSpPr>
          <p:nvPr/>
        </p:nvSpPr>
        <p:spPr bwMode="auto">
          <a:xfrm>
            <a:off x="1439863" y="4100513"/>
            <a:ext cx="1736725" cy="25241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33" name="Text Box 26"/>
          <p:cNvSpPr txBox="1">
            <a:spLocks noChangeArrowheads="1"/>
          </p:cNvSpPr>
          <p:nvPr/>
        </p:nvSpPr>
        <p:spPr bwMode="auto">
          <a:xfrm>
            <a:off x="1430338" y="4130675"/>
            <a:ext cx="1638300" cy="21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smtClean="0">
                <a:latin typeface="Arial" panose="020B0604020202020204" pitchFamily="34" charset="0"/>
                <a:cs typeface="Arial" panose="020B0604020202020204" pitchFamily="34" charset="0"/>
              </a:rPr>
              <a:t>Battery</a:t>
            </a:r>
            <a:endParaRPr lang="en-US" altLang="ko-KR" sz="1100" b="1">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4"/>
          <p:cNvSpPr>
            <a:spLocks noChangeArrowheads="1"/>
          </p:cNvSpPr>
          <p:nvPr/>
        </p:nvSpPr>
        <p:spPr bwMode="auto">
          <a:xfrm>
            <a:off x="415925" y="836349"/>
            <a:ext cx="4843463" cy="4204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a:latin typeface="Times New Roman" panose="02020603050405020304" pitchFamily="18" charset="0"/>
                <a:cs typeface="Times New Roman" panose="02020603050405020304" pitchFamily="18" charset="0"/>
              </a:rPr>
              <a:t>2-3. PLC CPU (Memory)</a:t>
            </a:r>
          </a:p>
          <a:p>
            <a:pPr eaLnBrk="1" hangingPunct="1">
              <a:lnSpc>
                <a:spcPct val="210000"/>
              </a:lnSpc>
              <a:spcBef>
                <a:spcPct val="0"/>
              </a:spcBef>
              <a:buFontTx/>
              <a:buNone/>
            </a:pPr>
            <a:r>
              <a:rPr lang="en-US" altLang="ko-KR" sz="1200">
                <a:latin typeface="Times New Roman" panose="02020603050405020304" pitchFamily="18" charset="0"/>
                <a:cs typeface="Times New Roman" panose="02020603050405020304" pitchFamily="18" charset="0"/>
              </a:rPr>
              <a:t>   </a:t>
            </a:r>
            <a:r>
              <a:rPr lang="en-US" altLang="ko-KR" sz="1200" b="1">
                <a:latin typeface="Times New Roman" panose="02020603050405020304" pitchFamily="18" charset="0"/>
                <a:cs typeface="Times New Roman" panose="02020603050405020304" pitchFamily="18" charset="0"/>
              </a:rPr>
              <a:t>(</a:t>
            </a:r>
            <a:r>
              <a:rPr lang="en-US" altLang="ko-KR" sz="1200" b="1" smtClean="0">
                <a:latin typeface="Times New Roman" panose="02020603050405020304" pitchFamily="18" charset="0"/>
                <a:cs typeface="Times New Roman" panose="02020603050405020304" pitchFamily="18" charset="0"/>
              </a:rPr>
              <a:t>1) </a:t>
            </a:r>
            <a:r>
              <a:rPr lang="en-US" altLang="ko-KR" sz="1200" b="1" err="1" smtClean="0">
                <a:latin typeface="Times New Roman" panose="02020603050405020304" pitchFamily="18" charset="0"/>
                <a:cs typeface="Times New Roman" panose="02020603050405020304" pitchFamily="18" charset="0"/>
              </a:rPr>
              <a:t>Các</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loại</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thiết</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bị</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bộ</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nhớ</a:t>
            </a:r>
            <a:endParaRPr lang="ko-KR" altLang="en-US" sz="1200" b="1">
              <a:latin typeface="Times New Roman" panose="02020603050405020304" pitchFamily="18" charset="0"/>
              <a:cs typeface="Times New Roman" panose="02020603050405020304" pitchFamily="18" charset="0"/>
            </a:endParaRPr>
          </a:p>
          <a:p>
            <a:pPr eaLnBrk="1" hangingPunct="1">
              <a:lnSpc>
                <a:spcPct val="19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IC </a:t>
            </a:r>
            <a:r>
              <a:rPr lang="en-US" altLang="ko-KR" sz="1200" smtClean="0">
                <a:latin typeface="Times New Roman" panose="02020603050405020304" pitchFamily="18" charset="0"/>
                <a:cs typeface="Times New Roman" panose="02020603050405020304" pitchFamily="18" charset="0"/>
              </a:rPr>
              <a:t>Memory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ROM(Read Only Memory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RAM(Random </a:t>
            </a:r>
            <a:r>
              <a:rPr lang="en-US" altLang="ko-KR" sz="1200">
                <a:latin typeface="Times New Roman" panose="02020603050405020304" pitchFamily="18" charset="0"/>
                <a:cs typeface="Times New Roman" panose="02020603050405020304" pitchFamily="18" charset="0"/>
              </a:rPr>
              <a:t>Access Memory</a:t>
            </a:r>
            <a:r>
              <a:rPr lang="en-US" altLang="ko-KR" sz="1200" smtClean="0">
                <a:latin typeface="Times New Roman" panose="02020603050405020304" pitchFamily="18" charset="0"/>
                <a:cs typeface="Times New Roman" panose="02020603050405020304" pitchFamily="18" charset="0"/>
              </a:rPr>
              <a:t>).</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ROM </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chuyên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dùng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đọc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thay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nội</a:t>
            </a:r>
            <a:r>
              <a:rPr lang="en-US" altLang="ko-KR" sz="1200" smtClean="0">
                <a:latin typeface="Times New Roman" panose="02020603050405020304" pitchFamily="18" charset="0"/>
                <a:cs typeface="Times New Roman" panose="02020603050405020304" pitchFamily="18" charset="0"/>
              </a:rPr>
              <a:t> dung Memory. </a:t>
            </a:r>
            <a:endParaRPr lang="en-US" altLang="ko-KR" sz="1200">
              <a:latin typeface="Times New Roman" panose="02020603050405020304" pitchFamily="18" charset="0"/>
              <a:cs typeface="Times New Roman" panose="02020603050405020304" pitchFamily="18" charset="0"/>
            </a:endParaRPr>
          </a:p>
          <a:p>
            <a:pPr eaLnBrk="1" hangingPunct="1">
              <a:lnSpc>
                <a:spcPct val="190000"/>
              </a:lnSpc>
              <a:spcBef>
                <a:spcPct val="0"/>
              </a:spcBef>
              <a:buFontTx/>
              <a:buNone/>
            </a:pP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Theo </a:t>
            </a:r>
            <a:r>
              <a:rPr lang="en-US" altLang="ko-KR" sz="1200" err="1" smtClean="0">
                <a:latin typeface="Times New Roman" panose="02020603050405020304" pitchFamily="18" charset="0"/>
                <a:cs typeface="Times New Roman" panose="02020603050405020304" pitchFamily="18" charset="0"/>
              </a:rPr>
              <a:t>đó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tin </a:t>
            </a:r>
            <a:r>
              <a:rPr lang="en-US" altLang="ko-KR" sz="1200" err="1" smtClean="0">
                <a:latin typeface="Times New Roman" panose="02020603050405020304" pitchFamily="18" charset="0"/>
                <a:cs typeface="Times New Roman" panose="02020603050405020304" pitchFamily="18" charset="0"/>
              </a:rPr>
              <a:t>đã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dù</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tắt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nữa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nội</a:t>
            </a:r>
            <a:r>
              <a:rPr lang="en-US" altLang="ko-KR" sz="1200" smtClean="0">
                <a:latin typeface="Times New Roman" panose="02020603050405020304" pitchFamily="18" charset="0"/>
                <a:cs typeface="Times New Roman" panose="02020603050405020304" pitchFamily="18" charset="0"/>
              </a:rPr>
              <a:t> dung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trữ</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vẫn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bảo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190000"/>
              </a:lnSpc>
              <a:spcBef>
                <a:spcPct val="0"/>
              </a:spcBef>
              <a:buFontTx/>
              <a:buNone/>
            </a:pPr>
            <a:r>
              <a:rPr lang="en-US" altLang="ko-KR" sz="1200">
                <a:latin typeface="Times New Roman" panose="02020603050405020304" pitchFamily="18" charset="0"/>
                <a:cs typeface="Times New Roman" panose="02020603050405020304" pitchFamily="18" charset="0"/>
              </a:rPr>
              <a:t>     RAM </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đọc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tin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nhớ</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lúc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tin </a:t>
            </a:r>
            <a:r>
              <a:rPr lang="en-US" altLang="ko-KR" sz="1200" err="1" smtClean="0">
                <a:latin typeface="Times New Roman" panose="02020603050405020304" pitchFamily="18" charset="0"/>
                <a:cs typeface="Times New Roman" panose="02020603050405020304" pitchFamily="18" charset="0"/>
              </a:rPr>
              <a:t>tạm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thời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tắt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nội</a:t>
            </a:r>
            <a:r>
              <a:rPr lang="en-US" altLang="ko-KR" sz="1200" smtClean="0">
                <a:latin typeface="Times New Roman" panose="02020603050405020304" pitchFamily="18" charset="0"/>
                <a:cs typeface="Times New Roman" panose="02020603050405020304" pitchFamily="18" charset="0"/>
              </a:rPr>
              <a:t> dung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tin </a:t>
            </a:r>
            <a:r>
              <a:rPr lang="en-US" altLang="ko-KR" sz="1200" err="1" smtClean="0">
                <a:latin typeface="Times New Roman" panose="02020603050405020304" pitchFamily="18" charset="0"/>
                <a:cs typeface="Times New Roman" panose="02020603050405020304" pitchFamily="18" charset="0"/>
              </a:rPr>
              <a:t>đã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
            </a:r>
            <a:br>
              <a:rPr lang="en-US" altLang="ko-KR" sz="1200">
                <a:latin typeface="Times New Roman" panose="02020603050405020304" pitchFamily="18" charset="0"/>
                <a:cs typeface="Times New Roman" panose="02020603050405020304" pitchFamily="18" charset="0"/>
              </a:rPr>
            </a:b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Dù</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vậy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cần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vẫn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một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phần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phận</a:t>
            </a:r>
            <a:r>
              <a:rPr lang="en-US" altLang="ko-KR" sz="1200" smtClean="0">
                <a:latin typeface="Times New Roman" panose="02020603050405020304" pitchFamily="18" charset="0"/>
                <a:cs typeface="Times New Roman" panose="02020603050405020304" pitchFamily="18" charset="0"/>
              </a:rPr>
              <a:t> RAM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nhờ</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B</a:t>
            </a:r>
            <a:r>
              <a:rPr lang="en-US" altLang="ko-KR" sz="1200" smtClean="0">
                <a:latin typeface="Times New Roman" panose="02020603050405020304" pitchFamily="18" charset="0"/>
                <a:cs typeface="Times New Roman" panose="02020603050405020304" pitchFamily="18" charset="0"/>
              </a:rPr>
              <a:t>attery  back-up.</a:t>
            </a:r>
            <a:endParaRPr lang="en-US" altLang="ko-KR" sz="1200">
              <a:latin typeface="Times New Roman" panose="02020603050405020304" pitchFamily="18" charset="0"/>
              <a:cs typeface="Times New Roman" panose="02020603050405020304" pitchFamily="18" charset="0"/>
            </a:endParaRPr>
          </a:p>
        </p:txBody>
      </p:sp>
      <p:sp>
        <p:nvSpPr>
          <p:cNvPr id="28676" name="Rectangle 6"/>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28677" name="Rectangle 8"/>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sp>
        <p:nvSpPr>
          <p:cNvPr id="28678" name="Text Box 9"/>
          <p:cNvSpPr txBox="1">
            <a:spLocks noChangeArrowheads="1"/>
          </p:cNvSpPr>
          <p:nvPr/>
        </p:nvSpPr>
        <p:spPr bwMode="auto">
          <a:xfrm>
            <a:off x="5321300" y="5589588"/>
            <a:ext cx="3737419" cy="45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smtClean="0">
                <a:latin typeface="Times New Roman" panose="02020603050405020304" pitchFamily="18" charset="0"/>
                <a:cs typeface="Times New Roman" panose="02020603050405020304" pitchFamily="18" charset="0"/>
              </a:rPr>
              <a:t>※ Ý </a:t>
            </a:r>
            <a:r>
              <a:rPr lang="en-US" altLang="ko-KR" sz="1000" err="1" smtClean="0">
                <a:latin typeface="Times New Roman" panose="02020603050405020304" pitchFamily="18" charset="0"/>
                <a:cs typeface="Times New Roman" panose="02020603050405020304" pitchFamily="18" charset="0"/>
              </a:rPr>
              <a:t>nghĩa</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của</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số</a:t>
            </a:r>
            <a:r>
              <a:rPr lang="en-US" altLang="ko-KR" sz="1000" smtClean="0">
                <a:latin typeface="Times New Roman" panose="02020603050405020304" pitchFamily="18" charset="0"/>
                <a:cs typeface="Times New Roman" panose="02020603050405020304" pitchFamily="18" charset="0"/>
              </a:rPr>
              <a:t> drive</a:t>
            </a:r>
            <a:endParaRPr lang="ko-KR" altLang="en-US" sz="100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000">
                <a:latin typeface="Times New Roman" panose="02020603050405020304" pitchFamily="18" charset="0"/>
                <a:cs typeface="Times New Roman" panose="02020603050405020304" pitchFamily="18" charset="0"/>
              </a:rPr>
              <a:t>   </a:t>
            </a:r>
            <a:r>
              <a:rPr lang="ko-KR" altLang="en-US" sz="1000" smtClean="0">
                <a:latin typeface="Times New Roman" panose="02020603050405020304" pitchFamily="18" charset="0"/>
                <a:cs typeface="Times New Roman" panose="02020603050405020304" pitchFamily="18" charset="0"/>
              </a:rPr>
              <a:t>→</a:t>
            </a:r>
            <a:r>
              <a:rPr lang="en-US" altLang="ko-KR" sz="1000" err="1" smtClean="0">
                <a:latin typeface="Times New Roman" panose="02020603050405020304" pitchFamily="18" charset="0"/>
                <a:cs typeface="Times New Roman" panose="02020603050405020304" pitchFamily="18" charset="0"/>
              </a:rPr>
              <a:t>là</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tên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gọi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khi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kết</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nối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thiết</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bị</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bên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ngoài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với</a:t>
            </a:r>
            <a:r>
              <a:rPr lang="en-US" altLang="ko-KR" sz="1000" smtClean="0">
                <a:latin typeface="Times New Roman" panose="02020603050405020304" pitchFamily="18" charset="0"/>
                <a:cs typeface="Times New Roman" panose="02020603050405020304" pitchFamily="18" charset="0"/>
              </a:rPr>
              <a:t> Memory </a:t>
            </a:r>
            <a:r>
              <a:rPr lang="en-US" altLang="ko-KR" sz="1000" err="1" smtClean="0">
                <a:latin typeface="Times New Roman" panose="02020603050405020304" pitchFamily="18" charset="0"/>
                <a:cs typeface="Times New Roman" panose="02020603050405020304" pitchFamily="18" charset="0"/>
              </a:rPr>
              <a:t>trong</a:t>
            </a:r>
            <a:r>
              <a:rPr lang="en-US" altLang="ko-KR" sz="1000" smtClean="0">
                <a:latin typeface="Times New Roman" panose="02020603050405020304" pitchFamily="18" charset="0"/>
                <a:cs typeface="Times New Roman" panose="02020603050405020304" pitchFamily="18" charset="0"/>
              </a:rPr>
              <a:t> CPU. </a:t>
            </a:r>
            <a:endParaRPr lang="en-US" altLang="ko-KR" sz="1000">
              <a:latin typeface="Times New Roman" panose="02020603050405020304" pitchFamily="18" charset="0"/>
              <a:cs typeface="Times New Roman" panose="02020603050405020304" pitchFamily="18" charset="0"/>
            </a:endParaRPr>
          </a:p>
        </p:txBody>
      </p:sp>
      <p:pic>
        <p:nvPicPr>
          <p:cNvPr id="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21313" y="1354138"/>
            <a:ext cx="3363912" cy="3898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Lst>
        </p:spPr>
      </p:pic>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5"/>
          <p:cNvSpPr>
            <a:spLocks noChangeArrowheads="1"/>
          </p:cNvSpPr>
          <p:nvPr/>
        </p:nvSpPr>
        <p:spPr bwMode="auto">
          <a:xfrm>
            <a:off x="304800" y="1268986"/>
            <a:ext cx="4699000" cy="4284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70000"/>
              </a:lnSpc>
              <a:spcBef>
                <a:spcPct val="0"/>
              </a:spcBef>
              <a:buFontTx/>
              <a:buNone/>
            </a:pPr>
            <a:r>
              <a:rPr lang="en-US" altLang="ko-KR" sz="1200">
                <a:latin typeface="Times New Roman" panose="02020603050405020304" pitchFamily="18" charset="0"/>
                <a:cs typeface="Times New Roman" panose="02020603050405020304" pitchFamily="18" charset="0"/>
              </a:rPr>
              <a:t> </a:t>
            </a:r>
            <a:r>
              <a:rPr lang="en-US" altLang="ko-KR" sz="1200" b="1">
                <a:latin typeface="Times New Roman" panose="02020603050405020304" pitchFamily="18" charset="0"/>
                <a:cs typeface="Times New Roman" panose="02020603050405020304" pitchFamily="18" charset="0"/>
              </a:rPr>
              <a:t>(2) </a:t>
            </a:r>
            <a:r>
              <a:rPr lang="en-US" altLang="ko-KR" sz="1200" b="1" err="1" smtClean="0">
                <a:latin typeface="Times New Roman" panose="02020603050405020304" pitchFamily="18" charset="0"/>
                <a:cs typeface="Times New Roman" panose="02020603050405020304" pitchFamily="18" charset="0"/>
              </a:rPr>
              <a:t>Nội</a:t>
            </a:r>
            <a:r>
              <a:rPr lang="en-US" altLang="ko-KR" sz="1200" b="1" smtClean="0">
                <a:latin typeface="Times New Roman" panose="02020603050405020304" pitchFamily="18" charset="0"/>
                <a:cs typeface="Times New Roman" panose="02020603050405020304" pitchFamily="18" charset="0"/>
              </a:rPr>
              <a:t> dung </a:t>
            </a:r>
            <a:r>
              <a:rPr lang="en-US" altLang="ko-KR" sz="1200" b="1" err="1" smtClean="0">
                <a:latin typeface="Times New Roman" panose="02020603050405020304" pitchFamily="18" charset="0"/>
                <a:cs typeface="Times New Roman" panose="02020603050405020304" pitchFamily="18" charset="0"/>
              </a:rPr>
              <a:t>bộ</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nhớ</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bên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trong</a:t>
            </a:r>
            <a:r>
              <a:rPr lang="en-US" altLang="ko-KR" sz="1200" b="1" smtClean="0">
                <a:latin typeface="Times New Roman" panose="02020603050405020304" pitchFamily="18" charset="0"/>
                <a:cs typeface="Times New Roman" panose="02020603050405020304" pitchFamily="18" charset="0"/>
              </a:rPr>
              <a:t> CPU</a:t>
            </a:r>
            <a:endParaRPr lang="ko-KR" altLang="en-US" sz="1200" b="1">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Memory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chia </a:t>
            </a:r>
            <a:r>
              <a:rPr lang="en-US" altLang="ko-KR" sz="1200" err="1" smtClean="0">
                <a:latin typeface="Times New Roman" panose="02020603050405020304" pitchFamily="18" charset="0"/>
                <a:cs typeface="Times New Roman" panose="02020603050405020304" pitchFamily="18" charset="0"/>
              </a:rPr>
              <a:t>làm</a:t>
            </a:r>
            <a:r>
              <a:rPr lang="en-US" altLang="ko-KR" sz="1200" smtClean="0">
                <a:latin typeface="Times New Roman" panose="02020603050405020304" pitchFamily="18" charset="0"/>
                <a:cs typeface="Times New Roman" panose="02020603050405020304" pitchFamily="18" charset="0"/>
              </a:rPr>
              <a:t> 3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System Memory, Data Memory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Program Memory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người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Program Memory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người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Ram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do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thay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Nội</a:t>
            </a:r>
            <a:r>
              <a:rPr lang="en-US" altLang="ko-KR" sz="1200" smtClean="0">
                <a:latin typeface="Times New Roman" panose="02020603050405020304" pitchFamily="18" charset="0"/>
                <a:cs typeface="Times New Roman" panose="02020603050405020304" pitchFamily="18" charset="0"/>
              </a:rPr>
              <a:t> dung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trước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hoàn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thành</a:t>
            </a:r>
            <a:r>
              <a:rPr lang="en-US" altLang="ko-KR" sz="1200" smtClean="0">
                <a:latin typeface="Times New Roman" panose="02020603050405020304" pitchFamily="18" charset="0"/>
                <a:cs typeface="Times New Roman" panose="02020603050405020304" pitchFamily="18" charset="0"/>
              </a:rPr>
              <a:t> Program hay </a:t>
            </a:r>
            <a:r>
              <a:rPr lang="en-US" altLang="ko-KR" sz="1200" err="1" smtClean="0">
                <a:latin typeface="Times New Roman" panose="02020603050405020304" pitchFamily="18" charset="0"/>
                <a:cs typeface="Times New Roman" panose="02020603050405020304" pitchFamily="18" charset="0"/>
              </a:rPr>
              <a:t>sau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hoàn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thành</a:t>
            </a:r>
            <a:r>
              <a:rPr lang="en-US" altLang="ko-KR" sz="1200" smtClean="0">
                <a:latin typeface="Times New Roman" panose="02020603050405020304" pitchFamily="18" charset="0"/>
                <a:cs typeface="Times New Roman" panose="02020603050405020304" pitchFamily="18" charset="0"/>
              </a:rPr>
              <a:t> Program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vực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trữ</a:t>
            </a:r>
            <a:r>
              <a:rPr lang="en-US" altLang="ko-KR" sz="1200" smtClean="0">
                <a:latin typeface="Times New Roman" panose="02020603050405020304" pitchFamily="18" charset="0"/>
                <a:cs typeface="Times New Roman" panose="02020603050405020304" pitchFamily="18" charset="0"/>
              </a:rPr>
              <a:t> Program </a:t>
            </a:r>
            <a:r>
              <a:rPr lang="en-US" altLang="ko-KR" sz="1200" err="1" smtClean="0">
                <a:latin typeface="Times New Roman" panose="02020603050405020304" pitchFamily="18" charset="0"/>
                <a:cs typeface="Times New Roman" panose="02020603050405020304" pitchFamily="18" charset="0"/>
              </a:rPr>
              <a:t>mà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người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dùng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dựa</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theo</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quy</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cách</a:t>
            </a:r>
            <a:r>
              <a:rPr lang="en-US" altLang="ko-KR" sz="1200">
                <a:latin typeface="Times New Roman" panose="02020603050405020304" pitchFamily="18" charset="0"/>
                <a:cs typeface="Times New Roman" panose="02020603050405020304" pitchFamily="18" charset="0"/>
              </a:rPr>
              <a:t> System </a:t>
            </a:r>
            <a:r>
              <a:rPr lang="en-US" altLang="ko-KR" sz="1200" err="1">
                <a:latin typeface="Times New Roman" panose="02020603050405020304" pitchFamily="18" charset="0"/>
                <a:cs typeface="Times New Roman" panose="02020603050405020304" pitchFamily="18" charset="0"/>
              </a:rPr>
              <a:t>định</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điều</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Program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hoàn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thành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ROM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hành</a:t>
            </a:r>
            <a:r>
              <a:rPr lang="en-US" altLang="ko-KR" sz="1200" smtClean="0">
                <a:latin typeface="Times New Roman" panose="02020603050405020304" pitchFamily="18" charset="0"/>
                <a:cs typeface="Times New Roman" panose="02020603050405020304" pitchFamily="18" charset="0"/>
              </a:rPr>
              <a:t> ROM. </a:t>
            </a:r>
            <a:r>
              <a:rPr lang="en-US" altLang="ko-KR" sz="1200">
                <a:latin typeface="Times New Roman" panose="02020603050405020304" pitchFamily="18" charset="0"/>
                <a:cs typeface="Times New Roman" panose="02020603050405020304" pitchFamily="18" charset="0"/>
              </a:rPr>
              <a:t/>
            </a:r>
            <a:br>
              <a:rPr lang="en-US" altLang="ko-KR" sz="1200">
                <a:latin typeface="Times New Roman" panose="02020603050405020304" pitchFamily="18" charset="0"/>
                <a:cs typeface="Times New Roman" panose="02020603050405020304" pitchFamily="18" charset="0"/>
              </a:rPr>
            </a:b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Data Memory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vực</a:t>
            </a:r>
            <a:r>
              <a:rPr lang="en-US" altLang="ko-KR" sz="1200" smtClean="0">
                <a:latin typeface="Times New Roman" panose="02020603050405020304" pitchFamily="18" charset="0"/>
                <a:cs typeface="Times New Roman" panose="02020603050405020304" pitchFamily="18" charset="0"/>
              </a:rPr>
              <a:t> RAM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trữ</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tin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Counter </a:t>
            </a:r>
            <a:r>
              <a:rPr lang="en-US" altLang="ko-KR" sz="1200" err="1" smtClean="0">
                <a:latin typeface="Times New Roman" panose="02020603050405020304" pitchFamily="18" charset="0"/>
                <a:cs typeface="Times New Roman" panose="02020603050405020304" pitchFamily="18" charset="0"/>
              </a:rPr>
              <a:t>và</a:t>
            </a:r>
            <a:r>
              <a:rPr lang="en-US" altLang="ko-KR" sz="1200">
                <a:latin typeface="Times New Roman" panose="02020603050405020304" pitchFamily="18" charset="0"/>
                <a:cs typeface="Times New Roman" panose="02020603050405020304" pitchFamily="18" charset="0"/>
              </a:rPr>
              <a:t> Timer, Relay </a:t>
            </a:r>
            <a:r>
              <a:rPr lang="en-US" altLang="ko-KR" sz="1200" err="1">
                <a:latin typeface="Times New Roman" panose="02020603050405020304" pitchFamily="18" charset="0"/>
                <a:cs typeface="Times New Roman" panose="02020603050405020304" pitchFamily="18" charset="0"/>
              </a:rPr>
              <a:t>nhập.xuất</a:t>
            </a:r>
            <a:r>
              <a:rPr lang="en-US" altLang="ko-KR" sz="1200">
                <a:latin typeface="Times New Roman" panose="02020603050405020304" pitchFamily="18" charset="0"/>
                <a:cs typeface="Times New Roman" panose="02020603050405020304" pitchFamily="18" charset="0"/>
              </a:rPr>
              <a:t>, Relay </a:t>
            </a:r>
            <a:r>
              <a:rPr lang="en-US" altLang="ko-KR" sz="1200" err="1">
                <a:latin typeface="Times New Roman" panose="02020603050405020304" pitchFamily="18" charset="0"/>
                <a:cs typeface="Times New Roman" panose="02020603050405020304" pitchFamily="18" charset="0"/>
              </a:rPr>
              <a:t>hỗ</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tin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thay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lúc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nào</a:t>
            </a:r>
            <a:r>
              <a:rPr lang="en-US" altLang="ko-KR" sz="1200" smtClean="0">
                <a:latin typeface="Times New Roman" panose="02020603050405020304" pitchFamily="18" charset="0"/>
                <a:cs typeface="Times New Roman" panose="02020603050405020304" pitchFamily="18" charset="0"/>
              </a:rPr>
              <a:t>.</a:t>
            </a:r>
          </a:p>
          <a:p>
            <a:pPr eaLnBrk="1" hangingPunct="1">
              <a:lnSpc>
                <a:spcPct val="150000"/>
              </a:lnSpc>
              <a:spcBef>
                <a:spcPct val="0"/>
              </a:spcBef>
              <a:buFontTx/>
              <a:buNone/>
            </a:pPr>
            <a:r>
              <a:rPr lang="en-US" altLang="ko-KR" sz="1200" smtClean="0">
                <a:latin typeface="Times New Roman" panose="02020603050405020304" pitchFamily="18" charset="0"/>
                <a:cs typeface="Times New Roman" panose="02020603050405020304" pitchFamily="18" charset="0"/>
              </a:rPr>
              <a:t>System Memory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vực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công</a:t>
            </a:r>
            <a:r>
              <a:rPr lang="en-US" altLang="ko-KR" sz="1200" smtClean="0">
                <a:latin typeface="Times New Roman" panose="02020603050405020304" pitchFamily="18" charset="0"/>
                <a:cs typeface="Times New Roman" panose="02020603050405020304" pitchFamily="18" charset="0"/>
              </a:rPr>
              <a:t> ty </a:t>
            </a:r>
            <a:r>
              <a:rPr lang="en-US" altLang="ko-KR" sz="1200" err="1" smtClean="0">
                <a:latin typeface="Times New Roman" panose="02020603050405020304" pitchFamily="18" charset="0"/>
                <a:cs typeface="Times New Roman" panose="02020603050405020304" pitchFamily="18" charset="0"/>
              </a:rPr>
              <a:t>sản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lưu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trữ</a:t>
            </a:r>
            <a:r>
              <a:rPr lang="en-US" altLang="ko-KR" sz="1200" smtClean="0">
                <a:latin typeface="Times New Roman" panose="02020603050405020304" pitchFamily="18" charset="0"/>
                <a:cs typeface="Times New Roman" panose="02020603050405020304" pitchFamily="18" charset="0"/>
              </a:rPr>
              <a:t> System Program . System Program </a:t>
            </a:r>
            <a:r>
              <a:rPr lang="en-US" altLang="ko-KR" sz="1200" err="1" smtClean="0">
                <a:latin typeface="Times New Roman" panose="02020603050405020304" pitchFamily="18" charset="0"/>
                <a:cs typeface="Times New Roman" panose="02020603050405020304" pitchFamily="18" charset="0"/>
              </a:rPr>
              <a:t>này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Program </a:t>
            </a:r>
            <a:r>
              <a:rPr lang="en-US" altLang="ko-KR" sz="1200" err="1" smtClean="0">
                <a:latin typeface="Times New Roman" panose="02020603050405020304" pitchFamily="18" charset="0"/>
                <a:cs typeface="Times New Roman" panose="02020603050405020304" pitchFamily="18" charset="0"/>
              </a:rPr>
              <a:t>quan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trọng</a:t>
            </a:r>
            <a:r>
              <a:rPr lang="en-US" altLang="ko-KR" sz="1200" smtClean="0">
                <a:latin typeface="Times New Roman" panose="02020603050405020304" pitchFamily="18" charset="0"/>
                <a:cs typeface="Times New Roman" panose="02020603050405020304" pitchFamily="18" charset="0"/>
              </a:rPr>
              <a:t> , </a:t>
            </a:r>
            <a:r>
              <a:rPr lang="en-US" altLang="ko-KR" sz="1200" err="1" smtClean="0">
                <a:latin typeface="Times New Roman" panose="02020603050405020304" pitchFamily="18" charset="0"/>
                <a:cs typeface="Times New Roman" panose="02020603050405020304" pitchFamily="18" charset="0"/>
              </a:rPr>
              <a:t>quyết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kỹ</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nên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sản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trực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ROM.</a:t>
            </a:r>
            <a:endParaRPr lang="en-US" altLang="ko-KR" sz="1200">
              <a:latin typeface="Times New Roman" panose="02020603050405020304" pitchFamily="18" charset="0"/>
              <a:cs typeface="Times New Roman" panose="02020603050405020304" pitchFamily="18" charset="0"/>
            </a:endParaRPr>
          </a:p>
        </p:txBody>
      </p:sp>
      <p:sp>
        <p:nvSpPr>
          <p:cNvPr id="29700" name="Rectangle 10"/>
          <p:cNvSpPr>
            <a:spLocks noChangeArrowheads="1"/>
          </p:cNvSpPr>
          <p:nvPr/>
        </p:nvSpPr>
        <p:spPr bwMode="auto">
          <a:xfrm>
            <a:off x="5051425" y="3356030"/>
            <a:ext cx="172405" cy="455503"/>
          </a:xfrm>
          <a:prstGeom prst="rect">
            <a:avLst/>
          </a:prstGeom>
          <a:noFill/>
          <a:ln w="2857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9701" name="Rectangle 11"/>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29702" name="Rectangle 13"/>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pic>
        <p:nvPicPr>
          <p:cNvPr id="7"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9838" y="1412875"/>
            <a:ext cx="3843337" cy="433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10"/>
          <p:cNvSpPr>
            <a:spLocks noChangeArrowheads="1"/>
          </p:cNvSpPr>
          <p:nvPr/>
        </p:nvSpPr>
        <p:spPr bwMode="auto">
          <a:xfrm>
            <a:off x="5051425" y="1412875"/>
            <a:ext cx="3832225" cy="4341813"/>
          </a:xfrm>
          <a:prstGeom prst="rect">
            <a:avLst/>
          </a:prstGeom>
          <a:noFill/>
          <a:ln w="285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9" name="직사각형 1"/>
          <p:cNvSpPr>
            <a:spLocks noChangeArrowheads="1"/>
          </p:cNvSpPr>
          <p:nvPr/>
        </p:nvSpPr>
        <p:spPr bwMode="auto">
          <a:xfrm>
            <a:off x="5348288" y="1700213"/>
            <a:ext cx="1333500" cy="3238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10" name="Text Box 26"/>
          <p:cNvSpPr txBox="1">
            <a:spLocks noChangeArrowheads="1"/>
          </p:cNvSpPr>
          <p:nvPr/>
        </p:nvSpPr>
        <p:spPr bwMode="auto">
          <a:xfrm>
            <a:off x="5421313" y="1776413"/>
            <a:ext cx="1152525"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1100" b="1" smtClean="0"/>
              <a:t>Memory</a:t>
            </a:r>
            <a:endParaRPr lang="en-US" altLang="ko-KR" sz="1100" b="1"/>
          </a:p>
        </p:txBody>
      </p:sp>
      <p:sp>
        <p:nvSpPr>
          <p:cNvPr id="11" name="직사각형 8"/>
          <p:cNvSpPr>
            <a:spLocks noChangeArrowheads="1"/>
          </p:cNvSpPr>
          <p:nvPr/>
        </p:nvSpPr>
        <p:spPr bwMode="auto">
          <a:xfrm>
            <a:off x="5348288" y="2382838"/>
            <a:ext cx="1333500" cy="7921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12" name="Text Box 26"/>
          <p:cNvSpPr txBox="1">
            <a:spLocks noChangeArrowheads="1"/>
          </p:cNvSpPr>
          <p:nvPr/>
        </p:nvSpPr>
        <p:spPr bwMode="auto">
          <a:xfrm>
            <a:off x="5421313" y="2470150"/>
            <a:ext cx="1152525"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1100" b="1" smtClean="0"/>
              <a:t>Program</a:t>
            </a:r>
            <a:endParaRPr lang="en-US" altLang="ko-KR" sz="1100" b="1"/>
          </a:p>
          <a:p>
            <a:pPr algn="ctr" eaLnBrk="1" hangingPunct="1">
              <a:lnSpc>
                <a:spcPct val="70000"/>
              </a:lnSpc>
              <a:spcBef>
                <a:spcPct val="50000"/>
              </a:spcBef>
              <a:buFontTx/>
              <a:buNone/>
            </a:pPr>
            <a:r>
              <a:rPr lang="en-US" altLang="ko-KR" sz="1100" b="1" smtClean="0"/>
              <a:t>Parameter</a:t>
            </a:r>
            <a:endParaRPr lang="en-US" altLang="ko-KR" sz="1100" b="1"/>
          </a:p>
          <a:p>
            <a:pPr algn="ctr" eaLnBrk="1" hangingPunct="1">
              <a:lnSpc>
                <a:spcPct val="70000"/>
              </a:lnSpc>
              <a:spcBef>
                <a:spcPct val="50000"/>
              </a:spcBef>
              <a:buFontTx/>
              <a:buNone/>
            </a:pPr>
            <a:r>
              <a:rPr lang="en-US" altLang="ko-KR" sz="1100" b="1" smtClean="0"/>
              <a:t>Device</a:t>
            </a:r>
            <a:endParaRPr lang="en-US" altLang="ko-KR" sz="1100" b="1"/>
          </a:p>
        </p:txBody>
      </p:sp>
      <p:sp>
        <p:nvSpPr>
          <p:cNvPr id="13" name="직사각형 10"/>
          <p:cNvSpPr>
            <a:spLocks noChangeArrowheads="1"/>
          </p:cNvSpPr>
          <p:nvPr/>
        </p:nvSpPr>
        <p:spPr bwMode="auto">
          <a:xfrm>
            <a:off x="5348288" y="3848100"/>
            <a:ext cx="1333500" cy="5032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14" name="Text Box 26"/>
          <p:cNvSpPr txBox="1">
            <a:spLocks noChangeArrowheads="1"/>
          </p:cNvSpPr>
          <p:nvPr/>
        </p:nvSpPr>
        <p:spPr bwMode="auto">
          <a:xfrm>
            <a:off x="5421313" y="3935413"/>
            <a:ext cx="1152525" cy="4139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1100" b="1" smtClean="0"/>
              <a:t>File Register</a:t>
            </a:r>
            <a:endParaRPr lang="en-US" altLang="ko-KR" sz="1100" b="1"/>
          </a:p>
          <a:p>
            <a:pPr algn="ctr" eaLnBrk="1" hangingPunct="1">
              <a:lnSpc>
                <a:spcPct val="70000"/>
              </a:lnSpc>
              <a:spcBef>
                <a:spcPct val="50000"/>
              </a:spcBef>
              <a:buFontTx/>
              <a:buNone/>
            </a:pPr>
            <a:r>
              <a:rPr lang="en-US" altLang="ko-KR" sz="1100" b="1"/>
              <a:t>(R)</a:t>
            </a:r>
          </a:p>
        </p:txBody>
      </p:sp>
      <p:sp>
        <p:nvSpPr>
          <p:cNvPr id="15" name="직사각형 12"/>
          <p:cNvSpPr>
            <a:spLocks noChangeArrowheads="1"/>
          </p:cNvSpPr>
          <p:nvPr/>
        </p:nvSpPr>
        <p:spPr bwMode="auto">
          <a:xfrm>
            <a:off x="5348288" y="4964113"/>
            <a:ext cx="1333500" cy="5032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16" name="Text Box 26"/>
          <p:cNvSpPr txBox="1">
            <a:spLocks noChangeArrowheads="1"/>
          </p:cNvSpPr>
          <p:nvPr/>
        </p:nvSpPr>
        <p:spPr bwMode="auto">
          <a:xfrm>
            <a:off x="5364163" y="5051425"/>
            <a:ext cx="1368425" cy="566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1100" b="1" err="1" smtClean="0">
                <a:latin typeface="Times New Roman" panose="02020603050405020304" pitchFamily="18" charset="0"/>
                <a:cs typeface="Times New Roman" panose="02020603050405020304" pitchFamily="18" charset="0"/>
              </a:rPr>
              <a:t>Chuyên</a:t>
            </a:r>
            <a:r>
              <a:rPr lang="en-US" altLang="ko-KR" sz="1100" b="1" smtClean="0">
                <a:latin typeface="Times New Roman" panose="02020603050405020304" pitchFamily="18" charset="0"/>
                <a:cs typeface="Times New Roman" panose="02020603050405020304" pitchFamily="18" charset="0"/>
              </a:rPr>
              <a:t> </a:t>
            </a:r>
            <a:r>
              <a:rPr lang="en-US" altLang="ko-KR" sz="1100" b="1" err="1" smtClean="0">
                <a:latin typeface="Times New Roman" panose="02020603050405020304" pitchFamily="18" charset="0"/>
                <a:cs typeface="Times New Roman" panose="02020603050405020304" pitchFamily="18" charset="0"/>
              </a:rPr>
              <a:t>dùng</a:t>
            </a:r>
            <a:r>
              <a:rPr lang="en-US" altLang="ko-KR" sz="1100" b="1" smtClean="0">
                <a:latin typeface="Times New Roman" panose="02020603050405020304" pitchFamily="18" charset="0"/>
                <a:cs typeface="Times New Roman" panose="02020603050405020304" pitchFamily="18" charset="0"/>
              </a:rPr>
              <a:t> </a:t>
            </a:r>
            <a:r>
              <a:rPr lang="en-US" altLang="ko-KR" sz="1100" b="1" err="1" smtClean="0">
                <a:latin typeface="Times New Roman" panose="02020603050405020304" pitchFamily="18" charset="0"/>
                <a:cs typeface="Times New Roman" panose="02020603050405020304" pitchFamily="18" charset="0"/>
              </a:rPr>
              <a:t>để</a:t>
            </a:r>
            <a:r>
              <a:rPr lang="en-US" altLang="ko-KR" sz="1100" b="1" smtClean="0">
                <a:latin typeface="Times New Roman" panose="02020603050405020304" pitchFamily="18" charset="0"/>
                <a:cs typeface="Times New Roman" panose="02020603050405020304" pitchFamily="18" charset="0"/>
              </a:rPr>
              <a:t> </a:t>
            </a:r>
            <a:r>
              <a:rPr lang="en-US" altLang="ko-KR" sz="1100" b="1" err="1" smtClean="0">
                <a:latin typeface="Times New Roman" panose="02020603050405020304" pitchFamily="18" charset="0"/>
                <a:cs typeface="Times New Roman" panose="02020603050405020304" pitchFamily="18" charset="0"/>
              </a:rPr>
              <a:t>sao</a:t>
            </a:r>
            <a:r>
              <a:rPr lang="en-US" altLang="ko-KR" sz="1100" b="1" smtClean="0">
                <a:latin typeface="Times New Roman" panose="02020603050405020304" pitchFamily="18" charset="0"/>
                <a:cs typeface="Times New Roman" panose="02020603050405020304" pitchFamily="18" charset="0"/>
              </a:rPr>
              <a:t> </a:t>
            </a:r>
            <a:r>
              <a:rPr lang="en-US" altLang="ko-KR" sz="1100" b="1" err="1" smtClean="0">
                <a:latin typeface="Times New Roman" panose="02020603050405020304" pitchFamily="18" charset="0"/>
                <a:cs typeface="Times New Roman" panose="02020603050405020304" pitchFamily="18" charset="0"/>
              </a:rPr>
              <a:t>lưu</a:t>
            </a:r>
            <a:r>
              <a:rPr lang="en-US" altLang="ko-KR" sz="1100" b="1" smtClean="0">
                <a:latin typeface="Times New Roman" panose="02020603050405020304" pitchFamily="18" charset="0"/>
                <a:cs typeface="Times New Roman" panose="02020603050405020304" pitchFamily="18" charset="0"/>
              </a:rPr>
              <a:t> Program/Device Memory</a:t>
            </a:r>
            <a:endParaRPr lang="en-US" altLang="ko-KR" sz="1100" b="1">
              <a:latin typeface="Times New Roman" panose="02020603050405020304" pitchFamily="18" charset="0"/>
              <a:cs typeface="Times New Roman" panose="02020603050405020304" pitchFamily="18" charset="0"/>
            </a:endParaRPr>
          </a:p>
        </p:txBody>
      </p:sp>
      <p:sp>
        <p:nvSpPr>
          <p:cNvPr id="17" name="직사각형 16"/>
          <p:cNvSpPr/>
          <p:nvPr/>
        </p:nvSpPr>
        <p:spPr bwMode="auto">
          <a:xfrm>
            <a:off x="5348288" y="2125663"/>
            <a:ext cx="1333500" cy="288925"/>
          </a:xfrm>
          <a:prstGeom prst="rect">
            <a:avLst/>
          </a:prstGeom>
          <a:solidFill>
            <a:srgbClr val="00B050"/>
          </a:solidFill>
          <a:ln>
            <a:solidFill>
              <a:schemeClr val="bg1">
                <a:lumMod val="65000"/>
              </a:schemeClr>
            </a:solidFill>
          </a:ln>
          <a:effectLst/>
          <a:extLst/>
        </p:spPr>
        <p:txBody>
          <a:bodyPr lIns="85337" tIns="42669" rIns="85337" bIns="42669" anchor="ctr">
            <a:spAutoFit/>
          </a:bodyPr>
          <a:lstStyle/>
          <a:p>
            <a:pPr marL="342900" indent="-342900" defTabSz="854075">
              <a:defRPr/>
            </a:pPr>
            <a:endParaRPr lang="ko-KR" altLang="en-US"/>
          </a:p>
        </p:txBody>
      </p:sp>
      <p:sp>
        <p:nvSpPr>
          <p:cNvPr id="18" name="Text Box 26"/>
          <p:cNvSpPr txBox="1">
            <a:spLocks noChangeArrowheads="1"/>
          </p:cNvSpPr>
          <p:nvPr/>
        </p:nvSpPr>
        <p:spPr bwMode="auto">
          <a:xfrm>
            <a:off x="5199063" y="2195513"/>
            <a:ext cx="1600200"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800" b="1" smtClean="0"/>
              <a:t>Program/Device Memory</a:t>
            </a:r>
            <a:endParaRPr lang="en-US" altLang="ko-KR" sz="800" b="1"/>
          </a:p>
        </p:txBody>
      </p:sp>
      <p:sp>
        <p:nvSpPr>
          <p:cNvPr id="19" name="직사각형 18"/>
          <p:cNvSpPr/>
          <p:nvPr/>
        </p:nvSpPr>
        <p:spPr bwMode="auto">
          <a:xfrm>
            <a:off x="5348288" y="3562350"/>
            <a:ext cx="1333500" cy="288925"/>
          </a:xfrm>
          <a:prstGeom prst="rect">
            <a:avLst/>
          </a:prstGeom>
          <a:solidFill>
            <a:srgbClr val="00B050"/>
          </a:solidFill>
          <a:ln>
            <a:solidFill>
              <a:schemeClr val="bg1">
                <a:lumMod val="65000"/>
              </a:schemeClr>
            </a:solidFill>
          </a:ln>
          <a:effectLst/>
          <a:extLst/>
        </p:spPr>
        <p:txBody>
          <a:bodyPr lIns="85337" tIns="42669" rIns="85337" bIns="42669" anchor="ctr">
            <a:spAutoFit/>
          </a:bodyPr>
          <a:lstStyle/>
          <a:p>
            <a:pPr marL="342900" indent="-342900" defTabSz="854075">
              <a:defRPr/>
            </a:pPr>
            <a:endParaRPr lang="ko-KR" altLang="en-US"/>
          </a:p>
        </p:txBody>
      </p:sp>
      <p:sp>
        <p:nvSpPr>
          <p:cNvPr id="20" name="Text Box 26"/>
          <p:cNvSpPr txBox="1">
            <a:spLocks noChangeArrowheads="1"/>
          </p:cNvSpPr>
          <p:nvPr/>
        </p:nvSpPr>
        <p:spPr bwMode="auto">
          <a:xfrm>
            <a:off x="5199063" y="3630613"/>
            <a:ext cx="1600200"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ko-KR" altLang="en-US" sz="800" b="1" smtClean="0"/>
              <a:t> </a:t>
            </a:r>
            <a:r>
              <a:rPr lang="en-US" altLang="ko-KR" sz="800" b="1" smtClean="0"/>
              <a:t>RAM </a:t>
            </a:r>
            <a:r>
              <a:rPr lang="en-US" altLang="ko-KR" sz="800" b="1" err="1" smtClean="0"/>
              <a:t>tiêu</a:t>
            </a:r>
            <a:r>
              <a:rPr lang="en-US" altLang="ko-KR" sz="800" b="1" smtClean="0"/>
              <a:t> </a:t>
            </a:r>
            <a:r>
              <a:rPr lang="en-US" altLang="ko-KR" sz="800" b="1" err="1" smtClean="0"/>
              <a:t>chuẩn</a:t>
            </a:r>
            <a:endParaRPr lang="en-US" altLang="ko-KR" sz="800" b="1"/>
          </a:p>
        </p:txBody>
      </p:sp>
      <p:sp>
        <p:nvSpPr>
          <p:cNvPr id="21" name="직사각형 20"/>
          <p:cNvSpPr/>
          <p:nvPr/>
        </p:nvSpPr>
        <p:spPr bwMode="auto">
          <a:xfrm>
            <a:off x="5348288" y="4716463"/>
            <a:ext cx="1333500" cy="287337"/>
          </a:xfrm>
          <a:prstGeom prst="rect">
            <a:avLst/>
          </a:prstGeom>
          <a:solidFill>
            <a:srgbClr val="00B050"/>
          </a:solidFill>
          <a:ln>
            <a:solidFill>
              <a:schemeClr val="bg1">
                <a:lumMod val="65000"/>
              </a:schemeClr>
            </a:solidFill>
          </a:ln>
          <a:effectLst/>
          <a:extLst/>
        </p:spPr>
        <p:txBody>
          <a:bodyPr lIns="85337" tIns="42669" rIns="85337" bIns="42669" anchor="ctr">
            <a:spAutoFit/>
          </a:bodyPr>
          <a:lstStyle/>
          <a:p>
            <a:pPr marL="342900" indent="-342900" defTabSz="854075">
              <a:defRPr/>
            </a:pPr>
            <a:endParaRPr lang="ko-KR" altLang="en-US"/>
          </a:p>
        </p:txBody>
      </p:sp>
      <p:sp>
        <p:nvSpPr>
          <p:cNvPr id="22" name="Text Box 26"/>
          <p:cNvSpPr txBox="1">
            <a:spLocks noChangeArrowheads="1"/>
          </p:cNvSpPr>
          <p:nvPr/>
        </p:nvSpPr>
        <p:spPr bwMode="auto">
          <a:xfrm>
            <a:off x="5199063" y="4784725"/>
            <a:ext cx="1600200" cy="179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ko-KR" altLang="en-US" sz="800" b="1" smtClean="0"/>
              <a:t> </a:t>
            </a:r>
            <a:r>
              <a:rPr lang="en-US" altLang="ko-KR" sz="800" b="1" smtClean="0"/>
              <a:t>ROM </a:t>
            </a:r>
            <a:r>
              <a:rPr lang="en-US" altLang="ko-KR" sz="800" b="1" err="1" smtClean="0"/>
              <a:t>tiêu</a:t>
            </a:r>
            <a:r>
              <a:rPr lang="en-US" altLang="ko-KR" sz="800" b="1" smtClean="0"/>
              <a:t> </a:t>
            </a:r>
            <a:r>
              <a:rPr lang="en-US" altLang="ko-KR" sz="800" b="1" err="1" smtClean="0"/>
              <a:t>chuẩn</a:t>
            </a:r>
            <a:endParaRPr lang="en-US" altLang="ko-KR" sz="800" b="1"/>
          </a:p>
        </p:txBody>
      </p:sp>
      <p:sp>
        <p:nvSpPr>
          <p:cNvPr id="23" name="직사각형 20"/>
          <p:cNvSpPr>
            <a:spLocks noChangeArrowheads="1"/>
          </p:cNvSpPr>
          <p:nvPr/>
        </p:nvSpPr>
        <p:spPr bwMode="auto">
          <a:xfrm>
            <a:off x="7254875" y="2024063"/>
            <a:ext cx="1584325" cy="12969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24" name="Text Box 26"/>
          <p:cNvSpPr txBox="1">
            <a:spLocks noChangeArrowheads="1"/>
          </p:cNvSpPr>
          <p:nvPr/>
        </p:nvSpPr>
        <p:spPr bwMode="auto">
          <a:xfrm>
            <a:off x="7250113" y="2176463"/>
            <a:ext cx="1589087"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defRPr/>
            </a:pPr>
            <a:r>
              <a:rPr lang="en-US" altLang="ko-KR" sz="1050" b="1" err="1" smtClean="0">
                <a:latin typeface="Times New Roman" panose="02020603050405020304" pitchFamily="18" charset="0"/>
                <a:cs typeface="Times New Roman" panose="02020603050405020304" pitchFamily="18" charset="0"/>
              </a:rPr>
              <a:t>Ngăn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chặn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sự</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mất</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đi</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bằng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việc</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lắp</a:t>
            </a:r>
            <a:r>
              <a:rPr lang="en-US" altLang="ko-KR" sz="1050" b="1" smtClean="0">
                <a:latin typeface="Times New Roman" panose="02020603050405020304" pitchFamily="18" charset="0"/>
                <a:cs typeface="Times New Roman" panose="02020603050405020304" pitchFamily="18" charset="0"/>
              </a:rPr>
              <a:t> Pin </a:t>
            </a:r>
            <a:r>
              <a:rPr lang="en-US" altLang="ko-KR" sz="1050" b="1" err="1" smtClean="0">
                <a:latin typeface="Times New Roman" panose="02020603050405020304" pitchFamily="18" charset="0"/>
                <a:cs typeface="Times New Roman" panose="02020603050405020304" pitchFamily="18" charset="0"/>
              </a:rPr>
              <a:t>thủy</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ngân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vào</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bên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trong</a:t>
            </a:r>
            <a:r>
              <a:rPr lang="en-US" altLang="ko-KR" sz="1050" b="1" smtClean="0">
                <a:latin typeface="Times New Roman" panose="02020603050405020304" pitchFamily="18" charset="0"/>
                <a:cs typeface="Times New Roman" panose="02020603050405020304" pitchFamily="18" charset="0"/>
              </a:rPr>
              <a:t> CPU .(</a:t>
            </a:r>
            <a:r>
              <a:rPr lang="en-US" altLang="ko-KR" sz="1050" b="1" err="1" smtClean="0">
                <a:latin typeface="Times New Roman" panose="02020603050405020304" pitchFamily="18" charset="0"/>
                <a:cs typeface="Times New Roman" panose="02020603050405020304" pitchFamily="18" charset="0"/>
              </a:rPr>
              <a:t>Nếu</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không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có</a:t>
            </a:r>
            <a:r>
              <a:rPr lang="en-US" altLang="ko-KR" sz="1050" b="1" smtClean="0">
                <a:latin typeface="Times New Roman" panose="02020603050405020304" pitchFamily="18" charset="0"/>
                <a:cs typeface="Times New Roman" panose="02020603050405020304" pitchFamily="18" charset="0"/>
              </a:rPr>
              <a:t> Pin </a:t>
            </a:r>
            <a:r>
              <a:rPr lang="en-US" altLang="ko-KR" sz="1050" b="1" err="1" smtClean="0">
                <a:latin typeface="Times New Roman" panose="02020603050405020304" pitchFamily="18" charset="0"/>
                <a:cs typeface="Times New Roman" panose="02020603050405020304" pitchFamily="18" charset="0"/>
              </a:rPr>
              <a:t>thủy</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ngân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thì</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khi</a:t>
            </a:r>
            <a:r>
              <a:rPr lang="en-US" altLang="ko-KR" sz="1050" b="1" smtClean="0">
                <a:latin typeface="Times New Roman" panose="02020603050405020304" pitchFamily="18" charset="0"/>
                <a:cs typeface="Times New Roman" panose="02020603050405020304" pitchFamily="18" charset="0"/>
              </a:rPr>
              <a:t> OFF </a:t>
            </a:r>
            <a:r>
              <a:rPr lang="en-US" altLang="ko-KR" sz="1050" b="1" err="1">
                <a:latin typeface="Times New Roman" panose="02020603050405020304" pitchFamily="18" charset="0"/>
                <a:cs typeface="Times New Roman" panose="02020603050405020304" pitchFamily="18" charset="0"/>
              </a:rPr>
              <a:t>N</a:t>
            </a:r>
            <a:r>
              <a:rPr lang="en-US" altLang="ko-KR" sz="1050" b="1" err="1" smtClean="0">
                <a:latin typeface="Times New Roman" panose="02020603050405020304" pitchFamily="18" charset="0"/>
                <a:cs typeface="Times New Roman" panose="02020603050405020304" pitchFamily="18" charset="0"/>
              </a:rPr>
              <a:t>guồn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sẽ</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bị</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mất</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tất</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cả</a:t>
            </a:r>
            <a:r>
              <a:rPr lang="en-US" altLang="ko-KR" sz="1050" b="1" smtClean="0">
                <a:latin typeface="Times New Roman" panose="02020603050405020304" pitchFamily="18" charset="0"/>
                <a:cs typeface="Times New Roman" panose="02020603050405020304" pitchFamily="18" charset="0"/>
              </a:rPr>
              <a:t>)</a:t>
            </a:r>
          </a:p>
        </p:txBody>
      </p:sp>
      <p:sp>
        <p:nvSpPr>
          <p:cNvPr id="25" name="직사각형 22"/>
          <p:cNvSpPr>
            <a:spLocks noChangeArrowheads="1"/>
          </p:cNvSpPr>
          <p:nvPr/>
        </p:nvSpPr>
        <p:spPr bwMode="auto">
          <a:xfrm>
            <a:off x="7254875" y="4725988"/>
            <a:ext cx="1584325" cy="7905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26" name="Text Box 26"/>
          <p:cNvSpPr txBox="1">
            <a:spLocks noChangeArrowheads="1"/>
          </p:cNvSpPr>
          <p:nvPr/>
        </p:nvSpPr>
        <p:spPr bwMode="auto">
          <a:xfrm>
            <a:off x="7250113" y="4876800"/>
            <a:ext cx="1633537" cy="577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defRPr/>
            </a:pPr>
            <a:r>
              <a:rPr lang="en-US" altLang="ko-KR" sz="1050" b="1" err="1" smtClean="0">
                <a:latin typeface="Times New Roman" panose="02020603050405020304" pitchFamily="18" charset="0"/>
                <a:cs typeface="Times New Roman" panose="02020603050405020304" pitchFamily="18" charset="0"/>
              </a:rPr>
              <a:t>Không</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liên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quan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gì</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đến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Nguồn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Tất</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cả</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luôn</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được</a:t>
            </a:r>
            <a:r>
              <a:rPr lang="en-US" altLang="ko-KR" sz="1050" b="1" smtClean="0">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lưu</a:t>
            </a:r>
            <a:r>
              <a:rPr lang="en-US" altLang="ko-KR" sz="1050" b="1">
                <a:latin typeface="Times New Roman" panose="02020603050405020304" pitchFamily="18" charset="0"/>
                <a:cs typeface="Times New Roman" panose="02020603050405020304" pitchFamily="18" charset="0"/>
              </a:rPr>
              <a:t> </a:t>
            </a:r>
            <a:r>
              <a:rPr lang="en-US" altLang="ko-KR" sz="1050" b="1" err="1" smtClean="0">
                <a:latin typeface="Times New Roman" panose="02020603050405020304" pitchFamily="18" charset="0"/>
                <a:cs typeface="Times New Roman" panose="02020603050405020304" pitchFamily="18" charset="0"/>
              </a:rPr>
              <a:t>trữ</a:t>
            </a:r>
            <a:r>
              <a:rPr lang="en-US" altLang="ko-KR" sz="1050" b="1" smtClean="0">
                <a:latin typeface="Times New Roman" panose="02020603050405020304" pitchFamily="18" charset="0"/>
                <a:cs typeface="Times New Roman" panose="02020603050405020304" pitchFamily="18" charset="0"/>
              </a:rPr>
              <a:t>.</a:t>
            </a: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3"/>
          <p:cNvSpPr>
            <a:spLocks noChangeArrowheads="1"/>
          </p:cNvSpPr>
          <p:nvPr/>
        </p:nvSpPr>
        <p:spPr bwMode="auto">
          <a:xfrm>
            <a:off x="684644" y="1317625"/>
            <a:ext cx="26232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smtClean="0">
                <a:latin typeface="Times New Roman" panose="02020603050405020304" pitchFamily="18" charset="0"/>
                <a:cs typeface="Times New Roman" panose="02020603050405020304" pitchFamily="18" charset="0"/>
              </a:rPr>
              <a:t>※.</a:t>
            </a:r>
            <a:r>
              <a:rPr lang="ko-KR" altLang="en-US"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Tên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gọi</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từng</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bộ</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phận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của</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thẻ</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nhớ</a:t>
            </a:r>
            <a:endParaRPr lang="ko-KR" altLang="en-US" sz="1200" b="1">
              <a:latin typeface="Times New Roman" panose="02020603050405020304" pitchFamily="18" charset="0"/>
              <a:cs typeface="Times New Roman" panose="02020603050405020304" pitchFamily="18" charset="0"/>
            </a:endParaRPr>
          </a:p>
        </p:txBody>
      </p:sp>
      <p:sp>
        <p:nvSpPr>
          <p:cNvPr id="30725" name="Rectangle 6"/>
          <p:cNvSpPr>
            <a:spLocks noChangeArrowheads="1"/>
          </p:cNvSpPr>
          <p:nvPr/>
        </p:nvSpPr>
        <p:spPr bwMode="auto">
          <a:xfrm>
            <a:off x="596900" y="4170363"/>
            <a:ext cx="39497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err="1" smtClean="0">
                <a:latin typeface="Times New Roman" panose="02020603050405020304" pitchFamily="18" charset="0"/>
                <a:cs typeface="Times New Roman" panose="02020603050405020304" pitchFamily="18" charset="0"/>
              </a:rPr>
              <a:t>Phương</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pháp</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tháo</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thẻ</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nhớ</a:t>
            </a:r>
            <a:r>
              <a:rPr lang="en-US" altLang="ko-KR" sz="1200" b="1" smtClean="0">
                <a:latin typeface="Times New Roman" panose="02020603050405020304" pitchFamily="18" charset="0"/>
                <a:cs typeface="Times New Roman" panose="02020603050405020304" pitchFamily="18" charset="0"/>
              </a:rPr>
              <a:t> </a:t>
            </a:r>
            <a:endParaRPr lang="ko-KR" altLang="en-US" sz="1200" b="1">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u="sng">
                <a:latin typeface="Times New Roman" panose="02020603050405020304" pitchFamily="18" charset="0"/>
                <a:cs typeface="Times New Roman" panose="02020603050405020304" pitchFamily="18" charset="0"/>
              </a:rPr>
              <a:t>① </a:t>
            </a:r>
            <a:r>
              <a:rPr lang="en-US" altLang="ko-KR" sz="1200" u="sng" err="1" smtClean="0">
                <a:latin typeface="Times New Roman" panose="02020603050405020304" pitchFamily="18" charset="0"/>
                <a:cs typeface="Times New Roman" panose="02020603050405020304" pitchFamily="18" charset="0"/>
              </a:rPr>
              <a:t>Khi</a:t>
            </a:r>
            <a:r>
              <a:rPr lang="en-US" altLang="ko-KR" sz="1200" u="sng" smtClean="0">
                <a:latin typeface="Times New Roman" panose="02020603050405020304" pitchFamily="18" charset="0"/>
                <a:cs typeface="Times New Roman" panose="02020603050405020304" pitchFamily="18" charset="0"/>
              </a:rPr>
              <a:t> </a:t>
            </a:r>
            <a:r>
              <a:rPr lang="en-US" altLang="ko-KR" sz="1200" u="sng" err="1" smtClean="0">
                <a:latin typeface="Times New Roman" panose="02020603050405020304" pitchFamily="18" charset="0"/>
                <a:cs typeface="Times New Roman" panose="02020603050405020304" pitchFamily="18" charset="0"/>
              </a:rPr>
              <a:t>gắn</a:t>
            </a:r>
            <a:r>
              <a:rPr lang="en-US" altLang="ko-KR" sz="1200" u="sng" smtClean="0">
                <a:latin typeface="Times New Roman" panose="02020603050405020304" pitchFamily="18" charset="0"/>
                <a:cs typeface="Times New Roman" panose="02020603050405020304" pitchFamily="18" charset="0"/>
              </a:rPr>
              <a:t> </a:t>
            </a:r>
            <a:r>
              <a:rPr lang="en-US" altLang="ko-KR" sz="1200" u="sng" err="1" smtClean="0">
                <a:latin typeface="Times New Roman" panose="02020603050405020304" pitchFamily="18" charset="0"/>
                <a:cs typeface="Times New Roman" panose="02020603050405020304" pitchFamily="18" charset="0"/>
              </a:rPr>
              <a:t>thẻ</a:t>
            </a:r>
            <a:r>
              <a:rPr lang="en-US" altLang="ko-KR" sz="1200" u="sng" smtClean="0">
                <a:latin typeface="Times New Roman" panose="02020603050405020304" pitchFamily="18" charset="0"/>
                <a:cs typeface="Times New Roman" panose="02020603050405020304" pitchFamily="18" charset="0"/>
              </a:rPr>
              <a:t> </a:t>
            </a:r>
            <a:r>
              <a:rPr lang="en-US" altLang="ko-KR" sz="1200" u="sng" err="1" smtClean="0">
                <a:latin typeface="Times New Roman" panose="02020603050405020304" pitchFamily="18" charset="0"/>
                <a:cs typeface="Times New Roman" panose="02020603050405020304" pitchFamily="18" charset="0"/>
              </a:rPr>
              <a:t>nhớ</a:t>
            </a:r>
            <a:endParaRPr lang="ko-KR" altLang="en-US" sz="1200" u="sng">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gắn</a:t>
            </a:r>
            <a:r>
              <a:rPr lang="en-US" altLang="ko-KR" sz="1200" smtClean="0">
                <a:latin typeface="Times New Roman" panose="02020603050405020304" pitchFamily="18" charset="0"/>
                <a:cs typeface="Times New Roman" panose="02020603050405020304" pitchFamily="18" charset="0"/>
              </a:rPr>
              <a:t> Memory Card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CPU Module, </a:t>
            </a:r>
            <a:r>
              <a:rPr lang="en-US" altLang="ko-KR" sz="1200" err="1" smtClean="0">
                <a:latin typeface="Times New Roman" panose="02020603050405020304" pitchFamily="18" charset="0"/>
                <a:cs typeface="Times New Roman" panose="02020603050405020304" pitchFamily="18" charset="0"/>
              </a:rPr>
              <a:t>phải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chú</a:t>
            </a:r>
            <a:r>
              <a:rPr lang="en-US" altLang="ko-KR" sz="1200" smtClean="0">
                <a:latin typeface="Times New Roman" panose="02020603050405020304" pitchFamily="18" charset="0"/>
                <a:cs typeface="Times New Roman" panose="02020603050405020304" pitchFamily="18" charset="0"/>
              </a:rPr>
              <a:t> ý </a:t>
            </a:r>
            <a:r>
              <a:rPr lang="en-US" altLang="ko-KR" sz="1200" err="1" smtClean="0">
                <a:latin typeface="Times New Roman" panose="02020603050405020304" pitchFamily="18" charset="0"/>
                <a:cs typeface="Times New Roman" panose="02020603050405020304" pitchFamily="18" charset="0"/>
              </a:rPr>
              <a:t>hướng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Memory Card, </a:t>
            </a:r>
            <a:r>
              <a:rPr lang="en-US" altLang="ko-KR" sz="1200" err="1" smtClean="0">
                <a:latin typeface="Times New Roman" panose="02020603050405020304" pitchFamily="18" charset="0"/>
                <a:cs typeface="Times New Roman" panose="02020603050405020304" pitchFamily="18" charset="0"/>
              </a:rPr>
              <a:t>Phải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đẩy</a:t>
            </a:r>
            <a:r>
              <a:rPr lang="en-US" altLang="ko-KR" sz="1200" smtClean="0">
                <a:latin typeface="Times New Roman" panose="02020603050405020304" pitchFamily="18" charset="0"/>
                <a:cs typeface="Times New Roman" panose="02020603050405020304" pitchFamily="18" charset="0"/>
              </a:rPr>
              <a:t> Memory Card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Connector </a:t>
            </a:r>
            <a:r>
              <a:rPr lang="en-US" altLang="ko-KR" sz="1200" err="1" smtClean="0">
                <a:latin typeface="Times New Roman" panose="02020603050405020304" pitchFamily="18" charset="0"/>
                <a:cs typeface="Times New Roman" panose="02020603050405020304" pitchFamily="18" charset="0"/>
              </a:rPr>
              <a:t>sao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sao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Memory Card </a:t>
            </a:r>
            <a:r>
              <a:rPr lang="en-US" altLang="ko-KR" sz="1200" err="1" smtClean="0">
                <a:latin typeface="Times New Roman" panose="02020603050405020304" pitchFamily="18" charset="0"/>
                <a:cs typeface="Times New Roman" panose="02020603050405020304" pitchFamily="18" charset="0"/>
              </a:rPr>
              <a:t>bằng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cao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nút</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EJECT Memory Card.</a:t>
            </a:r>
            <a:endParaRPr lang="en-US" altLang="ko-KR" sz="1200">
              <a:latin typeface="Times New Roman" panose="02020603050405020304" pitchFamily="18" charset="0"/>
              <a:cs typeface="Times New Roman" panose="02020603050405020304" pitchFamily="18" charset="0"/>
            </a:endParaRPr>
          </a:p>
        </p:txBody>
      </p:sp>
      <p:sp>
        <p:nvSpPr>
          <p:cNvPr id="30727" name="Rectangle 8"/>
          <p:cNvSpPr>
            <a:spLocks noChangeArrowheads="1"/>
          </p:cNvSpPr>
          <p:nvPr/>
        </p:nvSpPr>
        <p:spPr bwMode="auto">
          <a:xfrm>
            <a:off x="482389" y="765175"/>
            <a:ext cx="9497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(3) </a:t>
            </a:r>
            <a:r>
              <a:rPr lang="en-US" altLang="ko-KR" sz="1200" b="1" err="1" smtClean="0">
                <a:latin typeface="Times New Roman" panose="02020603050405020304" pitchFamily="18" charset="0"/>
                <a:cs typeface="Times New Roman" panose="02020603050405020304" pitchFamily="18" charset="0"/>
              </a:rPr>
              <a:t>Thẻ</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nhớ</a:t>
            </a:r>
            <a:endParaRPr lang="ko-KR" altLang="en-US" sz="1200" b="1">
              <a:latin typeface="Times New Roman" panose="02020603050405020304" pitchFamily="18" charset="0"/>
              <a:cs typeface="Times New Roman" panose="02020603050405020304" pitchFamily="18" charset="0"/>
            </a:endParaRPr>
          </a:p>
        </p:txBody>
      </p:sp>
      <p:sp>
        <p:nvSpPr>
          <p:cNvPr id="30728" name="Rectangle 9"/>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30729" name="Rectangle 11"/>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pic>
        <p:nvPicPr>
          <p:cNvPr id="1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4638" y="1544638"/>
            <a:ext cx="4210050" cy="267652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84688" y="889000"/>
            <a:ext cx="5283200" cy="313690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40250" y="4419600"/>
            <a:ext cx="4948238" cy="1703388"/>
          </a:xfrm>
          <a:prstGeom prst="rect">
            <a:avLst/>
          </a:prstGeom>
          <a:noFill/>
          <a:ln w="19050">
            <a:solidFill>
              <a:schemeClr val="tx2"/>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직사각형 11"/>
          <p:cNvSpPr>
            <a:spLocks noChangeArrowheads="1"/>
          </p:cNvSpPr>
          <p:nvPr/>
        </p:nvSpPr>
        <p:spPr bwMode="auto">
          <a:xfrm>
            <a:off x="2863850" y="3608388"/>
            <a:ext cx="720725" cy="3603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14" name="Text Box 26"/>
          <p:cNvSpPr txBox="1">
            <a:spLocks noChangeArrowheads="1"/>
          </p:cNvSpPr>
          <p:nvPr/>
        </p:nvSpPr>
        <p:spPr bwMode="auto">
          <a:xfrm>
            <a:off x="2432720" y="3682538"/>
            <a:ext cx="136842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800" err="1" smtClean="0"/>
              <a:t>Hướng</a:t>
            </a:r>
            <a:r>
              <a:rPr lang="en-US" altLang="ko-KR" sz="800" smtClean="0"/>
              <a:t> RELEASE</a:t>
            </a:r>
            <a:endParaRPr lang="en-US" altLang="ko-KR" sz="800"/>
          </a:p>
        </p:txBody>
      </p:sp>
      <p:sp>
        <p:nvSpPr>
          <p:cNvPr id="15" name="직사각형 13"/>
          <p:cNvSpPr>
            <a:spLocks noChangeArrowheads="1"/>
          </p:cNvSpPr>
          <p:nvPr/>
        </p:nvSpPr>
        <p:spPr bwMode="auto">
          <a:xfrm>
            <a:off x="3278188" y="3475038"/>
            <a:ext cx="612775" cy="1444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16" name="Text Box 26"/>
          <p:cNvSpPr txBox="1">
            <a:spLocks noChangeArrowheads="1"/>
          </p:cNvSpPr>
          <p:nvPr/>
        </p:nvSpPr>
        <p:spPr bwMode="auto">
          <a:xfrm>
            <a:off x="2936875" y="3492500"/>
            <a:ext cx="1368425" cy="179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800" err="1" smtClean="0"/>
              <a:t>Hướng</a:t>
            </a:r>
            <a:r>
              <a:rPr lang="en-US" altLang="ko-KR" sz="800" smtClean="0"/>
              <a:t> LOCK</a:t>
            </a:r>
            <a:endParaRPr lang="en-US" altLang="ko-KR" sz="800"/>
          </a:p>
        </p:txBody>
      </p:sp>
      <p:sp>
        <p:nvSpPr>
          <p:cNvPr id="17" name="직사각형 15"/>
          <p:cNvSpPr>
            <a:spLocks noChangeArrowheads="1"/>
          </p:cNvSpPr>
          <p:nvPr/>
        </p:nvSpPr>
        <p:spPr bwMode="auto">
          <a:xfrm>
            <a:off x="3768725" y="3203575"/>
            <a:ext cx="612775" cy="2873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18" name="Text Box 26"/>
          <p:cNvSpPr txBox="1">
            <a:spLocks noChangeArrowheads="1"/>
          </p:cNvSpPr>
          <p:nvPr/>
        </p:nvSpPr>
        <p:spPr bwMode="auto">
          <a:xfrm>
            <a:off x="3332820" y="3140968"/>
            <a:ext cx="1368425" cy="3337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800" err="1" smtClean="0"/>
              <a:t>Hướng</a:t>
            </a:r>
            <a:r>
              <a:rPr lang="en-US" altLang="ko-KR" sz="800" smtClean="0"/>
              <a:t> ON </a:t>
            </a:r>
          </a:p>
          <a:p>
            <a:pPr algn="ctr" eaLnBrk="1" hangingPunct="1">
              <a:lnSpc>
                <a:spcPct val="70000"/>
              </a:lnSpc>
              <a:spcBef>
                <a:spcPct val="50000"/>
              </a:spcBef>
              <a:buFontTx/>
              <a:buNone/>
            </a:pPr>
            <a:r>
              <a:rPr lang="en-US" altLang="ko-KR" sz="800" err="1" smtClean="0"/>
              <a:t>Ngăn</a:t>
            </a:r>
            <a:r>
              <a:rPr lang="en-US" altLang="ko-KR" sz="800" smtClean="0"/>
              <a:t> </a:t>
            </a:r>
            <a:r>
              <a:rPr lang="en-US" altLang="ko-KR" sz="800" err="1" smtClean="0"/>
              <a:t>chặn</a:t>
            </a:r>
            <a:r>
              <a:rPr lang="en-US" altLang="ko-KR" sz="800" smtClean="0"/>
              <a:t> </a:t>
            </a:r>
            <a:r>
              <a:rPr lang="en-US" altLang="ko-KR" sz="800" err="1" smtClean="0"/>
              <a:t>sử</a:t>
            </a:r>
            <a:r>
              <a:rPr lang="en-US" altLang="ko-KR" sz="800" smtClean="0"/>
              <a:t> </a:t>
            </a:r>
            <a:r>
              <a:rPr lang="en-US" altLang="ko-KR" sz="800" err="1" smtClean="0"/>
              <a:t>dụng</a:t>
            </a:r>
            <a:endParaRPr lang="en-US" altLang="ko-KR" sz="800"/>
          </a:p>
        </p:txBody>
      </p:sp>
      <p:sp>
        <p:nvSpPr>
          <p:cNvPr id="19" name="직사각형 17"/>
          <p:cNvSpPr>
            <a:spLocks noChangeArrowheads="1"/>
          </p:cNvSpPr>
          <p:nvPr/>
        </p:nvSpPr>
        <p:spPr bwMode="auto">
          <a:xfrm>
            <a:off x="4916488" y="1274763"/>
            <a:ext cx="1331912" cy="2524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20" name="Text Box 26"/>
          <p:cNvSpPr txBox="1">
            <a:spLocks noChangeArrowheads="1"/>
          </p:cNvSpPr>
          <p:nvPr/>
        </p:nvSpPr>
        <p:spPr bwMode="auto">
          <a:xfrm>
            <a:off x="4830763" y="1293813"/>
            <a:ext cx="1550987" cy="210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err="1" smtClean="0">
                <a:latin typeface="Arial" panose="020B0604020202020204" pitchFamily="34" charset="0"/>
                <a:cs typeface="Arial" panose="020B0604020202020204" pitchFamily="34" charset="0"/>
              </a:rPr>
              <a:t>Bộ</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phận</a:t>
            </a:r>
            <a:r>
              <a:rPr lang="en-US" altLang="ko-KR" sz="1100" b="1" smtClean="0">
                <a:latin typeface="Arial" panose="020B0604020202020204" pitchFamily="34" charset="0"/>
                <a:cs typeface="Arial" panose="020B0604020202020204" pitchFamily="34" charset="0"/>
              </a:rPr>
              <a:t> Connector</a:t>
            </a:r>
            <a:endParaRPr lang="en-US" altLang="ko-KR" sz="1100" b="1">
              <a:latin typeface="Arial" panose="020B0604020202020204" pitchFamily="34" charset="0"/>
              <a:cs typeface="Arial" panose="020B0604020202020204" pitchFamily="34" charset="0"/>
            </a:endParaRPr>
          </a:p>
        </p:txBody>
      </p:sp>
      <p:sp>
        <p:nvSpPr>
          <p:cNvPr id="21" name="직사각형 19"/>
          <p:cNvSpPr>
            <a:spLocks noChangeArrowheads="1"/>
          </p:cNvSpPr>
          <p:nvPr/>
        </p:nvSpPr>
        <p:spPr bwMode="auto">
          <a:xfrm>
            <a:off x="4916488" y="1717675"/>
            <a:ext cx="1331912" cy="2524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22" name="Text Box 26"/>
          <p:cNvSpPr txBox="1">
            <a:spLocks noChangeArrowheads="1"/>
          </p:cNvSpPr>
          <p:nvPr/>
        </p:nvSpPr>
        <p:spPr bwMode="auto">
          <a:xfrm>
            <a:off x="4830763" y="1736725"/>
            <a:ext cx="1150937" cy="213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smtClean="0">
                <a:latin typeface="Arial" panose="020B0604020202020204" pitchFamily="34" charset="0"/>
                <a:cs typeface="Arial" panose="020B0604020202020204" pitchFamily="34" charset="0"/>
              </a:rPr>
              <a:t>Battery Holder</a:t>
            </a:r>
            <a:endParaRPr lang="en-US" altLang="ko-KR" sz="1100" b="1">
              <a:latin typeface="Arial" panose="020B0604020202020204" pitchFamily="34" charset="0"/>
              <a:cs typeface="Arial" panose="020B0604020202020204" pitchFamily="34" charset="0"/>
            </a:endParaRPr>
          </a:p>
        </p:txBody>
      </p:sp>
      <p:sp>
        <p:nvSpPr>
          <p:cNvPr id="23" name="직사각형 21"/>
          <p:cNvSpPr>
            <a:spLocks noChangeArrowheads="1"/>
          </p:cNvSpPr>
          <p:nvPr/>
        </p:nvSpPr>
        <p:spPr bwMode="auto">
          <a:xfrm>
            <a:off x="4916488" y="2438400"/>
            <a:ext cx="1331912" cy="2524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24" name="Text Box 26"/>
          <p:cNvSpPr txBox="1">
            <a:spLocks noChangeArrowheads="1"/>
          </p:cNvSpPr>
          <p:nvPr/>
        </p:nvSpPr>
        <p:spPr bwMode="auto">
          <a:xfrm>
            <a:off x="4947504" y="2281900"/>
            <a:ext cx="1434245" cy="416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smtClean="0">
                <a:latin typeface="Arial" panose="020B0604020202020204" pitchFamily="34" charset="0"/>
                <a:cs typeface="Arial" panose="020B0604020202020204" pitchFamily="34" charset="0"/>
              </a:rPr>
              <a:t>Switch </a:t>
            </a:r>
            <a:r>
              <a:rPr lang="en-US" altLang="ko-KR" sz="1100" b="1" err="1" smtClean="0">
                <a:latin typeface="Arial" panose="020B0604020202020204" pitchFamily="34" charset="0"/>
                <a:cs typeface="Arial" panose="020B0604020202020204" pitchFamily="34" charset="0"/>
              </a:rPr>
              <a:t>cố</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định</a:t>
            </a:r>
            <a:r>
              <a:rPr lang="en-US" altLang="ko-KR" sz="1100" b="1" smtClean="0">
                <a:latin typeface="Arial" panose="020B0604020202020204" pitchFamily="34" charset="0"/>
                <a:cs typeface="Arial" panose="020B0604020202020204" pitchFamily="34" charset="0"/>
              </a:rPr>
              <a:t> </a:t>
            </a:r>
          </a:p>
          <a:p>
            <a:pPr eaLnBrk="1" hangingPunct="1">
              <a:lnSpc>
                <a:spcPct val="70000"/>
              </a:lnSpc>
              <a:spcBef>
                <a:spcPct val="50000"/>
              </a:spcBef>
              <a:buFontTx/>
              <a:buNone/>
            </a:pPr>
            <a:r>
              <a:rPr lang="en-US" altLang="ko-KR" sz="1100" b="1" smtClean="0">
                <a:latin typeface="Arial" panose="020B0604020202020204" pitchFamily="34" charset="0"/>
                <a:cs typeface="Arial" panose="020B0604020202020204" pitchFamily="34" charset="0"/>
              </a:rPr>
              <a:t>Battery Holder</a:t>
            </a:r>
            <a:endParaRPr lang="en-US" altLang="ko-KR" sz="1100" b="1">
              <a:latin typeface="Arial" panose="020B0604020202020204" pitchFamily="34" charset="0"/>
              <a:cs typeface="Arial" panose="020B0604020202020204" pitchFamily="34" charset="0"/>
            </a:endParaRPr>
          </a:p>
        </p:txBody>
      </p:sp>
      <p:sp>
        <p:nvSpPr>
          <p:cNvPr id="25" name="직사각형 23"/>
          <p:cNvSpPr>
            <a:spLocks noChangeArrowheads="1"/>
          </p:cNvSpPr>
          <p:nvPr/>
        </p:nvSpPr>
        <p:spPr bwMode="auto">
          <a:xfrm>
            <a:off x="4916488" y="3389313"/>
            <a:ext cx="1331912" cy="2524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26" name="Text Box 26"/>
          <p:cNvSpPr txBox="1">
            <a:spLocks noChangeArrowheads="1"/>
          </p:cNvSpPr>
          <p:nvPr/>
        </p:nvSpPr>
        <p:spPr bwMode="auto">
          <a:xfrm>
            <a:off x="4808984" y="3320988"/>
            <a:ext cx="1581150" cy="416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1100" b="1" smtClean="0">
                <a:latin typeface="Arial" panose="020B0604020202020204" pitchFamily="34" charset="0"/>
                <a:cs typeface="Arial" panose="020B0604020202020204" pitchFamily="34" charset="0"/>
              </a:rPr>
              <a:t>Switch </a:t>
            </a:r>
          </a:p>
          <a:p>
            <a:pPr algn="ctr" eaLnBrk="1" hangingPunct="1">
              <a:lnSpc>
                <a:spcPct val="70000"/>
              </a:lnSpc>
              <a:spcBef>
                <a:spcPct val="50000"/>
              </a:spcBef>
              <a:buFontTx/>
              <a:buNone/>
            </a:pPr>
            <a:r>
              <a:rPr lang="en-US" altLang="ko-KR" sz="1100" b="1" err="1" smtClean="0">
                <a:latin typeface="Arial" panose="020B0604020202020204" pitchFamily="34" charset="0"/>
                <a:cs typeface="Arial" panose="020B0604020202020204" pitchFamily="34" charset="0"/>
              </a:rPr>
              <a:t>ngăn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chặn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sử</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dụng</a:t>
            </a:r>
            <a:endParaRPr lang="en-US" altLang="ko-KR" sz="1100" b="1">
              <a:latin typeface="Arial" panose="020B0604020202020204" pitchFamily="34" charset="0"/>
              <a:cs typeface="Arial" panose="020B0604020202020204" pitchFamily="34" charset="0"/>
            </a:endParaRPr>
          </a:p>
        </p:txBody>
      </p:sp>
      <p:sp>
        <p:nvSpPr>
          <p:cNvPr id="27" name="직사각형 25"/>
          <p:cNvSpPr>
            <a:spLocks noChangeArrowheads="1"/>
          </p:cNvSpPr>
          <p:nvPr/>
        </p:nvSpPr>
        <p:spPr bwMode="auto">
          <a:xfrm>
            <a:off x="6381750" y="1271588"/>
            <a:ext cx="3311525" cy="2524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28" name="Text Box 26"/>
          <p:cNvSpPr txBox="1">
            <a:spLocks noChangeArrowheads="1"/>
          </p:cNvSpPr>
          <p:nvPr/>
        </p:nvSpPr>
        <p:spPr bwMode="auto">
          <a:xfrm>
            <a:off x="6381749" y="1300163"/>
            <a:ext cx="3311525" cy="210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err="1" smtClean="0">
                <a:latin typeface="Arial" panose="020B0604020202020204" pitchFamily="34" charset="0"/>
                <a:cs typeface="Arial" panose="020B0604020202020204" pitchFamily="34" charset="0"/>
              </a:rPr>
              <a:t>Bộ</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phận</a:t>
            </a:r>
            <a:r>
              <a:rPr lang="en-US" altLang="ko-KR" sz="1100" b="1" smtClean="0">
                <a:latin typeface="Arial" panose="020B0604020202020204" pitchFamily="34" charset="0"/>
                <a:cs typeface="Arial" panose="020B0604020202020204" pitchFamily="34" charset="0"/>
              </a:rPr>
              <a:t> connector </a:t>
            </a:r>
            <a:r>
              <a:rPr lang="en-US" altLang="ko-KR" sz="1100" b="1" err="1" smtClean="0">
                <a:latin typeface="Arial" panose="020B0604020202020204" pitchFamily="34" charset="0"/>
                <a:cs typeface="Arial" panose="020B0604020202020204" pitchFamily="34" charset="0"/>
              </a:rPr>
              <a:t>trang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bị</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cho</a:t>
            </a:r>
            <a:r>
              <a:rPr lang="en-US" altLang="ko-KR" sz="1100" b="1" smtClean="0">
                <a:latin typeface="Arial" panose="020B0604020202020204" pitchFamily="34" charset="0"/>
                <a:cs typeface="Arial" panose="020B0604020202020204" pitchFamily="34" charset="0"/>
              </a:rPr>
              <a:t> CPU Module</a:t>
            </a:r>
            <a:endParaRPr lang="en-US" altLang="ko-KR" sz="1100" b="1">
              <a:latin typeface="Arial" panose="020B0604020202020204" pitchFamily="34" charset="0"/>
              <a:cs typeface="Arial" panose="020B0604020202020204" pitchFamily="34" charset="0"/>
            </a:endParaRPr>
          </a:p>
        </p:txBody>
      </p:sp>
      <p:sp>
        <p:nvSpPr>
          <p:cNvPr id="29" name="직사각형 29"/>
          <p:cNvSpPr>
            <a:spLocks noChangeArrowheads="1"/>
          </p:cNvSpPr>
          <p:nvPr/>
        </p:nvSpPr>
        <p:spPr bwMode="auto">
          <a:xfrm>
            <a:off x="6381750" y="1611313"/>
            <a:ext cx="3311525" cy="431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30" name="Text Box 26"/>
          <p:cNvSpPr txBox="1">
            <a:spLocks noChangeArrowheads="1"/>
          </p:cNvSpPr>
          <p:nvPr/>
        </p:nvSpPr>
        <p:spPr bwMode="auto">
          <a:xfrm>
            <a:off x="6266396" y="1557953"/>
            <a:ext cx="359928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100" b="1" smtClean="0">
                <a:latin typeface="Arial" panose="020B0604020202020204" pitchFamily="34" charset="0"/>
                <a:cs typeface="Arial" panose="020B0604020202020204" pitchFamily="34" charset="0"/>
              </a:rPr>
              <a:t>Lithium battery set </a:t>
            </a:r>
            <a:r>
              <a:rPr lang="en-US" altLang="ko-KR" sz="1100" b="1" err="1" smtClean="0">
                <a:latin typeface="Arial" panose="020B0604020202020204" pitchFamily="34" charset="0"/>
                <a:cs typeface="Arial" panose="020B0604020202020204" pitchFamily="34" charset="0"/>
              </a:rPr>
              <a:t>chuyên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dùng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sao</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chép</a:t>
            </a:r>
            <a:r>
              <a:rPr lang="en-US" altLang="ko-KR" sz="1100" b="1" smtClean="0">
                <a:latin typeface="Arial" panose="020B0604020202020204" pitchFamily="34" charset="0"/>
                <a:cs typeface="Arial" panose="020B0604020202020204" pitchFamily="34" charset="0"/>
              </a:rPr>
              <a:t> Data </a:t>
            </a:r>
            <a:r>
              <a:rPr lang="en-US" altLang="ko-KR" sz="1100" b="1" err="1" smtClean="0">
                <a:latin typeface="Arial" panose="020B0604020202020204" pitchFamily="34" charset="0"/>
                <a:cs typeface="Arial" panose="020B0604020202020204" pitchFamily="34" charset="0"/>
              </a:rPr>
              <a:t>của</a:t>
            </a:r>
            <a:r>
              <a:rPr lang="en-US" altLang="ko-KR" sz="1100" b="1" smtClean="0">
                <a:latin typeface="Arial" panose="020B0604020202020204" pitchFamily="34" charset="0"/>
                <a:cs typeface="Arial" panose="020B0604020202020204" pitchFamily="34" charset="0"/>
              </a:rPr>
              <a:t> SRAM Memory (</a:t>
            </a:r>
            <a:r>
              <a:rPr lang="en-US" altLang="ko-KR" sz="1100" b="1" err="1" smtClean="0">
                <a:latin typeface="Arial" panose="020B0604020202020204" pitchFamily="34" charset="0"/>
                <a:cs typeface="Arial" panose="020B0604020202020204" pitchFamily="34" charset="0"/>
              </a:rPr>
              <a:t>Chuyên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dùng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cho</a:t>
            </a:r>
            <a:r>
              <a:rPr lang="en-US" altLang="ko-KR" sz="1100" b="1" smtClean="0">
                <a:latin typeface="Arial" panose="020B0604020202020204" pitchFamily="34" charset="0"/>
                <a:cs typeface="Arial" panose="020B0604020202020204" pitchFamily="34" charset="0"/>
              </a:rPr>
              <a:t> SRAM Card)</a:t>
            </a:r>
            <a:endParaRPr lang="en-US" altLang="ko-KR" sz="1100" b="1">
              <a:latin typeface="Arial" panose="020B0604020202020204" pitchFamily="34" charset="0"/>
              <a:cs typeface="Arial" panose="020B0604020202020204" pitchFamily="34" charset="0"/>
            </a:endParaRPr>
          </a:p>
        </p:txBody>
      </p:sp>
      <p:sp>
        <p:nvSpPr>
          <p:cNvPr id="31" name="직사각형 31"/>
          <p:cNvSpPr>
            <a:spLocks noChangeArrowheads="1"/>
          </p:cNvSpPr>
          <p:nvPr/>
        </p:nvSpPr>
        <p:spPr bwMode="auto">
          <a:xfrm>
            <a:off x="6381750" y="2119313"/>
            <a:ext cx="3311525" cy="9001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32" name="Text Box 26"/>
          <p:cNvSpPr txBox="1">
            <a:spLocks noChangeArrowheads="1"/>
          </p:cNvSpPr>
          <p:nvPr/>
        </p:nvSpPr>
        <p:spPr bwMode="auto">
          <a:xfrm>
            <a:off x="6266446" y="2152650"/>
            <a:ext cx="3518694" cy="93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smtClean="0">
                <a:latin typeface="Arial" panose="020B0604020202020204" pitchFamily="34" charset="0"/>
                <a:cs typeface="Arial" panose="020B0604020202020204" pitchFamily="34" charset="0"/>
              </a:rPr>
              <a:t>Switch </a:t>
            </a:r>
            <a:r>
              <a:rPr lang="en-US" altLang="ko-KR" sz="1100" b="1" err="1" smtClean="0">
                <a:latin typeface="Arial" panose="020B0604020202020204" pitchFamily="34" charset="0"/>
                <a:cs typeface="Arial" panose="020B0604020202020204" pitchFamily="34" charset="0"/>
              </a:rPr>
              <a:t>làm</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cố</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định</a:t>
            </a:r>
            <a:r>
              <a:rPr lang="en-US" altLang="ko-KR" sz="1100" b="1" smtClean="0">
                <a:latin typeface="Arial" panose="020B0604020202020204" pitchFamily="34" charset="0"/>
                <a:cs typeface="Arial" panose="020B0604020202020204" pitchFamily="34" charset="0"/>
              </a:rPr>
              <a:t> Battery Holder ở Memory Card.</a:t>
            </a:r>
            <a:endParaRPr lang="en-US" altLang="ko-KR" sz="1100" b="1">
              <a:latin typeface="Arial" panose="020B0604020202020204" pitchFamily="34" charset="0"/>
              <a:cs typeface="Arial" panose="020B0604020202020204" pitchFamily="34" charset="0"/>
            </a:endParaRPr>
          </a:p>
          <a:p>
            <a:pPr eaLnBrk="1" hangingPunct="1">
              <a:lnSpc>
                <a:spcPct val="70000"/>
              </a:lnSpc>
              <a:spcBef>
                <a:spcPct val="50000"/>
              </a:spcBef>
              <a:buFontTx/>
              <a:buNone/>
            </a:pPr>
            <a:r>
              <a:rPr lang="en-US" altLang="ko-KR" sz="1100" b="1" err="1" smtClean="0">
                <a:latin typeface="Arial" panose="020B0604020202020204" pitchFamily="34" charset="0"/>
                <a:cs typeface="Arial" panose="020B0604020202020204" pitchFamily="34" charset="0"/>
              </a:rPr>
              <a:t>Cố</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định</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bằng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vị</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trí</a:t>
            </a:r>
            <a:r>
              <a:rPr lang="en-US" altLang="ko-KR" sz="1100" b="1" smtClean="0">
                <a:latin typeface="Arial" panose="020B0604020202020204" pitchFamily="34" charset="0"/>
                <a:cs typeface="Arial" panose="020B0604020202020204" pitchFamily="34" charset="0"/>
              </a:rPr>
              <a:t> LOCK(Switch </a:t>
            </a:r>
            <a:r>
              <a:rPr lang="en-US" altLang="ko-KR" sz="1100" b="1" err="1" smtClean="0">
                <a:latin typeface="Arial" panose="020B0604020202020204" pitchFamily="34" charset="0"/>
                <a:cs typeface="Arial" panose="020B0604020202020204" pitchFamily="34" charset="0"/>
              </a:rPr>
              <a:t>ngăn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chặn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sử</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dụng</a:t>
            </a:r>
            <a:r>
              <a:rPr lang="en-US" altLang="ko-KR" sz="1100" b="1" smtClean="0">
                <a:latin typeface="Arial" panose="020B0604020202020204" pitchFamily="34" charset="0"/>
                <a:cs typeface="Arial" panose="020B0604020202020204" pitchFamily="34" charset="0"/>
              </a:rPr>
              <a:t>).</a:t>
            </a:r>
            <a:endParaRPr lang="en-US" altLang="ko-KR" sz="1100" b="1">
              <a:latin typeface="Arial" panose="020B0604020202020204" pitchFamily="34" charset="0"/>
              <a:cs typeface="Arial" panose="020B0604020202020204" pitchFamily="34" charset="0"/>
            </a:endParaRPr>
          </a:p>
          <a:p>
            <a:pPr eaLnBrk="1" hangingPunct="1">
              <a:lnSpc>
                <a:spcPct val="70000"/>
              </a:lnSpc>
              <a:spcBef>
                <a:spcPct val="50000"/>
              </a:spcBef>
              <a:buFontTx/>
              <a:buNone/>
            </a:pPr>
            <a:r>
              <a:rPr lang="en-US" altLang="ko-KR" sz="1100" b="1">
                <a:latin typeface="Arial" panose="020B0604020202020204" pitchFamily="34" charset="0"/>
                <a:cs typeface="Arial" panose="020B0604020202020204" pitchFamily="34" charset="0"/>
              </a:rPr>
              <a:t>LOCK : </a:t>
            </a:r>
            <a:r>
              <a:rPr lang="en-US" altLang="ko-KR" sz="1100" b="1" err="1" smtClean="0">
                <a:latin typeface="Arial" panose="020B0604020202020204" pitchFamily="34" charset="0"/>
                <a:cs typeface="Arial" panose="020B0604020202020204" pitchFamily="34" charset="0"/>
              </a:rPr>
              <a:t>Cố</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định</a:t>
            </a:r>
            <a:r>
              <a:rPr lang="en-US" altLang="ko-KR" sz="1100" b="1" smtClean="0">
                <a:latin typeface="Arial" panose="020B0604020202020204" pitchFamily="34" charset="0"/>
                <a:cs typeface="Arial" panose="020B0604020202020204" pitchFamily="34" charset="0"/>
              </a:rPr>
              <a:t>, RELEASE </a:t>
            </a:r>
            <a:r>
              <a:rPr lang="en-US" altLang="ko-KR" sz="1100" b="1">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Mở</a:t>
            </a:r>
            <a:endParaRPr lang="en-US" altLang="ko-KR" sz="1100" b="1">
              <a:latin typeface="Arial" panose="020B0604020202020204" pitchFamily="34" charset="0"/>
              <a:cs typeface="Arial" panose="020B0604020202020204" pitchFamily="34" charset="0"/>
            </a:endParaRPr>
          </a:p>
          <a:p>
            <a:pPr eaLnBrk="1" hangingPunct="1">
              <a:lnSpc>
                <a:spcPct val="70000"/>
              </a:lnSpc>
              <a:spcBef>
                <a:spcPct val="50000"/>
              </a:spcBef>
              <a:buFontTx/>
              <a:buNone/>
            </a:pPr>
            <a:r>
              <a:rPr lang="en-US" altLang="ko-KR" sz="1100" b="1" smtClean="0">
                <a:latin typeface="Arial" panose="020B0604020202020204" pitchFamily="34" charset="0"/>
                <a:cs typeface="Arial" panose="020B0604020202020204" pitchFamily="34" charset="0"/>
              </a:rPr>
              <a:t>(</a:t>
            </a:r>
            <a:r>
              <a:rPr lang="en-US" altLang="ko-KR" sz="1100" b="1" err="1" smtClean="0">
                <a:latin typeface="Arial" panose="020B0604020202020204" pitchFamily="34" charset="0"/>
                <a:cs typeface="Arial" panose="020B0604020202020204" pitchFamily="34" charset="0"/>
              </a:rPr>
              <a:t>Chuyên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dùng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cho</a:t>
            </a:r>
            <a:r>
              <a:rPr lang="en-US" altLang="ko-KR" sz="1100" b="1" smtClean="0">
                <a:latin typeface="Arial" panose="020B0604020202020204" pitchFamily="34" charset="0"/>
                <a:cs typeface="Arial" panose="020B0604020202020204" pitchFamily="34" charset="0"/>
              </a:rPr>
              <a:t> SRAM Card )</a:t>
            </a:r>
            <a:endParaRPr lang="en-US" altLang="ko-KR" sz="1100" b="1">
              <a:latin typeface="Arial" panose="020B0604020202020204" pitchFamily="34" charset="0"/>
              <a:cs typeface="Arial" panose="020B0604020202020204" pitchFamily="34" charset="0"/>
            </a:endParaRPr>
          </a:p>
        </p:txBody>
      </p:sp>
      <p:sp>
        <p:nvSpPr>
          <p:cNvPr id="33" name="직사각형 33"/>
          <p:cNvSpPr>
            <a:spLocks noChangeArrowheads="1"/>
          </p:cNvSpPr>
          <p:nvPr/>
        </p:nvSpPr>
        <p:spPr bwMode="auto">
          <a:xfrm>
            <a:off x="6381750" y="3068638"/>
            <a:ext cx="3311525" cy="9001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34" name="Text Box 26"/>
          <p:cNvSpPr txBox="1">
            <a:spLocks noChangeArrowheads="1"/>
          </p:cNvSpPr>
          <p:nvPr/>
        </p:nvSpPr>
        <p:spPr bwMode="auto">
          <a:xfrm>
            <a:off x="6381750" y="3101975"/>
            <a:ext cx="3386138" cy="854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err="1" smtClean="0">
                <a:latin typeface="Arial" panose="020B0604020202020204" pitchFamily="34" charset="0"/>
                <a:cs typeface="Arial" panose="020B0604020202020204" pitchFamily="34" charset="0"/>
              </a:rPr>
              <a:t>Thiết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lập</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ngăn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chặn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sử</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dụng</a:t>
            </a:r>
            <a:r>
              <a:rPr lang="en-US" altLang="ko-KR" sz="1100" b="1" smtClean="0">
                <a:latin typeface="Arial" panose="020B0604020202020204" pitchFamily="34" charset="0"/>
                <a:cs typeface="Arial" panose="020B0604020202020204" pitchFamily="34" charset="0"/>
              </a:rPr>
              <a:t> Memory. </a:t>
            </a:r>
            <a:r>
              <a:rPr lang="en-US" altLang="ko-KR" sz="1100" b="1" err="1" smtClean="0">
                <a:latin typeface="Arial" panose="020B0604020202020204" pitchFamily="34" charset="0"/>
                <a:cs typeface="Arial" panose="020B0604020202020204" pitchFamily="34" charset="0"/>
              </a:rPr>
              <a:t>Khi</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xuất</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ra</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thì</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phải</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dược</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để</a:t>
            </a:r>
            <a:r>
              <a:rPr lang="en-US" altLang="ko-KR" sz="1100" b="1" smtClean="0">
                <a:latin typeface="Arial" panose="020B0604020202020204" pitchFamily="34" charset="0"/>
                <a:cs typeface="Arial" panose="020B0604020202020204" pitchFamily="34" charset="0"/>
              </a:rPr>
              <a:t> ở </a:t>
            </a:r>
            <a:r>
              <a:rPr lang="en-US" altLang="ko-KR" sz="1100" b="1" err="1" smtClean="0">
                <a:latin typeface="Arial" panose="020B0604020202020204" pitchFamily="34" charset="0"/>
                <a:cs typeface="Arial" panose="020B0604020202020204" pitchFamily="34" charset="0"/>
              </a:rPr>
              <a:t>chế</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độ</a:t>
            </a:r>
            <a:r>
              <a:rPr lang="en-US" altLang="ko-KR" sz="1100" b="1" smtClean="0">
                <a:latin typeface="Arial" panose="020B0604020202020204" pitchFamily="34" charset="0"/>
                <a:cs typeface="Arial" panose="020B0604020202020204" pitchFamily="34" charset="0"/>
              </a:rPr>
              <a:t> </a:t>
            </a:r>
            <a:r>
              <a:rPr lang="ko-KR" altLang="en-US" sz="1100" b="1" smtClean="0">
                <a:latin typeface="Arial" panose="020B0604020202020204" pitchFamily="34" charset="0"/>
                <a:cs typeface="Arial" panose="020B0604020202020204" pitchFamily="34" charset="0"/>
              </a:rPr>
              <a:t> </a:t>
            </a:r>
            <a:r>
              <a:rPr lang="en-US" altLang="ko-KR" sz="1100" b="1" smtClean="0">
                <a:latin typeface="Arial" panose="020B0604020202020204" pitchFamily="34" charset="0"/>
                <a:cs typeface="Arial" panose="020B0604020202020204" pitchFamily="34" charset="0"/>
              </a:rPr>
              <a:t>OFF</a:t>
            </a:r>
            <a:r>
              <a:rPr lang="ko-KR" altLang="en-US" sz="1100" b="1">
                <a:latin typeface="Arial" panose="020B0604020202020204" pitchFamily="34" charset="0"/>
                <a:cs typeface="Arial" panose="020B0604020202020204" pitchFamily="34" charset="0"/>
              </a:rPr>
              <a:t> </a:t>
            </a:r>
            <a:r>
              <a:rPr lang="en-US" altLang="ko-KR" sz="1100" b="1" smtClean="0">
                <a:latin typeface="Arial" panose="020B0604020202020204" pitchFamily="34" charset="0"/>
                <a:cs typeface="Arial" panose="020B0604020202020204" pitchFamily="34" charset="0"/>
              </a:rPr>
              <a:t>(</a:t>
            </a:r>
            <a:r>
              <a:rPr lang="en-US" altLang="ko-KR" sz="1100" b="1" err="1" smtClean="0">
                <a:latin typeface="Arial" panose="020B0604020202020204" pitchFamily="34" charset="0"/>
                <a:cs typeface="Arial" panose="020B0604020202020204" pitchFamily="34" charset="0"/>
              </a:rPr>
              <a:t>Chuyên</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dùng</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cho</a:t>
            </a:r>
            <a:r>
              <a:rPr lang="en-US" altLang="ko-KR" sz="1100" b="1" smtClean="0">
                <a:latin typeface="Arial" panose="020B0604020202020204" pitchFamily="34" charset="0"/>
                <a:cs typeface="Arial" panose="020B0604020202020204" pitchFamily="34" charset="0"/>
              </a:rPr>
              <a:t> SRAM Card, </a:t>
            </a:r>
            <a:r>
              <a:rPr lang="en-US" altLang="ko-KR" sz="1100" b="1">
                <a:latin typeface="Arial" panose="020B0604020202020204" pitchFamily="34" charset="0"/>
                <a:cs typeface="Arial" panose="020B0604020202020204" pitchFamily="34" charset="0"/>
              </a:rPr>
              <a:t>Flash </a:t>
            </a:r>
            <a:r>
              <a:rPr lang="en-US" altLang="ko-KR" sz="1100" b="1" smtClean="0">
                <a:latin typeface="Arial" panose="020B0604020202020204" pitchFamily="34" charset="0"/>
                <a:cs typeface="Arial" panose="020B0604020202020204" pitchFamily="34" charset="0"/>
              </a:rPr>
              <a:t>Card)</a:t>
            </a:r>
            <a:endParaRPr lang="en-US" altLang="ko-KR" sz="1100" b="1">
              <a:latin typeface="Arial" panose="020B0604020202020204" pitchFamily="34" charset="0"/>
              <a:cs typeface="Arial" panose="020B0604020202020204" pitchFamily="34" charset="0"/>
            </a:endParaRPr>
          </a:p>
          <a:p>
            <a:pPr eaLnBrk="1" hangingPunct="1">
              <a:lnSpc>
                <a:spcPct val="70000"/>
              </a:lnSpc>
              <a:spcBef>
                <a:spcPct val="50000"/>
              </a:spcBef>
              <a:buFontTx/>
              <a:buNone/>
            </a:pPr>
            <a:r>
              <a:rPr lang="en-US" altLang="ko-KR" sz="1100" b="1">
                <a:latin typeface="Arial" panose="020B0604020202020204" pitchFamily="34" charset="0"/>
                <a:cs typeface="Arial" panose="020B0604020202020204" pitchFamily="34" charset="0"/>
              </a:rPr>
              <a:t>ON : </a:t>
            </a:r>
            <a:r>
              <a:rPr lang="en-US" altLang="ko-KR" sz="1100" b="1" err="1" smtClean="0">
                <a:latin typeface="Arial" panose="020B0604020202020204" pitchFamily="34" charset="0"/>
                <a:cs typeface="Arial" panose="020B0604020202020204" pitchFamily="34" charset="0"/>
              </a:rPr>
              <a:t>Cấm</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sử</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dụng</a:t>
            </a:r>
            <a:r>
              <a:rPr lang="en-US" altLang="ko-KR" sz="1100" b="1" smtClean="0">
                <a:latin typeface="Arial" panose="020B0604020202020204" pitchFamily="34" charset="0"/>
                <a:cs typeface="Arial" panose="020B0604020202020204" pitchFamily="34" charset="0"/>
              </a:rPr>
              <a:t> DATA</a:t>
            </a:r>
            <a:endParaRPr lang="en-US" altLang="ko-KR" sz="1100" b="1">
              <a:latin typeface="Arial" panose="020B0604020202020204" pitchFamily="34" charset="0"/>
              <a:cs typeface="Arial" panose="020B0604020202020204" pitchFamily="34" charset="0"/>
            </a:endParaRPr>
          </a:p>
          <a:p>
            <a:pPr eaLnBrk="1" hangingPunct="1">
              <a:lnSpc>
                <a:spcPct val="70000"/>
              </a:lnSpc>
              <a:spcBef>
                <a:spcPct val="50000"/>
              </a:spcBef>
              <a:buFontTx/>
              <a:buNone/>
            </a:pPr>
            <a:r>
              <a:rPr lang="en-US" altLang="ko-KR" sz="1100" b="1">
                <a:latin typeface="Arial" panose="020B0604020202020204" pitchFamily="34" charset="0"/>
                <a:cs typeface="Arial" panose="020B0604020202020204" pitchFamily="34" charset="0"/>
              </a:rPr>
              <a:t>OFF : </a:t>
            </a:r>
            <a:r>
              <a:rPr lang="en-US" altLang="ko-KR" sz="1100" b="1" smtClean="0">
                <a:latin typeface="Arial" panose="020B0604020202020204" pitchFamily="34" charset="0"/>
                <a:cs typeface="Arial" panose="020B0604020202020204" pitchFamily="34" charset="0"/>
              </a:rPr>
              <a:t>Cho </a:t>
            </a:r>
            <a:r>
              <a:rPr lang="en-US" altLang="ko-KR" sz="1100" b="1" err="1" smtClean="0">
                <a:latin typeface="Arial" panose="020B0604020202020204" pitchFamily="34" charset="0"/>
                <a:cs typeface="Arial" panose="020B0604020202020204" pitchFamily="34" charset="0"/>
              </a:rPr>
              <a:t>phép</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sử</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dụng</a:t>
            </a:r>
            <a:r>
              <a:rPr lang="en-US" altLang="ko-KR" sz="1100" b="1" smtClean="0">
                <a:latin typeface="Arial" panose="020B0604020202020204" pitchFamily="34" charset="0"/>
                <a:cs typeface="Arial" panose="020B0604020202020204" pitchFamily="34" charset="0"/>
              </a:rPr>
              <a:t> DATA</a:t>
            </a:r>
            <a:endParaRPr lang="en-US" altLang="ko-KR" sz="1100" b="1">
              <a:latin typeface="Arial" panose="020B0604020202020204" pitchFamily="34" charset="0"/>
              <a:cs typeface="Arial" panose="020B0604020202020204" pitchFamily="34" charset="0"/>
            </a:endParaRPr>
          </a:p>
        </p:txBody>
      </p:sp>
      <p:sp>
        <p:nvSpPr>
          <p:cNvPr id="35" name="직사각형 35"/>
          <p:cNvSpPr>
            <a:spLocks noChangeArrowheads="1"/>
          </p:cNvSpPr>
          <p:nvPr/>
        </p:nvSpPr>
        <p:spPr bwMode="auto">
          <a:xfrm>
            <a:off x="5929313" y="4522788"/>
            <a:ext cx="1854200" cy="1809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36" name="Text Box 26"/>
          <p:cNvSpPr txBox="1">
            <a:spLocks noChangeArrowheads="1"/>
          </p:cNvSpPr>
          <p:nvPr/>
        </p:nvSpPr>
        <p:spPr bwMode="auto">
          <a:xfrm>
            <a:off x="5913438" y="4518025"/>
            <a:ext cx="2161381" cy="210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err="1" smtClean="0"/>
              <a:t>Nút</a:t>
            </a:r>
            <a:r>
              <a:rPr lang="ko-KR" altLang="en-US" sz="1100" b="1" smtClean="0"/>
              <a:t> </a:t>
            </a:r>
            <a:r>
              <a:rPr lang="en-US" altLang="ko-KR" sz="1100" b="1"/>
              <a:t>EJECT Memory Card</a:t>
            </a:r>
          </a:p>
        </p:txBody>
      </p:sp>
      <p:sp>
        <p:nvSpPr>
          <p:cNvPr id="37" name="직사각형 37"/>
          <p:cNvSpPr>
            <a:spLocks noChangeArrowheads="1"/>
          </p:cNvSpPr>
          <p:nvPr/>
        </p:nvSpPr>
        <p:spPr bwMode="auto">
          <a:xfrm>
            <a:off x="8310563" y="5072063"/>
            <a:ext cx="1035050" cy="1793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38" name="Text Box 26"/>
          <p:cNvSpPr txBox="1">
            <a:spLocks noChangeArrowheads="1"/>
          </p:cNvSpPr>
          <p:nvPr/>
        </p:nvSpPr>
        <p:spPr bwMode="auto">
          <a:xfrm>
            <a:off x="8296275" y="5064125"/>
            <a:ext cx="1112838" cy="210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smtClean="0"/>
              <a:t>Memory Card</a:t>
            </a:r>
            <a:endParaRPr lang="en-US" altLang="ko-KR" sz="1100" b="1"/>
          </a:p>
        </p:txBody>
      </p:sp>
      <p:sp>
        <p:nvSpPr>
          <p:cNvPr id="39" name="직사각형 39"/>
          <p:cNvSpPr>
            <a:spLocks noChangeArrowheads="1"/>
          </p:cNvSpPr>
          <p:nvPr/>
        </p:nvSpPr>
        <p:spPr bwMode="auto">
          <a:xfrm>
            <a:off x="6789738" y="5251450"/>
            <a:ext cx="827087" cy="431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40" name="Text Box 26"/>
          <p:cNvSpPr txBox="1">
            <a:spLocks noChangeArrowheads="1"/>
          </p:cNvSpPr>
          <p:nvPr/>
        </p:nvSpPr>
        <p:spPr bwMode="auto">
          <a:xfrm>
            <a:off x="6569670" y="5207822"/>
            <a:ext cx="1263650" cy="417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1100" b="1" err="1" smtClean="0">
                <a:latin typeface="Times New Roman" panose="02020603050405020304" pitchFamily="18" charset="0"/>
                <a:cs typeface="Times New Roman" panose="02020603050405020304" pitchFamily="18" charset="0"/>
              </a:rPr>
              <a:t>Mặt</a:t>
            </a:r>
            <a:r>
              <a:rPr lang="en-US" altLang="ko-KR" sz="1100" b="1" smtClean="0">
                <a:latin typeface="Times New Roman" panose="02020603050405020304" pitchFamily="18" charset="0"/>
                <a:cs typeface="Times New Roman" panose="02020603050405020304" pitchFamily="18" charset="0"/>
              </a:rPr>
              <a:t> </a:t>
            </a:r>
            <a:r>
              <a:rPr lang="en-US" altLang="ko-KR" sz="1100" b="1" err="1" smtClean="0">
                <a:latin typeface="Times New Roman" panose="02020603050405020304" pitchFamily="18" charset="0"/>
                <a:cs typeface="Times New Roman" panose="02020603050405020304" pitchFamily="18" charset="0"/>
              </a:rPr>
              <a:t>niêm</a:t>
            </a:r>
            <a:r>
              <a:rPr lang="en-US" altLang="ko-KR" sz="1100" b="1" smtClean="0">
                <a:latin typeface="Times New Roman" panose="02020603050405020304" pitchFamily="18" charset="0"/>
                <a:cs typeface="Times New Roman" panose="02020603050405020304" pitchFamily="18" charset="0"/>
              </a:rPr>
              <a:t> </a:t>
            </a:r>
            <a:r>
              <a:rPr lang="en-US" altLang="ko-KR" sz="1100" b="1" err="1" smtClean="0">
                <a:latin typeface="Times New Roman" panose="02020603050405020304" pitchFamily="18" charset="0"/>
                <a:cs typeface="Times New Roman" panose="02020603050405020304" pitchFamily="18" charset="0"/>
              </a:rPr>
              <a:t>yết</a:t>
            </a:r>
            <a:endParaRPr lang="en-US" altLang="ko-KR" sz="1100" b="1" smtClean="0">
              <a:latin typeface="Times New Roman" panose="02020603050405020304" pitchFamily="18" charset="0"/>
              <a:cs typeface="Times New Roman" panose="02020603050405020304" pitchFamily="18" charset="0"/>
            </a:endParaRPr>
          </a:p>
          <a:p>
            <a:pPr algn="ctr" eaLnBrk="1" hangingPunct="1">
              <a:lnSpc>
                <a:spcPct val="70000"/>
              </a:lnSpc>
              <a:spcBef>
                <a:spcPct val="50000"/>
              </a:spcBef>
              <a:buFontTx/>
              <a:buNone/>
            </a:pPr>
            <a:r>
              <a:rPr lang="en-US" altLang="ko-KR" sz="1100" b="1" smtClean="0">
                <a:latin typeface="Times New Roman" panose="02020603050405020304" pitchFamily="18" charset="0"/>
                <a:cs typeface="Times New Roman" panose="02020603050405020304" pitchFamily="18" charset="0"/>
              </a:rPr>
              <a:t> “</a:t>
            </a:r>
            <a:r>
              <a:rPr lang="en-US" altLang="ko-KR" sz="1100" b="1" err="1" smtClean="0">
                <a:latin typeface="Times New Roman" panose="02020603050405020304" pitchFamily="18" charset="0"/>
                <a:cs typeface="Times New Roman" panose="02020603050405020304" pitchFamily="18" charset="0"/>
              </a:rPr>
              <a:t>Hạng</a:t>
            </a:r>
            <a:r>
              <a:rPr lang="en-US" altLang="ko-KR" sz="1100" b="1" smtClean="0">
                <a:latin typeface="Times New Roman" panose="02020603050405020304" pitchFamily="18" charset="0"/>
                <a:cs typeface="Times New Roman" panose="02020603050405020304" pitchFamily="18" charset="0"/>
              </a:rPr>
              <a:t> </a:t>
            </a:r>
            <a:r>
              <a:rPr lang="en-US" altLang="ko-KR" sz="1100" b="1" err="1" smtClean="0">
                <a:latin typeface="Times New Roman" panose="02020603050405020304" pitchFamily="18" charset="0"/>
                <a:cs typeface="Times New Roman" panose="02020603050405020304" pitchFamily="18" charset="0"/>
              </a:rPr>
              <a:t>mục</a:t>
            </a:r>
            <a:r>
              <a:rPr lang="en-US" altLang="ko-KR" sz="1100" b="1" smtClean="0">
                <a:latin typeface="Times New Roman" panose="02020603050405020304" pitchFamily="18" charset="0"/>
                <a:cs typeface="Times New Roman" panose="02020603050405020304" pitchFamily="18" charset="0"/>
              </a:rPr>
              <a:t> </a:t>
            </a:r>
            <a:r>
              <a:rPr lang="en-US" altLang="ko-KR" sz="1100" b="1" err="1" smtClean="0">
                <a:latin typeface="Times New Roman" panose="02020603050405020304" pitchFamily="18" charset="0"/>
                <a:cs typeface="Times New Roman" panose="02020603050405020304" pitchFamily="18" charset="0"/>
              </a:rPr>
              <a:t>chú</a:t>
            </a:r>
            <a:r>
              <a:rPr lang="en-US" altLang="ko-KR" sz="1100" b="1" smtClean="0">
                <a:latin typeface="Times New Roman" panose="02020603050405020304" pitchFamily="18" charset="0"/>
                <a:cs typeface="Times New Roman" panose="02020603050405020304" pitchFamily="18" charset="0"/>
              </a:rPr>
              <a:t> ý”</a:t>
            </a:r>
            <a:endParaRPr lang="en-US" altLang="ko-KR" sz="1100" b="1">
              <a:latin typeface="Times New Roman" panose="02020603050405020304" pitchFamily="18" charset="0"/>
              <a:cs typeface="Times New Roman" panose="02020603050405020304" pitchFamily="18" charset="0"/>
            </a:endParaRPr>
          </a:p>
        </p:txBody>
      </p:sp>
      <p:sp>
        <p:nvSpPr>
          <p:cNvPr id="41" name="직사각형 41"/>
          <p:cNvSpPr>
            <a:spLocks noChangeArrowheads="1"/>
          </p:cNvSpPr>
          <p:nvPr/>
        </p:nvSpPr>
        <p:spPr bwMode="auto">
          <a:xfrm>
            <a:off x="5732463" y="5465763"/>
            <a:ext cx="768350" cy="1793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42" name="Text Box 26"/>
          <p:cNvSpPr txBox="1">
            <a:spLocks noChangeArrowheads="1"/>
          </p:cNvSpPr>
          <p:nvPr/>
        </p:nvSpPr>
        <p:spPr bwMode="auto">
          <a:xfrm>
            <a:off x="5529064" y="5449888"/>
            <a:ext cx="1112838" cy="210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err="1" smtClean="0">
                <a:latin typeface="Times New Roman" panose="02020603050405020304" pitchFamily="18" charset="0"/>
                <a:cs typeface="Times New Roman" panose="02020603050405020304" pitchFamily="18" charset="0"/>
              </a:rPr>
              <a:t>Hướng</a:t>
            </a:r>
            <a:r>
              <a:rPr lang="en-US" altLang="ko-KR" sz="1100" b="1" smtClean="0">
                <a:latin typeface="Times New Roman" panose="02020603050405020304" pitchFamily="18" charset="0"/>
                <a:cs typeface="Times New Roman" panose="02020603050405020304" pitchFamily="18" charset="0"/>
              </a:rPr>
              <a:t> </a:t>
            </a:r>
            <a:r>
              <a:rPr lang="en-US" altLang="ko-KR" sz="1100" b="1" err="1" smtClean="0">
                <a:latin typeface="Times New Roman" panose="02020603050405020304" pitchFamily="18" charset="0"/>
                <a:cs typeface="Times New Roman" panose="02020603050405020304" pitchFamily="18" charset="0"/>
              </a:rPr>
              <a:t>đưa</a:t>
            </a:r>
            <a:r>
              <a:rPr lang="en-US" altLang="ko-KR" sz="1100" b="1" smtClean="0">
                <a:latin typeface="Times New Roman" panose="02020603050405020304" pitchFamily="18" charset="0"/>
                <a:cs typeface="Times New Roman" panose="02020603050405020304" pitchFamily="18" charset="0"/>
              </a:rPr>
              <a:t> </a:t>
            </a:r>
            <a:r>
              <a:rPr lang="en-US" altLang="ko-KR" sz="1100" b="1" err="1" smtClean="0">
                <a:latin typeface="Times New Roman" panose="02020603050405020304" pitchFamily="18" charset="0"/>
                <a:cs typeface="Times New Roman" panose="02020603050405020304" pitchFamily="18" charset="0"/>
              </a:rPr>
              <a:t>vào</a:t>
            </a:r>
            <a:endParaRPr lang="en-US" altLang="ko-KR" sz="1100" b="1">
              <a:latin typeface="Times New Roman" panose="02020603050405020304" pitchFamily="18" charset="0"/>
              <a:cs typeface="Times New Roman" panose="02020603050405020304" pitchFamily="18" charset="0"/>
            </a:endParaRPr>
          </a:p>
        </p:txBody>
      </p:sp>
      <p:sp>
        <p:nvSpPr>
          <p:cNvPr id="43" name="직사각형 43"/>
          <p:cNvSpPr>
            <a:spLocks noChangeArrowheads="1"/>
          </p:cNvSpPr>
          <p:nvPr/>
        </p:nvSpPr>
        <p:spPr bwMode="auto">
          <a:xfrm>
            <a:off x="4559300" y="4797425"/>
            <a:ext cx="695325" cy="5032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44" name="Text Box 26"/>
          <p:cNvSpPr txBox="1">
            <a:spLocks noChangeArrowheads="1"/>
          </p:cNvSpPr>
          <p:nvPr/>
        </p:nvSpPr>
        <p:spPr bwMode="auto">
          <a:xfrm>
            <a:off x="4527550" y="4940300"/>
            <a:ext cx="785813" cy="32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smtClean="0"/>
              <a:t>CPU Module</a:t>
            </a:r>
            <a:endParaRPr lang="en-US" altLang="ko-KR" sz="1100" b="1"/>
          </a:p>
        </p:txBody>
      </p:sp>
      <p:sp>
        <p:nvSpPr>
          <p:cNvPr id="45" name="직사각형 45"/>
          <p:cNvSpPr>
            <a:spLocks noChangeArrowheads="1"/>
          </p:cNvSpPr>
          <p:nvPr/>
        </p:nvSpPr>
        <p:spPr bwMode="auto">
          <a:xfrm>
            <a:off x="5060950" y="944563"/>
            <a:ext cx="1152525" cy="25241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46" name="Text Box 26"/>
          <p:cNvSpPr txBox="1">
            <a:spLocks noChangeArrowheads="1"/>
          </p:cNvSpPr>
          <p:nvPr/>
        </p:nvSpPr>
        <p:spPr bwMode="auto">
          <a:xfrm>
            <a:off x="5040313" y="935038"/>
            <a:ext cx="936625"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b="1" err="1" smtClean="0">
                <a:latin typeface="Arial" panose="020B0604020202020204" pitchFamily="34" charset="0"/>
                <a:cs typeface="Arial" panose="020B0604020202020204" pitchFamily="34" charset="0"/>
              </a:rPr>
              <a:t>Tên</a:t>
            </a:r>
            <a:endParaRPr lang="ko-KR" altLang="en-US" sz="1100" b="1">
              <a:latin typeface="Arial" panose="020B0604020202020204" pitchFamily="34" charset="0"/>
              <a:cs typeface="Arial" panose="020B0604020202020204" pitchFamily="34" charset="0"/>
            </a:endParaRPr>
          </a:p>
        </p:txBody>
      </p:sp>
      <p:sp>
        <p:nvSpPr>
          <p:cNvPr id="47" name="직사각형 47"/>
          <p:cNvSpPr>
            <a:spLocks noChangeArrowheads="1"/>
          </p:cNvSpPr>
          <p:nvPr/>
        </p:nvSpPr>
        <p:spPr bwMode="auto">
          <a:xfrm>
            <a:off x="7437438" y="944563"/>
            <a:ext cx="1655762" cy="25241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p>
        </p:txBody>
      </p:sp>
      <p:sp>
        <p:nvSpPr>
          <p:cNvPr id="48" name="Text Box 26"/>
          <p:cNvSpPr txBox="1">
            <a:spLocks noChangeArrowheads="1"/>
          </p:cNvSpPr>
          <p:nvPr/>
        </p:nvSpPr>
        <p:spPr bwMode="auto">
          <a:xfrm>
            <a:off x="7092277" y="944563"/>
            <a:ext cx="170021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100" b="1" err="1" smtClean="0">
                <a:latin typeface="Arial" panose="020B0604020202020204" pitchFamily="34" charset="0"/>
                <a:cs typeface="Arial" panose="020B0604020202020204" pitchFamily="34" charset="0"/>
              </a:rPr>
              <a:t>Mục</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đích</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sử</a:t>
            </a:r>
            <a:r>
              <a:rPr lang="en-US" altLang="ko-KR" sz="1100" b="1" smtClean="0">
                <a:latin typeface="Arial" panose="020B0604020202020204" pitchFamily="34" charset="0"/>
                <a:cs typeface="Arial" panose="020B0604020202020204" pitchFamily="34" charset="0"/>
              </a:rPr>
              <a:t> </a:t>
            </a:r>
            <a:r>
              <a:rPr lang="en-US" altLang="ko-KR" sz="1100" b="1" err="1" smtClean="0">
                <a:latin typeface="Arial" panose="020B0604020202020204" pitchFamily="34" charset="0"/>
                <a:cs typeface="Arial" panose="020B0604020202020204" pitchFamily="34" charset="0"/>
              </a:rPr>
              <a:t>dụng</a:t>
            </a:r>
            <a:endParaRPr lang="ko-KR" altLang="en-US" sz="1100" b="1">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3"/>
          <p:cNvSpPr>
            <a:spLocks noChangeArrowheads="1"/>
          </p:cNvSpPr>
          <p:nvPr/>
        </p:nvSpPr>
        <p:spPr bwMode="auto">
          <a:xfrm>
            <a:off x="704850" y="939799"/>
            <a:ext cx="399612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u="sng">
                <a:latin typeface="Times New Roman" panose="02020603050405020304" pitchFamily="18" charset="0"/>
                <a:cs typeface="Times New Roman" panose="02020603050405020304" pitchFamily="18" charset="0"/>
              </a:rPr>
              <a:t>② </a:t>
            </a:r>
            <a:r>
              <a:rPr lang="en-US" altLang="ko-KR" sz="1200" u="sng" err="1" smtClean="0">
                <a:latin typeface="Times New Roman" panose="02020603050405020304" pitchFamily="18" charset="0"/>
                <a:cs typeface="Times New Roman" panose="02020603050405020304" pitchFamily="18" charset="0"/>
              </a:rPr>
              <a:t>Khi</a:t>
            </a:r>
            <a:r>
              <a:rPr lang="en-US" altLang="ko-KR" sz="1200" u="sng" smtClean="0">
                <a:latin typeface="Times New Roman" panose="02020603050405020304" pitchFamily="18" charset="0"/>
                <a:cs typeface="Times New Roman" panose="02020603050405020304" pitchFamily="18" charset="0"/>
              </a:rPr>
              <a:t> </a:t>
            </a:r>
            <a:r>
              <a:rPr lang="en-US" altLang="ko-KR" sz="1200" u="sng" err="1" smtClean="0">
                <a:latin typeface="Times New Roman" panose="02020603050405020304" pitchFamily="18" charset="0"/>
                <a:cs typeface="Times New Roman" panose="02020603050405020304" pitchFamily="18" charset="0"/>
              </a:rPr>
              <a:t>rút</a:t>
            </a:r>
            <a:r>
              <a:rPr lang="en-US" altLang="ko-KR" sz="1200" u="sng" smtClean="0">
                <a:latin typeface="Times New Roman" panose="02020603050405020304" pitchFamily="18" charset="0"/>
                <a:cs typeface="Times New Roman" panose="02020603050405020304" pitchFamily="18" charset="0"/>
              </a:rPr>
              <a:t> </a:t>
            </a:r>
            <a:r>
              <a:rPr lang="en-US" altLang="ko-KR" sz="1200" u="sng" err="1" smtClean="0">
                <a:latin typeface="Times New Roman" panose="02020603050405020304" pitchFamily="18" charset="0"/>
                <a:cs typeface="Times New Roman" panose="02020603050405020304" pitchFamily="18" charset="0"/>
              </a:rPr>
              <a:t>thẻ</a:t>
            </a:r>
            <a:r>
              <a:rPr lang="en-US" altLang="ko-KR" sz="1200" u="sng" smtClean="0">
                <a:latin typeface="Times New Roman" panose="02020603050405020304" pitchFamily="18" charset="0"/>
                <a:cs typeface="Times New Roman" panose="02020603050405020304" pitchFamily="18" charset="0"/>
              </a:rPr>
              <a:t> </a:t>
            </a:r>
            <a:r>
              <a:rPr lang="en-US" altLang="ko-KR" sz="1200" u="sng" err="1" smtClean="0">
                <a:latin typeface="Times New Roman" panose="02020603050405020304" pitchFamily="18" charset="0"/>
                <a:cs typeface="Times New Roman" panose="02020603050405020304" pitchFamily="18" charset="0"/>
              </a:rPr>
              <a:t>nhớ</a:t>
            </a:r>
            <a:endParaRPr lang="ko-KR" altLang="en-US" sz="1200" u="sng">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rút</a:t>
            </a:r>
            <a:r>
              <a:rPr lang="en-US" altLang="ko-KR" sz="1200" smtClean="0">
                <a:latin typeface="Times New Roman" panose="02020603050405020304" pitchFamily="18" charset="0"/>
                <a:cs typeface="Times New Roman" panose="02020603050405020304" pitchFamily="18" charset="0"/>
              </a:rPr>
              <a:t> Memory Card </a:t>
            </a:r>
            <a:r>
              <a:rPr lang="en-US" altLang="ko-KR" sz="1200" err="1" smtClean="0">
                <a:latin typeface="Times New Roman" panose="02020603050405020304" pitchFamily="18" charset="0"/>
                <a:cs typeface="Times New Roman" panose="02020603050405020304" pitchFamily="18" charset="0"/>
              </a:rPr>
              <a:t>khỏi</a:t>
            </a:r>
            <a:r>
              <a:rPr lang="en-US" altLang="ko-KR" sz="1200" smtClean="0">
                <a:latin typeface="Times New Roman" panose="02020603050405020304" pitchFamily="18" charset="0"/>
                <a:cs typeface="Times New Roman" panose="02020603050405020304" pitchFamily="18" charset="0"/>
              </a:rPr>
              <a:t> CPU Module , </a:t>
            </a:r>
            <a:r>
              <a:rPr lang="en-US" altLang="ko-KR" sz="1200" err="1" smtClean="0">
                <a:latin typeface="Times New Roman" panose="02020603050405020304" pitchFamily="18" charset="0"/>
                <a:cs typeface="Times New Roman" panose="02020603050405020304" pitchFamily="18" charset="0"/>
              </a:rPr>
              <a:t>phải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ấn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nút</a:t>
            </a:r>
            <a:r>
              <a:rPr lang="en-US" altLang="ko-KR" sz="1200" smtClean="0">
                <a:latin typeface="Times New Roman" panose="02020603050405020304" pitchFamily="18" charset="0"/>
                <a:cs typeface="Times New Roman" panose="02020603050405020304" pitchFamily="18" charset="0"/>
              </a:rPr>
              <a:t> EJECT Memory Card </a:t>
            </a:r>
            <a:r>
              <a:rPr lang="en-US" altLang="ko-KR" sz="1200" err="1" smtClean="0">
                <a:latin typeface="Times New Roman" panose="02020603050405020304" pitchFamily="18" charset="0"/>
                <a:cs typeface="Times New Roman" panose="02020603050405020304" pitchFamily="18" charset="0"/>
              </a:rPr>
              <a:t>rồi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kéo</a:t>
            </a:r>
            <a:r>
              <a:rPr lang="en-US" altLang="ko-KR" sz="1200" smtClean="0">
                <a:latin typeface="Times New Roman" panose="02020603050405020304" pitchFamily="18" charset="0"/>
                <a:cs typeface="Times New Roman" panose="02020603050405020304" pitchFamily="18" charset="0"/>
              </a:rPr>
              <a:t> Memory Card </a:t>
            </a:r>
            <a:r>
              <a:rPr lang="en-US" altLang="ko-KR" sz="1200" err="1" smtClean="0">
                <a:latin typeface="Times New Roman" panose="02020603050405020304" pitchFamily="18" charset="0"/>
                <a:cs typeface="Times New Roman" panose="02020603050405020304" pitchFamily="18" charset="0"/>
              </a:rPr>
              <a:t>ra.</a:t>
            </a:r>
            <a:endParaRPr lang="en-US" altLang="ko-KR" sz="1200">
              <a:latin typeface="Times New Roman" panose="02020603050405020304" pitchFamily="18" charset="0"/>
              <a:cs typeface="Times New Roman" panose="02020603050405020304" pitchFamily="18" charset="0"/>
            </a:endParaRPr>
          </a:p>
        </p:txBody>
      </p:sp>
      <p:sp>
        <p:nvSpPr>
          <p:cNvPr id="31748" name="Rectangle 5"/>
          <p:cNvSpPr>
            <a:spLocks noChangeArrowheads="1"/>
          </p:cNvSpPr>
          <p:nvPr/>
        </p:nvSpPr>
        <p:spPr bwMode="auto">
          <a:xfrm>
            <a:off x="560512" y="3221038"/>
            <a:ext cx="9181019" cy="166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Tham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khảo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Trường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rút</a:t>
            </a:r>
            <a:r>
              <a:rPr lang="en-US" altLang="ko-KR" sz="1200" smtClean="0">
                <a:latin typeface="Times New Roman" panose="02020603050405020304" pitchFamily="18" charset="0"/>
                <a:cs typeface="Times New Roman" panose="02020603050405020304" pitchFamily="18" charset="0"/>
              </a:rPr>
              <a:t> Memory Card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ở </a:t>
            </a:r>
            <a:r>
              <a:rPr lang="en-US" altLang="ko-KR" sz="1200" err="1" smtClean="0">
                <a:latin typeface="Times New Roman" panose="02020603050405020304" pitchFamily="18" charset="0"/>
                <a:cs typeface="Times New Roman" panose="02020603050405020304" pitchFamily="18" charset="0"/>
              </a:rPr>
              <a:t>chế</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ON </a:t>
            </a:r>
            <a:r>
              <a:rPr lang="en-US" altLang="ko-KR" sz="1200" smtClean="0">
                <a:latin typeface="Times New Roman" panose="02020603050405020304" pitchFamily="18" charset="0"/>
                <a:cs typeface="Times New Roman" panose="02020603050405020304" pitchFamily="18" charset="0"/>
              </a:rPr>
              <a:t>.</a:t>
            </a:r>
            <a:r>
              <a:rPr lang="ko-KR" altLang="en-US" sz="1200" smtClean="0">
                <a:latin typeface="Times New Roman" panose="02020603050405020304" pitchFamily="18" charset="0"/>
                <a:cs typeface="Times New Roman" panose="02020603050405020304" pitchFamily="18" charset="0"/>
              </a:rPr>
              <a:t> </a:t>
            </a:r>
            <a:endParaRPr lang="ko-KR" altLang="en-US" sz="1200">
              <a:latin typeface="Times New Roman" panose="02020603050405020304" pitchFamily="18" charset="0"/>
              <a:cs typeface="Times New Roman" panose="02020603050405020304" pitchFamily="18" charset="0"/>
            </a:endParaRPr>
          </a:p>
          <a:p>
            <a:pPr marL="228600" indent="-228600" eaLnBrk="1" hangingPunct="1">
              <a:lnSpc>
                <a:spcPct val="100000"/>
              </a:lnSpc>
              <a:spcBef>
                <a:spcPct val="50000"/>
              </a:spcBef>
              <a:buFontTx/>
              <a:buAutoNum type="arabicPeriod"/>
            </a:pPr>
            <a:r>
              <a:rPr lang="en-US" altLang="ko-KR" sz="1200" smtClean="0">
                <a:latin typeface="Times New Roman" panose="02020603050405020304" pitchFamily="18" charset="0"/>
                <a:cs typeface="Times New Roman" panose="02020603050405020304" pitchFamily="18" charset="0"/>
              </a:rPr>
              <a:t>Relay “SM609” </a:t>
            </a:r>
            <a:r>
              <a:rPr lang="en-US" altLang="ko-KR" sz="1200" err="1" smtClean="0">
                <a:latin typeface="Times New Roman" panose="02020603050405020304" pitchFamily="18" charset="0"/>
                <a:cs typeface="Times New Roman" panose="02020603050405020304" pitchFamily="18" charset="0"/>
              </a:rPr>
              <a:t>đặc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biệt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chuyển</a:t>
            </a:r>
            <a:r>
              <a:rPr lang="en-US" altLang="ko-KR" sz="1200" smtClean="0">
                <a:latin typeface="Times New Roman" panose="02020603050405020304" pitchFamily="18" charset="0"/>
                <a:cs typeface="Times New Roman" panose="02020603050405020304" pitchFamily="18" charset="0"/>
              </a:rPr>
              <a:t> sang </a:t>
            </a:r>
            <a:r>
              <a:rPr lang="en-US" altLang="ko-KR" sz="1200" err="1" smtClean="0">
                <a:latin typeface="Times New Roman" panose="02020603050405020304" pitchFamily="18" charset="0"/>
                <a:cs typeface="Times New Roman" panose="02020603050405020304" pitchFamily="18" charset="0"/>
              </a:rPr>
              <a:t>chế</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ON </a:t>
            </a:r>
            <a:r>
              <a:rPr lang="en-US" altLang="ko-KR" sz="1200" err="1" smtClean="0">
                <a:latin typeface="Times New Roman" panose="02020603050405020304" pitchFamily="18" charset="0"/>
                <a:cs typeface="Times New Roman" panose="02020603050405020304" pitchFamily="18" charset="0"/>
              </a:rPr>
              <a:t>dựa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việc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tra</a:t>
            </a:r>
            <a:r>
              <a:rPr lang="en-US" altLang="ko-KR" sz="1200" smtClean="0">
                <a:latin typeface="Times New Roman" panose="02020603050405020304" pitchFamily="18" charset="0"/>
                <a:cs typeface="Times New Roman" panose="02020603050405020304" pitchFamily="18" charset="0"/>
              </a:rPr>
              <a:t> Device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phụ</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hoạc</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S</a:t>
            </a:r>
            <a:r>
              <a:rPr lang="en-US" altLang="ko-KR" sz="1200" smtClean="0">
                <a:latin typeface="Times New Roman" panose="02020603050405020304" pitchFamily="18" charset="0"/>
                <a:cs typeface="Times New Roman" panose="02020603050405020304" pitchFamily="18" charset="0"/>
              </a:rPr>
              <a:t>equence Program.  </a:t>
            </a:r>
          </a:p>
          <a:p>
            <a:pPr marL="228600" indent="-228600" eaLnBrk="1" hangingPunct="1">
              <a:lnSpc>
                <a:spcPct val="100000"/>
              </a:lnSpc>
              <a:spcBef>
                <a:spcPct val="50000"/>
              </a:spcBef>
              <a:buFontTx/>
              <a:buAutoNum type="arabicPeriod"/>
            </a:pPr>
            <a:r>
              <a:rPr lang="en-US" altLang="ko-KR" sz="1200" err="1" smtClean="0">
                <a:latin typeface="Times New Roman" panose="02020603050405020304" pitchFamily="18" charset="0"/>
                <a:cs typeface="Times New Roman" panose="02020603050405020304" pitchFamily="18" charset="0"/>
              </a:rPr>
              <a:t>Kiểm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tra</a:t>
            </a:r>
            <a:r>
              <a:rPr lang="en-US" altLang="ko-KR" sz="1200" smtClean="0">
                <a:latin typeface="Times New Roman" panose="02020603050405020304" pitchFamily="18" charset="0"/>
                <a:cs typeface="Times New Roman" panose="02020603050405020304" pitchFamily="18" charset="0"/>
              </a:rPr>
              <a:t> Relay</a:t>
            </a:r>
            <a:r>
              <a:rPr lang="ko-KR" altLang="en-US" sz="1200" smtClean="0">
                <a:latin typeface="Times New Roman" panose="02020603050405020304" pitchFamily="18" charset="0"/>
                <a:cs typeface="Times New Roman" panose="02020603050405020304" pitchFamily="18" charset="0"/>
              </a:rPr>
              <a:t>“</a:t>
            </a:r>
            <a:r>
              <a:rPr lang="en-US" altLang="ko-KR" sz="1200">
                <a:latin typeface="Times New Roman" panose="02020603050405020304" pitchFamily="18" charset="0"/>
                <a:cs typeface="Times New Roman" panose="02020603050405020304" pitchFamily="18" charset="0"/>
              </a:rPr>
              <a:t>SM604, SM605</a:t>
            </a:r>
            <a:r>
              <a:rPr lang="en-US" altLang="ko-KR" sz="1200" smtClean="0">
                <a:latin typeface="Times New Roman" panose="02020603050405020304" pitchFamily="18" charset="0"/>
                <a:cs typeface="Times New Roman" panose="02020603050405020304" pitchFamily="18" charset="0"/>
              </a:rPr>
              <a:t>”</a:t>
            </a:r>
            <a:r>
              <a:rPr lang="ko-KR" altLang="en-US"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đặc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biệt</a:t>
            </a:r>
            <a:r>
              <a:rPr lang="en-US" altLang="ko-KR" sz="1200" smtClean="0">
                <a:latin typeface="Times New Roman" panose="02020603050405020304" pitchFamily="18" charset="0"/>
                <a:cs typeface="Times New Roman" panose="02020603050405020304" pitchFamily="18" charset="0"/>
              </a:rPr>
              <a:t> ở</a:t>
            </a:r>
            <a:r>
              <a:rPr lang="ko-KR" altLang="en-US"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chế</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OFF hay </a:t>
            </a:r>
            <a:r>
              <a:rPr lang="en-US" altLang="ko-KR" sz="1200" err="1" smtClean="0">
                <a:latin typeface="Times New Roman" panose="02020603050405020304" pitchFamily="18" charset="0"/>
                <a:cs typeface="Times New Roman" panose="02020603050405020304" pitchFamily="18" charset="0"/>
              </a:rPr>
              <a:t>chưa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Monitor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phụ</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cận</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3.  </a:t>
            </a:r>
            <a:r>
              <a:rPr lang="en-US" altLang="ko-KR" sz="1200" err="1" smtClean="0">
                <a:latin typeface="Times New Roman" panose="02020603050405020304" pitchFamily="18" charset="0"/>
                <a:cs typeface="Times New Roman" panose="02020603050405020304" pitchFamily="18" charset="0"/>
              </a:rPr>
              <a:t>Rút</a:t>
            </a:r>
            <a:r>
              <a:rPr lang="en-US" altLang="ko-KR" sz="1200" smtClean="0">
                <a:latin typeface="Times New Roman" panose="02020603050405020304" pitchFamily="18" charset="0"/>
                <a:cs typeface="Times New Roman" panose="02020603050405020304" pitchFamily="18" charset="0"/>
              </a:rPr>
              <a:t> Memory Card.</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 SM604 </a:t>
            </a:r>
            <a:r>
              <a:rPr lang="en-US" altLang="ko-KR" sz="1200" smtClean="0">
                <a:latin typeface="Times New Roman" panose="02020603050405020304" pitchFamily="18" charset="0"/>
                <a:cs typeface="Times New Roman" panose="02020603050405020304" pitchFamily="18" charset="0"/>
              </a:rPr>
              <a:t>(Flag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đang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Memory Card) </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CPU Module </a:t>
            </a:r>
            <a:r>
              <a:rPr lang="en-US" altLang="ko-KR" sz="1200" err="1" smtClean="0">
                <a:latin typeface="Times New Roman" panose="02020603050405020304" pitchFamily="18" charset="0"/>
                <a:cs typeface="Times New Roman" panose="02020603050405020304" pitchFamily="18" charset="0"/>
              </a:rPr>
              <a:t>đang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Memory Card </a:t>
            </a:r>
            <a:r>
              <a:rPr lang="en-US" altLang="ko-KR" sz="1200" err="1" smtClean="0">
                <a:latin typeface="Times New Roman" panose="02020603050405020304" pitchFamily="18" charset="0"/>
                <a:cs typeface="Times New Roman" panose="02020603050405020304" pitchFamily="18" charset="0"/>
              </a:rPr>
              <a:t>thì</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System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chuyển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về</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chế</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ON .</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SM605 </a:t>
            </a:r>
            <a:r>
              <a:rPr lang="en-US" altLang="ko-KR" sz="1200" smtClean="0">
                <a:latin typeface="Times New Roman" panose="02020603050405020304" pitchFamily="18" charset="0"/>
                <a:cs typeface="Times New Roman" panose="02020603050405020304" pitchFamily="18" charset="0"/>
              </a:rPr>
              <a:t>(Flag </a:t>
            </a:r>
            <a:r>
              <a:rPr lang="en-US" altLang="ko-KR" sz="1200" err="1" smtClean="0">
                <a:latin typeface="Times New Roman" panose="02020603050405020304" pitchFamily="18" charset="0"/>
                <a:cs typeface="Times New Roman" panose="02020603050405020304" pitchFamily="18" charset="0"/>
              </a:rPr>
              <a:t>cấm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lắp</a:t>
            </a:r>
            <a:r>
              <a:rPr lang="en-US" altLang="ko-KR" sz="1200" smtClean="0">
                <a:latin typeface="Times New Roman" panose="02020603050405020304" pitchFamily="18" charset="0"/>
                <a:cs typeface="Times New Roman" panose="02020603050405020304" pitchFamily="18" charset="0"/>
              </a:rPr>
              <a:t> Memory Card) </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Người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ON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trường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lắp</a:t>
            </a:r>
            <a:r>
              <a:rPr lang="en-US" altLang="ko-KR" sz="1200" smtClean="0">
                <a:latin typeface="Times New Roman" panose="02020603050405020304" pitchFamily="18" charset="0"/>
                <a:cs typeface="Times New Roman" panose="02020603050405020304" pitchFamily="18" charset="0"/>
              </a:rPr>
              <a:t> Memory Card.</a:t>
            </a:r>
            <a:endParaRPr lang="en-US" altLang="ko-KR" sz="1200">
              <a:latin typeface="Times New Roman" panose="02020603050405020304" pitchFamily="18" charset="0"/>
              <a:cs typeface="Times New Roman" panose="02020603050405020304" pitchFamily="18" charset="0"/>
            </a:endParaRPr>
          </a:p>
        </p:txBody>
      </p:sp>
      <p:sp>
        <p:nvSpPr>
          <p:cNvPr id="31749" name="Rectangle 6"/>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31750" name="Rectangle 8"/>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pic>
        <p:nvPicPr>
          <p:cNvPr id="7" name="Picture 4"/>
          <p:cNvPicPr>
            <a:picLocks noChangeAspect="1" noChangeArrowheads="1"/>
          </p:cNvPicPr>
          <p:nvPr/>
        </p:nvPicPr>
        <p:blipFill>
          <a:blip r:embed="rId2">
            <a:extLst>
              <a:ext uri="{28A0092B-C50C-407E-A947-70E740481C1C}">
                <a14:useLocalDpi xmlns:a14="http://schemas.microsoft.com/office/drawing/2010/main" val="0"/>
              </a:ext>
            </a:extLst>
          </a:blip>
          <a:srcRect r="1501"/>
          <a:stretch>
            <a:fillRect/>
          </a:stretch>
        </p:blipFill>
        <p:spPr bwMode="auto">
          <a:xfrm>
            <a:off x="5035550" y="1139825"/>
            <a:ext cx="3384550" cy="16065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직사각형 6"/>
          <p:cNvSpPr>
            <a:spLocks noChangeArrowheads="1"/>
          </p:cNvSpPr>
          <p:nvPr/>
        </p:nvSpPr>
        <p:spPr bwMode="auto">
          <a:xfrm>
            <a:off x="5086350" y="1447061"/>
            <a:ext cx="696913" cy="45550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latin typeface="Times New Roman" panose="02020603050405020304" pitchFamily="18" charset="0"/>
              <a:cs typeface="Times New Roman" panose="02020603050405020304" pitchFamily="18" charset="0"/>
            </a:endParaRPr>
          </a:p>
        </p:txBody>
      </p:sp>
      <p:sp>
        <p:nvSpPr>
          <p:cNvPr id="9" name="Text Box 26"/>
          <p:cNvSpPr txBox="1">
            <a:spLocks noChangeArrowheads="1"/>
          </p:cNvSpPr>
          <p:nvPr/>
        </p:nvSpPr>
        <p:spPr bwMode="auto">
          <a:xfrm>
            <a:off x="5054600" y="1565275"/>
            <a:ext cx="785813" cy="32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smtClean="0">
                <a:latin typeface="Times New Roman" panose="02020603050405020304" pitchFamily="18" charset="0"/>
                <a:cs typeface="Times New Roman" panose="02020603050405020304" pitchFamily="18" charset="0"/>
              </a:rPr>
              <a:t>CPU Module</a:t>
            </a:r>
            <a:endParaRPr lang="en-US" altLang="ko-KR" sz="1100" b="1">
              <a:latin typeface="Times New Roman" panose="02020603050405020304" pitchFamily="18" charset="0"/>
              <a:cs typeface="Times New Roman" panose="02020603050405020304" pitchFamily="18" charset="0"/>
            </a:endParaRPr>
          </a:p>
        </p:txBody>
      </p:sp>
      <p:sp>
        <p:nvSpPr>
          <p:cNvPr id="10" name="직사각형 8"/>
          <p:cNvSpPr>
            <a:spLocks noChangeArrowheads="1"/>
          </p:cNvSpPr>
          <p:nvPr/>
        </p:nvSpPr>
        <p:spPr bwMode="auto">
          <a:xfrm>
            <a:off x="6516688" y="1084318"/>
            <a:ext cx="1854200" cy="45550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latin typeface="Times New Roman" panose="02020603050405020304" pitchFamily="18" charset="0"/>
              <a:cs typeface="Times New Roman" panose="02020603050405020304" pitchFamily="18" charset="0"/>
            </a:endParaRPr>
          </a:p>
        </p:txBody>
      </p:sp>
      <p:sp>
        <p:nvSpPr>
          <p:cNvPr id="11" name="Text Box 26"/>
          <p:cNvSpPr txBox="1">
            <a:spLocks noChangeArrowheads="1"/>
          </p:cNvSpPr>
          <p:nvPr/>
        </p:nvSpPr>
        <p:spPr bwMode="auto">
          <a:xfrm>
            <a:off x="6499225" y="1217613"/>
            <a:ext cx="1871663" cy="210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err="1" smtClean="0">
                <a:latin typeface="Times New Roman" panose="02020603050405020304" pitchFamily="18" charset="0"/>
                <a:cs typeface="Times New Roman" panose="02020603050405020304" pitchFamily="18" charset="0"/>
              </a:rPr>
              <a:t>Nút</a:t>
            </a:r>
            <a:r>
              <a:rPr lang="en-US" altLang="ko-KR" sz="1100" b="1" smtClean="0">
                <a:latin typeface="Times New Roman" panose="02020603050405020304" pitchFamily="18" charset="0"/>
                <a:cs typeface="Times New Roman" panose="02020603050405020304" pitchFamily="18" charset="0"/>
              </a:rPr>
              <a:t> EJECT Memory  Card</a:t>
            </a:r>
            <a:endParaRPr lang="en-US" altLang="ko-KR" sz="1100" b="1">
              <a:latin typeface="Times New Roman" panose="02020603050405020304" pitchFamily="18" charset="0"/>
              <a:cs typeface="Times New Roman" panose="02020603050405020304" pitchFamily="18" charset="0"/>
            </a:endParaRPr>
          </a:p>
        </p:txBody>
      </p:sp>
      <p:sp>
        <p:nvSpPr>
          <p:cNvPr id="12" name="직사각형 10"/>
          <p:cNvSpPr>
            <a:spLocks noChangeArrowheads="1"/>
          </p:cNvSpPr>
          <p:nvPr/>
        </p:nvSpPr>
        <p:spPr bwMode="auto">
          <a:xfrm>
            <a:off x="6680200" y="1633593"/>
            <a:ext cx="1033463" cy="45550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latin typeface="Times New Roman" panose="02020603050405020304" pitchFamily="18" charset="0"/>
              <a:cs typeface="Times New Roman" panose="02020603050405020304" pitchFamily="18" charset="0"/>
            </a:endParaRPr>
          </a:p>
        </p:txBody>
      </p:sp>
      <p:sp>
        <p:nvSpPr>
          <p:cNvPr id="13" name="Text Box 26"/>
          <p:cNvSpPr txBox="1">
            <a:spLocks noChangeArrowheads="1"/>
          </p:cNvSpPr>
          <p:nvPr/>
        </p:nvSpPr>
        <p:spPr bwMode="auto">
          <a:xfrm>
            <a:off x="6665913" y="1763713"/>
            <a:ext cx="1111250" cy="210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smtClean="0">
                <a:latin typeface="Times New Roman" panose="02020603050405020304" pitchFamily="18" charset="0"/>
                <a:cs typeface="Times New Roman" panose="02020603050405020304" pitchFamily="18" charset="0"/>
              </a:rPr>
              <a:t>Memory Card</a:t>
            </a:r>
            <a:endParaRPr lang="en-US" altLang="ko-KR" sz="1100" b="1">
              <a:latin typeface="Times New Roman" panose="02020603050405020304" pitchFamily="18" charset="0"/>
              <a:cs typeface="Times New Roman" panose="02020603050405020304" pitchFamily="18" charset="0"/>
            </a:endParaRPr>
          </a:p>
        </p:txBody>
      </p:sp>
      <p:sp>
        <p:nvSpPr>
          <p:cNvPr id="14" name="직사각형 12"/>
          <p:cNvSpPr>
            <a:spLocks noChangeArrowheads="1"/>
          </p:cNvSpPr>
          <p:nvPr/>
        </p:nvSpPr>
        <p:spPr bwMode="auto">
          <a:xfrm>
            <a:off x="6289675" y="2097143"/>
            <a:ext cx="1033463" cy="45550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latin typeface="Times New Roman" panose="02020603050405020304" pitchFamily="18" charset="0"/>
              <a:cs typeface="Times New Roman" panose="02020603050405020304" pitchFamily="18" charset="0"/>
            </a:endParaRPr>
          </a:p>
        </p:txBody>
      </p:sp>
      <p:sp>
        <p:nvSpPr>
          <p:cNvPr id="15" name="Text Box 26"/>
          <p:cNvSpPr txBox="1">
            <a:spLocks noChangeArrowheads="1"/>
          </p:cNvSpPr>
          <p:nvPr/>
        </p:nvSpPr>
        <p:spPr bwMode="auto">
          <a:xfrm>
            <a:off x="6275388" y="2227263"/>
            <a:ext cx="1111250" cy="210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err="1" smtClean="0">
                <a:latin typeface="Times New Roman" panose="02020603050405020304" pitchFamily="18" charset="0"/>
                <a:cs typeface="Times New Roman" panose="02020603050405020304" pitchFamily="18" charset="0"/>
              </a:rPr>
              <a:t>Hướng</a:t>
            </a:r>
            <a:r>
              <a:rPr lang="en-US" altLang="ko-KR" sz="1100" b="1" smtClean="0">
                <a:latin typeface="Times New Roman" panose="02020603050405020304" pitchFamily="18" charset="0"/>
                <a:cs typeface="Times New Roman" panose="02020603050405020304" pitchFamily="18" charset="0"/>
              </a:rPr>
              <a:t> </a:t>
            </a:r>
            <a:r>
              <a:rPr lang="en-US" altLang="ko-KR" sz="1100" b="1" err="1" smtClean="0">
                <a:latin typeface="Times New Roman" panose="02020603050405020304" pitchFamily="18" charset="0"/>
                <a:cs typeface="Times New Roman" panose="02020603050405020304" pitchFamily="18" charset="0"/>
              </a:rPr>
              <a:t>rút</a:t>
            </a:r>
            <a:endParaRPr lang="en-US" altLang="ko-KR" sz="1100" b="1">
              <a:latin typeface="Times New Roman" panose="02020603050405020304" pitchFamily="18" charset="0"/>
              <a:cs typeface="Times New Roman" panose="02020603050405020304" pitchFamily="18" charset="0"/>
            </a:endParaRPr>
          </a:p>
        </p:txBody>
      </p:sp>
      <p:sp>
        <p:nvSpPr>
          <p:cNvPr id="16" name="직사각형 14"/>
          <p:cNvSpPr>
            <a:spLocks noChangeArrowheads="1"/>
          </p:cNvSpPr>
          <p:nvPr/>
        </p:nvSpPr>
        <p:spPr bwMode="auto">
          <a:xfrm>
            <a:off x="7019925" y="1366893"/>
            <a:ext cx="1033463" cy="45550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defRPr kumimoji="1" sz="2000">
                <a:solidFill>
                  <a:schemeClr val="tx1"/>
                </a:solidFill>
                <a:latin typeface="HY견고딕" pitchFamily="18" charset="-127"/>
                <a:ea typeface="HY견고딕" pitchFamily="18" charset="-127"/>
              </a:defRPr>
            </a:lvl1pPr>
            <a:lvl2pPr marL="742950" indent="-285750" defTabSz="854075" eaLnBrk="0" hangingPunct="0">
              <a:defRPr kumimoji="1" sz="2000">
                <a:solidFill>
                  <a:schemeClr val="tx1"/>
                </a:solidFill>
                <a:latin typeface="HY견고딕" pitchFamily="18" charset="-127"/>
                <a:ea typeface="HY견고딕" pitchFamily="18" charset="-127"/>
              </a:defRPr>
            </a:lvl2pPr>
            <a:lvl3pPr marL="1143000" indent="-228600" defTabSz="854075" eaLnBrk="0" hangingPunct="0">
              <a:defRPr kumimoji="1" sz="2000">
                <a:solidFill>
                  <a:schemeClr val="tx1"/>
                </a:solidFill>
                <a:latin typeface="HY견고딕" pitchFamily="18" charset="-127"/>
                <a:ea typeface="HY견고딕" pitchFamily="18" charset="-127"/>
              </a:defRPr>
            </a:lvl3pPr>
            <a:lvl4pPr marL="1600200" indent="-228600" defTabSz="854075" eaLnBrk="0" hangingPunct="0">
              <a:defRPr kumimoji="1" sz="2000">
                <a:solidFill>
                  <a:schemeClr val="tx1"/>
                </a:solidFill>
                <a:latin typeface="HY견고딕" pitchFamily="18" charset="-127"/>
                <a:ea typeface="HY견고딕" pitchFamily="18" charset="-127"/>
              </a:defRPr>
            </a:lvl4pPr>
            <a:lvl5pPr marL="2057400" indent="-228600" defTabSz="854075" eaLnBrk="0" hangingPunct="0">
              <a:defRPr kumimoji="1" sz="2000">
                <a:solidFill>
                  <a:schemeClr val="tx1"/>
                </a:solidFill>
                <a:latin typeface="HY견고딕" pitchFamily="18" charset="-127"/>
                <a:ea typeface="HY견고딕" pitchFamily="18" charset="-127"/>
              </a:defRPr>
            </a:lvl5pPr>
            <a:lvl6pPr marL="25146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defTabSz="854075"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endParaRPr lang="ko-KR" altLang="en-US">
              <a:latin typeface="Times New Roman" panose="02020603050405020304" pitchFamily="18" charset="0"/>
              <a:cs typeface="Times New Roman" panose="02020603050405020304" pitchFamily="18" charset="0"/>
            </a:endParaRPr>
          </a:p>
        </p:txBody>
      </p:sp>
      <p:sp>
        <p:nvSpPr>
          <p:cNvPr id="17" name="Text Box 26"/>
          <p:cNvSpPr txBox="1">
            <a:spLocks noChangeArrowheads="1"/>
          </p:cNvSpPr>
          <p:nvPr/>
        </p:nvSpPr>
        <p:spPr bwMode="auto">
          <a:xfrm>
            <a:off x="7005638" y="1497013"/>
            <a:ext cx="1111250" cy="210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100" b="1" err="1" smtClean="0">
                <a:latin typeface="Times New Roman" panose="02020603050405020304" pitchFamily="18" charset="0"/>
                <a:cs typeface="Times New Roman" panose="02020603050405020304" pitchFamily="18" charset="0"/>
              </a:rPr>
              <a:t>Ấn</a:t>
            </a:r>
            <a:endParaRPr lang="en-US" altLang="ko-KR" sz="1100" b="1">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ext Box 2"/>
          <p:cNvSpPr txBox="1">
            <a:spLocks noChangeArrowheads="1"/>
          </p:cNvSpPr>
          <p:nvPr/>
        </p:nvSpPr>
        <p:spPr bwMode="auto">
          <a:xfrm>
            <a:off x="452438" y="728663"/>
            <a:ext cx="8893175" cy="1785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a:latin typeface="Times New Roman" panose="02020603050405020304" pitchFamily="18" charset="0"/>
                <a:cs typeface="Times New Roman" panose="02020603050405020304" pitchFamily="18" charset="0"/>
              </a:rPr>
              <a:t>2-4. </a:t>
            </a:r>
            <a:r>
              <a:rPr lang="en-US" altLang="ko-KR" sz="1400" b="1" err="1" smtClean="0">
                <a:latin typeface="Times New Roman" panose="02020603050405020304" pitchFamily="18" charset="0"/>
                <a:cs typeface="Times New Roman" panose="02020603050405020304" pitchFamily="18" charset="0"/>
              </a:rPr>
              <a:t>Bộ</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phận</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Nguồn</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điện</a:t>
            </a:r>
            <a:endParaRPr lang="ko-KR" altLang="en-US" sz="1400" b="1">
              <a:latin typeface="Times New Roman" panose="02020603050405020304" pitchFamily="18" charset="0"/>
              <a:cs typeface="Times New Roman" panose="02020603050405020304" pitchFamily="18" charset="0"/>
            </a:endParaRPr>
          </a:p>
          <a:p>
            <a:pPr eaLnBrk="1" hangingPunct="1">
              <a:lnSpc>
                <a:spcPct val="150000"/>
              </a:lnSpc>
              <a:spcBef>
                <a:spcPct val="50000"/>
              </a:spcBef>
              <a:buFontTx/>
              <a:buNone/>
            </a:pPr>
            <a:r>
              <a:rPr lang="ko-KR" altLang="en-US"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chuyển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thường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dùng</a:t>
            </a:r>
            <a:r>
              <a:rPr lang="en-US" altLang="ko-KR" sz="1200" smtClean="0">
                <a:latin typeface="Times New Roman" panose="02020603050405020304" pitchFamily="18" charset="0"/>
                <a:cs typeface="Times New Roman" panose="02020603050405020304" pitchFamily="18" charset="0"/>
              </a:rPr>
              <a:t> </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AC 110V </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hoạc</a:t>
            </a:r>
            <a:r>
              <a:rPr lang="en-US" altLang="ko-KR" sz="1200" smtClean="0">
                <a:latin typeface="Times New Roman" panose="02020603050405020304" pitchFamily="18" charset="0"/>
                <a:cs typeface="Times New Roman" panose="02020603050405020304" pitchFamily="18" charset="0"/>
              </a:rPr>
              <a:t> </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220V </a:t>
            </a:r>
            <a:r>
              <a:rPr lang="en-US" altLang="ko-KR" sz="1200" err="1" smtClean="0">
                <a:latin typeface="Times New Roman" panose="02020603050405020304" pitchFamily="18" charset="0"/>
                <a:cs typeface="Times New Roman" panose="02020603050405020304" pitchFamily="18" charset="0"/>
              </a:rPr>
              <a:t>thành</a:t>
            </a:r>
            <a:r>
              <a:rPr lang="en-US" altLang="ko-KR" sz="1200" smtClean="0">
                <a:latin typeface="Times New Roman" panose="02020603050405020304" pitchFamily="18" charset="0"/>
                <a:cs typeface="Times New Roman" panose="02020603050405020304" pitchFamily="18" charset="0"/>
              </a:rPr>
              <a:t> DC 5V </a:t>
            </a:r>
            <a:r>
              <a:rPr lang="en-US" altLang="ko-KR" sz="1200" err="1" smtClean="0">
                <a:latin typeface="Times New Roman" panose="02020603050405020304" pitchFamily="18" charset="0"/>
                <a:cs typeface="Times New Roman" panose="02020603050405020304" pitchFamily="18" charset="0"/>
              </a:rPr>
              <a:t>hoạc</a:t>
            </a:r>
            <a:r>
              <a:rPr lang="en-US" altLang="ko-KR" sz="1200" smtClean="0">
                <a:latin typeface="Times New Roman" panose="02020603050405020304" pitchFamily="18" charset="0"/>
                <a:cs typeface="Times New Roman" panose="02020603050405020304" pitchFamily="18" charset="0"/>
              </a:rPr>
              <a:t> DC 24V (</a:t>
            </a:r>
            <a:r>
              <a:rPr lang="en-US" altLang="ko-KR" sz="1200" err="1" smtClean="0">
                <a:latin typeface="Times New Roman" panose="02020603050405020304" pitchFamily="18" charset="0"/>
                <a:cs typeface="Times New Roman" panose="02020603050405020304" pitchFamily="18" charset="0"/>
              </a:rPr>
              <a:t>hoạc</a:t>
            </a:r>
            <a:r>
              <a:rPr lang="en-US" altLang="ko-KR" sz="1200" smtClean="0">
                <a:latin typeface="Times New Roman" panose="02020603050405020304" pitchFamily="18" charset="0"/>
                <a:cs typeface="Times New Roman" panose="02020603050405020304" pitchFamily="18" charset="0"/>
              </a:rPr>
              <a:t> 12V)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PLC.</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 Module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chọn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theo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tổng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thụ</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dòng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cận</a:t>
            </a:r>
            <a:r>
              <a:rPr lang="en-US" altLang="ko-KR" sz="1200" smtClean="0">
                <a:latin typeface="Times New Roman" panose="02020603050405020304" pitchFamily="18" charset="0"/>
                <a:cs typeface="Times New Roman" panose="02020603050405020304" pitchFamily="18" charset="0"/>
              </a:rPr>
              <a:t>, Module </a:t>
            </a:r>
            <a:r>
              <a:rPr lang="en-US" altLang="ko-KR" sz="1200" err="1" smtClean="0">
                <a:latin typeface="Times New Roman" panose="02020603050405020304" pitchFamily="18" charset="0"/>
                <a:cs typeface="Times New Roman" panose="02020603050405020304" pitchFamily="18" charset="0"/>
              </a:rPr>
              <a:t>kỹ</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đặc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biệt</a:t>
            </a:r>
            <a:r>
              <a:rPr lang="en-US" altLang="ko-KR" sz="1200" smtClean="0">
                <a:latin typeface="Times New Roman" panose="02020603050405020304" pitchFamily="18" charset="0"/>
                <a:cs typeface="Times New Roman" panose="02020603050405020304" pitchFamily="18" charset="0"/>
              </a:rPr>
              <a:t>, Module </a:t>
            </a:r>
            <a:r>
              <a:rPr lang="en-US" altLang="ko-KR" sz="1200" err="1" smtClean="0">
                <a:latin typeface="Times New Roman" panose="02020603050405020304" pitchFamily="18" charset="0"/>
                <a:cs typeface="Times New Roman" panose="02020603050405020304" pitchFamily="18" charset="0"/>
              </a:rPr>
              <a:t>kỹ</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intelligent, Module </a:t>
            </a:r>
            <a:r>
              <a:rPr lang="en-US" altLang="ko-KR" sz="1200" err="1" smtClean="0">
                <a:latin typeface="Times New Roman" panose="02020603050405020304" pitchFamily="18" charset="0"/>
                <a:cs typeface="Times New Roman" panose="02020603050405020304" pitchFamily="18" charset="0"/>
              </a:rPr>
              <a:t>từng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Nhập.Xuất</a:t>
            </a:r>
            <a:r>
              <a:rPr lang="en-US" altLang="ko-KR" sz="1200" smtClean="0">
                <a:latin typeface="Times New Roman" panose="02020603050405020304" pitchFamily="18" charset="0"/>
                <a:cs typeface="Times New Roman" panose="02020603050405020304" pitchFamily="18" charset="0"/>
              </a:rPr>
              <a:t>, Base  Module  </a:t>
            </a:r>
            <a:r>
              <a:rPr lang="en-US" altLang="ko-KR" sz="1200" err="1" smtClean="0">
                <a:latin typeface="Times New Roman" panose="02020603050405020304" pitchFamily="18" charset="0"/>
                <a:cs typeface="Times New Roman" panose="02020603050405020304" pitchFamily="18" charset="0"/>
              </a:rPr>
              <a:t>cung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cho</a:t>
            </a:r>
            <a:r>
              <a:rPr lang="en-US" altLang="ko-KR" sz="1200" smtClean="0">
                <a:latin typeface="Times New Roman" panose="02020603050405020304" pitchFamily="18" charset="0"/>
                <a:cs typeface="Times New Roman" panose="02020603050405020304" pitchFamily="18" charset="0"/>
              </a:rPr>
              <a:t> Module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đó</a:t>
            </a:r>
            <a:r>
              <a:rPr lang="en-US" altLang="ko-KR" sz="1200" smtClean="0">
                <a:latin typeface="Times New Roman" panose="02020603050405020304" pitchFamily="18" charset="0"/>
                <a:cs typeface="Times New Roman" panose="02020603050405020304" pitchFamily="18" charset="0"/>
              </a:rPr>
              <a:t>.</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Về</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Dòng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thụ</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DC5V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Base Module </a:t>
            </a:r>
            <a:r>
              <a:rPr lang="en-US" altLang="ko-KR" sz="1200" err="1" smtClean="0">
                <a:latin typeface="Times New Roman" panose="02020603050405020304" pitchFamily="18" charset="0"/>
                <a:cs typeface="Times New Roman" panose="02020603050405020304" pitchFamily="18" charset="0"/>
              </a:rPr>
              <a:t>thì</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tham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khảo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trang</a:t>
            </a:r>
            <a:r>
              <a:rPr lang="en-US" altLang="ko-KR" sz="1200" smtClean="0">
                <a:latin typeface="Times New Roman" panose="02020603050405020304" pitchFamily="18" charset="0"/>
                <a:cs typeface="Times New Roman" panose="02020603050405020304" pitchFamily="18" charset="0"/>
              </a:rPr>
              <a:t> “ Base Module”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Manual </a:t>
            </a:r>
            <a:r>
              <a:rPr lang="en-US" altLang="ko-KR" sz="1200" err="1" smtClean="0">
                <a:latin typeface="Times New Roman" panose="02020603050405020304" pitchFamily="18" charset="0"/>
                <a:cs typeface="Times New Roman" panose="02020603050405020304" pitchFamily="18" charset="0"/>
              </a:rPr>
              <a:t>chuyên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Về</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Dòng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thụ</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DC5V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phụ</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cận</a:t>
            </a:r>
            <a:r>
              <a:rPr lang="en-US" altLang="ko-KR" sz="1200" smtClean="0">
                <a:latin typeface="Times New Roman" panose="02020603050405020304" pitchFamily="18" charset="0"/>
                <a:cs typeface="Times New Roman" panose="02020603050405020304" pitchFamily="18" charset="0"/>
              </a:rPr>
              <a:t>, Module </a:t>
            </a:r>
            <a:r>
              <a:rPr lang="en-US" altLang="ko-KR" sz="1200" err="1" smtClean="0">
                <a:latin typeface="Times New Roman" panose="02020603050405020304" pitchFamily="18" charset="0"/>
                <a:cs typeface="Times New Roman" panose="02020603050405020304" pitchFamily="18" charset="0"/>
              </a:rPr>
              <a:t>kỹ</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đặc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biệt</a:t>
            </a:r>
            <a:r>
              <a:rPr lang="en-US" altLang="ko-KR" sz="1200" smtClean="0">
                <a:latin typeface="Times New Roman" panose="02020603050405020304" pitchFamily="18" charset="0"/>
                <a:cs typeface="Times New Roman" panose="02020603050405020304" pitchFamily="18" charset="0"/>
              </a:rPr>
              <a:t>, Module </a:t>
            </a:r>
            <a:r>
              <a:rPr lang="en-US" altLang="ko-KR" sz="1200" err="1" smtClean="0">
                <a:latin typeface="Times New Roman" panose="02020603050405020304" pitchFamily="18" charset="0"/>
                <a:cs typeface="Times New Roman" panose="02020603050405020304" pitchFamily="18" charset="0"/>
              </a:rPr>
              <a:t>kỹ</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intelligent, Module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tham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khảo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tại</a:t>
            </a:r>
            <a:r>
              <a:rPr lang="en-US" altLang="ko-KR" sz="1200" smtClean="0">
                <a:latin typeface="Times New Roman" panose="02020603050405020304" pitchFamily="18" charset="0"/>
                <a:cs typeface="Times New Roman" panose="02020603050405020304" pitchFamily="18" charset="0"/>
              </a:rPr>
              <a:t> Manual.</a:t>
            </a:r>
            <a:endParaRPr lang="en-US" altLang="ko-KR" sz="1200">
              <a:latin typeface="Times New Roman" panose="02020603050405020304" pitchFamily="18" charset="0"/>
              <a:cs typeface="Times New Roman" panose="02020603050405020304" pitchFamily="18" charset="0"/>
            </a:endParaRPr>
          </a:p>
        </p:txBody>
      </p:sp>
      <p:sp>
        <p:nvSpPr>
          <p:cNvPr id="32771" name="Rectangle 3"/>
          <p:cNvSpPr>
            <a:spLocks noChangeArrowheads="1"/>
          </p:cNvSpPr>
          <p:nvPr/>
        </p:nvSpPr>
        <p:spPr bwMode="auto">
          <a:xfrm>
            <a:off x="704850" y="2967038"/>
            <a:ext cx="2843994" cy="276999"/>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Ví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Trouble </a:t>
            </a:r>
            <a:r>
              <a:rPr lang="en-US" altLang="ko-KR" sz="1200" smtClean="0">
                <a:latin typeface="Times New Roman" panose="02020603050405020304" pitchFamily="18" charset="0"/>
                <a:cs typeface="Times New Roman" panose="02020603050405020304" pitchFamily="18" charset="0"/>
              </a:rPr>
              <a:t>Shooting</a:t>
            </a:r>
            <a:r>
              <a:rPr lang="ko-KR" altLang="en-US"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trường</a:t>
            </a:r>
            <a:endParaRPr lang="ko-KR" altLang="en-US" sz="1200">
              <a:latin typeface="Times New Roman" panose="02020603050405020304" pitchFamily="18" charset="0"/>
              <a:cs typeface="Times New Roman" panose="02020603050405020304" pitchFamily="18" charset="0"/>
            </a:endParaRPr>
          </a:p>
        </p:txBody>
      </p:sp>
      <p:sp>
        <p:nvSpPr>
          <p:cNvPr id="32772" name="Text Box 4"/>
          <p:cNvSpPr txBox="1">
            <a:spLocks noChangeArrowheads="1"/>
          </p:cNvSpPr>
          <p:nvPr/>
        </p:nvSpPr>
        <p:spPr bwMode="auto">
          <a:xfrm>
            <a:off x="536575" y="3370263"/>
            <a:ext cx="8772525" cy="2769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Đối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sách</a:t>
            </a:r>
            <a:r>
              <a:rPr lang="en-US" altLang="ko-KR" sz="1200" smtClean="0">
                <a:latin typeface="Times New Roman" panose="02020603050405020304" pitchFamily="18" charset="0"/>
                <a:cs typeface="Times New Roman" panose="02020603050405020304" pitchFamily="18" charset="0"/>
              </a:rPr>
              <a:t> Trouble </a:t>
            </a:r>
            <a:r>
              <a:rPr lang="en-US" altLang="ko-KR" sz="1200" err="1" smtClean="0">
                <a:latin typeface="Times New Roman" panose="02020603050405020304" pitchFamily="18" charset="0"/>
                <a:cs typeface="Times New Roman" panose="02020603050405020304" pitchFamily="18" charset="0"/>
              </a:rPr>
              <a:t>dựa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bảo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dòng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tải</a:t>
            </a: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Nếu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dòng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vượt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hình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DC5V</a:t>
            </a:r>
            <a:r>
              <a:rPr lang="en-US" altLang="ko-KR" sz="1200">
                <a:latin typeface="Times New Roman" panose="02020603050405020304" pitchFamily="18" charset="0"/>
                <a:cs typeface="Times New Roman" panose="02020603050405020304" pitchFamily="18" charset="0"/>
              </a:rPr>
              <a:t>, DC24V </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bảo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dòng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chặn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System </a:t>
            </a:r>
            <a:r>
              <a:rPr lang="en-US" altLang="ko-KR" sz="1200" err="1" smtClean="0">
                <a:latin typeface="Times New Roman" panose="02020603050405020304" pitchFamily="18" charset="0"/>
                <a:cs typeface="Times New Roman" panose="02020603050405020304" pitchFamily="18" charset="0"/>
              </a:rPr>
              <a:t>sẽ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ngừng</a:t>
            </a:r>
            <a:r>
              <a:rPr lang="en-US" altLang="ko-KR" sz="1200" smtClean="0">
                <a:latin typeface="Times New Roman" panose="02020603050405020304" pitchFamily="18" charset="0"/>
                <a:cs typeface="Times New Roman" panose="02020603050405020304" pitchFamily="18" charset="0"/>
              </a:rPr>
              <a:t> . </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LED  </a:t>
            </a:r>
            <a:r>
              <a:rPr lang="en-US" altLang="ko-KR" sz="1200" err="1" smtClean="0">
                <a:latin typeface="Times New Roman" panose="02020603050405020304" pitchFamily="18" charset="0"/>
                <a:cs typeface="Times New Roman" panose="02020603050405020304" pitchFamily="18" charset="0"/>
              </a:rPr>
              <a:t>biểu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Module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chuyển</a:t>
            </a:r>
            <a:r>
              <a:rPr lang="en-US" altLang="ko-KR" sz="1200" smtClean="0">
                <a:latin typeface="Times New Roman" panose="02020603050405020304" pitchFamily="18" charset="0"/>
                <a:cs typeface="Times New Roman" panose="02020603050405020304" pitchFamily="18" charset="0"/>
              </a:rPr>
              <a:t> sang </a:t>
            </a:r>
            <a:r>
              <a:rPr lang="en-US" altLang="ko-KR" sz="1200" err="1" smtClean="0">
                <a:latin typeface="Times New Roman" panose="02020603050405020304" pitchFamily="18" charset="0"/>
                <a:cs typeface="Times New Roman" panose="02020603050405020304" pitchFamily="18" charset="0"/>
              </a:rPr>
              <a:t>trạng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mờ</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xuống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thấp</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Trường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hành</a:t>
            </a:r>
            <a:r>
              <a:rPr lang="en-US" altLang="ko-KR" sz="1200" smtClean="0">
                <a:latin typeface="Times New Roman" panose="02020603050405020304" pitchFamily="18" charset="0"/>
                <a:cs typeface="Times New Roman" panose="02020603050405020304" pitchFamily="18" charset="0"/>
              </a:rPr>
              <a:t> OFF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bỏ</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nguyên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suất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dòng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v.v</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sau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hãy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khởi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System. </a:t>
            </a:r>
            <a:r>
              <a:rPr lang="en-US" altLang="ko-KR" sz="1200" err="1" smtClean="0">
                <a:latin typeface="Times New Roman" panose="02020603050405020304" pitchFamily="18" charset="0"/>
                <a:cs typeface="Times New Roman" panose="02020603050405020304" pitchFamily="18" charset="0"/>
              </a:rPr>
              <a:t>Nếu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dòng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bình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thường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System </a:t>
            </a:r>
            <a:r>
              <a:rPr lang="en-US" altLang="ko-KR" sz="1200" err="1" smtClean="0">
                <a:latin typeface="Times New Roman" panose="02020603050405020304" pitchFamily="18" charset="0"/>
                <a:cs typeface="Times New Roman" panose="02020603050405020304" pitchFamily="18" charset="0"/>
              </a:rPr>
              <a:t>cũng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khởi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bình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thường</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Đối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sách</a:t>
            </a:r>
            <a:r>
              <a:rPr lang="en-US" altLang="ko-KR" sz="1200" smtClean="0">
                <a:latin typeface="Times New Roman" panose="02020603050405020304" pitchFamily="18" charset="0"/>
                <a:cs typeface="Times New Roman" panose="02020603050405020304" pitchFamily="18" charset="0"/>
              </a:rPr>
              <a:t> Trouble </a:t>
            </a:r>
            <a:r>
              <a:rPr lang="en-US" altLang="ko-KR" sz="1200" err="1" smtClean="0">
                <a:latin typeface="Times New Roman" panose="02020603050405020304" pitchFamily="18" charset="0"/>
                <a:cs typeface="Times New Roman" panose="02020603050405020304" pitchFamily="18" charset="0"/>
              </a:rPr>
              <a:t>dựa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bảo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tải</a:t>
            </a: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Nếu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như</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vượt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quá</a:t>
            </a:r>
            <a:r>
              <a:rPr lang="en-US" altLang="ko-KR" sz="1200" smtClean="0">
                <a:latin typeface="Times New Roman" panose="02020603050405020304" pitchFamily="18" charset="0"/>
                <a:cs typeface="Times New Roman" panose="02020603050405020304" pitchFamily="18" charset="0"/>
              </a:rPr>
              <a:t> 5.5V  ở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DC5V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bảo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chặn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System </a:t>
            </a:r>
            <a:r>
              <a:rPr lang="en-US" altLang="ko-KR" sz="1200" err="1" smtClean="0">
                <a:latin typeface="Times New Roman" panose="02020603050405020304" pitchFamily="18" charset="0"/>
                <a:cs typeface="Times New Roman" panose="02020603050405020304" pitchFamily="18" charset="0"/>
              </a:rPr>
              <a:t>sẽ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dừng</a:t>
            </a:r>
            <a:r>
              <a:rPr lang="en-US" altLang="ko-KR" sz="1200" smtClean="0">
                <a:latin typeface="Times New Roman" panose="02020603050405020304" pitchFamily="18" charset="0"/>
                <a:cs typeface="Times New Roman" panose="02020603050405020304" pitchFamily="18" charset="0"/>
              </a:rPr>
              <a:t>. </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LED </a:t>
            </a:r>
            <a:r>
              <a:rPr lang="en-US" altLang="ko-KR" sz="1200" err="1" smtClean="0">
                <a:latin typeface="Times New Roman" panose="02020603050405020304" pitchFamily="18" charset="0"/>
                <a:cs typeface="Times New Roman" panose="02020603050405020304" pitchFamily="18" charset="0"/>
              </a:rPr>
              <a:t>báo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Module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Khởi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en-US" altLang="ko-KR" sz="1200" smtClean="0">
                <a:latin typeface="Times New Roman" panose="02020603050405020304" pitchFamily="18" charset="0"/>
                <a:cs typeface="Times New Roman" panose="02020603050405020304" pitchFamily="18" charset="0"/>
              </a:rPr>
              <a:t> System, OFF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cung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sau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đó</a:t>
            </a:r>
            <a:r>
              <a:rPr lang="en-US" altLang="ko-KR" sz="1200" smtClean="0">
                <a:latin typeface="Times New Roman" panose="02020603050405020304" pitchFamily="18" charset="0"/>
                <a:cs typeface="Times New Roman" panose="02020603050405020304" pitchFamily="18" charset="0"/>
              </a:rPr>
              <a:t> ON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System </a:t>
            </a:r>
            <a:r>
              <a:rPr lang="en-US" altLang="ko-KR" sz="1200" err="1" smtClean="0">
                <a:latin typeface="Times New Roman" panose="02020603050405020304" pitchFamily="18" charset="0"/>
                <a:cs typeface="Times New Roman" panose="02020603050405020304" pitchFamily="18" charset="0"/>
              </a:rPr>
              <a:t>sẽ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khởi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từ</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Trường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System </a:t>
            </a:r>
            <a:r>
              <a:rPr lang="en-US" altLang="ko-KR" sz="1200" err="1" smtClean="0">
                <a:latin typeface="Times New Roman" panose="02020603050405020304" pitchFamily="18" charset="0"/>
                <a:cs typeface="Times New Roman" panose="02020603050405020304" pitchFamily="18" charset="0"/>
              </a:rPr>
              <a:t>không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khởi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LED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cần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thay</a:t>
            </a:r>
            <a:r>
              <a:rPr lang="en-US" altLang="ko-KR" sz="1200" smtClean="0">
                <a:latin typeface="Times New Roman" panose="02020603050405020304" pitchFamily="18" charset="0"/>
                <a:cs typeface="Times New Roman" panose="02020603050405020304" pitchFamily="18" charset="0"/>
              </a:rPr>
              <a:t> Module </a:t>
            </a: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p:txBody>
      </p:sp>
      <p:sp>
        <p:nvSpPr>
          <p:cNvPr id="32773" name="Rectangle 6"/>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32774" name="Rectangle 8"/>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3"/>
          <p:cNvPicPr>
            <a:picLocks noChangeAspect="1" noChangeArrowheads="1"/>
          </p:cNvPicPr>
          <p:nvPr/>
        </p:nvPicPr>
        <p:blipFill>
          <a:blip r:embed="rId2">
            <a:extLst>
              <a:ext uri="{28A0092B-C50C-407E-A947-70E740481C1C}">
                <a14:useLocalDpi xmlns:a14="http://schemas.microsoft.com/office/drawing/2010/main" val="0"/>
              </a:ext>
            </a:extLst>
          </a:blip>
          <a:srcRect r="1111"/>
          <a:stretch>
            <a:fillRect/>
          </a:stretch>
        </p:blipFill>
        <p:spPr bwMode="auto">
          <a:xfrm>
            <a:off x="349250" y="914400"/>
            <a:ext cx="26162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795" name="Picture 4"/>
          <p:cNvSpPr>
            <a:spLocks noChangeAspect="1" noChangeArrowheads="1"/>
          </p:cNvSpPr>
          <p:nvPr/>
        </p:nvSpPr>
        <p:spPr bwMode="auto">
          <a:xfrm>
            <a:off x="3403600" y="914400"/>
            <a:ext cx="6273800" cy="327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pic>
        <p:nvPicPr>
          <p:cNvPr id="33797"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800" y="3924300"/>
            <a:ext cx="2641600" cy="2425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798" name="Rectangle 7"/>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33799" name="Rectangle 9"/>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pic>
        <p:nvPicPr>
          <p:cNvPr id="1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08884" y="656692"/>
            <a:ext cx="5782168" cy="3618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08884" y="4305300"/>
            <a:ext cx="5796644" cy="21840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9" name="Rectangle 8"/>
          <p:cNvSpPr>
            <a:spLocks noChangeArrowheads="1"/>
          </p:cNvSpPr>
          <p:nvPr/>
        </p:nvSpPr>
        <p:spPr bwMode="auto">
          <a:xfrm>
            <a:off x="506413" y="738188"/>
            <a:ext cx="11368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a:latin typeface="Times New Roman" panose="02020603050405020304" pitchFamily="18" charset="0"/>
                <a:cs typeface="Times New Roman" panose="02020603050405020304" pitchFamily="18" charset="0"/>
              </a:rPr>
              <a:t>2-5. B</a:t>
            </a:r>
            <a:r>
              <a:rPr lang="en-US" altLang="ko-KR" sz="1400" b="1" smtClean="0">
                <a:latin typeface="Times New Roman" panose="02020603050405020304" pitchFamily="18" charset="0"/>
                <a:cs typeface="Times New Roman" panose="02020603050405020304" pitchFamily="18" charset="0"/>
              </a:rPr>
              <a:t>attery</a:t>
            </a:r>
            <a:r>
              <a:rPr lang="ko-KR" altLang="en-US" sz="1400" b="1" smtClean="0">
                <a:latin typeface="Times New Roman" panose="02020603050405020304" pitchFamily="18" charset="0"/>
                <a:cs typeface="Times New Roman" panose="02020603050405020304" pitchFamily="18" charset="0"/>
              </a:rPr>
              <a:t> </a:t>
            </a:r>
            <a:endParaRPr lang="ko-KR" altLang="en-US" sz="1400" b="1">
              <a:latin typeface="Times New Roman" panose="02020603050405020304" pitchFamily="18" charset="0"/>
              <a:cs typeface="Times New Roman" panose="02020603050405020304" pitchFamily="18" charset="0"/>
            </a:endParaRPr>
          </a:p>
        </p:txBody>
      </p:sp>
      <p:sp>
        <p:nvSpPr>
          <p:cNvPr id="34820" name="Text Box 9"/>
          <p:cNvSpPr txBox="1">
            <a:spLocks noChangeArrowheads="1"/>
          </p:cNvSpPr>
          <p:nvPr/>
        </p:nvSpPr>
        <p:spPr bwMode="auto">
          <a:xfrm>
            <a:off x="308484" y="953258"/>
            <a:ext cx="955724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Trường</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hợp</a:t>
            </a:r>
            <a:r>
              <a:rPr lang="en-US" altLang="ko-KR" sz="1200">
                <a:latin typeface="Times New Roman" panose="02020603050405020304" pitchFamily="18" charset="0"/>
                <a:cs typeface="Times New Roman" panose="02020603050405020304" pitchFamily="18" charset="0"/>
              </a:rPr>
              <a:t> ON </a:t>
            </a:r>
            <a:r>
              <a:rPr lang="en-US" altLang="ko-KR" sz="1200" err="1">
                <a:latin typeface="Times New Roman" panose="02020603050405020304" pitchFamily="18" charset="0"/>
                <a:cs typeface="Times New Roman" panose="02020603050405020304" pitchFamily="18" charset="0"/>
              </a:rPr>
              <a:t>nguồn</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CPU </a:t>
            </a:r>
            <a:r>
              <a:rPr lang="en-US" altLang="ko-KR" sz="1200" smtClean="0">
                <a:latin typeface="Times New Roman" panose="02020603050405020304" pitchFamily="18" charset="0"/>
                <a:cs typeface="Times New Roman" panose="02020603050405020304" pitchFamily="18" charset="0"/>
              </a:rPr>
              <a:t> Module 12 </a:t>
            </a:r>
            <a:r>
              <a:rPr lang="en-US" altLang="ko-KR" sz="1200" err="1">
                <a:latin typeface="Times New Roman" panose="02020603050405020304" pitchFamily="18" charset="0"/>
                <a:cs typeface="Times New Roman" panose="02020603050405020304" pitchFamily="18" charset="0"/>
              </a:rPr>
              <a:t>giờ</a:t>
            </a:r>
            <a:r>
              <a:rPr lang="en-US" altLang="ko-KR" sz="1200">
                <a:latin typeface="Times New Roman" panose="02020603050405020304" pitchFamily="18" charset="0"/>
                <a:cs typeface="Times New Roman" panose="02020603050405020304" pitchFamily="18" charset="0"/>
              </a:rPr>
              <a:t> 1 </a:t>
            </a:r>
            <a:r>
              <a:rPr lang="en-US" altLang="ko-KR" sz="1200" err="1">
                <a:latin typeface="Times New Roman" panose="02020603050405020304" pitchFamily="18" charset="0"/>
                <a:cs typeface="Times New Roman" panose="02020603050405020304" pitchFamily="18" charset="0"/>
              </a:rPr>
              <a:t>ngày</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thời</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gian</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đảm</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bảo</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của</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tuổi</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thọ</a:t>
            </a:r>
            <a:r>
              <a:rPr lang="en-US" altLang="ko-KR" sz="1200">
                <a:latin typeface="Times New Roman" panose="02020603050405020304" pitchFamily="18" charset="0"/>
                <a:cs typeface="Times New Roman" panose="02020603050405020304" pitchFamily="18" charset="0"/>
              </a:rPr>
              <a:t> battery </a:t>
            </a:r>
            <a:r>
              <a:rPr lang="en-US" altLang="ko-KR" sz="1200" err="1">
                <a:latin typeface="Times New Roman" panose="02020603050405020304" pitchFamily="18" charset="0"/>
                <a:cs typeface="Times New Roman" panose="02020603050405020304" pitchFamily="18" charset="0"/>
              </a:rPr>
              <a:t>thẻ</a:t>
            </a:r>
            <a:r>
              <a:rPr lang="en-US" altLang="ko-KR" sz="1200">
                <a:latin typeface="Times New Roman" panose="02020603050405020304" pitchFamily="18" charset="0"/>
                <a:cs typeface="Times New Roman" panose="02020603050405020304" pitchFamily="18" charset="0"/>
              </a:rPr>
              <a:t> SRAM </a:t>
            </a:r>
            <a:r>
              <a:rPr lang="en-US" altLang="ko-KR" sz="1200" err="1">
                <a:latin typeface="Times New Roman" panose="02020603050405020304" pitchFamily="18" charset="0"/>
                <a:cs typeface="Times New Roman" panose="02020603050405020304" pitchFamily="18" charset="0"/>
              </a:rPr>
              <a:t>là</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khoảng</a:t>
            </a:r>
            <a:r>
              <a:rPr lang="en-US" altLang="ko-KR" sz="1200">
                <a:latin typeface="Times New Roman" panose="02020603050405020304" pitchFamily="18" charset="0"/>
                <a:cs typeface="Times New Roman" panose="02020603050405020304" pitchFamily="18" charset="0"/>
              </a:rPr>
              <a:t> 1.1 </a:t>
            </a:r>
            <a:r>
              <a:rPr lang="en-US" altLang="ko-KR" sz="1200" err="1">
                <a:latin typeface="Times New Roman" panose="02020603050405020304" pitchFamily="18" charset="0"/>
                <a:cs typeface="Times New Roman" panose="02020603050405020304" pitchFamily="18" charset="0"/>
              </a:rPr>
              <a:t>năm</a:t>
            </a:r>
            <a:r>
              <a:rPr lang="en-US" altLang="ko-KR" sz="120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r>
              <a:rPr lang="en-US" altLang="ko-KR" sz="1200" err="1">
                <a:latin typeface="Times New Roman" panose="02020603050405020304" pitchFamily="18" charset="0"/>
                <a:cs typeface="Times New Roman" panose="02020603050405020304" pitchFamily="18" charset="0"/>
              </a:rPr>
              <a:t>Tuổi</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thọ</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của</a:t>
            </a:r>
            <a:r>
              <a:rPr lang="en-US" altLang="ko-KR" sz="1200">
                <a:latin typeface="Times New Roman" panose="02020603050405020304" pitchFamily="18" charset="0"/>
                <a:cs typeface="Times New Roman" panose="02020603050405020304" pitchFamily="18" charset="0"/>
              </a:rPr>
              <a:t> Q6BAT</a:t>
            </a:r>
            <a:r>
              <a:rPr lang="ko-KR" altLang="en-US"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là</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khoảng</a:t>
            </a:r>
            <a:r>
              <a:rPr lang="en-US" altLang="ko-KR" sz="1200">
                <a:latin typeface="Times New Roman" pitchFamily="18" charset="0"/>
                <a:cs typeface="Times New Roman" pitchFamily="18" charset="0"/>
              </a:rPr>
              <a:t> 10 </a:t>
            </a:r>
            <a:r>
              <a:rPr lang="en-US" altLang="ko-KR" sz="1200" err="1">
                <a:latin typeface="Times New Roman" pitchFamily="18" charset="0"/>
                <a:cs typeface="Times New Roman" pitchFamily="18" charset="0"/>
              </a:rPr>
              <a:t>năm</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nếu</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trong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trạng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thái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cho</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dòng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điện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chạy</a:t>
            </a:r>
            <a:r>
              <a:rPr lang="en-US" altLang="ko-KR" sz="1200">
                <a:latin typeface="Times New Roman" pitchFamily="18" charset="0"/>
                <a:cs typeface="Times New Roman" pitchFamily="18" charset="0"/>
              </a:rPr>
              <a:t> qua </a:t>
            </a:r>
            <a:r>
              <a:rPr lang="en-US" altLang="ko-KR" sz="1200" err="1">
                <a:latin typeface="Times New Roman" pitchFamily="18" charset="0"/>
                <a:cs typeface="Times New Roman" pitchFamily="18" charset="0"/>
              </a:rPr>
              <a:t>thông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thường</a:t>
            </a:r>
            <a:r>
              <a:rPr lang="en-US" altLang="ko-KR" sz="1200">
                <a:latin typeface="Times New Roman" pitchFamily="18" charset="0"/>
                <a:cs typeface="Times New Roman" pitchFamily="18" charset="0"/>
              </a:rPr>
              <a:t> </a:t>
            </a:r>
            <a:r>
              <a:rPr lang="en-US" altLang="ko-KR" sz="1200" err="1" smtClean="0">
                <a:latin typeface="Times New Roman" pitchFamily="18" charset="0"/>
                <a:cs typeface="Times New Roman" pitchFamily="18" charset="0"/>
              </a:rPr>
              <a:t>hoặc</a:t>
            </a:r>
            <a:r>
              <a:rPr lang="en-US" altLang="ko-KR" sz="1200" smtClean="0">
                <a:latin typeface="Times New Roman" pitchFamily="18" charset="0"/>
                <a:cs typeface="Times New Roman" pitchFamily="18" charset="0"/>
              </a:rPr>
              <a:t> </a:t>
            </a:r>
            <a:r>
              <a:rPr lang="en-US" altLang="ko-KR" sz="1200">
                <a:latin typeface="Times New Roman" pitchFamily="18" charset="0"/>
                <a:cs typeface="Times New Roman" pitchFamily="18" charset="0"/>
              </a:rPr>
              <a:t>ở </a:t>
            </a:r>
            <a:r>
              <a:rPr lang="en-US" altLang="ko-KR" sz="1200" err="1">
                <a:latin typeface="Times New Roman" pitchFamily="18" charset="0"/>
                <a:cs typeface="Times New Roman" pitchFamily="18" charset="0"/>
              </a:rPr>
              <a:t>trạng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thái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không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tiếp</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xúc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với</a:t>
            </a:r>
            <a:r>
              <a:rPr lang="en-US" altLang="ko-KR" sz="1200">
                <a:latin typeface="Times New Roman" pitchFamily="18" charset="0"/>
                <a:cs typeface="Times New Roman" pitchFamily="18" charset="0"/>
              </a:rPr>
              <a:t> </a:t>
            </a:r>
            <a:r>
              <a:rPr lang="en-US" altLang="ko-KR" sz="1200" smtClean="0">
                <a:latin typeface="Times New Roman" pitchFamily="18" charset="0"/>
                <a:cs typeface="Times New Roman" pitchFamily="18" charset="0"/>
              </a:rPr>
              <a:t>CPU Module.</a:t>
            </a:r>
            <a:endParaRPr lang="en-US" altLang="ko-KR" sz="1200">
              <a:latin typeface="Times New Roman" pitchFamily="18" charset="0"/>
              <a:cs typeface="Times New Roman" pitchFamily="18" charset="0"/>
            </a:endParaRPr>
          </a:p>
          <a:p>
            <a:pPr eaLnBrk="1" hangingPunct="1">
              <a:lnSpc>
                <a:spcPct val="100000"/>
              </a:lnSpc>
              <a:spcBef>
                <a:spcPct val="50000"/>
              </a:spcBef>
              <a:buFontTx/>
              <a:buNone/>
            </a:pPr>
            <a:endParaRPr lang="en-US" altLang="ko-KR" sz="1200">
              <a:latin typeface="Times New Roman" pitchFamily="18" charset="0"/>
              <a:cs typeface="Times New Roman" pitchFamily="18" charset="0"/>
            </a:endParaRPr>
          </a:p>
        </p:txBody>
      </p:sp>
      <p:sp>
        <p:nvSpPr>
          <p:cNvPr id="34821" name="Rectangle 10"/>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34822" name="Rectangle 12"/>
          <p:cNvSpPr>
            <a:spLocks noChangeArrowheads="1"/>
          </p:cNvSpPr>
          <p:nvPr/>
        </p:nvSpPr>
        <p:spPr bwMode="auto">
          <a:xfrm>
            <a:off x="8377821" y="77788"/>
            <a:ext cx="1487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2.Cấu </a:t>
            </a:r>
            <a:r>
              <a:rPr lang="en-US" altLang="ko-KR" sz="1600" b="1" err="1" smtClean="0">
                <a:latin typeface="Times New Roman" panose="02020603050405020304" pitchFamily="18" charset="0"/>
                <a:cs typeface="Times New Roman" panose="02020603050405020304" pitchFamily="18" charset="0"/>
              </a:rPr>
              <a:t>tạo</a:t>
            </a:r>
            <a:r>
              <a:rPr lang="en-US" altLang="ko-KR" sz="1600" b="1" smtClean="0">
                <a:latin typeface="Times New Roman" panose="02020603050405020304" pitchFamily="18" charset="0"/>
                <a:cs typeface="Times New Roman" panose="02020603050405020304" pitchFamily="18" charset="0"/>
              </a:rPr>
              <a:t> PLC</a:t>
            </a:r>
            <a:endParaRPr lang="ko-KR" altLang="en-US" sz="1600" b="1">
              <a:latin typeface="Times New Roman" panose="02020603050405020304" pitchFamily="18" charset="0"/>
              <a:cs typeface="Times New Roman" panose="02020603050405020304" pitchFamily="18" charset="0"/>
            </a:endParaRPr>
          </a:p>
        </p:txBody>
      </p:sp>
      <p:sp>
        <p:nvSpPr>
          <p:cNvPr id="7" name="Text Box 9"/>
          <p:cNvSpPr txBox="1">
            <a:spLocks noChangeArrowheads="1"/>
          </p:cNvSpPr>
          <p:nvPr/>
        </p:nvSpPr>
        <p:spPr bwMode="auto">
          <a:xfrm>
            <a:off x="560512" y="1506850"/>
            <a:ext cx="8748588" cy="5539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Arial" pitchFamily="34" charset="0"/>
              </a:rPr>
              <a:t>(1) </a:t>
            </a:r>
            <a:r>
              <a:rPr lang="en-US" altLang="ko-KR" sz="1200" err="1" smtClean="0">
                <a:latin typeface="Times New Roman" pitchFamily="18" charset="0"/>
                <a:cs typeface="Times New Roman" pitchFamily="18" charset="0"/>
              </a:rPr>
              <a:t>Tuổi</a:t>
            </a:r>
            <a:r>
              <a:rPr lang="en-US" altLang="ko-KR" sz="1200" smtClean="0">
                <a:latin typeface="Times New Roman" pitchFamily="18" charset="0"/>
                <a:cs typeface="Times New Roman" pitchFamily="18" charset="0"/>
              </a:rPr>
              <a:t> </a:t>
            </a:r>
            <a:r>
              <a:rPr lang="en-US" altLang="ko-KR" sz="1200" err="1">
                <a:latin typeface="Times New Roman" pitchFamily="18" charset="0"/>
                <a:cs typeface="Times New Roman" pitchFamily="18" charset="0"/>
              </a:rPr>
              <a:t>thọ</a:t>
            </a:r>
            <a:r>
              <a:rPr lang="en-US" altLang="ko-KR" sz="1200">
                <a:latin typeface="Times New Roman" pitchFamily="18" charset="0"/>
                <a:cs typeface="Times New Roman" pitchFamily="18" charset="0"/>
              </a:rPr>
              <a:t> battery </a:t>
            </a:r>
            <a:r>
              <a:rPr lang="en-US" altLang="ko-KR" sz="1200" err="1" smtClean="0">
                <a:latin typeface="Times New Roman" pitchFamily="18" charset="0"/>
                <a:cs typeface="Times New Roman" pitchFamily="18" charset="0"/>
              </a:rPr>
              <a:t>của</a:t>
            </a:r>
            <a:r>
              <a:rPr lang="en-US" altLang="ko-KR" sz="1200" smtClean="0">
                <a:latin typeface="Times New Roman" pitchFamily="18" charset="0"/>
                <a:cs typeface="Times New Roman" pitchFamily="18" charset="0"/>
              </a:rPr>
              <a:t> CPU Module</a:t>
            </a:r>
            <a:endParaRPr lang="en-US" altLang="ko-KR" sz="1200">
              <a:latin typeface="Times New Roman" pitchFamily="18" charset="0"/>
              <a:cs typeface="Times New Roman" pitchFamily="18" charset="0"/>
            </a:endParaRPr>
          </a:p>
          <a:p>
            <a:pPr eaLnBrk="1" hangingPunct="1">
              <a:lnSpc>
                <a:spcPct val="100000"/>
              </a:lnSpc>
              <a:spcBef>
                <a:spcPct val="50000"/>
              </a:spcBef>
              <a:buFontTx/>
              <a:buNone/>
            </a:pP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Tùy</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từng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loại</a:t>
            </a:r>
            <a:r>
              <a:rPr lang="en-US" altLang="ko-KR" sz="1200">
                <a:latin typeface="Times New Roman" pitchFamily="18" charset="0"/>
                <a:cs typeface="Times New Roman" pitchFamily="18" charset="0"/>
              </a:rPr>
              <a:t> CPU </a:t>
            </a:r>
            <a:r>
              <a:rPr lang="en-US" altLang="ko-KR" sz="1200" err="1">
                <a:latin typeface="Times New Roman" pitchFamily="18" charset="0"/>
                <a:cs typeface="Times New Roman" pitchFamily="18" charset="0"/>
              </a:rPr>
              <a:t>mà</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tuổi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thọ</a:t>
            </a:r>
            <a:r>
              <a:rPr lang="en-US" altLang="ko-KR" sz="1200">
                <a:latin typeface="Times New Roman" pitchFamily="18" charset="0"/>
                <a:cs typeface="Times New Roman" pitchFamily="18" charset="0"/>
              </a:rPr>
              <a:t> battery </a:t>
            </a:r>
            <a:r>
              <a:rPr lang="en-US" altLang="ko-KR" sz="1200" err="1">
                <a:latin typeface="Times New Roman" pitchFamily="18" charset="0"/>
                <a:cs typeface="Times New Roman" pitchFamily="18" charset="0"/>
              </a:rPr>
              <a:t>của</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mô</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đun</a:t>
            </a:r>
            <a:r>
              <a:rPr lang="en-US" altLang="ko-KR" sz="1200">
                <a:latin typeface="Times New Roman" pitchFamily="18" charset="0"/>
                <a:cs typeface="Times New Roman" pitchFamily="18" charset="0"/>
              </a:rPr>
              <a:t> CPU  </a:t>
            </a:r>
            <a:r>
              <a:rPr lang="en-US" altLang="ko-KR" sz="1200" err="1">
                <a:latin typeface="Times New Roman" pitchFamily="18" charset="0"/>
                <a:cs typeface="Times New Roman" pitchFamily="18" charset="0"/>
              </a:rPr>
              <a:t>khác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nhau</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được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thể</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hiện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như</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bảng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dưới</a:t>
            </a:r>
            <a:endParaRPr lang="en-US" altLang="ko-KR" sz="1200">
              <a:latin typeface="Arial" pitchFamily="34" charset="0"/>
            </a:endParaRPr>
          </a:p>
        </p:txBody>
      </p:sp>
      <p:graphicFrame>
        <p:nvGraphicFramePr>
          <p:cNvPr id="19" name="표 18"/>
          <p:cNvGraphicFramePr>
            <a:graphicFrameLocks noGrp="1"/>
          </p:cNvGraphicFramePr>
          <p:nvPr>
            <p:extLst>
              <p:ext uri="{D42A27DB-BD31-4B8C-83A1-F6EECF244321}">
                <p14:modId xmlns:p14="http://schemas.microsoft.com/office/powerpoint/2010/main" val="3432827366"/>
              </p:ext>
            </p:extLst>
          </p:nvPr>
        </p:nvGraphicFramePr>
        <p:xfrm>
          <a:off x="956556" y="2261356"/>
          <a:ext cx="6684964" cy="1563688"/>
        </p:xfrm>
        <a:graphic>
          <a:graphicData uri="http://schemas.openxmlformats.org/drawingml/2006/table">
            <a:tbl>
              <a:tblPr firstRow="1" bandRow="1">
                <a:tableStyleId>{5C22544A-7EE6-4342-B048-85BDC9FD1C3A}</a:tableStyleId>
              </a:tblPr>
              <a:tblGrid>
                <a:gridCol w="1732198"/>
                <a:gridCol w="1650922"/>
                <a:gridCol w="1650922"/>
                <a:gridCol w="1650922"/>
              </a:tblGrid>
              <a:tr h="370535">
                <a:tc rowSpan="2">
                  <a:txBody>
                    <a:bodyPr/>
                    <a:lstStyle/>
                    <a:p>
                      <a:pPr algn="ctr" latinLnBrk="1"/>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gridSpan="3">
                  <a:txBody>
                    <a:bodyPr/>
                    <a:lstStyle/>
                    <a:p>
                      <a:pPr algn="ctr" latinLnBrk="1"/>
                      <a:r>
                        <a:rPr lang="en-US" altLang="ko-KR" sz="10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Tuổi</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thọ</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battery </a:t>
                      </a:r>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10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tổng</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thời</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gian</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tĩnh</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)[h]</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370535">
                <a:tc vMerge="1">
                  <a:txBody>
                    <a:bodyPr/>
                    <a:lstStyle/>
                    <a:p>
                      <a:pPr latinLnBrk="1"/>
                      <a:endParaRPr lang="ko-KR" altLang="en-US" dirty="0"/>
                    </a:p>
                  </a:txBody>
                  <a:tcPr/>
                </a:tc>
                <a:tc>
                  <a:txBody>
                    <a:bodyPr/>
                    <a:lstStyle/>
                    <a:p>
                      <a:pPr algn="ctr" latinLnBrk="1"/>
                      <a:r>
                        <a:rPr lang="en-US" altLang="ko-KR" sz="10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Giá</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trị</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đảm</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bảo</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(MIN)</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Giá</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trị</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sử</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dụng</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tế</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(TYP)</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Sau</a:t>
                      </a:r>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khi</a:t>
                      </a:r>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SM51 ON </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274206">
                <a:tc>
                  <a:txBody>
                    <a:bodyPr/>
                    <a:lstStyle/>
                    <a:p>
                      <a:pPr algn="l" latinLnBrk="1"/>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Q02CPU</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5433</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13120</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120</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274206">
                <a:tc>
                  <a:txBody>
                    <a:bodyPr/>
                    <a:lstStyle/>
                    <a:p>
                      <a:pPr algn="l" latinLnBrk="1"/>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Q02HCPU,Q06HCPU</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2341</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6435</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120</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274206">
                <a:tc>
                  <a:txBody>
                    <a:bodyPr/>
                    <a:lstStyle/>
                    <a:p>
                      <a:pPr algn="l" latinLnBrk="1"/>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Q12HCPU,Q25HCPU</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1260</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4228</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48</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bl>
          </a:graphicData>
        </a:graphic>
      </p:graphicFrame>
      <p:cxnSp>
        <p:nvCxnSpPr>
          <p:cNvPr id="20" name="직선 연결선 19"/>
          <p:cNvCxnSpPr/>
          <p:nvPr/>
        </p:nvCxnSpPr>
        <p:spPr bwMode="auto">
          <a:xfrm>
            <a:off x="960437" y="2276872"/>
            <a:ext cx="1725613" cy="728662"/>
          </a:xfrm>
          <a:prstGeom prst="line">
            <a:avLst/>
          </a:prstGeom>
          <a:noFill/>
          <a:ln w="9525" cap="flat" cmpd="sng" algn="ctr">
            <a:solidFill>
              <a:schemeClr val="bg1">
                <a:lumMod val="50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1" name="직사각형 7"/>
          <p:cNvSpPr>
            <a:spLocks noChangeArrowheads="1"/>
          </p:cNvSpPr>
          <p:nvPr/>
        </p:nvSpPr>
        <p:spPr bwMode="auto">
          <a:xfrm>
            <a:off x="1568624" y="2312876"/>
            <a:ext cx="11747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200" err="1">
                <a:latin typeface="Times New Roman" pitchFamily="18" charset="0"/>
                <a:ea typeface="Dotum" pitchFamily="50" charset="-127"/>
                <a:cs typeface="Times New Roman" pitchFamily="18" charset="0"/>
              </a:rPr>
              <a:t>Tuổi</a:t>
            </a:r>
            <a:r>
              <a:rPr lang="en-US" altLang="ko-KR" sz="1200">
                <a:latin typeface="Times New Roman" pitchFamily="18" charset="0"/>
                <a:ea typeface="Dotum" pitchFamily="50" charset="-127"/>
                <a:cs typeface="Times New Roman" pitchFamily="18" charset="0"/>
              </a:rPr>
              <a:t> </a:t>
            </a:r>
            <a:r>
              <a:rPr lang="en-US" altLang="ko-KR" sz="1200" err="1">
                <a:latin typeface="Times New Roman" pitchFamily="18" charset="0"/>
                <a:ea typeface="Dotum" pitchFamily="50" charset="-127"/>
                <a:cs typeface="Times New Roman" pitchFamily="18" charset="0"/>
              </a:rPr>
              <a:t>thọ</a:t>
            </a:r>
            <a:r>
              <a:rPr lang="en-US" altLang="ko-KR" sz="1200">
                <a:latin typeface="Times New Roman" pitchFamily="18" charset="0"/>
                <a:ea typeface="Dotum" pitchFamily="50" charset="-127"/>
                <a:cs typeface="Times New Roman" pitchFamily="18" charset="0"/>
              </a:rPr>
              <a:t> battery</a:t>
            </a:r>
            <a:endParaRPr lang="ko-KR" altLang="en-US" sz="1200">
              <a:latin typeface="Times New Roman" pitchFamily="18" charset="0"/>
              <a:ea typeface="Dotum" pitchFamily="50" charset="-127"/>
              <a:cs typeface="Times New Roman" pitchFamily="18" charset="0"/>
            </a:endParaRPr>
          </a:p>
        </p:txBody>
      </p:sp>
      <p:sp>
        <p:nvSpPr>
          <p:cNvPr id="22" name="직사각형 7"/>
          <p:cNvSpPr>
            <a:spLocks noChangeArrowheads="1"/>
          </p:cNvSpPr>
          <p:nvPr/>
        </p:nvSpPr>
        <p:spPr bwMode="auto">
          <a:xfrm>
            <a:off x="993740" y="2651178"/>
            <a:ext cx="805029" cy="294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200" err="1" smtClean="0">
                <a:latin typeface="Times New Roman" pitchFamily="18" charset="0"/>
                <a:ea typeface="Dotum" pitchFamily="50" charset="-127"/>
                <a:cs typeface="Times New Roman" pitchFamily="18" charset="0"/>
              </a:rPr>
              <a:t>Loại</a:t>
            </a:r>
            <a:r>
              <a:rPr lang="en-US" altLang="ko-KR" sz="1200" smtClean="0">
                <a:latin typeface="Times New Roman" pitchFamily="18" charset="0"/>
                <a:ea typeface="Dotum" pitchFamily="50" charset="-127"/>
                <a:cs typeface="Times New Roman" pitchFamily="18" charset="0"/>
              </a:rPr>
              <a:t> CPU</a:t>
            </a:r>
            <a:endParaRPr lang="ko-KR" altLang="en-US" sz="1200">
              <a:latin typeface="Times New Roman" pitchFamily="18" charset="0"/>
              <a:ea typeface="Dotum" pitchFamily="50" charset="-127"/>
              <a:cs typeface="Times New Roman" pitchFamily="18" charset="0"/>
            </a:endParaRPr>
          </a:p>
        </p:txBody>
      </p:sp>
      <p:sp>
        <p:nvSpPr>
          <p:cNvPr id="23" name="Text Box 9"/>
          <p:cNvSpPr txBox="1">
            <a:spLocks noChangeArrowheads="1"/>
          </p:cNvSpPr>
          <p:nvPr/>
        </p:nvSpPr>
        <p:spPr bwMode="auto">
          <a:xfrm>
            <a:off x="1044575" y="3897313"/>
            <a:ext cx="5775325"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Giá</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trị</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sử</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dụng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thưc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tế</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là</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giá</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trị</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được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tính</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trung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bình</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giá</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trị</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đảm</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bảo</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là</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giá</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trị</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tối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thiểu</a:t>
            </a:r>
            <a:r>
              <a:rPr lang="en-US" altLang="ko-KR" sz="1200">
                <a:latin typeface="Times New Roman" pitchFamily="18" charset="0"/>
                <a:cs typeface="Times New Roman" pitchFamily="18" charset="0"/>
              </a:rPr>
              <a:t>.</a:t>
            </a:r>
          </a:p>
        </p:txBody>
      </p:sp>
      <p:sp>
        <p:nvSpPr>
          <p:cNvPr id="24" name="Text Box 9"/>
          <p:cNvSpPr txBox="1">
            <a:spLocks noChangeArrowheads="1"/>
          </p:cNvSpPr>
          <p:nvPr/>
        </p:nvSpPr>
        <p:spPr bwMode="auto">
          <a:xfrm>
            <a:off x="632520" y="4262438"/>
            <a:ext cx="2914650" cy="5540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1200">
                <a:latin typeface="Times New Roman" pitchFamily="18" charset="0"/>
                <a:cs typeface="Times New Roman" pitchFamily="18" charset="0"/>
              </a:rPr>
              <a:t>(2) </a:t>
            </a:r>
            <a:r>
              <a:rPr lang="en-US" altLang="ko-KR" sz="1200" err="1">
                <a:latin typeface="Times New Roman" pitchFamily="18" charset="0"/>
                <a:cs typeface="Times New Roman" pitchFamily="18" charset="0"/>
              </a:rPr>
              <a:t>Tuổi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thọ</a:t>
            </a:r>
            <a:r>
              <a:rPr lang="en-US" altLang="ko-KR" sz="1200">
                <a:latin typeface="Times New Roman" pitchFamily="18" charset="0"/>
                <a:cs typeface="Times New Roman" pitchFamily="18" charset="0"/>
              </a:rPr>
              <a:t> battery </a:t>
            </a:r>
            <a:r>
              <a:rPr lang="en-US" altLang="ko-KR" sz="1200" err="1">
                <a:latin typeface="Times New Roman" pitchFamily="18" charset="0"/>
                <a:cs typeface="Times New Roman" pitchFamily="18" charset="0"/>
              </a:rPr>
              <a:t>của</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thẻ</a:t>
            </a:r>
            <a:r>
              <a:rPr lang="en-US" altLang="ko-KR" sz="1200">
                <a:latin typeface="Times New Roman" pitchFamily="18" charset="0"/>
                <a:cs typeface="Times New Roman" pitchFamily="18" charset="0"/>
              </a:rPr>
              <a:t> SRAM</a:t>
            </a:r>
          </a:p>
          <a:p>
            <a:pPr eaLnBrk="1" hangingPunct="1">
              <a:lnSpc>
                <a:spcPct val="100000"/>
              </a:lnSpc>
              <a:spcBef>
                <a:spcPct val="50000"/>
              </a:spcBef>
              <a:buFontTx/>
              <a:buNone/>
            </a:pP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Tuổi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thọ</a:t>
            </a:r>
            <a:r>
              <a:rPr lang="en-US" altLang="ko-KR" sz="1200">
                <a:latin typeface="Times New Roman" pitchFamily="18" charset="0"/>
                <a:cs typeface="Times New Roman" pitchFamily="18" charset="0"/>
              </a:rPr>
              <a:t> battery </a:t>
            </a:r>
            <a:r>
              <a:rPr lang="en-US" altLang="ko-KR" sz="1200" err="1">
                <a:latin typeface="Times New Roman" pitchFamily="18" charset="0"/>
                <a:cs typeface="Times New Roman" pitchFamily="18" charset="0"/>
              </a:rPr>
              <a:t>của</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thẻ</a:t>
            </a:r>
            <a:r>
              <a:rPr lang="en-US" altLang="ko-KR" sz="1200">
                <a:latin typeface="Times New Roman" pitchFamily="18" charset="0"/>
                <a:cs typeface="Times New Roman" pitchFamily="18" charset="0"/>
              </a:rPr>
              <a:t> SRAM </a:t>
            </a:r>
            <a:r>
              <a:rPr lang="en-US" altLang="ko-KR" sz="1200" err="1">
                <a:latin typeface="Times New Roman" pitchFamily="18" charset="0"/>
                <a:cs typeface="Times New Roman" pitchFamily="18" charset="0"/>
              </a:rPr>
              <a:t>như</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sau</a:t>
            </a:r>
            <a:r>
              <a:rPr lang="en-US" altLang="ko-KR" sz="1200">
                <a:latin typeface="Times New Roman" pitchFamily="18" charset="0"/>
                <a:cs typeface="Times New Roman" pitchFamily="18" charset="0"/>
              </a:rPr>
              <a:t>.</a:t>
            </a:r>
          </a:p>
        </p:txBody>
      </p:sp>
      <p:graphicFrame>
        <p:nvGraphicFramePr>
          <p:cNvPr id="25" name="표 24"/>
          <p:cNvGraphicFramePr>
            <a:graphicFrameLocks noGrp="1"/>
          </p:cNvGraphicFramePr>
          <p:nvPr>
            <p:extLst>
              <p:ext uri="{D42A27DB-BD31-4B8C-83A1-F6EECF244321}">
                <p14:modId xmlns:p14="http://schemas.microsoft.com/office/powerpoint/2010/main" val="3083940890"/>
              </p:ext>
            </p:extLst>
          </p:nvPr>
        </p:nvGraphicFramePr>
        <p:xfrm>
          <a:off x="1028564" y="4910672"/>
          <a:ext cx="6910389" cy="1290636"/>
        </p:xfrm>
        <a:graphic>
          <a:graphicData uri="http://schemas.openxmlformats.org/drawingml/2006/table">
            <a:tbl>
              <a:tblPr firstRow="1" bandRow="1">
                <a:tableStyleId>{5C22544A-7EE6-4342-B048-85BDC9FD1C3A}</a:tableStyleId>
              </a:tblPr>
              <a:tblGrid>
                <a:gridCol w="807696"/>
                <a:gridCol w="1278750"/>
                <a:gridCol w="1410757"/>
                <a:gridCol w="1706593"/>
                <a:gridCol w="1706593"/>
              </a:tblGrid>
              <a:tr h="370931">
                <a:tc rowSpan="2" gridSpan="2">
                  <a:txBody>
                    <a:bodyPr/>
                    <a:lstStyle/>
                    <a:p>
                      <a:pPr algn="ctr" latinLnBrk="1"/>
                      <a:endParaRPr lang="ko-KR" altLang="en-US" sz="12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731" marB="45731">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rowSpan="2" hMerge="1">
                  <a:txBody>
                    <a:bodyPr/>
                    <a:lstStyle/>
                    <a:p>
                      <a:pPr latinLnBrk="1"/>
                      <a:endParaRPr lang="ko-KR" altLang="en-US"/>
                    </a:p>
                  </a:txBody>
                  <a:tcPr/>
                </a:tc>
                <a:tc gridSpan="3">
                  <a:txBody>
                    <a:bodyPr/>
                    <a:lstStyle/>
                    <a:p>
                      <a:pPr algn="ctr" latinLnBrk="1"/>
                      <a:r>
                        <a:rPr lang="en-US" altLang="ko-KR" sz="12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Tuổi</a:t>
                      </a:r>
                      <a:r>
                        <a:rPr lang="en-US" altLang="ko-KR" sz="12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thọ</a:t>
                      </a:r>
                      <a:r>
                        <a:rPr lang="en-US" altLang="ko-KR" sz="12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battery </a:t>
                      </a:r>
                      <a:r>
                        <a:rPr lang="en-US" altLang="ko-KR" sz="12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12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tổng</a:t>
                      </a:r>
                      <a:r>
                        <a:rPr lang="en-US" altLang="ko-KR" sz="12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thời</a:t>
                      </a:r>
                      <a:r>
                        <a:rPr lang="en-US" altLang="ko-KR" sz="12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gian</a:t>
                      </a:r>
                      <a:r>
                        <a:rPr lang="en-US" altLang="ko-KR" sz="12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tĩnh</a:t>
                      </a:r>
                      <a:r>
                        <a:rPr lang="en-US" altLang="ko-KR" sz="12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2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)[h]</a:t>
                      </a:r>
                      <a:endParaRPr lang="ko-KR" altLang="en-US" sz="12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731" marB="45731">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370931">
                <a:tc gridSpan="2" vMerge="1">
                  <a:txBody>
                    <a:bodyPr/>
                    <a:lstStyle/>
                    <a:p>
                      <a:pPr latinLnBrk="1"/>
                      <a:endParaRPr lang="ko-KR" altLang="en-US" dirty="0"/>
                    </a:p>
                  </a:txBody>
                  <a:tcPr/>
                </a:tc>
                <a:tc hMerge="1" vMerge="1">
                  <a:txBody>
                    <a:bodyPr/>
                    <a:lstStyle/>
                    <a:p>
                      <a:pPr latinLnBrk="1"/>
                      <a:endParaRPr lang="ko-KR" altLang="en-US"/>
                    </a:p>
                  </a:txBody>
                  <a:tcPr/>
                </a:tc>
                <a:tc>
                  <a:txBody>
                    <a:bodyPr/>
                    <a:lstStyle/>
                    <a:p>
                      <a:pPr algn="ctr" latinLnBrk="1"/>
                      <a:r>
                        <a:rPr lang="en-US" altLang="ko-KR" sz="10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Giá</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trị</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đảm</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bảo</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(MIN)</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Giá</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trị</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sử</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dụng</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tế</a:t>
                      </a:r>
                      <a:r>
                        <a:rPr lang="en-US" altLang="ko-KR" sz="10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(TYP)</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Sau</a:t>
                      </a:r>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khi</a:t>
                      </a:r>
                      <a:r>
                        <a:rPr lang="en-US" altLang="ko-KR" sz="10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SM51 ON </a:t>
                      </a:r>
                      <a:endParaRPr lang="ko-KR" altLang="en-US" sz="10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682" marB="45682">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274387">
                <a:tc rowSpan="2">
                  <a:txBody>
                    <a:bodyPr/>
                    <a:lstStyle/>
                    <a:p>
                      <a:pPr algn="l" latinLnBrk="1"/>
                      <a:r>
                        <a:rPr lang="en-US" altLang="ko-KR" sz="12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Q2MEM-</a:t>
                      </a:r>
                    </a:p>
                    <a:p>
                      <a:pPr algn="l" latinLnBrk="1"/>
                      <a:r>
                        <a:rPr lang="en-US" altLang="ko-KR" sz="12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BAT</a:t>
                      </a:r>
                      <a:endParaRPr lang="ko-KR" altLang="en-US" sz="12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731" marB="45731">
                    <a:lnL w="12700" cap="flat" cmpd="sng" algn="ctr">
                      <a:solidFill>
                        <a:schemeClr val="bg1">
                          <a:lumMod val="50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12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Khi</a:t>
                      </a:r>
                      <a:r>
                        <a:rPr lang="en-US" altLang="ko-KR" sz="12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bảo</a:t>
                      </a:r>
                      <a:r>
                        <a:rPr lang="en-US" altLang="ko-KR" sz="12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dưỡng</a:t>
                      </a:r>
                      <a:endParaRPr lang="ko-KR" altLang="en-US" sz="12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731" marB="45731">
                    <a:lnL w="12700" cap="flat" cmpd="sng" algn="ctr">
                      <a:solidFill>
                        <a:schemeClr val="tx1"/>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2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690</a:t>
                      </a:r>
                      <a:endParaRPr lang="ko-KR" altLang="en-US" sz="12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731" marB="45731">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2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6336</a:t>
                      </a:r>
                      <a:endParaRPr lang="ko-KR" altLang="en-US" sz="12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731" marB="45731">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2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8</a:t>
                      </a:r>
                      <a:endParaRPr lang="ko-KR" altLang="en-US" sz="12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731" marB="45731">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274387">
                <a:tc vMerge="1">
                  <a:txBody>
                    <a:bodyPr/>
                    <a:lstStyle/>
                    <a:p>
                      <a:pPr algn="l" latinLnBrk="1"/>
                      <a:endParaRPr lang="ko-KR" altLang="en-US" sz="1200" dirty="0">
                        <a:solidFill>
                          <a:schemeClr val="tx1"/>
                        </a:solidFill>
                        <a:latin typeface="돋움" panose="020B0600000101010101" pitchFamily="50" charset="-127"/>
                        <a:ea typeface="돋움" panose="020B0600000101010101" pitchFamily="50" charset="-127"/>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12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Khi</a:t>
                      </a:r>
                      <a:r>
                        <a:rPr lang="en-US" altLang="ko-KR" sz="12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hoạt</a:t>
                      </a:r>
                      <a:r>
                        <a:rPr lang="en-US" altLang="ko-KR" sz="1200" baseline="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baseline="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động</a:t>
                      </a:r>
                      <a:endParaRPr lang="ko-KR" altLang="en-US" sz="12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731" marB="45731">
                    <a:lnL w="12700" cap="flat" cmpd="sng" algn="ctr">
                      <a:solidFill>
                        <a:schemeClr val="tx1"/>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2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11784</a:t>
                      </a:r>
                      <a:endParaRPr lang="ko-KR" altLang="en-US" sz="12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731" marB="45731">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2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13872</a:t>
                      </a:r>
                      <a:endParaRPr lang="ko-KR" altLang="en-US" sz="12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731" marB="45731">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20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8</a:t>
                      </a:r>
                      <a:endParaRPr lang="ko-KR" altLang="en-US" sz="120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L="91436" marR="91436" marT="45731" marB="45731">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bl>
          </a:graphicData>
        </a:graphic>
      </p:graphicFrame>
      <p:cxnSp>
        <p:nvCxnSpPr>
          <p:cNvPr id="26" name="직선 연결선 25"/>
          <p:cNvCxnSpPr/>
          <p:nvPr/>
        </p:nvCxnSpPr>
        <p:spPr bwMode="auto">
          <a:xfrm>
            <a:off x="1044575" y="4905164"/>
            <a:ext cx="2036217" cy="728662"/>
          </a:xfrm>
          <a:prstGeom prst="line">
            <a:avLst/>
          </a:prstGeom>
          <a:noFill/>
          <a:ln w="9525" cap="flat" cmpd="sng" algn="ctr">
            <a:solidFill>
              <a:schemeClr val="bg1">
                <a:lumMod val="50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1" name="직사각형 7"/>
          <p:cNvSpPr>
            <a:spLocks noChangeArrowheads="1"/>
          </p:cNvSpPr>
          <p:nvPr/>
        </p:nvSpPr>
        <p:spPr bwMode="auto">
          <a:xfrm>
            <a:off x="1906042" y="4905164"/>
            <a:ext cx="11747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200" err="1">
                <a:latin typeface="Times New Roman" pitchFamily="18" charset="0"/>
                <a:ea typeface="Dotum" pitchFamily="50" charset="-127"/>
                <a:cs typeface="Times New Roman" pitchFamily="18" charset="0"/>
              </a:rPr>
              <a:t>Tuổi</a:t>
            </a:r>
            <a:r>
              <a:rPr lang="en-US" altLang="ko-KR" sz="1200">
                <a:latin typeface="Times New Roman" pitchFamily="18" charset="0"/>
                <a:ea typeface="Dotum" pitchFamily="50" charset="-127"/>
                <a:cs typeface="Times New Roman" pitchFamily="18" charset="0"/>
              </a:rPr>
              <a:t> </a:t>
            </a:r>
            <a:r>
              <a:rPr lang="en-US" altLang="ko-KR" sz="1200" err="1">
                <a:latin typeface="Times New Roman" pitchFamily="18" charset="0"/>
                <a:ea typeface="Dotum" pitchFamily="50" charset="-127"/>
                <a:cs typeface="Times New Roman" pitchFamily="18" charset="0"/>
              </a:rPr>
              <a:t>thọ</a:t>
            </a:r>
            <a:r>
              <a:rPr lang="en-US" altLang="ko-KR" sz="1200">
                <a:latin typeface="Times New Roman" pitchFamily="18" charset="0"/>
                <a:ea typeface="Dotum" pitchFamily="50" charset="-127"/>
                <a:cs typeface="Times New Roman" pitchFamily="18" charset="0"/>
              </a:rPr>
              <a:t> battery</a:t>
            </a:r>
            <a:endParaRPr lang="ko-KR" altLang="en-US" sz="1200">
              <a:latin typeface="Times New Roman" pitchFamily="18" charset="0"/>
              <a:ea typeface="Dotum" pitchFamily="50" charset="-127"/>
              <a:cs typeface="Times New Roman" pitchFamily="18" charset="0"/>
            </a:endParaRPr>
          </a:p>
        </p:txBody>
      </p:sp>
      <p:sp>
        <p:nvSpPr>
          <p:cNvPr id="32" name="직사각형 7"/>
          <p:cNvSpPr>
            <a:spLocks noChangeArrowheads="1"/>
          </p:cNvSpPr>
          <p:nvPr/>
        </p:nvSpPr>
        <p:spPr bwMode="auto">
          <a:xfrm>
            <a:off x="1101013" y="5258668"/>
            <a:ext cx="805029" cy="294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200" err="1" smtClean="0">
                <a:latin typeface="Times New Roman" pitchFamily="18" charset="0"/>
                <a:ea typeface="Dotum" pitchFamily="50" charset="-127"/>
                <a:cs typeface="Times New Roman" pitchFamily="18" charset="0"/>
              </a:rPr>
              <a:t>Loại</a:t>
            </a:r>
            <a:r>
              <a:rPr lang="en-US" altLang="ko-KR" sz="1200" smtClean="0">
                <a:latin typeface="Times New Roman" pitchFamily="18" charset="0"/>
                <a:ea typeface="Dotum" pitchFamily="50" charset="-127"/>
                <a:cs typeface="Times New Roman" pitchFamily="18" charset="0"/>
              </a:rPr>
              <a:t> CPU</a:t>
            </a:r>
            <a:endParaRPr lang="ko-KR" altLang="en-US" sz="1200">
              <a:latin typeface="Times New Roman" pitchFamily="18" charset="0"/>
              <a:ea typeface="Dotum" pitchFamily="50" charset="-127"/>
              <a:cs typeface="Times New Roman" pitchFamily="18" charset="0"/>
            </a:endParaRPr>
          </a:p>
        </p:txBody>
      </p:sp>
      <p:sp>
        <p:nvSpPr>
          <p:cNvPr id="33" name="Text Box 9"/>
          <p:cNvSpPr txBox="1">
            <a:spLocks noChangeArrowheads="1"/>
          </p:cNvSpPr>
          <p:nvPr/>
        </p:nvSpPr>
        <p:spPr bwMode="auto">
          <a:xfrm>
            <a:off x="1196975" y="6249119"/>
            <a:ext cx="5775325"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Giá</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trị</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sử</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dụng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thưc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tế</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là</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giá</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trị</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được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tính</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trung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bình</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giá</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trị</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đảm</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bảo</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là</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giá</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trị</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tối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thiểu</a:t>
            </a:r>
            <a:r>
              <a:rPr lang="en-US" altLang="ko-KR" sz="1200">
                <a:latin typeface="Times New Roman" pitchFamily="18" charset="0"/>
                <a:cs typeface="Times New Roman" pitchFamily="18" charset="0"/>
              </a:rPr>
              <a:t>.</a:t>
            </a:r>
          </a:p>
        </p:txBody>
      </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6" name="Picture 6"/>
          <p:cNvPicPr>
            <a:picLocks noChangeAspect="1" noChangeArrowheads="1"/>
          </p:cNvPicPr>
          <p:nvPr/>
        </p:nvPicPr>
        <p:blipFill>
          <a:blip r:embed="rId2">
            <a:extLst>
              <a:ext uri="{28A0092B-C50C-407E-A947-70E740481C1C}">
                <a14:useLocalDpi xmlns:a14="http://schemas.microsoft.com/office/drawing/2010/main" val="0"/>
              </a:ext>
            </a:extLst>
          </a:blip>
          <a:srcRect l="24219" t="21355" r="25781" b="8855"/>
          <a:stretch>
            <a:fillRect/>
          </a:stretch>
        </p:blipFill>
        <p:spPr bwMode="auto">
          <a:xfrm>
            <a:off x="812800" y="855663"/>
            <a:ext cx="6659563" cy="55673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41987" name="Rectangle 7"/>
          <p:cNvSpPr>
            <a:spLocks noChangeArrowheads="1"/>
          </p:cNvSpPr>
          <p:nvPr/>
        </p:nvSpPr>
        <p:spPr bwMode="auto">
          <a:xfrm>
            <a:off x="596900" y="579438"/>
            <a:ext cx="2441575" cy="27622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1200" b="1">
                <a:latin typeface="Times New Roman" pitchFamily="18" charset="0"/>
                <a:cs typeface="Times New Roman" pitchFamily="18" charset="0"/>
              </a:rPr>
              <a:t>※ Phương pháp thay thế pin CPU</a:t>
            </a:r>
            <a:endParaRPr lang="ko-KR" altLang="en-US" sz="1200" b="1">
              <a:latin typeface="Times New Roman" pitchFamily="18" charset="0"/>
              <a:cs typeface="Times New Roman" pitchFamily="18" charset="0"/>
            </a:endParaRPr>
          </a:p>
        </p:txBody>
      </p:sp>
      <p:sp>
        <p:nvSpPr>
          <p:cNvPr id="41988" name="Text Box 8"/>
          <p:cNvSpPr txBox="1">
            <a:spLocks noChangeArrowheads="1"/>
          </p:cNvSpPr>
          <p:nvPr/>
        </p:nvSpPr>
        <p:spPr bwMode="auto">
          <a:xfrm>
            <a:off x="7185025" y="4394200"/>
            <a:ext cx="1676400" cy="862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400" b="1">
                <a:solidFill>
                  <a:srgbClr val="FF0000"/>
                </a:solidFill>
                <a:latin typeface="Times New Roman" pitchFamily="18" charset="0"/>
                <a:cs typeface="Times New Roman" pitchFamily="18" charset="0"/>
              </a:rPr>
              <a:t>※Đổi  battery</a:t>
            </a:r>
            <a:r>
              <a:rPr lang="ko-KR" altLang="en-US" sz="1400" b="1">
                <a:solidFill>
                  <a:srgbClr val="FF0000"/>
                </a:solidFill>
                <a:latin typeface="Times New Roman" pitchFamily="18" charset="0"/>
                <a:cs typeface="Times New Roman" pitchFamily="18" charset="0"/>
              </a:rPr>
              <a:t> </a:t>
            </a:r>
            <a:endParaRPr lang="en-US" altLang="ko-KR" sz="1400" b="1">
              <a:solidFill>
                <a:srgbClr val="FF0000"/>
              </a:solidFill>
              <a:latin typeface="Times New Roman" pitchFamily="18" charset="0"/>
              <a:cs typeface="Times New Roman" pitchFamily="18" charset="0"/>
            </a:endParaRPr>
          </a:p>
          <a:p>
            <a:pPr eaLnBrk="1" hangingPunct="1">
              <a:spcBef>
                <a:spcPct val="0"/>
              </a:spcBef>
              <a:buFontTx/>
              <a:buNone/>
            </a:pPr>
            <a:r>
              <a:rPr lang="en-US" altLang="ko-KR" sz="1400" b="1">
                <a:solidFill>
                  <a:srgbClr val="FF0000"/>
                </a:solidFill>
                <a:latin typeface="Times New Roman" pitchFamily="18" charset="0"/>
                <a:cs typeface="Times New Roman" pitchFamily="18" charset="0"/>
              </a:rPr>
              <a:t>    khi đã xác nhận </a:t>
            </a:r>
          </a:p>
          <a:p>
            <a:pPr eaLnBrk="1" hangingPunct="1">
              <a:spcBef>
                <a:spcPct val="0"/>
              </a:spcBef>
              <a:buFontTx/>
              <a:buNone/>
            </a:pPr>
            <a:r>
              <a:rPr lang="en-US" altLang="ko-KR" sz="1400" b="1">
                <a:solidFill>
                  <a:srgbClr val="FF0000"/>
                </a:solidFill>
                <a:latin typeface="Times New Roman" pitchFamily="18" charset="0"/>
                <a:cs typeface="Times New Roman" pitchFamily="18" charset="0"/>
              </a:rPr>
              <a:t>    nguồn điện PLC</a:t>
            </a:r>
            <a:endParaRPr lang="ko-KR" altLang="en-US" sz="1400" b="1">
              <a:solidFill>
                <a:srgbClr val="FF0000"/>
              </a:solidFill>
              <a:latin typeface="Times New Roman" pitchFamily="18" charset="0"/>
              <a:cs typeface="Times New Roman" pitchFamily="18" charset="0"/>
            </a:endParaRPr>
          </a:p>
        </p:txBody>
      </p:sp>
      <p:sp>
        <p:nvSpPr>
          <p:cNvPr id="41989" name="Rectangle 9"/>
          <p:cNvSpPr>
            <a:spLocks noChangeArrowheads="1"/>
          </p:cNvSpPr>
          <p:nvPr/>
        </p:nvSpPr>
        <p:spPr bwMode="auto">
          <a:xfrm>
            <a:off x="60325" y="53975"/>
            <a:ext cx="3255963"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vi-VN" altLang="ko-KR" sz="1800" b="1">
                <a:latin typeface="Times New Roman" pitchFamily="18" charset="0"/>
                <a:cs typeface="Times New Roman" pitchFamily="18" charset="0"/>
              </a:rPr>
              <a:t>1.Tìm hiểu cấu tạo cơ bản PLC</a:t>
            </a:r>
            <a:endParaRPr lang="ko-KR" altLang="en-US" sz="1800" b="1">
              <a:latin typeface="Times New Roman" pitchFamily="18" charset="0"/>
              <a:cs typeface="Times New Roman" pitchFamily="18" charset="0"/>
            </a:endParaRPr>
          </a:p>
        </p:txBody>
      </p:sp>
      <p:sp>
        <p:nvSpPr>
          <p:cNvPr id="41990" name="Rectangle 11"/>
          <p:cNvSpPr>
            <a:spLocks noChangeArrowheads="1"/>
          </p:cNvSpPr>
          <p:nvPr/>
        </p:nvSpPr>
        <p:spPr bwMode="auto">
          <a:xfrm>
            <a:off x="8156575" y="77788"/>
            <a:ext cx="1847850" cy="338137"/>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600" b="1">
                <a:latin typeface="Times New Roman" pitchFamily="18" charset="0"/>
                <a:cs typeface="Times New Roman" pitchFamily="18" charset="0"/>
              </a:rPr>
              <a:t>2.Cấu tạo của PLC</a:t>
            </a:r>
            <a:endParaRPr lang="ko-KR" altLang="en-US" sz="1600" b="1">
              <a:latin typeface="Times New Roman" pitchFamily="18" charset="0"/>
              <a:cs typeface="Times New Roman" pitchFamily="18" charset="0"/>
            </a:endParaRPr>
          </a:p>
        </p:txBody>
      </p:sp>
      <p:grpSp>
        <p:nvGrpSpPr>
          <p:cNvPr id="41991" name="그룹 1"/>
          <p:cNvGrpSpPr>
            <a:grpSpLocks/>
          </p:cNvGrpSpPr>
          <p:nvPr/>
        </p:nvGrpSpPr>
        <p:grpSpPr bwMode="auto">
          <a:xfrm>
            <a:off x="1163638" y="1458913"/>
            <a:ext cx="5626100" cy="4565650"/>
            <a:chOff x="1163638" y="1458913"/>
            <a:chExt cx="5626100" cy="4566166"/>
          </a:xfrm>
        </p:grpSpPr>
        <p:sp>
          <p:nvSpPr>
            <p:cNvPr id="42002" name="직사각형 2"/>
            <p:cNvSpPr>
              <a:spLocks noChangeArrowheads="1"/>
            </p:cNvSpPr>
            <p:nvPr/>
          </p:nvSpPr>
          <p:spPr bwMode="auto">
            <a:xfrm>
              <a:off x="1639888" y="1489075"/>
              <a:ext cx="792162" cy="1079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03" name="Rectangle 7"/>
            <p:cNvSpPr>
              <a:spLocks noChangeArrowheads="1"/>
            </p:cNvSpPr>
            <p:nvPr/>
          </p:nvSpPr>
          <p:spPr bwMode="auto">
            <a:xfrm>
              <a:off x="1701800" y="1458913"/>
              <a:ext cx="582211" cy="184666"/>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latin typeface="Times New Roman" pitchFamily="18" charset="0"/>
                  <a:cs typeface="Times New Roman" pitchFamily="18" charset="0"/>
                </a:rPr>
                <a:t>Đổi Baterry</a:t>
              </a:r>
              <a:endParaRPr lang="ko-KR" altLang="en-US" sz="600" b="1">
                <a:latin typeface="Times New Roman" pitchFamily="18" charset="0"/>
                <a:cs typeface="Times New Roman" pitchFamily="18" charset="0"/>
              </a:endParaRPr>
            </a:p>
          </p:txBody>
        </p:sp>
        <p:sp>
          <p:nvSpPr>
            <p:cNvPr id="42004" name="직사각형 10"/>
            <p:cNvSpPr>
              <a:spLocks noChangeArrowheads="1"/>
            </p:cNvSpPr>
            <p:nvPr/>
          </p:nvSpPr>
          <p:spPr bwMode="auto">
            <a:xfrm>
              <a:off x="1177925" y="2114550"/>
              <a:ext cx="1727200" cy="1079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05" name="Rectangle 7"/>
            <p:cNvSpPr>
              <a:spLocks noChangeArrowheads="1"/>
            </p:cNvSpPr>
            <p:nvPr/>
          </p:nvSpPr>
          <p:spPr bwMode="auto">
            <a:xfrm>
              <a:off x="1425575" y="2074863"/>
              <a:ext cx="1154483" cy="184687"/>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err="1">
                  <a:latin typeface="Times New Roman" pitchFamily="18" charset="0"/>
                  <a:cs typeface="Times New Roman" pitchFamily="18" charset="0"/>
                </a:rPr>
                <a:t>Kéo</a:t>
              </a:r>
              <a:r>
                <a:rPr lang="en-US" altLang="ko-KR" sz="600" b="1">
                  <a:latin typeface="Times New Roman" pitchFamily="18" charset="0"/>
                  <a:cs typeface="Times New Roman" pitchFamily="18" charset="0"/>
                </a:rPr>
                <a:t> QCPU</a:t>
              </a:r>
              <a:r>
                <a:rPr lang="ko-KR" altLang="en-US" sz="600" b="1">
                  <a:latin typeface="Times New Roman" pitchFamily="18" charset="0"/>
                  <a:cs typeface="Times New Roman" pitchFamily="18" charset="0"/>
                </a:rPr>
                <a:t> </a:t>
              </a:r>
              <a:r>
                <a:rPr lang="en-US" altLang="ko-KR" sz="600" b="1" err="1">
                  <a:latin typeface="Times New Roman" pitchFamily="18" charset="0"/>
                  <a:cs typeface="Times New Roman" pitchFamily="18" charset="0"/>
                </a:rPr>
                <a:t>khỏi</a:t>
              </a:r>
              <a:r>
                <a:rPr lang="en-US" altLang="ko-KR" sz="600" b="1">
                  <a:latin typeface="Times New Roman" pitchFamily="18" charset="0"/>
                  <a:cs typeface="Times New Roman" pitchFamily="18" charset="0"/>
                </a:rPr>
                <a:t> base </a:t>
              </a:r>
              <a:r>
                <a:rPr lang="en-US" altLang="ko-KR" sz="600" b="1" err="1">
                  <a:latin typeface="Times New Roman" pitchFamily="18" charset="0"/>
                  <a:cs typeface="Times New Roman" pitchFamily="18" charset="0"/>
                </a:rPr>
                <a:t>mô</a:t>
              </a:r>
              <a:r>
                <a:rPr lang="en-US" altLang="ko-KR" sz="600" b="1">
                  <a:latin typeface="Times New Roman" pitchFamily="18" charset="0"/>
                  <a:cs typeface="Times New Roman" pitchFamily="18" charset="0"/>
                </a:rPr>
                <a:t> </a:t>
              </a:r>
              <a:r>
                <a:rPr lang="en-US" altLang="ko-KR" sz="600" b="1" err="1" smtClean="0">
                  <a:latin typeface="Times New Roman" pitchFamily="18" charset="0"/>
                  <a:cs typeface="Times New Roman" pitchFamily="18" charset="0"/>
                </a:rPr>
                <a:t>đun</a:t>
              </a:r>
              <a:endParaRPr lang="ko-KR" altLang="en-US" sz="600" b="1">
                <a:latin typeface="Times New Roman" pitchFamily="18" charset="0"/>
                <a:cs typeface="Times New Roman" pitchFamily="18" charset="0"/>
              </a:endParaRPr>
            </a:p>
          </p:txBody>
        </p:sp>
        <p:sp>
          <p:nvSpPr>
            <p:cNvPr id="42006" name="직사각형 12"/>
            <p:cNvSpPr>
              <a:spLocks noChangeArrowheads="1"/>
            </p:cNvSpPr>
            <p:nvPr/>
          </p:nvSpPr>
          <p:spPr bwMode="auto">
            <a:xfrm>
              <a:off x="1639888" y="1798638"/>
              <a:ext cx="936625" cy="1079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07" name="Rectangle 7"/>
            <p:cNvSpPr>
              <a:spLocks noChangeArrowheads="1"/>
            </p:cNvSpPr>
            <p:nvPr/>
          </p:nvSpPr>
          <p:spPr bwMode="auto">
            <a:xfrm>
              <a:off x="1701800" y="1758950"/>
              <a:ext cx="723275" cy="184666"/>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latin typeface="Times New Roman" pitchFamily="18" charset="0"/>
                  <a:cs typeface="Times New Roman" pitchFamily="18" charset="0"/>
                </a:rPr>
                <a:t>OFF nguồn điện</a:t>
              </a:r>
              <a:endParaRPr lang="ko-KR" altLang="en-US" sz="600" b="1">
                <a:latin typeface="Times New Roman" pitchFamily="18" charset="0"/>
                <a:cs typeface="Times New Roman" pitchFamily="18" charset="0"/>
              </a:endParaRPr>
            </a:p>
          </p:txBody>
        </p:sp>
        <p:sp>
          <p:nvSpPr>
            <p:cNvPr id="42008" name="직사각형 14"/>
            <p:cNvSpPr>
              <a:spLocks noChangeArrowheads="1"/>
            </p:cNvSpPr>
            <p:nvPr/>
          </p:nvSpPr>
          <p:spPr bwMode="auto">
            <a:xfrm>
              <a:off x="1163638" y="2703513"/>
              <a:ext cx="1727200" cy="2524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09" name="Rectangle 7"/>
            <p:cNvSpPr>
              <a:spLocks noChangeArrowheads="1"/>
            </p:cNvSpPr>
            <p:nvPr/>
          </p:nvSpPr>
          <p:spPr bwMode="auto">
            <a:xfrm>
              <a:off x="1316596" y="2670175"/>
              <a:ext cx="1478290" cy="184666"/>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latin typeface="Times New Roman" pitchFamily="18" charset="0"/>
                  <a:cs typeface="Times New Roman" pitchFamily="18" charset="0"/>
                </a:rPr>
                <a:t>Tháo battery đang sử dụng khỏi holder</a:t>
              </a:r>
              <a:endParaRPr lang="ko-KR" altLang="en-US" sz="600" b="1">
                <a:latin typeface="Times New Roman" pitchFamily="18" charset="0"/>
                <a:cs typeface="Times New Roman" pitchFamily="18" charset="0"/>
              </a:endParaRPr>
            </a:p>
          </p:txBody>
        </p:sp>
        <p:sp>
          <p:nvSpPr>
            <p:cNvPr id="42010" name="직사각형 16"/>
            <p:cNvSpPr>
              <a:spLocks noChangeArrowheads="1"/>
            </p:cNvSpPr>
            <p:nvPr/>
          </p:nvSpPr>
          <p:spPr bwMode="auto">
            <a:xfrm>
              <a:off x="1177925" y="2414588"/>
              <a:ext cx="1727200" cy="1079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11" name="Rectangle 7"/>
            <p:cNvSpPr>
              <a:spLocks noChangeArrowheads="1"/>
            </p:cNvSpPr>
            <p:nvPr/>
          </p:nvSpPr>
          <p:spPr bwMode="auto">
            <a:xfrm>
              <a:off x="1577975" y="2374900"/>
              <a:ext cx="681597" cy="184666"/>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latin typeface="Times New Roman" pitchFamily="18" charset="0"/>
                  <a:cs typeface="Times New Roman" pitchFamily="18" charset="0"/>
                </a:rPr>
                <a:t>Mở nắp QCPU</a:t>
              </a:r>
              <a:endParaRPr lang="ko-KR" altLang="en-US" sz="600" b="1">
                <a:latin typeface="Times New Roman" pitchFamily="18" charset="0"/>
                <a:cs typeface="Times New Roman" pitchFamily="18" charset="0"/>
              </a:endParaRPr>
            </a:p>
          </p:txBody>
        </p:sp>
        <p:sp>
          <p:nvSpPr>
            <p:cNvPr id="42012" name="직사각형 20"/>
            <p:cNvSpPr>
              <a:spLocks noChangeArrowheads="1"/>
            </p:cNvSpPr>
            <p:nvPr/>
          </p:nvSpPr>
          <p:spPr bwMode="auto">
            <a:xfrm>
              <a:off x="1163638" y="3135313"/>
              <a:ext cx="1727200" cy="3952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13" name="Rectangle 7"/>
            <p:cNvSpPr>
              <a:spLocks noChangeArrowheads="1"/>
            </p:cNvSpPr>
            <p:nvPr/>
          </p:nvSpPr>
          <p:spPr bwMode="auto">
            <a:xfrm>
              <a:off x="1273175" y="3101975"/>
              <a:ext cx="1694949" cy="4616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600" b="1">
                  <a:latin typeface="Times New Roman" pitchFamily="18" charset="0"/>
                  <a:cs typeface="Times New Roman" pitchFamily="18" charset="0"/>
                </a:rPr>
                <a:t>Ghép battery mới vào holder </a:t>
              </a:r>
            </a:p>
            <a:p>
              <a:pPr algn="ctr" eaLnBrk="1" hangingPunct="1">
                <a:lnSpc>
                  <a:spcPct val="100000"/>
                </a:lnSpc>
                <a:spcBef>
                  <a:spcPct val="50000"/>
                </a:spcBef>
                <a:buFontTx/>
                <a:buNone/>
              </a:pPr>
              <a:r>
                <a:rPr lang="en-US" altLang="ko-KR" sz="600" b="1">
                  <a:latin typeface="Times New Roman" pitchFamily="18" charset="0"/>
                  <a:cs typeface="Times New Roman" pitchFamily="18" charset="0"/>
                </a:rPr>
                <a:t>theo đúng hướng,</a:t>
              </a:r>
            </a:p>
            <a:p>
              <a:pPr algn="ctr" eaLnBrk="1" hangingPunct="1">
                <a:lnSpc>
                  <a:spcPct val="100000"/>
                </a:lnSpc>
                <a:spcBef>
                  <a:spcPct val="50000"/>
                </a:spcBef>
                <a:buFontTx/>
                <a:buNone/>
              </a:pPr>
              <a:r>
                <a:rPr lang="en-US" altLang="ko-KR" sz="600" b="1">
                  <a:latin typeface="Times New Roman" pitchFamily="18" charset="0"/>
                  <a:cs typeface="Times New Roman" pitchFamily="18" charset="0"/>
                </a:rPr>
                <a:t>kết nối lead connector vào connector</a:t>
              </a:r>
              <a:endParaRPr lang="ko-KR" altLang="en-US" sz="600" b="1">
                <a:latin typeface="Times New Roman" pitchFamily="18" charset="0"/>
                <a:cs typeface="Times New Roman" pitchFamily="18" charset="0"/>
              </a:endParaRPr>
            </a:p>
          </p:txBody>
        </p:sp>
        <p:sp>
          <p:nvSpPr>
            <p:cNvPr id="42014" name="직사각형 24"/>
            <p:cNvSpPr>
              <a:spLocks noChangeArrowheads="1"/>
            </p:cNvSpPr>
            <p:nvPr/>
          </p:nvSpPr>
          <p:spPr bwMode="auto">
            <a:xfrm>
              <a:off x="1177925" y="3700463"/>
              <a:ext cx="1727200" cy="1079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15" name="Rectangle 7"/>
            <p:cNvSpPr>
              <a:spLocks noChangeArrowheads="1"/>
            </p:cNvSpPr>
            <p:nvPr/>
          </p:nvSpPr>
          <p:spPr bwMode="auto">
            <a:xfrm>
              <a:off x="1577975" y="3662363"/>
              <a:ext cx="779381" cy="184666"/>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t>Đóng nắp QCPU</a:t>
              </a:r>
              <a:endParaRPr lang="ko-KR" altLang="en-US" sz="600" b="1"/>
            </a:p>
          </p:txBody>
        </p:sp>
        <p:sp>
          <p:nvSpPr>
            <p:cNvPr id="42016" name="직사각형 26"/>
            <p:cNvSpPr>
              <a:spLocks noChangeArrowheads="1"/>
            </p:cNvSpPr>
            <p:nvPr/>
          </p:nvSpPr>
          <p:spPr bwMode="auto">
            <a:xfrm>
              <a:off x="1177925" y="3990975"/>
              <a:ext cx="1727200" cy="1079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17" name="Rectangle 7"/>
            <p:cNvSpPr>
              <a:spLocks noChangeArrowheads="1"/>
            </p:cNvSpPr>
            <p:nvPr/>
          </p:nvSpPr>
          <p:spPr bwMode="auto">
            <a:xfrm>
              <a:off x="1425575" y="3952875"/>
              <a:ext cx="1305165" cy="184666"/>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t>Gắn QCPU</a:t>
              </a:r>
              <a:r>
                <a:rPr lang="ko-KR" altLang="en-US" sz="600" b="1"/>
                <a:t> </a:t>
              </a:r>
              <a:r>
                <a:rPr lang="en-US" altLang="ko-KR" sz="600" b="1"/>
                <a:t>trong base mô đun</a:t>
              </a:r>
              <a:endParaRPr lang="ko-KR" altLang="en-US" sz="600" b="1"/>
            </a:p>
          </p:txBody>
        </p:sp>
        <p:sp>
          <p:nvSpPr>
            <p:cNvPr id="42018" name="직사각형 28"/>
            <p:cNvSpPr>
              <a:spLocks noChangeArrowheads="1"/>
            </p:cNvSpPr>
            <p:nvPr/>
          </p:nvSpPr>
          <p:spPr bwMode="auto">
            <a:xfrm>
              <a:off x="1639888" y="4276725"/>
              <a:ext cx="936625" cy="1079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19" name="Rectangle 7"/>
            <p:cNvSpPr>
              <a:spLocks noChangeArrowheads="1"/>
            </p:cNvSpPr>
            <p:nvPr/>
          </p:nvSpPr>
          <p:spPr bwMode="auto">
            <a:xfrm>
              <a:off x="1701800" y="4237038"/>
              <a:ext cx="748923" cy="184666"/>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t>ON </a:t>
              </a:r>
              <a:r>
                <a:rPr lang="ko-KR" altLang="en-US" sz="600" b="1"/>
                <a:t> </a:t>
              </a:r>
              <a:r>
                <a:rPr lang="en-US" altLang="ko-KR" sz="600" b="1"/>
                <a:t>nguồn điện</a:t>
              </a:r>
              <a:endParaRPr lang="ko-KR" altLang="en-US" sz="600" b="1"/>
            </a:p>
          </p:txBody>
        </p:sp>
        <p:sp>
          <p:nvSpPr>
            <p:cNvPr id="42020" name="순서도: 판단 3"/>
            <p:cNvSpPr>
              <a:spLocks noChangeArrowheads="1"/>
            </p:cNvSpPr>
            <p:nvPr/>
          </p:nvSpPr>
          <p:spPr bwMode="auto">
            <a:xfrm>
              <a:off x="1273175" y="4586288"/>
              <a:ext cx="1547813" cy="360362"/>
            </a:xfrm>
            <a:prstGeom prst="flowChartDecision">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21" name="Rectangle 7"/>
            <p:cNvSpPr>
              <a:spLocks noChangeArrowheads="1"/>
            </p:cNvSpPr>
            <p:nvPr/>
          </p:nvSpPr>
          <p:spPr bwMode="auto">
            <a:xfrm>
              <a:off x="1595681" y="4618003"/>
              <a:ext cx="902812" cy="3231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600" b="1">
                  <a:latin typeface="Times New Roman" pitchFamily="18" charset="0"/>
                  <a:cs typeface="Times New Roman" pitchFamily="18" charset="0"/>
                </a:rPr>
                <a:t>Giám sát SM51 </a:t>
              </a:r>
            </a:p>
            <a:p>
              <a:pPr algn="ctr" eaLnBrk="1" hangingPunct="1">
                <a:lnSpc>
                  <a:spcPct val="100000"/>
                </a:lnSpc>
                <a:spcBef>
                  <a:spcPct val="50000"/>
                </a:spcBef>
                <a:buFontTx/>
                <a:buNone/>
              </a:pPr>
              <a:r>
                <a:rPr lang="en-US" altLang="ko-KR" sz="600" b="1">
                  <a:latin typeface="Times New Roman" pitchFamily="18" charset="0"/>
                  <a:cs typeface="Times New Roman" pitchFamily="18" charset="0"/>
                </a:rPr>
                <a:t>rồi kiểm tra ON/OFF</a:t>
              </a:r>
            </a:p>
          </p:txBody>
        </p:sp>
        <p:sp>
          <p:nvSpPr>
            <p:cNvPr id="42022" name="순서도: 판단 32"/>
            <p:cNvSpPr>
              <a:spLocks noChangeArrowheads="1"/>
            </p:cNvSpPr>
            <p:nvPr/>
          </p:nvSpPr>
          <p:spPr bwMode="auto">
            <a:xfrm>
              <a:off x="1203325" y="5143500"/>
              <a:ext cx="1655763" cy="395288"/>
            </a:xfrm>
            <a:prstGeom prst="flowChartDecision">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23" name="Rectangle 7"/>
            <p:cNvSpPr>
              <a:spLocks noChangeArrowheads="1"/>
            </p:cNvSpPr>
            <p:nvPr/>
          </p:nvSpPr>
          <p:spPr bwMode="auto">
            <a:xfrm>
              <a:off x="1366566" y="5121188"/>
              <a:ext cx="1337226" cy="3231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600" b="1">
                  <a:latin typeface="Times New Roman" pitchFamily="18" charset="0"/>
                  <a:cs typeface="Times New Roman" pitchFamily="18" charset="0"/>
                </a:rPr>
                <a:t>Giám sát SD52 </a:t>
              </a:r>
            </a:p>
            <a:p>
              <a:pPr algn="ctr" eaLnBrk="1" hangingPunct="1">
                <a:lnSpc>
                  <a:spcPct val="100000"/>
                </a:lnSpc>
                <a:spcBef>
                  <a:spcPct val="50000"/>
                </a:spcBef>
                <a:buFontTx/>
                <a:buNone/>
              </a:pPr>
              <a:r>
                <a:rPr lang="en-US" altLang="ko-KR" sz="600" b="1">
                  <a:latin typeface="Times New Roman" pitchFamily="18" charset="0"/>
                  <a:cs typeface="Times New Roman" pitchFamily="18" charset="0"/>
                </a:rPr>
                <a:t>rồi kiểm tra bit lần thứ mấy đã ON</a:t>
              </a:r>
              <a:endParaRPr lang="ko-KR" altLang="en-US" sz="600" b="1">
                <a:latin typeface="Times New Roman" pitchFamily="18" charset="0"/>
                <a:cs typeface="Times New Roman" pitchFamily="18" charset="0"/>
              </a:endParaRPr>
            </a:p>
          </p:txBody>
        </p:sp>
        <p:sp>
          <p:nvSpPr>
            <p:cNvPr id="42024" name="직사각형 34"/>
            <p:cNvSpPr>
              <a:spLocks noChangeArrowheads="1"/>
            </p:cNvSpPr>
            <p:nvPr/>
          </p:nvSpPr>
          <p:spPr bwMode="auto">
            <a:xfrm>
              <a:off x="1177925" y="5876925"/>
              <a:ext cx="1727200" cy="1079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25" name="Rectangle 7"/>
            <p:cNvSpPr>
              <a:spLocks noChangeArrowheads="1"/>
            </p:cNvSpPr>
            <p:nvPr/>
          </p:nvSpPr>
          <p:spPr bwMode="auto">
            <a:xfrm>
              <a:off x="1425575" y="5838825"/>
              <a:ext cx="1095172" cy="184666"/>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latin typeface="Times New Roman" pitchFamily="18" charset="0"/>
                  <a:cs typeface="Times New Roman" pitchFamily="18" charset="0"/>
                </a:rPr>
                <a:t>Lỗi battery của thân QCPU</a:t>
              </a:r>
              <a:endParaRPr lang="ko-KR" altLang="en-US" sz="600" b="1">
                <a:latin typeface="Times New Roman" pitchFamily="18" charset="0"/>
                <a:cs typeface="Times New Roman" pitchFamily="18" charset="0"/>
              </a:endParaRPr>
            </a:p>
          </p:txBody>
        </p:sp>
        <p:sp>
          <p:nvSpPr>
            <p:cNvPr id="42026" name="직사각형 36"/>
            <p:cNvSpPr>
              <a:spLocks noChangeArrowheads="1"/>
            </p:cNvSpPr>
            <p:nvPr/>
          </p:nvSpPr>
          <p:spPr bwMode="auto">
            <a:xfrm>
              <a:off x="3203575" y="5578475"/>
              <a:ext cx="1727200" cy="1079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27" name="Rectangle 7"/>
            <p:cNvSpPr>
              <a:spLocks noChangeArrowheads="1"/>
            </p:cNvSpPr>
            <p:nvPr/>
          </p:nvSpPr>
          <p:spPr bwMode="auto">
            <a:xfrm>
              <a:off x="3451225" y="5540375"/>
              <a:ext cx="958917" cy="184666"/>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latin typeface="Times New Roman" pitchFamily="18" charset="0"/>
                  <a:cs typeface="Times New Roman" pitchFamily="18" charset="0"/>
                </a:rPr>
                <a:t>Lỗi battery của thẻ nhớ</a:t>
              </a:r>
              <a:endParaRPr lang="ko-KR" altLang="en-US" sz="600" b="1">
                <a:latin typeface="Times New Roman" pitchFamily="18" charset="0"/>
                <a:cs typeface="Times New Roman" pitchFamily="18" charset="0"/>
              </a:endParaRPr>
            </a:p>
          </p:txBody>
        </p:sp>
        <p:sp>
          <p:nvSpPr>
            <p:cNvPr id="42028" name="Rectangle 7"/>
            <p:cNvSpPr>
              <a:spLocks noChangeArrowheads="1"/>
            </p:cNvSpPr>
            <p:nvPr/>
          </p:nvSpPr>
          <p:spPr bwMode="auto">
            <a:xfrm>
              <a:off x="2968124" y="5121188"/>
              <a:ext cx="1099051" cy="18466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latin typeface="Times New Roman" pitchFamily="18" charset="0"/>
                  <a:cs typeface="Times New Roman" pitchFamily="18" charset="0"/>
                </a:rPr>
                <a:t>Ngoại trừ bit 0, ON</a:t>
              </a:r>
              <a:endParaRPr lang="ko-KR" altLang="en-US" sz="600" b="1">
                <a:latin typeface="Times New Roman" pitchFamily="18" charset="0"/>
                <a:cs typeface="Times New Roman" pitchFamily="18" charset="0"/>
              </a:endParaRPr>
            </a:p>
          </p:txBody>
        </p:sp>
        <p:sp>
          <p:nvSpPr>
            <p:cNvPr id="42029" name="직사각형 40"/>
            <p:cNvSpPr>
              <a:spLocks noChangeArrowheads="1"/>
            </p:cNvSpPr>
            <p:nvPr/>
          </p:nvSpPr>
          <p:spPr bwMode="auto">
            <a:xfrm>
              <a:off x="2120649" y="5553236"/>
              <a:ext cx="960689" cy="26744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42030" name="Rectangle 7"/>
            <p:cNvSpPr>
              <a:spLocks noChangeArrowheads="1"/>
            </p:cNvSpPr>
            <p:nvPr/>
          </p:nvSpPr>
          <p:spPr bwMode="auto">
            <a:xfrm>
              <a:off x="2181225" y="5632450"/>
              <a:ext cx="482824" cy="18466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latin typeface="Times New Roman" pitchFamily="18" charset="0"/>
                  <a:cs typeface="Times New Roman" pitchFamily="18" charset="0"/>
                </a:rPr>
                <a:t>Bit 0 ON</a:t>
              </a:r>
              <a:endParaRPr lang="ko-KR" altLang="en-US" sz="600" b="1">
                <a:latin typeface="Times New Roman" pitchFamily="18" charset="0"/>
                <a:cs typeface="Times New Roman" pitchFamily="18" charset="0"/>
              </a:endParaRPr>
            </a:p>
          </p:txBody>
        </p:sp>
        <p:sp>
          <p:nvSpPr>
            <p:cNvPr id="42031" name="직사각형 42"/>
            <p:cNvSpPr>
              <a:spLocks noChangeArrowheads="1"/>
            </p:cNvSpPr>
            <p:nvPr/>
          </p:nvSpPr>
          <p:spPr bwMode="auto">
            <a:xfrm>
              <a:off x="3203575" y="5878513"/>
              <a:ext cx="1727200" cy="1079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32" name="Rectangle 7"/>
            <p:cNvSpPr>
              <a:spLocks noChangeArrowheads="1"/>
            </p:cNvSpPr>
            <p:nvPr/>
          </p:nvSpPr>
          <p:spPr bwMode="auto">
            <a:xfrm>
              <a:off x="3622675" y="5840413"/>
              <a:ext cx="1180131" cy="184666"/>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latin typeface="Times New Roman" pitchFamily="18" charset="0"/>
                  <a:cs typeface="Times New Roman" pitchFamily="18" charset="0"/>
                </a:rPr>
                <a:t>Tham khảo mục (2) của 10.3.2</a:t>
              </a:r>
              <a:endParaRPr lang="ko-KR" altLang="en-US" sz="600" b="1">
                <a:latin typeface="Times New Roman" pitchFamily="18" charset="0"/>
                <a:cs typeface="Times New Roman" pitchFamily="18" charset="0"/>
              </a:endParaRPr>
            </a:p>
          </p:txBody>
        </p:sp>
        <p:sp>
          <p:nvSpPr>
            <p:cNvPr id="42033" name="직사각형 44"/>
            <p:cNvSpPr>
              <a:spLocks noChangeArrowheads="1"/>
            </p:cNvSpPr>
            <p:nvPr/>
          </p:nvSpPr>
          <p:spPr bwMode="auto">
            <a:xfrm>
              <a:off x="5349875" y="5878513"/>
              <a:ext cx="1439863" cy="1079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34" name="Rectangle 7"/>
            <p:cNvSpPr>
              <a:spLocks noChangeArrowheads="1"/>
            </p:cNvSpPr>
            <p:nvPr/>
          </p:nvSpPr>
          <p:spPr bwMode="auto">
            <a:xfrm>
              <a:off x="5937250" y="5840413"/>
              <a:ext cx="468398" cy="184666"/>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600" b="1">
                  <a:latin typeface="Times New Roman" pitchFamily="18" charset="0"/>
                  <a:cs typeface="Times New Roman" pitchFamily="18" charset="0"/>
                </a:rPr>
                <a:t>Kết thúc</a:t>
              </a:r>
              <a:endParaRPr lang="ko-KR" altLang="en-US" sz="600" b="1">
                <a:latin typeface="Times New Roman" pitchFamily="18" charset="0"/>
                <a:cs typeface="Times New Roman" pitchFamily="18" charset="0"/>
              </a:endParaRPr>
            </a:p>
          </p:txBody>
        </p:sp>
        <p:sp>
          <p:nvSpPr>
            <p:cNvPr id="42035" name="직사각형 46"/>
            <p:cNvSpPr>
              <a:spLocks noChangeArrowheads="1"/>
            </p:cNvSpPr>
            <p:nvPr/>
          </p:nvSpPr>
          <p:spPr bwMode="auto">
            <a:xfrm>
              <a:off x="4629150" y="2206625"/>
              <a:ext cx="1439863" cy="1079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grpSp>
      <p:sp>
        <p:nvSpPr>
          <p:cNvPr id="41992" name="직사각형 5"/>
          <p:cNvSpPr>
            <a:spLocks noChangeArrowheads="1"/>
          </p:cNvSpPr>
          <p:nvPr/>
        </p:nvSpPr>
        <p:spPr bwMode="auto">
          <a:xfrm>
            <a:off x="5673725" y="715963"/>
            <a:ext cx="1798638" cy="8270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1993" name="Rectangle 7"/>
          <p:cNvSpPr>
            <a:spLocks noChangeArrowheads="1"/>
          </p:cNvSpPr>
          <p:nvPr/>
        </p:nvSpPr>
        <p:spPr bwMode="auto">
          <a:xfrm>
            <a:off x="7493000" y="800100"/>
            <a:ext cx="1919288" cy="23018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900" b="1">
                <a:latin typeface="Times New Roman" pitchFamily="18" charset="0"/>
                <a:cs typeface="Times New Roman" pitchFamily="18" charset="0"/>
              </a:rPr>
              <a:t>Thời gian sao chép bằng condensor</a:t>
            </a:r>
            <a:endParaRPr lang="ko-KR" altLang="en-US" sz="900" b="1">
              <a:latin typeface="Times New Roman" pitchFamily="18" charset="0"/>
              <a:cs typeface="Times New Roman" pitchFamily="18" charset="0"/>
            </a:endParaRPr>
          </a:p>
        </p:txBody>
      </p:sp>
      <p:graphicFrame>
        <p:nvGraphicFramePr>
          <p:cNvPr id="5" name="표 4"/>
          <p:cNvGraphicFramePr>
            <a:graphicFrameLocks noGrp="1"/>
          </p:cNvGraphicFramePr>
          <p:nvPr/>
        </p:nvGraphicFramePr>
        <p:xfrm>
          <a:off x="7077075" y="1060450"/>
          <a:ext cx="2373313" cy="549276"/>
        </p:xfrm>
        <a:graphic>
          <a:graphicData uri="http://schemas.openxmlformats.org/drawingml/2006/table">
            <a:tbl>
              <a:tblPr firstRow="1" bandRow="1">
                <a:tableStyleId>{5C22544A-7EE6-4342-B048-85BDC9FD1C3A}</a:tableStyleId>
              </a:tblPr>
              <a:tblGrid>
                <a:gridCol w="2373313"/>
              </a:tblGrid>
              <a:tr h="274638">
                <a:tc>
                  <a:txBody>
                    <a:bodyPr/>
                    <a:lstStyle/>
                    <a:p>
                      <a:pPr algn="ctr" latinLnBrk="1"/>
                      <a:r>
                        <a:rPr lang="en-US" altLang="ko-KR" sz="1100" err="1" smtClean="0">
                          <a:solidFill>
                            <a:schemeClr val="tx1"/>
                          </a:solidFill>
                          <a:latin typeface="Times New Roman" panose="02020603050405020304" pitchFamily="18" charset="0"/>
                          <a:cs typeface="Times New Roman" panose="02020603050405020304" pitchFamily="18" charset="0"/>
                        </a:rPr>
                        <a:t>Thời</a:t>
                      </a:r>
                      <a:r>
                        <a:rPr lang="en-US" altLang="ko-KR" sz="1100" baseline="0" smtClean="0">
                          <a:solidFill>
                            <a:schemeClr val="tx1"/>
                          </a:solidFill>
                          <a:latin typeface="Times New Roman" panose="02020603050405020304" pitchFamily="18" charset="0"/>
                          <a:cs typeface="Times New Roman" panose="02020603050405020304" pitchFamily="18" charset="0"/>
                        </a:rPr>
                        <a:t> </a:t>
                      </a:r>
                      <a:r>
                        <a:rPr lang="en-US" altLang="ko-KR" sz="1100" baseline="0" err="1" smtClean="0">
                          <a:solidFill>
                            <a:schemeClr val="tx1"/>
                          </a:solidFill>
                          <a:latin typeface="Times New Roman" panose="02020603050405020304" pitchFamily="18" charset="0"/>
                          <a:cs typeface="Times New Roman" panose="02020603050405020304" pitchFamily="18" charset="0"/>
                        </a:rPr>
                        <a:t>gian</a:t>
                      </a:r>
                      <a:r>
                        <a:rPr lang="en-US" altLang="ko-KR" sz="1100" baseline="0" smtClean="0">
                          <a:solidFill>
                            <a:schemeClr val="tx1"/>
                          </a:solidFill>
                          <a:latin typeface="Times New Roman" panose="02020603050405020304" pitchFamily="18" charset="0"/>
                          <a:cs typeface="Times New Roman" panose="02020603050405020304" pitchFamily="18" charset="0"/>
                        </a:rPr>
                        <a:t> </a:t>
                      </a:r>
                      <a:r>
                        <a:rPr lang="en-US" altLang="ko-KR" sz="1100" baseline="0" err="1" smtClean="0">
                          <a:solidFill>
                            <a:schemeClr val="tx1"/>
                          </a:solidFill>
                          <a:latin typeface="Times New Roman" panose="02020603050405020304" pitchFamily="18" charset="0"/>
                          <a:cs typeface="Times New Roman" panose="02020603050405020304" pitchFamily="18" charset="0"/>
                        </a:rPr>
                        <a:t>sao</a:t>
                      </a:r>
                      <a:r>
                        <a:rPr lang="en-US" altLang="ko-KR" sz="1100" baseline="0" smtClean="0">
                          <a:solidFill>
                            <a:schemeClr val="tx1"/>
                          </a:solidFill>
                          <a:latin typeface="Times New Roman" panose="02020603050405020304" pitchFamily="18" charset="0"/>
                          <a:cs typeface="Times New Roman" panose="02020603050405020304" pitchFamily="18" charset="0"/>
                        </a:rPr>
                        <a:t> </a:t>
                      </a:r>
                      <a:r>
                        <a:rPr lang="en-US" altLang="ko-KR" sz="1100" baseline="0" err="1" smtClean="0">
                          <a:solidFill>
                            <a:schemeClr val="tx1"/>
                          </a:solidFill>
                          <a:latin typeface="Times New Roman" panose="02020603050405020304" pitchFamily="18" charset="0"/>
                          <a:cs typeface="Times New Roman" panose="02020603050405020304" pitchFamily="18" charset="0"/>
                        </a:rPr>
                        <a:t>chép</a:t>
                      </a:r>
                      <a:r>
                        <a:rPr lang="en-US" altLang="ko-KR" sz="1100" baseline="0" smtClean="0">
                          <a:solidFill>
                            <a:schemeClr val="tx1"/>
                          </a:solidFill>
                          <a:latin typeface="Times New Roman" panose="02020603050405020304" pitchFamily="18" charset="0"/>
                          <a:cs typeface="Times New Roman" panose="02020603050405020304" pitchFamily="18" charset="0"/>
                        </a:rPr>
                        <a:t> </a:t>
                      </a:r>
                      <a:r>
                        <a:rPr lang="en-US" altLang="ko-KR" sz="1100" baseline="0" err="1" smtClean="0">
                          <a:solidFill>
                            <a:schemeClr val="tx1"/>
                          </a:solidFill>
                          <a:latin typeface="Times New Roman" panose="02020603050405020304" pitchFamily="18" charset="0"/>
                          <a:cs typeface="Times New Roman" panose="02020603050405020304" pitchFamily="18" charset="0"/>
                        </a:rPr>
                        <a:t>condensor</a:t>
                      </a:r>
                      <a:r>
                        <a:rPr lang="en-US" altLang="ko-KR" sz="1100" baseline="0" smtClean="0">
                          <a:solidFill>
                            <a:schemeClr val="tx1"/>
                          </a:solidFill>
                          <a:latin typeface="Times New Roman" panose="02020603050405020304" pitchFamily="18" charset="0"/>
                          <a:cs typeface="Times New Roman" panose="02020603050405020304" pitchFamily="18" charset="0"/>
                        </a:rPr>
                        <a:t> </a:t>
                      </a:r>
                      <a:r>
                        <a:rPr lang="en-US" altLang="ko-KR" sz="1100" smtClean="0">
                          <a:solidFill>
                            <a:schemeClr val="tx1"/>
                          </a:solidFill>
                          <a:latin typeface="Times New Roman" panose="02020603050405020304" pitchFamily="18" charset="0"/>
                          <a:cs typeface="Times New Roman" panose="02020603050405020304" pitchFamily="18" charset="0"/>
                        </a:rPr>
                        <a:t>[min]</a:t>
                      </a:r>
                      <a:endParaRPr lang="ko-KR" altLang="en-US" sz="1100">
                        <a:solidFill>
                          <a:schemeClr val="tx1"/>
                        </a:solidFill>
                        <a:latin typeface="Times New Roman" panose="02020603050405020304" pitchFamily="18" charset="0"/>
                        <a:cs typeface="Times New Roman" panose="02020603050405020304" pitchFamily="18" charset="0"/>
                      </a:endParaRPr>
                    </a:p>
                  </a:txBody>
                  <a:tcPr marL="91464" marR="91464" marT="45773" marB="45773">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ap="flat" cmpd="sng" algn="ctr">
                      <a:noFill/>
                      <a:prstDash val="solid"/>
                      <a:round/>
                      <a:headEnd type="none" w="med" len="med"/>
                      <a:tailEnd type="none" w="med" len="med"/>
                    </a:lnTlToBr>
                    <a:lnBlToTr w="12700" cmpd="sng">
                      <a:noFill/>
                      <a:prstDash val="solid"/>
                    </a:lnBlToTr>
                    <a:solidFill>
                      <a:schemeClr val="bg1"/>
                    </a:solidFill>
                  </a:tcPr>
                </a:tc>
              </a:tr>
              <a:tr h="274638">
                <a:tc>
                  <a:txBody>
                    <a:bodyPr/>
                    <a:lstStyle/>
                    <a:p>
                      <a:pPr algn="ctr" latinLnBrk="1"/>
                      <a:r>
                        <a:rPr lang="en-US" altLang="ko-KR" sz="1100" smtClean="0">
                          <a:solidFill>
                            <a:schemeClr val="tx1"/>
                          </a:solidFill>
                          <a:latin typeface="Times New Roman" panose="02020603050405020304" pitchFamily="18" charset="0"/>
                          <a:cs typeface="Times New Roman" panose="02020603050405020304" pitchFamily="18" charset="0"/>
                        </a:rPr>
                        <a:t>3</a:t>
                      </a:r>
                      <a:endParaRPr lang="ko-KR" altLang="en-US" sz="1100">
                        <a:solidFill>
                          <a:schemeClr val="tx1"/>
                        </a:solidFill>
                        <a:latin typeface="Times New Roman" panose="02020603050405020304" pitchFamily="18" charset="0"/>
                        <a:cs typeface="Times New Roman" panose="02020603050405020304" pitchFamily="18" charset="0"/>
                      </a:endParaRPr>
                    </a:p>
                  </a:txBody>
                  <a:tcPr marL="91464" marR="91464" marT="45773" marB="45773">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ap="flat" cmpd="sng" algn="ctr">
                      <a:noFill/>
                      <a:prstDash val="solid"/>
                      <a:round/>
                      <a:headEnd type="none" w="med" len="med"/>
                      <a:tailEnd type="none" w="med" len="med"/>
                    </a:lnTlToBr>
                    <a:lnBlToTr w="12700" cmpd="sng">
                      <a:noFill/>
                      <a:prstDash val="solid"/>
                    </a:lnBlToTr>
                    <a:solidFill>
                      <a:schemeClr val="bg1"/>
                    </a:solidFill>
                  </a:tcPr>
                </a:tc>
              </a:tr>
            </a:tbl>
          </a:graphicData>
        </a:graphic>
      </p:graphicFrame>
      <p:sp>
        <p:nvSpPr>
          <p:cNvPr id="45" name="직사각형 44"/>
          <p:cNvSpPr/>
          <p:nvPr/>
        </p:nvSpPr>
        <p:spPr bwMode="auto">
          <a:xfrm>
            <a:off x="6700242" y="2639531"/>
            <a:ext cx="792758" cy="270837"/>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kumimoji="1" lang="en-US" altLang="ko-KR" sz="1000" b="0" i="0" u="none" strike="noStrike" cap="none" normalizeH="0" baseline="0" err="1" smtClean="0">
                <a:ln>
                  <a:noFill/>
                </a:ln>
                <a:solidFill>
                  <a:schemeClr val="tx1"/>
                </a:solidFill>
                <a:effectLst/>
                <a:latin typeface="Times New Roman" panose="02020603050405020304" pitchFamily="18" charset="0"/>
                <a:cs typeface="Times New Roman" panose="02020603050405020304" pitchFamily="18" charset="0"/>
              </a:rPr>
              <a:t>Mặt</a:t>
            </a:r>
            <a:r>
              <a:rPr kumimoji="1" lang="en-US" altLang="ko-KR" sz="1000" b="0" i="0" u="none" strike="noStrike" cap="none" normalizeH="0" smtClean="0">
                <a:ln>
                  <a:noFill/>
                </a:ln>
                <a:solidFill>
                  <a:schemeClr val="tx1"/>
                </a:solidFill>
                <a:effectLst/>
                <a:latin typeface="Times New Roman" panose="02020603050405020304" pitchFamily="18" charset="0"/>
                <a:cs typeface="Times New Roman" panose="02020603050405020304" pitchFamily="18" charset="0"/>
              </a:rPr>
              <a:t> </a:t>
            </a:r>
            <a:r>
              <a:rPr kumimoji="1" lang="en-US" altLang="ko-KR" sz="1000" b="0" i="0" u="none" strike="noStrike" cap="none" normalizeH="0" err="1" smtClean="0">
                <a:ln>
                  <a:noFill/>
                </a:ln>
                <a:solidFill>
                  <a:schemeClr val="tx1"/>
                </a:solidFill>
                <a:effectLst/>
                <a:latin typeface="Times New Roman" panose="02020603050405020304" pitchFamily="18" charset="0"/>
                <a:cs typeface="Times New Roman" panose="02020603050405020304" pitchFamily="18" charset="0"/>
              </a:rPr>
              <a:t>trước</a:t>
            </a:r>
            <a:endParaRPr kumimoji="1" lang="ko-KR" altLang="en-US" sz="1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509216595"/>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4"/>
          <p:cNvSpPr>
            <a:spLocks noChangeArrowheads="1"/>
          </p:cNvSpPr>
          <p:nvPr/>
        </p:nvSpPr>
        <p:spPr bwMode="auto">
          <a:xfrm>
            <a:off x="679450" y="850900"/>
            <a:ext cx="2797175" cy="27622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1200" b="1">
                <a:latin typeface="Times New Roman" pitchFamily="18" charset="0"/>
                <a:cs typeface="Times New Roman" pitchFamily="18" charset="0"/>
              </a:rPr>
              <a:t>※ Phương pháp đổi battery  thẻ SRAM</a:t>
            </a:r>
            <a:endParaRPr lang="ko-KR" altLang="en-US" sz="1200" b="1">
              <a:latin typeface="Times New Roman" pitchFamily="18" charset="0"/>
              <a:cs typeface="Times New Roman" pitchFamily="18" charset="0"/>
            </a:endParaRPr>
          </a:p>
        </p:txBody>
      </p:sp>
      <p:pic>
        <p:nvPicPr>
          <p:cNvPr id="4301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8700" y="1522413"/>
            <a:ext cx="5292725" cy="4643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012" name="Rectangle 6"/>
          <p:cNvSpPr>
            <a:spLocks noChangeArrowheads="1"/>
          </p:cNvSpPr>
          <p:nvPr/>
        </p:nvSpPr>
        <p:spPr bwMode="auto">
          <a:xfrm>
            <a:off x="5997575" y="2276475"/>
            <a:ext cx="3651250" cy="6921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30000"/>
              </a:lnSpc>
              <a:spcBef>
                <a:spcPct val="0"/>
              </a:spcBef>
              <a:buFontTx/>
              <a:buNone/>
            </a:pPr>
            <a:r>
              <a:rPr lang="en-US" altLang="ko-KR" sz="1000" b="1">
                <a:solidFill>
                  <a:srgbClr val="FF0000"/>
                </a:solidFill>
                <a:latin typeface="Times New Roman" pitchFamily="18" charset="0"/>
                <a:ea typeface="굴림체" pitchFamily="49" charset="-127"/>
                <a:cs typeface="Times New Roman" pitchFamily="18" charset="0"/>
              </a:rPr>
              <a:t>※. Ở trạng thái thẻ SRAM kết nối với battery ở mô đun CPU, chỉ cần ON nguồn điện của PLC thì cũng tiêu hao battery nên cần chú ý.</a:t>
            </a:r>
            <a:endParaRPr lang="ko-KR" altLang="en-US" sz="1000" b="1">
              <a:solidFill>
                <a:srgbClr val="FF0000"/>
              </a:solidFill>
              <a:latin typeface="Times New Roman" pitchFamily="18" charset="0"/>
              <a:ea typeface="굴림체" pitchFamily="49" charset="-127"/>
              <a:cs typeface="Times New Roman" pitchFamily="18" charset="0"/>
            </a:endParaRPr>
          </a:p>
        </p:txBody>
      </p:sp>
      <p:sp>
        <p:nvSpPr>
          <p:cNvPr id="43013" name="Rectangle 8"/>
          <p:cNvSpPr>
            <a:spLocks noChangeArrowheads="1"/>
          </p:cNvSpPr>
          <p:nvPr/>
        </p:nvSpPr>
        <p:spPr bwMode="auto">
          <a:xfrm>
            <a:off x="5997575" y="3402013"/>
            <a:ext cx="3652838" cy="11699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40000"/>
              </a:lnSpc>
              <a:spcBef>
                <a:spcPct val="0"/>
              </a:spcBef>
              <a:buFontTx/>
              <a:buNone/>
            </a:pPr>
            <a:r>
              <a:rPr lang="en-US" altLang="ko-KR" sz="1000" b="1">
                <a:solidFill>
                  <a:srgbClr val="FF0000"/>
                </a:solidFill>
                <a:latin typeface="Times New Roman" pitchFamily="18" charset="0"/>
                <a:ea typeface="굴림체" pitchFamily="49" charset="-127"/>
                <a:cs typeface="Times New Roman" pitchFamily="18" charset="0"/>
              </a:rPr>
              <a:t>※. Phải đổi battery của thẻ SRAM trong trạng thái đã ON nguồn điện của PLC và thẻ SRAM đã được gắn ở CPU để duy trì data.</a:t>
            </a:r>
            <a:endParaRPr lang="ko-KR" altLang="en-US" sz="1000" b="1">
              <a:solidFill>
                <a:srgbClr val="FF0000"/>
              </a:solidFill>
              <a:latin typeface="Times New Roman" pitchFamily="18" charset="0"/>
              <a:ea typeface="굴림체" pitchFamily="49" charset="-127"/>
              <a:cs typeface="Times New Roman" pitchFamily="18" charset="0"/>
            </a:endParaRPr>
          </a:p>
          <a:p>
            <a:pPr eaLnBrk="1" hangingPunct="1">
              <a:lnSpc>
                <a:spcPct val="140000"/>
              </a:lnSpc>
              <a:spcBef>
                <a:spcPct val="0"/>
              </a:spcBef>
              <a:buFontTx/>
              <a:buNone/>
            </a:pPr>
            <a:r>
              <a:rPr lang="ko-KR" altLang="en-US" sz="1000" b="1">
                <a:solidFill>
                  <a:srgbClr val="FF0000"/>
                </a:solidFill>
                <a:latin typeface="Times New Roman" pitchFamily="18" charset="0"/>
                <a:ea typeface="굴림체" pitchFamily="49" charset="-127"/>
                <a:cs typeface="Times New Roman" pitchFamily="18" charset="0"/>
              </a:rPr>
              <a:t>      →</a:t>
            </a:r>
            <a:r>
              <a:rPr lang="en-US" altLang="ko-KR" sz="1000" b="1">
                <a:solidFill>
                  <a:srgbClr val="FF0000"/>
                </a:solidFill>
                <a:latin typeface="Times New Roman" pitchFamily="18" charset="0"/>
                <a:ea typeface="굴림체" pitchFamily="49" charset="-127"/>
                <a:cs typeface="Times New Roman" pitchFamily="18" charset="0"/>
              </a:rPr>
              <a:t>Nếu đổi battery trong trạng thái thẻ SRAM đã bị tháo ra thì DATA bị xóa. </a:t>
            </a:r>
          </a:p>
        </p:txBody>
      </p:sp>
      <p:sp>
        <p:nvSpPr>
          <p:cNvPr id="43014" name="Rectangle 8"/>
          <p:cNvSpPr>
            <a:spLocks noChangeArrowheads="1"/>
          </p:cNvSpPr>
          <p:nvPr/>
        </p:nvSpPr>
        <p:spPr bwMode="auto">
          <a:xfrm>
            <a:off x="60325" y="53975"/>
            <a:ext cx="3255963"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vi-VN" altLang="ko-KR" sz="1800" b="1">
                <a:latin typeface="Times New Roman" pitchFamily="18" charset="0"/>
                <a:cs typeface="Times New Roman" pitchFamily="18" charset="0"/>
              </a:rPr>
              <a:t>1.Tìm hiểu cấu tạo cơ bản PLC</a:t>
            </a:r>
            <a:endParaRPr lang="ko-KR" altLang="en-US" sz="1800" b="1">
              <a:latin typeface="Times New Roman" pitchFamily="18" charset="0"/>
              <a:cs typeface="Times New Roman" pitchFamily="18" charset="0"/>
            </a:endParaRPr>
          </a:p>
        </p:txBody>
      </p:sp>
      <p:sp>
        <p:nvSpPr>
          <p:cNvPr id="43015" name="Rectangle 10"/>
          <p:cNvSpPr>
            <a:spLocks noChangeArrowheads="1"/>
          </p:cNvSpPr>
          <p:nvPr/>
        </p:nvSpPr>
        <p:spPr bwMode="auto">
          <a:xfrm>
            <a:off x="8197850" y="77788"/>
            <a:ext cx="1847850" cy="338137"/>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600" b="1">
                <a:latin typeface="Times New Roman" pitchFamily="18" charset="0"/>
                <a:cs typeface="Times New Roman" pitchFamily="18" charset="0"/>
              </a:rPr>
              <a:t>2.Cấu tạo của PLC</a:t>
            </a:r>
            <a:endParaRPr lang="ko-KR" altLang="en-US" sz="1600" b="1">
              <a:latin typeface="Times New Roman" pitchFamily="18" charset="0"/>
              <a:cs typeface="Times New Roman" pitchFamily="18" charset="0"/>
            </a:endParaRPr>
          </a:p>
        </p:txBody>
      </p:sp>
      <p:sp>
        <p:nvSpPr>
          <p:cNvPr id="43016" name="직사각형 7"/>
          <p:cNvSpPr>
            <a:spLocks noChangeArrowheads="1"/>
          </p:cNvSpPr>
          <p:nvPr/>
        </p:nvSpPr>
        <p:spPr bwMode="auto">
          <a:xfrm>
            <a:off x="1127125" y="1635125"/>
            <a:ext cx="1871663" cy="3238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3017" name="Rectangle 7"/>
          <p:cNvSpPr>
            <a:spLocks noChangeArrowheads="1"/>
          </p:cNvSpPr>
          <p:nvPr/>
        </p:nvSpPr>
        <p:spPr bwMode="auto">
          <a:xfrm>
            <a:off x="1135063" y="1597025"/>
            <a:ext cx="1727200" cy="4000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800" b="1">
                <a:latin typeface="Times New Roman" pitchFamily="18" charset="0"/>
                <a:cs typeface="Times New Roman" pitchFamily="18" charset="0"/>
              </a:rPr>
              <a:t>Chuyển switch cố định </a:t>
            </a:r>
          </a:p>
          <a:p>
            <a:pPr eaLnBrk="1" hangingPunct="1">
              <a:lnSpc>
                <a:spcPct val="100000"/>
              </a:lnSpc>
              <a:spcBef>
                <a:spcPct val="50000"/>
              </a:spcBef>
              <a:buFontTx/>
              <a:buNone/>
            </a:pPr>
            <a:r>
              <a:rPr lang="en-US" altLang="ko-KR" sz="800" b="1">
                <a:latin typeface="Times New Roman" pitchFamily="18" charset="0"/>
                <a:cs typeface="Times New Roman" pitchFamily="18" charset="0"/>
              </a:rPr>
              <a:t>holder pin sang vị trí RELEASE .</a:t>
            </a:r>
            <a:endParaRPr lang="ko-KR" altLang="en-US" sz="800" b="1">
              <a:latin typeface="Times New Roman" pitchFamily="18" charset="0"/>
              <a:cs typeface="Times New Roman" pitchFamily="18" charset="0"/>
            </a:endParaRPr>
          </a:p>
        </p:txBody>
      </p:sp>
      <p:sp>
        <p:nvSpPr>
          <p:cNvPr id="43018" name="직사각형 9"/>
          <p:cNvSpPr>
            <a:spLocks noChangeArrowheads="1"/>
          </p:cNvSpPr>
          <p:nvPr/>
        </p:nvSpPr>
        <p:spPr bwMode="auto">
          <a:xfrm>
            <a:off x="1127125" y="2514600"/>
            <a:ext cx="1871663" cy="1444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3019" name="Rectangle 7"/>
          <p:cNvSpPr>
            <a:spLocks noChangeArrowheads="1"/>
          </p:cNvSpPr>
          <p:nvPr/>
        </p:nvSpPr>
        <p:spPr bwMode="auto">
          <a:xfrm>
            <a:off x="1135063" y="2474913"/>
            <a:ext cx="1509712" cy="21590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800" b="1">
                <a:latin typeface="Times New Roman" pitchFamily="18" charset="0"/>
                <a:cs typeface="Times New Roman" pitchFamily="18" charset="0"/>
              </a:rPr>
              <a:t>Kéo holder pin của thẻ SRAM</a:t>
            </a:r>
            <a:endParaRPr lang="ko-KR" altLang="en-US" sz="800" b="1">
              <a:latin typeface="Times New Roman" pitchFamily="18" charset="0"/>
              <a:cs typeface="Times New Roman" pitchFamily="18" charset="0"/>
            </a:endParaRPr>
          </a:p>
        </p:txBody>
      </p:sp>
      <p:sp>
        <p:nvSpPr>
          <p:cNvPr id="43020" name="직사각형 11"/>
          <p:cNvSpPr>
            <a:spLocks noChangeArrowheads="1"/>
          </p:cNvSpPr>
          <p:nvPr/>
        </p:nvSpPr>
        <p:spPr bwMode="auto">
          <a:xfrm>
            <a:off x="1127125" y="3090863"/>
            <a:ext cx="1871663" cy="3238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3021" name="Rectangle 7"/>
          <p:cNvSpPr>
            <a:spLocks noChangeArrowheads="1"/>
          </p:cNvSpPr>
          <p:nvPr/>
        </p:nvSpPr>
        <p:spPr bwMode="auto">
          <a:xfrm>
            <a:off x="1531938" y="3049588"/>
            <a:ext cx="1169987" cy="4000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800" b="1">
                <a:latin typeface="Times New Roman" pitchFamily="18" charset="0"/>
                <a:cs typeface="Times New Roman" pitchFamily="18" charset="0"/>
              </a:rPr>
              <a:t>Đặt mặt + của battery </a:t>
            </a:r>
          </a:p>
          <a:p>
            <a:pPr eaLnBrk="1" hangingPunct="1">
              <a:lnSpc>
                <a:spcPct val="100000"/>
              </a:lnSpc>
              <a:spcBef>
                <a:spcPct val="50000"/>
              </a:spcBef>
              <a:buFontTx/>
              <a:buNone/>
            </a:pPr>
            <a:r>
              <a:rPr lang="en-US" altLang="ko-KR" sz="800" b="1">
                <a:latin typeface="Times New Roman" pitchFamily="18" charset="0"/>
                <a:cs typeface="Times New Roman" pitchFamily="18" charset="0"/>
              </a:rPr>
              <a:t>hướng lên trên</a:t>
            </a:r>
            <a:endParaRPr lang="ko-KR" altLang="en-US" sz="800" b="1">
              <a:latin typeface="Times New Roman" pitchFamily="18" charset="0"/>
              <a:cs typeface="Times New Roman" pitchFamily="18" charset="0"/>
            </a:endParaRPr>
          </a:p>
        </p:txBody>
      </p:sp>
      <p:sp>
        <p:nvSpPr>
          <p:cNvPr id="43022" name="직사각형 13"/>
          <p:cNvSpPr>
            <a:spLocks noChangeArrowheads="1"/>
          </p:cNvSpPr>
          <p:nvPr/>
        </p:nvSpPr>
        <p:spPr bwMode="auto">
          <a:xfrm>
            <a:off x="1127125" y="3863975"/>
            <a:ext cx="1871663" cy="504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3023" name="Rectangle 7"/>
          <p:cNvSpPr>
            <a:spLocks noChangeArrowheads="1"/>
          </p:cNvSpPr>
          <p:nvPr/>
        </p:nvSpPr>
        <p:spPr bwMode="auto">
          <a:xfrm>
            <a:off x="1316038" y="3824288"/>
            <a:ext cx="1552575" cy="4000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800" b="1">
                <a:latin typeface="Times New Roman" pitchFamily="18" charset="0"/>
                <a:cs typeface="Times New Roman" pitchFamily="18" charset="0"/>
              </a:rPr>
              <a:t>Ghép holder pin đã đặt battery</a:t>
            </a:r>
          </a:p>
          <a:p>
            <a:pPr eaLnBrk="1" hangingPunct="1">
              <a:lnSpc>
                <a:spcPct val="100000"/>
              </a:lnSpc>
              <a:spcBef>
                <a:spcPct val="50000"/>
              </a:spcBef>
              <a:buFontTx/>
              <a:buNone/>
            </a:pPr>
            <a:r>
              <a:rPr lang="en-US" altLang="ko-KR" sz="800" b="1">
                <a:latin typeface="Times New Roman" pitchFamily="18" charset="0"/>
                <a:cs typeface="Times New Roman" pitchFamily="18" charset="0"/>
              </a:rPr>
              <a:t>vào trong thẻ nhớ</a:t>
            </a:r>
            <a:endParaRPr lang="ko-KR" altLang="en-US" sz="800" b="1">
              <a:latin typeface="Times New Roman" pitchFamily="18" charset="0"/>
              <a:cs typeface="Times New Roman" pitchFamily="18" charset="0"/>
            </a:endParaRPr>
          </a:p>
        </p:txBody>
      </p:sp>
      <p:sp>
        <p:nvSpPr>
          <p:cNvPr id="43024" name="직사각형 15"/>
          <p:cNvSpPr>
            <a:spLocks noChangeArrowheads="1"/>
          </p:cNvSpPr>
          <p:nvPr/>
        </p:nvSpPr>
        <p:spPr bwMode="auto">
          <a:xfrm>
            <a:off x="1127125" y="4810125"/>
            <a:ext cx="1871663" cy="3238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3025" name="Rectangle 7"/>
          <p:cNvSpPr>
            <a:spLocks noChangeArrowheads="1"/>
          </p:cNvSpPr>
          <p:nvPr/>
        </p:nvSpPr>
        <p:spPr bwMode="auto">
          <a:xfrm>
            <a:off x="1135063" y="4770438"/>
            <a:ext cx="1597025" cy="4000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800" b="1">
                <a:latin typeface="Times New Roman" pitchFamily="18" charset="0"/>
                <a:cs typeface="Times New Roman" pitchFamily="18" charset="0"/>
              </a:rPr>
              <a:t>Kiểm tra xem switch holder pin </a:t>
            </a:r>
          </a:p>
          <a:p>
            <a:pPr eaLnBrk="1" hangingPunct="1">
              <a:lnSpc>
                <a:spcPct val="100000"/>
              </a:lnSpc>
              <a:spcBef>
                <a:spcPct val="50000"/>
              </a:spcBef>
              <a:buFontTx/>
              <a:buNone/>
            </a:pPr>
            <a:r>
              <a:rPr lang="en-US" altLang="ko-KR" sz="800" b="1">
                <a:latin typeface="Times New Roman" pitchFamily="18" charset="0"/>
                <a:cs typeface="Times New Roman" pitchFamily="18" charset="0"/>
              </a:rPr>
              <a:t>có ở vị trí của LOCK hay chưa</a:t>
            </a:r>
            <a:endParaRPr lang="ko-KR" altLang="en-US" sz="800" b="1">
              <a:latin typeface="Times New Roman" pitchFamily="18" charset="0"/>
              <a:cs typeface="Times New Roman" pitchFamily="18" charset="0"/>
            </a:endParaRPr>
          </a:p>
        </p:txBody>
      </p:sp>
      <p:sp>
        <p:nvSpPr>
          <p:cNvPr id="43026" name="직사각형 17"/>
          <p:cNvSpPr>
            <a:spLocks noChangeArrowheads="1"/>
          </p:cNvSpPr>
          <p:nvPr/>
        </p:nvSpPr>
        <p:spPr bwMode="auto">
          <a:xfrm>
            <a:off x="1208088" y="5572125"/>
            <a:ext cx="1692275" cy="1444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3027" name="Rectangle 7"/>
          <p:cNvSpPr>
            <a:spLocks noChangeArrowheads="1"/>
          </p:cNvSpPr>
          <p:nvPr/>
        </p:nvSpPr>
        <p:spPr bwMode="auto">
          <a:xfrm>
            <a:off x="1892300" y="5530850"/>
            <a:ext cx="563563" cy="21590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800" b="1">
                <a:latin typeface="Times New Roman" pitchFamily="18" charset="0"/>
                <a:cs typeface="Times New Roman" pitchFamily="18" charset="0"/>
              </a:rPr>
              <a:t>Kết thúc</a:t>
            </a:r>
            <a:endParaRPr lang="ko-KR" altLang="en-US" sz="800" b="1">
              <a:latin typeface="Times New Roman" pitchFamily="18" charset="0"/>
              <a:cs typeface="Times New Roman" pitchFamily="18" charset="0"/>
            </a:endParaRPr>
          </a:p>
        </p:txBody>
      </p:sp>
      <p:sp>
        <p:nvSpPr>
          <p:cNvPr id="43028" name="직사각형 19"/>
          <p:cNvSpPr>
            <a:spLocks noChangeArrowheads="1"/>
          </p:cNvSpPr>
          <p:nvPr/>
        </p:nvSpPr>
        <p:spPr bwMode="auto">
          <a:xfrm>
            <a:off x="3675063" y="5427663"/>
            <a:ext cx="2735262" cy="6477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3029" name="Rectangle 7"/>
          <p:cNvSpPr>
            <a:spLocks noChangeArrowheads="1"/>
          </p:cNvSpPr>
          <p:nvPr/>
        </p:nvSpPr>
        <p:spPr bwMode="auto">
          <a:xfrm>
            <a:off x="3675063" y="5491163"/>
            <a:ext cx="3946525" cy="4000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800" b="1">
                <a:latin typeface="Times New Roman" pitchFamily="18" charset="0"/>
                <a:cs typeface="Times New Roman" pitchFamily="18" charset="0"/>
              </a:rPr>
              <a:t>※ Nếu lấy holder pin ra thì switch cố định holder pin tự động chuyển về vị trí LOCK.</a:t>
            </a:r>
          </a:p>
          <a:p>
            <a:pPr eaLnBrk="1" hangingPunct="1">
              <a:lnSpc>
                <a:spcPct val="100000"/>
              </a:lnSpc>
              <a:spcBef>
                <a:spcPct val="50000"/>
              </a:spcBef>
              <a:buFontTx/>
              <a:buNone/>
            </a:pPr>
            <a:r>
              <a:rPr lang="ko-KR" altLang="en-US" sz="800" b="1">
                <a:latin typeface="Times New Roman" pitchFamily="18" charset="0"/>
                <a:cs typeface="Times New Roman" pitchFamily="18" charset="0"/>
              </a:rPr>
              <a:t>    </a:t>
            </a:r>
            <a:r>
              <a:rPr lang="en-US" altLang="ko-KR" sz="800" b="1">
                <a:latin typeface="Times New Roman" pitchFamily="18" charset="0"/>
                <a:cs typeface="Times New Roman" pitchFamily="18" charset="0"/>
              </a:rPr>
              <a:t>Trong trạng thái đó, đẩy sâu holder pin vào trong.</a:t>
            </a:r>
            <a:endParaRPr lang="ko-KR" altLang="en-US" sz="800" b="1">
              <a:latin typeface="Times New Roman" pitchFamily="18" charset="0"/>
              <a:cs typeface="Times New Roman" pitchFamily="18" charset="0"/>
            </a:endParaRPr>
          </a:p>
        </p:txBody>
      </p:sp>
      <p:sp>
        <p:nvSpPr>
          <p:cNvPr id="43030" name="직사각형 21"/>
          <p:cNvSpPr>
            <a:spLocks noChangeArrowheads="1"/>
          </p:cNvSpPr>
          <p:nvPr/>
        </p:nvSpPr>
        <p:spPr bwMode="auto">
          <a:xfrm>
            <a:off x="3675063" y="5207000"/>
            <a:ext cx="1692275" cy="1444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3031" name="Rectangle 7"/>
          <p:cNvSpPr>
            <a:spLocks noChangeArrowheads="1"/>
          </p:cNvSpPr>
          <p:nvPr/>
        </p:nvSpPr>
        <p:spPr bwMode="auto">
          <a:xfrm>
            <a:off x="4232275" y="5165725"/>
            <a:ext cx="749300" cy="21590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800" b="1">
                <a:latin typeface="Times New Roman" pitchFamily="18" charset="0"/>
                <a:cs typeface="Times New Roman" pitchFamily="18" charset="0"/>
              </a:rPr>
              <a:t>Vị trí LOCK</a:t>
            </a:r>
            <a:endParaRPr lang="ko-KR" altLang="en-US" sz="800" b="1">
              <a:latin typeface="Times New Roman" pitchFamily="18" charset="0"/>
              <a:cs typeface="Times New Roman" pitchFamily="18" charset="0"/>
            </a:endParaRPr>
          </a:p>
        </p:txBody>
      </p:sp>
      <p:sp>
        <p:nvSpPr>
          <p:cNvPr id="43032" name="직사각형 23"/>
          <p:cNvSpPr>
            <a:spLocks noChangeArrowheads="1"/>
          </p:cNvSpPr>
          <p:nvPr/>
        </p:nvSpPr>
        <p:spPr bwMode="auto">
          <a:xfrm>
            <a:off x="5095875" y="2846388"/>
            <a:ext cx="757238" cy="4540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43033" name="Rectangle 7"/>
          <p:cNvSpPr>
            <a:spLocks noChangeArrowheads="1"/>
          </p:cNvSpPr>
          <p:nvPr/>
        </p:nvSpPr>
        <p:spPr bwMode="auto">
          <a:xfrm>
            <a:off x="5100638" y="2960688"/>
            <a:ext cx="531812" cy="21590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800" b="1"/>
              <a:t>Ký hiệu</a:t>
            </a:r>
            <a:endParaRPr lang="ko-KR" altLang="en-US" sz="800" b="1"/>
          </a:p>
        </p:txBody>
      </p:sp>
      <p:sp>
        <p:nvSpPr>
          <p:cNvPr id="43034" name="직사각형 25"/>
          <p:cNvSpPr>
            <a:spLocks noChangeArrowheads="1"/>
          </p:cNvSpPr>
          <p:nvPr/>
        </p:nvSpPr>
        <p:spPr bwMode="auto">
          <a:xfrm>
            <a:off x="4530725" y="2136775"/>
            <a:ext cx="935038" cy="1444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3035" name="Rectangle 7"/>
          <p:cNvSpPr>
            <a:spLocks noChangeArrowheads="1"/>
          </p:cNvSpPr>
          <p:nvPr/>
        </p:nvSpPr>
        <p:spPr bwMode="auto">
          <a:xfrm>
            <a:off x="4510088" y="2097088"/>
            <a:ext cx="952500" cy="21590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800" b="1">
                <a:latin typeface="Times New Roman" pitchFamily="18" charset="0"/>
                <a:cs typeface="Times New Roman" pitchFamily="18" charset="0"/>
              </a:rPr>
              <a:t>Vị trí RELEASE </a:t>
            </a:r>
            <a:endParaRPr lang="ko-KR" altLang="en-US" sz="800" b="1">
              <a:latin typeface="Times New Roman" pitchFamily="18" charset="0"/>
              <a:cs typeface="Times New Roman" pitchFamily="18" charset="0"/>
            </a:endParaRPr>
          </a:p>
        </p:txBody>
      </p:sp>
      <p:sp>
        <p:nvSpPr>
          <p:cNvPr id="43036" name="직사각형 27"/>
          <p:cNvSpPr>
            <a:spLocks noChangeArrowheads="1"/>
          </p:cNvSpPr>
          <p:nvPr/>
        </p:nvSpPr>
        <p:spPr bwMode="auto">
          <a:xfrm>
            <a:off x="4854575" y="1492250"/>
            <a:ext cx="935038" cy="3238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3037" name="Rectangle 7"/>
          <p:cNvSpPr>
            <a:spLocks noChangeArrowheads="1"/>
          </p:cNvSpPr>
          <p:nvPr/>
        </p:nvSpPr>
        <p:spPr bwMode="auto">
          <a:xfrm>
            <a:off x="4808538" y="1444625"/>
            <a:ext cx="855662" cy="4000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800" b="1">
                <a:latin typeface="Times New Roman" pitchFamily="18" charset="0"/>
                <a:cs typeface="Times New Roman" pitchFamily="18" charset="0"/>
              </a:rPr>
              <a:t>Giữ pin</a:t>
            </a:r>
          </a:p>
          <a:p>
            <a:pPr eaLnBrk="1" hangingPunct="1">
              <a:lnSpc>
                <a:spcPct val="100000"/>
              </a:lnSpc>
              <a:spcBef>
                <a:spcPct val="50000"/>
              </a:spcBef>
              <a:buFontTx/>
              <a:buNone/>
            </a:pPr>
            <a:r>
              <a:rPr lang="en-US" altLang="ko-KR" sz="800" b="1">
                <a:latin typeface="Times New Roman" pitchFamily="18" charset="0"/>
                <a:cs typeface="Times New Roman" pitchFamily="18" charset="0"/>
              </a:rPr>
              <a:t>Switch cố  định</a:t>
            </a:r>
            <a:endParaRPr lang="ko-KR" altLang="en-US" sz="800" b="1">
              <a:latin typeface="Times New Roman" pitchFamily="18" charset="0"/>
              <a:cs typeface="Times New Roman" pitchFamily="18" charset="0"/>
            </a:endParaRPr>
          </a:p>
        </p:txBody>
      </p:sp>
      <p:sp>
        <p:nvSpPr>
          <p:cNvPr id="43038" name="직사각형 29"/>
          <p:cNvSpPr>
            <a:spLocks noChangeArrowheads="1"/>
          </p:cNvSpPr>
          <p:nvPr/>
        </p:nvSpPr>
        <p:spPr bwMode="auto">
          <a:xfrm>
            <a:off x="3562350" y="1520825"/>
            <a:ext cx="936625" cy="1793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Tree>
    <p:extLst>
      <p:ext uri="{BB962C8B-B14F-4D97-AF65-F5344CB8AC3E}">
        <p14:creationId xmlns:p14="http://schemas.microsoft.com/office/powerpoint/2010/main" val="3228223296"/>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95"/>
          <p:cNvSpPr>
            <a:spLocks noChangeArrowheads="1"/>
          </p:cNvSpPr>
          <p:nvPr/>
        </p:nvSpPr>
        <p:spPr bwMode="auto">
          <a:xfrm>
            <a:off x="3981450" y="4075113"/>
            <a:ext cx="1943100" cy="277812"/>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r>
              <a:rPr lang="en-US" altLang="ko-KR" sz="1200">
                <a:latin typeface="Times New Roman" pitchFamily="18" charset="0"/>
                <a:cs typeface="Times New Roman" pitchFamily="18" charset="0"/>
              </a:rPr>
              <a:t>[Bảng 1] Thiết bị I/O</a:t>
            </a:r>
            <a:endParaRPr lang="ko-KR" altLang="en-US" sz="1200">
              <a:latin typeface="Times New Roman" pitchFamily="18" charset="0"/>
              <a:cs typeface="Times New Roman" pitchFamily="18" charset="0"/>
            </a:endParaRPr>
          </a:p>
        </p:txBody>
      </p:sp>
      <p:sp>
        <p:nvSpPr>
          <p:cNvPr id="52227" name="Rectangle 96"/>
          <p:cNvSpPr>
            <a:spLocks noChangeArrowheads="1"/>
          </p:cNvSpPr>
          <p:nvPr/>
        </p:nvSpPr>
        <p:spPr bwMode="auto">
          <a:xfrm>
            <a:off x="52388" y="647700"/>
            <a:ext cx="2708275" cy="33813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600" b="1">
                <a:latin typeface="Times New Roman" pitchFamily="18" charset="0"/>
                <a:cs typeface="Times New Roman" pitchFamily="18" charset="0"/>
              </a:rPr>
              <a:t>3. Vai trò của từng PLC Unit</a:t>
            </a:r>
            <a:endParaRPr lang="ko-KR" altLang="en-US" sz="1600" b="1">
              <a:latin typeface="Times New Roman" pitchFamily="18" charset="0"/>
              <a:cs typeface="Times New Roman" pitchFamily="18" charset="0"/>
            </a:endParaRPr>
          </a:p>
        </p:txBody>
      </p:sp>
      <p:sp>
        <p:nvSpPr>
          <p:cNvPr id="52228" name="Rectangle 97"/>
          <p:cNvSpPr>
            <a:spLocks noChangeArrowheads="1"/>
          </p:cNvSpPr>
          <p:nvPr/>
        </p:nvSpPr>
        <p:spPr bwMode="auto">
          <a:xfrm>
            <a:off x="60325" y="53975"/>
            <a:ext cx="3255963"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vi-VN" altLang="ko-KR" sz="1800" b="1">
                <a:latin typeface="Times New Roman" pitchFamily="18" charset="0"/>
                <a:cs typeface="Times New Roman" pitchFamily="18" charset="0"/>
              </a:rPr>
              <a:t>1.Tìm hiểu cấu tạo cơ bản PLC</a:t>
            </a:r>
            <a:endParaRPr lang="ko-KR" altLang="en-US" sz="1800" b="1">
              <a:latin typeface="Times New Roman" pitchFamily="18" charset="0"/>
              <a:cs typeface="Times New Roman" pitchFamily="18" charset="0"/>
            </a:endParaRPr>
          </a:p>
        </p:txBody>
      </p:sp>
      <p:sp>
        <p:nvSpPr>
          <p:cNvPr id="52229" name="Rectangle 98"/>
          <p:cNvSpPr>
            <a:spLocks noChangeArrowheads="1"/>
          </p:cNvSpPr>
          <p:nvPr/>
        </p:nvSpPr>
        <p:spPr bwMode="auto">
          <a:xfrm>
            <a:off x="7653338" y="79375"/>
            <a:ext cx="2347912" cy="33813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600" b="1">
                <a:latin typeface="Times New Roman" pitchFamily="18" charset="0"/>
                <a:cs typeface="Times New Roman" pitchFamily="18" charset="0"/>
              </a:rPr>
              <a:t>3. Vai trò từng PLC Unit</a:t>
            </a:r>
            <a:endParaRPr lang="ko-KR" altLang="en-US" sz="1600" b="1">
              <a:latin typeface="Times New Roman" pitchFamily="18" charset="0"/>
              <a:cs typeface="Times New Roman" pitchFamily="18" charset="0"/>
            </a:endParaRPr>
          </a:p>
        </p:txBody>
      </p:sp>
      <p:sp>
        <p:nvSpPr>
          <p:cNvPr id="52230" name="Text Box 2"/>
          <p:cNvSpPr txBox="1">
            <a:spLocks noChangeArrowheads="1"/>
          </p:cNvSpPr>
          <p:nvPr/>
        </p:nvSpPr>
        <p:spPr bwMode="auto">
          <a:xfrm>
            <a:off x="373063" y="1068388"/>
            <a:ext cx="9188450" cy="270192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70000"/>
              </a:lnSpc>
              <a:spcBef>
                <a:spcPct val="50000"/>
              </a:spcBef>
              <a:buFontTx/>
              <a:buNone/>
            </a:pPr>
            <a:r>
              <a:rPr lang="en-US" altLang="ko-KR" sz="1300" b="1">
                <a:latin typeface="Times New Roman" pitchFamily="18" charset="0"/>
                <a:cs typeface="Times New Roman" pitchFamily="18" charset="0"/>
              </a:rPr>
              <a:t> </a:t>
            </a:r>
            <a:r>
              <a:rPr lang="en-US" altLang="ko-KR" sz="1400" b="1">
                <a:latin typeface="Times New Roman" pitchFamily="18" charset="0"/>
                <a:cs typeface="Times New Roman" pitchFamily="18" charset="0"/>
              </a:rPr>
              <a:t>3-1. Unit đầu vào-đầu ra của PLC.</a:t>
            </a:r>
            <a:br>
              <a:rPr lang="en-US" altLang="ko-KR" sz="1400" b="1">
                <a:latin typeface="Times New Roman" pitchFamily="18" charset="0"/>
                <a:cs typeface="Times New Roman" pitchFamily="18" charset="0"/>
              </a:rPr>
            </a:br>
            <a:endParaRPr lang="en-US" altLang="ko-KR" sz="1400" b="1">
              <a:latin typeface="Times New Roman" pitchFamily="18" charset="0"/>
              <a:cs typeface="Times New Roman" pitchFamily="18" charset="0"/>
            </a:endParaRPr>
          </a:p>
          <a:p>
            <a:pPr eaLnBrk="1" hangingPunct="1">
              <a:lnSpc>
                <a:spcPct val="100000"/>
              </a:lnSpc>
              <a:spcBef>
                <a:spcPct val="50000"/>
              </a:spcBef>
              <a:buFontTx/>
              <a:buNone/>
            </a:pPr>
            <a:r>
              <a:rPr lang="en-US" altLang="ko-KR" sz="1200">
                <a:solidFill>
                  <a:srgbClr val="404040"/>
                </a:solidFill>
                <a:latin typeface="Times New Roman" pitchFamily="18" charset="0"/>
                <a:cs typeface="Times New Roman" pitchFamily="18" charset="0"/>
              </a:rPr>
              <a:t>   Gắn trực tiếp đầu vào-đầu ra của PLC vào thiết bị bên ngoài hiện trường sau đó sử dụng.</a:t>
            </a:r>
          </a:p>
          <a:p>
            <a:pPr eaLnBrk="1" hangingPunct="1">
              <a:lnSpc>
                <a:spcPct val="100000"/>
              </a:lnSpc>
              <a:spcBef>
                <a:spcPct val="50000"/>
              </a:spcBef>
              <a:buFontTx/>
              <a:buNone/>
            </a:pPr>
            <a:r>
              <a:rPr lang="en-US" altLang="ko-KR" sz="1200">
                <a:solidFill>
                  <a:srgbClr val="404040"/>
                </a:solidFill>
                <a:latin typeface="Times New Roman" pitchFamily="18" charset="0"/>
                <a:cs typeface="Times New Roman" pitchFamily="18" charset="0"/>
              </a:rPr>
              <a:t>   Bên trong PLC sử dụng nguồn điện (TTL level) của DC+5(V) nhưng vì đầu vào đầu ra sử dụng level điện áp khác nên kết nối (interface) đầu vào đầu ra với bên trong PLC là yếu tố quyết định của an toàn hệ thống.</a:t>
            </a:r>
          </a:p>
          <a:p>
            <a:pPr eaLnBrk="1" hangingPunct="1">
              <a:lnSpc>
                <a:spcPct val="100000"/>
              </a:lnSpc>
              <a:spcBef>
                <a:spcPct val="50000"/>
              </a:spcBef>
              <a:buFontTx/>
              <a:buNone/>
            </a:pPr>
            <a:r>
              <a:rPr lang="en-US" altLang="ko-KR" sz="1200">
                <a:solidFill>
                  <a:srgbClr val="404040"/>
                </a:solidFill>
                <a:latin typeface="Times New Roman" pitchFamily="18" charset="0"/>
                <a:cs typeface="Times New Roman" pitchFamily="18" charset="0"/>
              </a:rPr>
              <a:t>   Yêu cầu đối với đầu vào-đầu ra của PLC như sau:</a:t>
            </a:r>
          </a:p>
          <a:p>
            <a:pPr eaLnBrk="1" hangingPunct="1">
              <a:lnSpc>
                <a:spcPct val="100000"/>
              </a:lnSpc>
              <a:spcBef>
                <a:spcPct val="50000"/>
              </a:spcBef>
              <a:buFontTx/>
              <a:buNone/>
            </a:pPr>
            <a:r>
              <a:rPr lang="en-US" altLang="ko-KR" sz="1200">
                <a:solidFill>
                  <a:srgbClr val="404040"/>
                </a:solidFill>
                <a:latin typeface="Times New Roman" pitchFamily="18" charset="0"/>
                <a:cs typeface="Times New Roman" pitchFamily="18" charset="0"/>
              </a:rPr>
              <a:t>   ① Phải thống nhất với quy định với điện và thiết bị  bên ngoài.</a:t>
            </a:r>
          </a:p>
          <a:p>
            <a:pPr eaLnBrk="1" hangingPunct="1">
              <a:lnSpc>
                <a:spcPct val="100000"/>
              </a:lnSpc>
              <a:spcBef>
                <a:spcPct val="50000"/>
              </a:spcBef>
              <a:buFontTx/>
              <a:buNone/>
            </a:pPr>
            <a:r>
              <a:rPr lang="en-US" altLang="ko-KR" sz="1200">
                <a:solidFill>
                  <a:srgbClr val="404040"/>
                </a:solidFill>
                <a:latin typeface="Times New Roman" pitchFamily="18" charset="0"/>
                <a:cs typeface="Times New Roman" pitchFamily="18" charset="0"/>
              </a:rPr>
              <a:t>   ② Tiếng ồn của thiết bị bên ngoài không được truyền vào bên trong CPU. </a:t>
            </a:r>
            <a:r>
              <a:rPr lang="en-US" altLang="ko-KR" sz="1200">
                <a:latin typeface="Times New Roman" pitchFamily="18" charset="0"/>
                <a:cs typeface="Times New Roman" pitchFamily="18" charset="0"/>
              </a:rPr>
              <a:t>[Sử dụng Photo Coupler]</a:t>
            </a:r>
          </a:p>
          <a:p>
            <a:pPr eaLnBrk="1" hangingPunct="1">
              <a:lnSpc>
                <a:spcPct val="100000"/>
              </a:lnSpc>
              <a:spcBef>
                <a:spcPct val="50000"/>
              </a:spcBef>
              <a:buFontTx/>
              <a:buNone/>
            </a:pPr>
            <a:r>
              <a:rPr lang="en-US" altLang="ko-KR" sz="1200">
                <a:solidFill>
                  <a:srgbClr val="404040"/>
                </a:solidFill>
                <a:latin typeface="Times New Roman" pitchFamily="18" charset="0"/>
                <a:cs typeface="Times New Roman" pitchFamily="18" charset="0"/>
              </a:rPr>
              <a:t>   ③ Phải dễ kết nối với thiết bị bên ngoài.</a:t>
            </a:r>
          </a:p>
          <a:p>
            <a:pPr eaLnBrk="1" hangingPunct="1">
              <a:lnSpc>
                <a:spcPct val="100000"/>
              </a:lnSpc>
              <a:spcBef>
                <a:spcPct val="50000"/>
              </a:spcBef>
              <a:buFontTx/>
              <a:buNone/>
            </a:pPr>
            <a:r>
              <a:rPr lang="en-US" altLang="ko-KR" sz="1200">
                <a:solidFill>
                  <a:srgbClr val="404040"/>
                </a:solidFill>
                <a:latin typeface="Times New Roman" pitchFamily="18" charset="0"/>
                <a:cs typeface="Times New Roman" pitchFamily="18" charset="0"/>
              </a:rPr>
              <a:t>   ④ Phải kiểm tra trạng thái từng điểm tiếp xúc của I/O.  (gắn LED) Phần đầu vào kiểm tra trạng thái máy móc bên ngoài hoặc chỉ thị sự hoạt động của các thiết bị bên ngoài thông qua Panel thao tác, phần đầu ra thì làm chuyển động các thiết bị bên ngoài hoặc biểu thị trạng thái.</a:t>
            </a:r>
          </a:p>
        </p:txBody>
      </p:sp>
      <p:grpSp>
        <p:nvGrpSpPr>
          <p:cNvPr id="52231" name="Group 4"/>
          <p:cNvGrpSpPr>
            <a:grpSpLocks/>
          </p:cNvGrpSpPr>
          <p:nvPr/>
        </p:nvGrpSpPr>
        <p:grpSpPr bwMode="auto">
          <a:xfrm>
            <a:off x="631825" y="4346575"/>
            <a:ext cx="8640763" cy="2036763"/>
            <a:chOff x="139" y="2375"/>
            <a:chExt cx="5581" cy="1438"/>
          </a:xfrm>
        </p:grpSpPr>
        <p:grpSp>
          <p:nvGrpSpPr>
            <p:cNvPr id="52232" name="Group 5"/>
            <p:cNvGrpSpPr>
              <a:grpSpLocks/>
            </p:cNvGrpSpPr>
            <p:nvPr/>
          </p:nvGrpSpPr>
          <p:grpSpPr bwMode="auto">
            <a:xfrm>
              <a:off x="139" y="2381"/>
              <a:ext cx="1155" cy="327"/>
              <a:chOff x="0" y="3385"/>
              <a:chExt cx="691" cy="623"/>
            </a:xfrm>
          </p:grpSpPr>
          <p:sp>
            <p:nvSpPr>
              <p:cNvPr id="52318" name="Rectangle 6"/>
              <p:cNvSpPr>
                <a:spLocks noChangeArrowheads="1"/>
              </p:cNvSpPr>
              <p:nvPr/>
            </p:nvSpPr>
            <p:spPr bwMode="auto">
              <a:xfrm>
                <a:off x="0" y="3387"/>
                <a:ext cx="691" cy="621"/>
              </a:xfrm>
              <a:prstGeom prst="rect">
                <a:avLst/>
              </a:prstGeom>
              <a:noFill/>
              <a:ln>
                <a:noFill/>
              </a:ln>
              <a:effectLst/>
              <a:extLst>
                <a:ext uri="{909E8E84-426E-40DD-AFC4-6F175D3DCCD1}">
                  <a14:hiddenFill xmlns:a14="http://schemas.microsoft.com/office/drawing/2010/main">
                    <a:solidFill>
                      <a:srgbClr val="EFFF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319" name="Group 7"/>
              <p:cNvGrpSpPr>
                <a:grpSpLocks/>
              </p:cNvGrpSpPr>
              <p:nvPr/>
            </p:nvGrpSpPr>
            <p:grpSpPr bwMode="auto">
              <a:xfrm>
                <a:off x="0" y="3385"/>
                <a:ext cx="691" cy="621"/>
                <a:chOff x="0" y="3385"/>
                <a:chExt cx="691" cy="621"/>
              </a:xfrm>
            </p:grpSpPr>
            <p:sp>
              <p:nvSpPr>
                <p:cNvPr id="52320" name="Rectangle 8"/>
                <p:cNvSpPr>
                  <a:spLocks noChangeArrowheads="1"/>
                </p:cNvSpPr>
                <p:nvPr/>
              </p:nvSpPr>
              <p:spPr bwMode="auto">
                <a:xfrm>
                  <a:off x="0" y="3505"/>
                  <a:ext cx="691" cy="384"/>
                </a:xfrm>
                <a:prstGeom prst="rect">
                  <a:avLst/>
                </a:prstGeom>
                <a:noFill/>
                <a:ln>
                  <a:noFill/>
                </a:ln>
                <a:effectLst/>
                <a:extLst>
                  <a:ext uri="{909E8E84-426E-40DD-AFC4-6F175D3DCCD1}">
                    <a14:hiddenFill xmlns:a14="http://schemas.microsoft.com/office/drawing/2010/main">
                      <a:solidFill>
                        <a:srgbClr val="EFFF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Input/Output </a:t>
                  </a:r>
                </a:p>
              </p:txBody>
            </p:sp>
            <p:sp>
              <p:nvSpPr>
                <p:cNvPr id="52321" name="Rectangle 9"/>
                <p:cNvSpPr>
                  <a:spLocks noChangeArrowheads="1"/>
                </p:cNvSpPr>
                <p:nvPr/>
              </p:nvSpPr>
              <p:spPr bwMode="auto">
                <a:xfrm>
                  <a:off x="0" y="3385"/>
                  <a:ext cx="691" cy="621"/>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33" name="Group 10"/>
            <p:cNvGrpSpPr>
              <a:grpSpLocks/>
            </p:cNvGrpSpPr>
            <p:nvPr/>
          </p:nvGrpSpPr>
          <p:grpSpPr bwMode="auto">
            <a:xfrm>
              <a:off x="1293" y="2375"/>
              <a:ext cx="1328" cy="327"/>
              <a:chOff x="691" y="3384"/>
              <a:chExt cx="794" cy="625"/>
            </a:xfrm>
          </p:grpSpPr>
          <p:sp>
            <p:nvSpPr>
              <p:cNvPr id="52314" name="Rectangle 11"/>
              <p:cNvSpPr>
                <a:spLocks noChangeArrowheads="1"/>
              </p:cNvSpPr>
              <p:nvPr/>
            </p:nvSpPr>
            <p:spPr bwMode="auto">
              <a:xfrm>
                <a:off x="691" y="3384"/>
                <a:ext cx="794" cy="624"/>
              </a:xfrm>
              <a:prstGeom prst="rect">
                <a:avLst/>
              </a:prstGeom>
              <a:noFill/>
              <a:ln>
                <a:noFill/>
              </a:ln>
              <a:effectLst/>
              <a:extLst>
                <a:ext uri="{909E8E84-426E-40DD-AFC4-6F175D3DCCD1}">
                  <a14:hiddenFill xmlns:a14="http://schemas.microsoft.com/office/drawing/2010/main">
                    <a:solidFill>
                      <a:srgbClr val="EFFF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315" name="Group 12"/>
              <p:cNvGrpSpPr>
                <a:grpSpLocks/>
              </p:cNvGrpSpPr>
              <p:nvPr/>
            </p:nvGrpSpPr>
            <p:grpSpPr bwMode="auto">
              <a:xfrm>
                <a:off x="691" y="3385"/>
                <a:ext cx="794" cy="624"/>
                <a:chOff x="691" y="3385"/>
                <a:chExt cx="794" cy="624"/>
              </a:xfrm>
            </p:grpSpPr>
            <p:sp>
              <p:nvSpPr>
                <p:cNvPr id="52316" name="Rectangle 13"/>
                <p:cNvSpPr>
                  <a:spLocks noChangeArrowheads="1"/>
                </p:cNvSpPr>
                <p:nvPr/>
              </p:nvSpPr>
              <p:spPr bwMode="auto">
                <a:xfrm>
                  <a:off x="691" y="3505"/>
                  <a:ext cx="794" cy="384"/>
                </a:xfrm>
                <a:prstGeom prst="rect">
                  <a:avLst/>
                </a:prstGeom>
                <a:noFill/>
                <a:ln>
                  <a:noFill/>
                </a:ln>
                <a:effectLst/>
                <a:extLst>
                  <a:ext uri="{909E8E84-426E-40DD-AFC4-6F175D3DCCD1}">
                    <a14:hiddenFill xmlns:a14="http://schemas.microsoft.com/office/drawing/2010/main">
                      <a:solidFill>
                        <a:srgbClr val="EFFF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Phân biệt</a:t>
                  </a:r>
                  <a:endParaRPr lang="ko-KR" altLang="en-US" sz="1200">
                    <a:latin typeface="Times New Roman" pitchFamily="18" charset="0"/>
                    <a:cs typeface="Times New Roman" pitchFamily="18" charset="0"/>
                  </a:endParaRPr>
                </a:p>
              </p:txBody>
            </p:sp>
            <p:sp>
              <p:nvSpPr>
                <p:cNvPr id="52317" name="Rectangle 14"/>
                <p:cNvSpPr>
                  <a:spLocks noChangeArrowheads="1"/>
                </p:cNvSpPr>
                <p:nvPr/>
              </p:nvSpPr>
              <p:spPr bwMode="auto">
                <a:xfrm>
                  <a:off x="691" y="3385"/>
                  <a:ext cx="794" cy="624"/>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34" name="Group 15"/>
            <p:cNvGrpSpPr>
              <a:grpSpLocks/>
            </p:cNvGrpSpPr>
            <p:nvPr/>
          </p:nvGrpSpPr>
          <p:grpSpPr bwMode="auto">
            <a:xfrm>
              <a:off x="2620" y="2375"/>
              <a:ext cx="1568" cy="327"/>
              <a:chOff x="1485" y="3385"/>
              <a:chExt cx="938" cy="625"/>
            </a:xfrm>
          </p:grpSpPr>
          <p:sp>
            <p:nvSpPr>
              <p:cNvPr id="52310" name="Rectangle 16"/>
              <p:cNvSpPr>
                <a:spLocks noChangeArrowheads="1"/>
              </p:cNvSpPr>
              <p:nvPr/>
            </p:nvSpPr>
            <p:spPr bwMode="auto">
              <a:xfrm>
                <a:off x="1485" y="3386"/>
                <a:ext cx="938" cy="624"/>
              </a:xfrm>
              <a:prstGeom prst="rect">
                <a:avLst/>
              </a:prstGeom>
              <a:noFill/>
              <a:ln>
                <a:noFill/>
              </a:ln>
              <a:effectLst/>
              <a:extLst>
                <a:ext uri="{909E8E84-426E-40DD-AFC4-6F175D3DCCD1}">
                  <a14:hiddenFill xmlns:a14="http://schemas.microsoft.com/office/drawing/2010/main">
                    <a:solidFill>
                      <a:srgbClr val="EFFF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311" name="Group 17"/>
              <p:cNvGrpSpPr>
                <a:grpSpLocks/>
              </p:cNvGrpSpPr>
              <p:nvPr/>
            </p:nvGrpSpPr>
            <p:grpSpPr bwMode="auto">
              <a:xfrm>
                <a:off x="1485" y="3385"/>
                <a:ext cx="938" cy="624"/>
                <a:chOff x="1485" y="3385"/>
                <a:chExt cx="938" cy="624"/>
              </a:xfrm>
            </p:grpSpPr>
            <p:sp>
              <p:nvSpPr>
                <p:cNvPr id="52312" name="Rectangle 18"/>
                <p:cNvSpPr>
                  <a:spLocks noChangeArrowheads="1"/>
                </p:cNvSpPr>
                <p:nvPr/>
              </p:nvSpPr>
              <p:spPr bwMode="auto">
                <a:xfrm>
                  <a:off x="1485" y="3505"/>
                  <a:ext cx="938" cy="384"/>
                </a:xfrm>
                <a:prstGeom prst="rect">
                  <a:avLst/>
                </a:prstGeom>
                <a:noFill/>
                <a:ln>
                  <a:noFill/>
                </a:ln>
                <a:effectLst/>
                <a:extLst>
                  <a:ext uri="{909E8E84-426E-40DD-AFC4-6F175D3DCCD1}">
                    <a14:hiddenFill xmlns:a14="http://schemas.microsoft.com/office/drawing/2010/main">
                      <a:solidFill>
                        <a:srgbClr val="EFFF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Nơi gắn</a:t>
                  </a:r>
                  <a:endParaRPr lang="ko-KR" altLang="en-US" sz="1200">
                    <a:latin typeface="Times New Roman" pitchFamily="18" charset="0"/>
                    <a:cs typeface="Times New Roman" pitchFamily="18" charset="0"/>
                  </a:endParaRPr>
                </a:p>
              </p:txBody>
            </p:sp>
            <p:sp>
              <p:nvSpPr>
                <p:cNvPr id="52313" name="Rectangle 19"/>
                <p:cNvSpPr>
                  <a:spLocks noChangeArrowheads="1"/>
                </p:cNvSpPr>
                <p:nvPr/>
              </p:nvSpPr>
              <p:spPr bwMode="auto">
                <a:xfrm>
                  <a:off x="1485" y="3385"/>
                  <a:ext cx="938" cy="624"/>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35" name="Group 20"/>
            <p:cNvGrpSpPr>
              <a:grpSpLocks/>
            </p:cNvGrpSpPr>
            <p:nvPr/>
          </p:nvGrpSpPr>
          <p:grpSpPr bwMode="auto">
            <a:xfrm>
              <a:off x="4189" y="2375"/>
              <a:ext cx="1531" cy="327"/>
              <a:chOff x="2423" y="3385"/>
              <a:chExt cx="930" cy="625"/>
            </a:xfrm>
          </p:grpSpPr>
          <p:sp>
            <p:nvSpPr>
              <p:cNvPr id="52306" name="Rectangle 21"/>
              <p:cNvSpPr>
                <a:spLocks noChangeArrowheads="1"/>
              </p:cNvSpPr>
              <p:nvPr/>
            </p:nvSpPr>
            <p:spPr bwMode="auto">
              <a:xfrm>
                <a:off x="2423" y="3386"/>
                <a:ext cx="930" cy="624"/>
              </a:xfrm>
              <a:prstGeom prst="rect">
                <a:avLst/>
              </a:prstGeom>
              <a:noFill/>
              <a:ln>
                <a:noFill/>
              </a:ln>
              <a:effectLst/>
              <a:extLst>
                <a:ext uri="{909E8E84-426E-40DD-AFC4-6F175D3DCCD1}">
                  <a14:hiddenFill xmlns:a14="http://schemas.microsoft.com/office/drawing/2010/main">
                    <a:solidFill>
                      <a:srgbClr val="EFFF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307" name="Group 22"/>
              <p:cNvGrpSpPr>
                <a:grpSpLocks/>
              </p:cNvGrpSpPr>
              <p:nvPr/>
            </p:nvGrpSpPr>
            <p:grpSpPr bwMode="auto">
              <a:xfrm>
                <a:off x="2423" y="3385"/>
                <a:ext cx="930" cy="624"/>
                <a:chOff x="2423" y="3385"/>
                <a:chExt cx="930" cy="624"/>
              </a:xfrm>
            </p:grpSpPr>
            <p:sp>
              <p:nvSpPr>
                <p:cNvPr id="52308" name="Rectangle 23"/>
                <p:cNvSpPr>
                  <a:spLocks noChangeArrowheads="1"/>
                </p:cNvSpPr>
                <p:nvPr/>
              </p:nvSpPr>
              <p:spPr bwMode="auto">
                <a:xfrm>
                  <a:off x="2423" y="3505"/>
                  <a:ext cx="930" cy="384"/>
                </a:xfrm>
                <a:prstGeom prst="rect">
                  <a:avLst/>
                </a:prstGeom>
                <a:noFill/>
                <a:ln>
                  <a:noFill/>
                </a:ln>
                <a:effectLst/>
                <a:extLst>
                  <a:ext uri="{909E8E84-426E-40DD-AFC4-6F175D3DCCD1}">
                    <a14:hiddenFill xmlns:a14="http://schemas.microsoft.com/office/drawing/2010/main">
                      <a:solidFill>
                        <a:srgbClr val="EFFF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Tên gọi của thiết bị bên ngoài</a:t>
                  </a:r>
                  <a:endParaRPr lang="ko-KR" altLang="en-US" sz="1200">
                    <a:latin typeface="Times New Roman" pitchFamily="18" charset="0"/>
                    <a:cs typeface="Times New Roman" pitchFamily="18" charset="0"/>
                  </a:endParaRPr>
                </a:p>
              </p:txBody>
            </p:sp>
            <p:sp>
              <p:nvSpPr>
                <p:cNvPr id="52309" name="Rectangle 24"/>
                <p:cNvSpPr>
                  <a:spLocks noChangeArrowheads="1"/>
                </p:cNvSpPr>
                <p:nvPr/>
              </p:nvSpPr>
              <p:spPr bwMode="auto">
                <a:xfrm>
                  <a:off x="2423" y="3385"/>
                  <a:ext cx="930" cy="624"/>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36" name="Group 25"/>
            <p:cNvGrpSpPr>
              <a:grpSpLocks/>
            </p:cNvGrpSpPr>
            <p:nvPr/>
          </p:nvGrpSpPr>
          <p:grpSpPr bwMode="auto">
            <a:xfrm>
              <a:off x="139" y="2622"/>
              <a:ext cx="1155" cy="643"/>
              <a:chOff x="0" y="3851"/>
              <a:chExt cx="691" cy="1286"/>
            </a:xfrm>
          </p:grpSpPr>
          <p:sp>
            <p:nvSpPr>
              <p:cNvPr id="52302" name="Rectangle 26"/>
              <p:cNvSpPr>
                <a:spLocks noChangeArrowheads="1"/>
              </p:cNvSpPr>
              <p:nvPr/>
            </p:nvSpPr>
            <p:spPr bwMode="auto">
              <a:xfrm>
                <a:off x="0" y="3851"/>
                <a:ext cx="691" cy="652"/>
              </a:xfrm>
              <a:prstGeom prst="rect">
                <a:avLst/>
              </a:prstGeom>
              <a:noFill/>
              <a:ln>
                <a:noFill/>
              </a:ln>
              <a:effectLst/>
              <a:extLst>
                <a:ext uri="{909E8E84-426E-40DD-AFC4-6F175D3DCCD1}">
                  <a14:hiddenFill xmlns:a14="http://schemas.microsoft.com/office/drawing/2010/main">
                    <a:solidFill>
                      <a:srgbClr val="FFF2D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303" name="Group 27"/>
              <p:cNvGrpSpPr>
                <a:grpSpLocks/>
              </p:cNvGrpSpPr>
              <p:nvPr/>
            </p:nvGrpSpPr>
            <p:grpSpPr bwMode="auto">
              <a:xfrm>
                <a:off x="0" y="3889"/>
                <a:ext cx="691" cy="1248"/>
                <a:chOff x="0" y="3889"/>
                <a:chExt cx="691" cy="1248"/>
              </a:xfrm>
            </p:grpSpPr>
            <p:sp>
              <p:nvSpPr>
                <p:cNvPr id="52304" name="Rectangle 28"/>
                <p:cNvSpPr>
                  <a:spLocks noChangeArrowheads="1"/>
                </p:cNvSpPr>
                <p:nvPr/>
              </p:nvSpPr>
              <p:spPr bwMode="auto">
                <a:xfrm>
                  <a:off x="0" y="3889"/>
                  <a:ext cx="691" cy="1248"/>
                </a:xfrm>
                <a:prstGeom prst="rect">
                  <a:avLst/>
                </a:prstGeom>
                <a:noFill/>
                <a:ln>
                  <a:noFill/>
                </a:ln>
                <a:effectLst/>
                <a:extLst>
                  <a:ext uri="{909E8E84-426E-40DD-AFC4-6F175D3DCCD1}">
                    <a14:hiddenFill xmlns:a14="http://schemas.microsoft.com/office/drawing/2010/main">
                      <a:solidFill>
                        <a:srgbClr val="FFF2D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Đầu vào</a:t>
                  </a:r>
                  <a:endParaRPr lang="ko-KR" altLang="en-US" sz="1200">
                    <a:latin typeface="Times New Roman" pitchFamily="18" charset="0"/>
                    <a:cs typeface="Times New Roman" pitchFamily="18" charset="0"/>
                  </a:endParaRPr>
                </a:p>
              </p:txBody>
            </p:sp>
            <p:sp>
              <p:nvSpPr>
                <p:cNvPr id="52305" name="Rectangle 29"/>
                <p:cNvSpPr>
                  <a:spLocks noChangeArrowheads="1"/>
                </p:cNvSpPr>
                <p:nvPr/>
              </p:nvSpPr>
              <p:spPr bwMode="auto">
                <a:xfrm>
                  <a:off x="0" y="4187"/>
                  <a:ext cx="691" cy="652"/>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37" name="Group 30"/>
            <p:cNvGrpSpPr>
              <a:grpSpLocks/>
            </p:cNvGrpSpPr>
            <p:nvPr/>
          </p:nvGrpSpPr>
          <p:grpSpPr bwMode="auto">
            <a:xfrm>
              <a:off x="1293" y="2621"/>
              <a:ext cx="1328" cy="326"/>
              <a:chOff x="691" y="3851"/>
              <a:chExt cx="794" cy="652"/>
            </a:xfrm>
          </p:grpSpPr>
          <p:sp>
            <p:nvSpPr>
              <p:cNvPr id="52298" name="Rectangle 31"/>
              <p:cNvSpPr>
                <a:spLocks noChangeArrowheads="1"/>
              </p:cNvSpPr>
              <p:nvPr/>
            </p:nvSpPr>
            <p:spPr bwMode="auto">
              <a:xfrm>
                <a:off x="691" y="3851"/>
                <a:ext cx="794" cy="65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99" name="Group 32"/>
              <p:cNvGrpSpPr>
                <a:grpSpLocks/>
              </p:cNvGrpSpPr>
              <p:nvPr/>
            </p:nvGrpSpPr>
            <p:grpSpPr bwMode="auto">
              <a:xfrm>
                <a:off x="691" y="3851"/>
                <a:ext cx="794" cy="652"/>
                <a:chOff x="691" y="3851"/>
                <a:chExt cx="794" cy="652"/>
              </a:xfrm>
            </p:grpSpPr>
            <p:sp>
              <p:nvSpPr>
                <p:cNvPr id="52300" name="Rectangle 33"/>
                <p:cNvSpPr>
                  <a:spLocks noChangeArrowheads="1"/>
                </p:cNvSpPr>
                <p:nvPr/>
              </p:nvSpPr>
              <p:spPr bwMode="auto">
                <a:xfrm>
                  <a:off x="691" y="3889"/>
                  <a:ext cx="794" cy="576"/>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Đầu vào thao tác</a:t>
                  </a:r>
                  <a:endParaRPr lang="ko-KR" altLang="en-US" sz="1200">
                    <a:latin typeface="Times New Roman" pitchFamily="18" charset="0"/>
                    <a:cs typeface="Times New Roman" pitchFamily="18" charset="0"/>
                  </a:endParaRPr>
                </a:p>
              </p:txBody>
            </p:sp>
            <p:sp>
              <p:nvSpPr>
                <p:cNvPr id="52301" name="Rectangle 34"/>
                <p:cNvSpPr>
                  <a:spLocks noChangeArrowheads="1"/>
                </p:cNvSpPr>
                <p:nvPr/>
              </p:nvSpPr>
              <p:spPr bwMode="auto">
                <a:xfrm>
                  <a:off x="691" y="3851"/>
                  <a:ext cx="794" cy="652"/>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38" name="Group 35"/>
            <p:cNvGrpSpPr>
              <a:grpSpLocks/>
            </p:cNvGrpSpPr>
            <p:nvPr/>
          </p:nvGrpSpPr>
          <p:grpSpPr bwMode="auto">
            <a:xfrm>
              <a:off x="2620" y="2621"/>
              <a:ext cx="1568" cy="326"/>
              <a:chOff x="1485" y="3851"/>
              <a:chExt cx="938" cy="652"/>
            </a:xfrm>
          </p:grpSpPr>
          <p:sp>
            <p:nvSpPr>
              <p:cNvPr id="52294" name="Rectangle 36"/>
              <p:cNvSpPr>
                <a:spLocks noChangeArrowheads="1"/>
              </p:cNvSpPr>
              <p:nvPr/>
            </p:nvSpPr>
            <p:spPr bwMode="auto">
              <a:xfrm>
                <a:off x="1485" y="3851"/>
                <a:ext cx="938" cy="65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95" name="Group 37"/>
              <p:cNvGrpSpPr>
                <a:grpSpLocks/>
              </p:cNvGrpSpPr>
              <p:nvPr/>
            </p:nvGrpSpPr>
            <p:grpSpPr bwMode="auto">
              <a:xfrm>
                <a:off x="1485" y="3851"/>
                <a:ext cx="938" cy="652"/>
                <a:chOff x="1485" y="3851"/>
                <a:chExt cx="938" cy="652"/>
              </a:xfrm>
            </p:grpSpPr>
            <p:sp>
              <p:nvSpPr>
                <p:cNvPr id="52296" name="Rectangle 38"/>
                <p:cNvSpPr>
                  <a:spLocks noChangeArrowheads="1"/>
                </p:cNvSpPr>
                <p:nvPr/>
              </p:nvSpPr>
              <p:spPr bwMode="auto">
                <a:xfrm>
                  <a:off x="1485" y="3889"/>
                  <a:ext cx="938" cy="576"/>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Bảng điều khiển/</a:t>
                  </a:r>
                  <a:r>
                    <a:rPr lang="ko-KR" altLang="en-US" sz="1200">
                      <a:latin typeface="Times New Roman" pitchFamily="18" charset="0"/>
                      <a:cs typeface="Times New Roman" pitchFamily="18" charset="0"/>
                    </a:rPr>
                    <a:t> </a:t>
                  </a:r>
                  <a:r>
                    <a:rPr lang="en-US" altLang="ko-KR" sz="1200">
                      <a:latin typeface="Times New Roman" pitchFamily="18" charset="0"/>
                      <a:cs typeface="Times New Roman" pitchFamily="18" charset="0"/>
                    </a:rPr>
                    <a:t>bảng thao tác</a:t>
                  </a:r>
                  <a:endParaRPr lang="ko-KR" altLang="en-US" sz="1200">
                    <a:latin typeface="Times New Roman" pitchFamily="18" charset="0"/>
                    <a:cs typeface="Times New Roman" pitchFamily="18" charset="0"/>
                  </a:endParaRPr>
                </a:p>
              </p:txBody>
            </p:sp>
            <p:sp>
              <p:nvSpPr>
                <p:cNvPr id="52297" name="Rectangle 39"/>
                <p:cNvSpPr>
                  <a:spLocks noChangeArrowheads="1"/>
                </p:cNvSpPr>
                <p:nvPr/>
              </p:nvSpPr>
              <p:spPr bwMode="auto">
                <a:xfrm>
                  <a:off x="1485" y="3851"/>
                  <a:ext cx="938" cy="652"/>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39" name="Group 40"/>
            <p:cNvGrpSpPr>
              <a:grpSpLocks/>
            </p:cNvGrpSpPr>
            <p:nvPr/>
          </p:nvGrpSpPr>
          <p:grpSpPr bwMode="auto">
            <a:xfrm>
              <a:off x="4189" y="2621"/>
              <a:ext cx="1530" cy="326"/>
              <a:chOff x="2423" y="3851"/>
              <a:chExt cx="930" cy="652"/>
            </a:xfrm>
          </p:grpSpPr>
          <p:sp>
            <p:nvSpPr>
              <p:cNvPr id="52290" name="Rectangle 41"/>
              <p:cNvSpPr>
                <a:spLocks noChangeArrowheads="1"/>
              </p:cNvSpPr>
              <p:nvPr/>
            </p:nvSpPr>
            <p:spPr bwMode="auto">
              <a:xfrm>
                <a:off x="2423" y="3851"/>
                <a:ext cx="930" cy="65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91" name="Group 42"/>
              <p:cNvGrpSpPr>
                <a:grpSpLocks/>
              </p:cNvGrpSpPr>
              <p:nvPr/>
            </p:nvGrpSpPr>
            <p:grpSpPr bwMode="auto">
              <a:xfrm>
                <a:off x="2423" y="3851"/>
                <a:ext cx="930" cy="652"/>
                <a:chOff x="2423" y="3851"/>
                <a:chExt cx="930" cy="652"/>
              </a:xfrm>
            </p:grpSpPr>
            <p:sp>
              <p:nvSpPr>
                <p:cNvPr id="52292" name="Rectangle 43"/>
                <p:cNvSpPr>
                  <a:spLocks noChangeArrowheads="1"/>
                </p:cNvSpPr>
                <p:nvPr/>
              </p:nvSpPr>
              <p:spPr bwMode="auto">
                <a:xfrm>
                  <a:off x="2423" y="3889"/>
                  <a:ext cx="930" cy="576"/>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r>
                    <a:rPr lang="en-US" altLang="ko-KR" sz="1200">
                      <a:latin typeface="Times New Roman" pitchFamily="18" charset="0"/>
                      <a:cs typeface="Times New Roman" pitchFamily="18" charset="0"/>
                    </a:rPr>
                    <a:t>Push button switch/  switch lựa chọn/ toggle switch</a:t>
                  </a:r>
                  <a:endParaRPr lang="ko-KR" altLang="en-US" sz="1200">
                    <a:latin typeface="Times New Roman" pitchFamily="18" charset="0"/>
                    <a:cs typeface="Times New Roman" pitchFamily="18" charset="0"/>
                  </a:endParaRPr>
                </a:p>
              </p:txBody>
            </p:sp>
            <p:sp>
              <p:nvSpPr>
                <p:cNvPr id="52293" name="Rectangle 44"/>
                <p:cNvSpPr>
                  <a:spLocks noChangeArrowheads="1"/>
                </p:cNvSpPr>
                <p:nvPr/>
              </p:nvSpPr>
              <p:spPr bwMode="auto">
                <a:xfrm>
                  <a:off x="2423" y="3851"/>
                  <a:ext cx="930" cy="652"/>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40" name="Group 45"/>
            <p:cNvGrpSpPr>
              <a:grpSpLocks/>
            </p:cNvGrpSpPr>
            <p:nvPr/>
          </p:nvGrpSpPr>
          <p:grpSpPr bwMode="auto">
            <a:xfrm>
              <a:off x="1293" y="2928"/>
              <a:ext cx="1328" cy="336"/>
              <a:chOff x="691" y="4465"/>
              <a:chExt cx="794" cy="672"/>
            </a:xfrm>
          </p:grpSpPr>
          <p:sp>
            <p:nvSpPr>
              <p:cNvPr id="52286" name="Rectangle 46"/>
              <p:cNvSpPr>
                <a:spLocks noChangeArrowheads="1"/>
              </p:cNvSpPr>
              <p:nvPr/>
            </p:nvSpPr>
            <p:spPr bwMode="auto">
              <a:xfrm>
                <a:off x="691" y="4465"/>
                <a:ext cx="794" cy="67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87" name="Group 47"/>
              <p:cNvGrpSpPr>
                <a:grpSpLocks/>
              </p:cNvGrpSpPr>
              <p:nvPr/>
            </p:nvGrpSpPr>
            <p:grpSpPr bwMode="auto">
              <a:xfrm>
                <a:off x="691" y="4465"/>
                <a:ext cx="794" cy="672"/>
                <a:chOff x="691" y="4465"/>
                <a:chExt cx="794" cy="672"/>
              </a:xfrm>
            </p:grpSpPr>
            <p:sp>
              <p:nvSpPr>
                <p:cNvPr id="52288" name="Rectangle 48"/>
                <p:cNvSpPr>
                  <a:spLocks noChangeArrowheads="1"/>
                </p:cNvSpPr>
                <p:nvPr/>
              </p:nvSpPr>
              <p:spPr bwMode="auto">
                <a:xfrm>
                  <a:off x="691" y="4465"/>
                  <a:ext cx="794" cy="67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Đầu vào kiểm tra(phân tích)</a:t>
                  </a:r>
                  <a:r>
                    <a:rPr lang="ko-KR" altLang="en-US" sz="1200">
                      <a:latin typeface="Times New Roman" pitchFamily="18" charset="0"/>
                      <a:cs typeface="Times New Roman" pitchFamily="18" charset="0"/>
                    </a:rPr>
                    <a:t/>
                  </a:r>
                  <a:br>
                    <a:rPr lang="ko-KR" altLang="en-US" sz="1200">
                      <a:latin typeface="Times New Roman" pitchFamily="18" charset="0"/>
                      <a:cs typeface="Times New Roman" pitchFamily="18" charset="0"/>
                    </a:rPr>
                  </a:br>
                  <a:r>
                    <a:rPr lang="en-US" altLang="ko-KR" sz="1200">
                      <a:latin typeface="Times New Roman" pitchFamily="18" charset="0"/>
                      <a:cs typeface="Times New Roman" pitchFamily="18" charset="0"/>
                    </a:rPr>
                    <a:t>(Sensor)</a:t>
                  </a:r>
                </a:p>
              </p:txBody>
            </p:sp>
            <p:sp>
              <p:nvSpPr>
                <p:cNvPr id="52289" name="Rectangle 49"/>
                <p:cNvSpPr>
                  <a:spLocks noChangeArrowheads="1"/>
                </p:cNvSpPr>
                <p:nvPr/>
              </p:nvSpPr>
              <p:spPr bwMode="auto">
                <a:xfrm>
                  <a:off x="691" y="4465"/>
                  <a:ext cx="794" cy="672"/>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41" name="Group 50"/>
            <p:cNvGrpSpPr>
              <a:grpSpLocks/>
            </p:cNvGrpSpPr>
            <p:nvPr/>
          </p:nvGrpSpPr>
          <p:grpSpPr bwMode="auto">
            <a:xfrm>
              <a:off x="2620" y="2928"/>
              <a:ext cx="1568" cy="336"/>
              <a:chOff x="1485" y="4465"/>
              <a:chExt cx="938" cy="672"/>
            </a:xfrm>
          </p:grpSpPr>
          <p:sp>
            <p:nvSpPr>
              <p:cNvPr id="52282" name="Rectangle 51"/>
              <p:cNvSpPr>
                <a:spLocks noChangeArrowheads="1"/>
              </p:cNvSpPr>
              <p:nvPr/>
            </p:nvSpPr>
            <p:spPr bwMode="auto">
              <a:xfrm>
                <a:off x="1485" y="4465"/>
                <a:ext cx="938" cy="67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83" name="Group 52"/>
              <p:cNvGrpSpPr>
                <a:grpSpLocks/>
              </p:cNvGrpSpPr>
              <p:nvPr/>
            </p:nvGrpSpPr>
            <p:grpSpPr bwMode="auto">
              <a:xfrm>
                <a:off x="1485" y="4465"/>
                <a:ext cx="938" cy="672"/>
                <a:chOff x="1485" y="4465"/>
                <a:chExt cx="938" cy="672"/>
              </a:xfrm>
            </p:grpSpPr>
            <p:sp>
              <p:nvSpPr>
                <p:cNvPr id="52284" name="Rectangle 53"/>
                <p:cNvSpPr>
                  <a:spLocks noChangeArrowheads="1"/>
                </p:cNvSpPr>
                <p:nvPr/>
              </p:nvSpPr>
              <p:spPr bwMode="auto">
                <a:xfrm>
                  <a:off x="1485" y="4465"/>
                  <a:ext cx="938" cy="67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Máy móc</a:t>
                  </a:r>
                  <a:endParaRPr lang="ko-KR" altLang="en-US" sz="1200">
                    <a:latin typeface="Times New Roman" pitchFamily="18" charset="0"/>
                    <a:cs typeface="Times New Roman" pitchFamily="18" charset="0"/>
                  </a:endParaRPr>
                </a:p>
              </p:txBody>
            </p:sp>
            <p:sp>
              <p:nvSpPr>
                <p:cNvPr id="52285" name="Rectangle 54"/>
                <p:cNvSpPr>
                  <a:spLocks noChangeArrowheads="1"/>
                </p:cNvSpPr>
                <p:nvPr/>
              </p:nvSpPr>
              <p:spPr bwMode="auto">
                <a:xfrm>
                  <a:off x="1485" y="4465"/>
                  <a:ext cx="938" cy="672"/>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42" name="Group 55"/>
            <p:cNvGrpSpPr>
              <a:grpSpLocks/>
            </p:cNvGrpSpPr>
            <p:nvPr/>
          </p:nvGrpSpPr>
          <p:grpSpPr bwMode="auto">
            <a:xfrm>
              <a:off x="4189" y="2928"/>
              <a:ext cx="1530" cy="336"/>
              <a:chOff x="2423" y="4465"/>
              <a:chExt cx="930" cy="672"/>
            </a:xfrm>
          </p:grpSpPr>
          <p:sp>
            <p:nvSpPr>
              <p:cNvPr id="52278" name="Rectangle 56"/>
              <p:cNvSpPr>
                <a:spLocks noChangeArrowheads="1"/>
              </p:cNvSpPr>
              <p:nvPr/>
            </p:nvSpPr>
            <p:spPr bwMode="auto">
              <a:xfrm>
                <a:off x="2423" y="4465"/>
                <a:ext cx="930" cy="67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79" name="Group 57"/>
              <p:cNvGrpSpPr>
                <a:grpSpLocks/>
              </p:cNvGrpSpPr>
              <p:nvPr/>
            </p:nvGrpSpPr>
            <p:grpSpPr bwMode="auto">
              <a:xfrm>
                <a:off x="2423" y="4465"/>
                <a:ext cx="930" cy="672"/>
                <a:chOff x="2423" y="4465"/>
                <a:chExt cx="930" cy="672"/>
              </a:xfrm>
            </p:grpSpPr>
            <p:sp>
              <p:nvSpPr>
                <p:cNvPr id="52280" name="Rectangle 58"/>
                <p:cNvSpPr>
                  <a:spLocks noChangeArrowheads="1"/>
                </p:cNvSpPr>
                <p:nvPr/>
              </p:nvSpPr>
              <p:spPr bwMode="auto">
                <a:xfrm>
                  <a:off x="2423" y="4465"/>
                  <a:ext cx="930" cy="67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r>
                    <a:rPr lang="en-US" altLang="ko-KR" sz="1200">
                      <a:latin typeface="Times New Roman" pitchFamily="18" charset="0"/>
                      <a:cs typeface="Times New Roman" pitchFamily="18" charset="0"/>
                    </a:rPr>
                    <a:t> Limit switch/ switch quang điện</a:t>
                  </a:r>
                  <a:r>
                    <a:rPr lang="ko-KR" altLang="en-US" sz="1200">
                      <a:latin typeface="Times New Roman" pitchFamily="18" charset="0"/>
                      <a:cs typeface="Times New Roman" pitchFamily="18" charset="0"/>
                    </a:rPr>
                    <a:t/>
                  </a:r>
                  <a:br>
                    <a:rPr lang="ko-KR" altLang="en-US" sz="1200">
                      <a:latin typeface="Times New Roman" pitchFamily="18" charset="0"/>
                      <a:cs typeface="Times New Roman" pitchFamily="18" charset="0"/>
                    </a:rPr>
                  </a:br>
                  <a:r>
                    <a:rPr lang="ko-KR" altLang="en-US" sz="1200">
                      <a:latin typeface="Times New Roman" pitchFamily="18" charset="0"/>
                      <a:cs typeface="Times New Roman" pitchFamily="18" charset="0"/>
                    </a:rPr>
                    <a:t> </a:t>
                  </a:r>
                  <a:r>
                    <a:rPr lang="en-US" altLang="ko-KR" sz="1200">
                      <a:latin typeface="Times New Roman" pitchFamily="18" charset="0"/>
                      <a:cs typeface="Times New Roman" pitchFamily="18" charset="0"/>
                    </a:rPr>
                    <a:t>switch tiệm cận/ level switch</a:t>
                  </a:r>
                  <a:endParaRPr lang="ko-KR" altLang="en-US" sz="1200">
                    <a:latin typeface="Times New Roman" pitchFamily="18" charset="0"/>
                    <a:cs typeface="Times New Roman" pitchFamily="18" charset="0"/>
                  </a:endParaRPr>
                </a:p>
              </p:txBody>
            </p:sp>
            <p:sp>
              <p:nvSpPr>
                <p:cNvPr id="52281" name="Rectangle 59"/>
                <p:cNvSpPr>
                  <a:spLocks noChangeArrowheads="1"/>
                </p:cNvSpPr>
                <p:nvPr/>
              </p:nvSpPr>
              <p:spPr bwMode="auto">
                <a:xfrm>
                  <a:off x="2423" y="4465"/>
                  <a:ext cx="930" cy="672"/>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43" name="Group 60"/>
            <p:cNvGrpSpPr>
              <a:grpSpLocks/>
            </p:cNvGrpSpPr>
            <p:nvPr/>
          </p:nvGrpSpPr>
          <p:grpSpPr bwMode="auto">
            <a:xfrm>
              <a:off x="139" y="3210"/>
              <a:ext cx="1155" cy="577"/>
              <a:chOff x="0" y="5012"/>
              <a:chExt cx="691" cy="1277"/>
            </a:xfrm>
          </p:grpSpPr>
          <p:sp>
            <p:nvSpPr>
              <p:cNvPr id="52274" name="Rectangle 61"/>
              <p:cNvSpPr>
                <a:spLocks noChangeArrowheads="1"/>
              </p:cNvSpPr>
              <p:nvPr/>
            </p:nvSpPr>
            <p:spPr bwMode="auto">
              <a:xfrm>
                <a:off x="0" y="5012"/>
                <a:ext cx="691" cy="722"/>
              </a:xfrm>
              <a:prstGeom prst="rect">
                <a:avLst/>
              </a:prstGeom>
              <a:noFill/>
              <a:ln>
                <a:noFill/>
              </a:ln>
              <a:effectLst/>
              <a:extLst>
                <a:ext uri="{909E8E84-426E-40DD-AFC4-6F175D3DCCD1}">
                  <a14:hiddenFill xmlns:a14="http://schemas.microsoft.com/office/drawing/2010/main">
                    <a:solidFill>
                      <a:srgbClr val="FFF2D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75" name="Group 62"/>
              <p:cNvGrpSpPr>
                <a:grpSpLocks/>
              </p:cNvGrpSpPr>
              <p:nvPr/>
            </p:nvGrpSpPr>
            <p:grpSpPr bwMode="auto">
              <a:xfrm>
                <a:off x="0" y="5137"/>
                <a:ext cx="691" cy="1152"/>
                <a:chOff x="0" y="5137"/>
                <a:chExt cx="691" cy="1152"/>
              </a:xfrm>
            </p:grpSpPr>
            <p:sp>
              <p:nvSpPr>
                <p:cNvPr id="52276" name="Rectangle 63"/>
                <p:cNvSpPr>
                  <a:spLocks noChangeArrowheads="1"/>
                </p:cNvSpPr>
                <p:nvPr/>
              </p:nvSpPr>
              <p:spPr bwMode="auto">
                <a:xfrm>
                  <a:off x="0" y="5137"/>
                  <a:ext cx="691" cy="1152"/>
                </a:xfrm>
                <a:prstGeom prst="rect">
                  <a:avLst/>
                </a:prstGeom>
                <a:noFill/>
                <a:ln>
                  <a:noFill/>
                </a:ln>
                <a:effectLst/>
                <a:extLst>
                  <a:ext uri="{909E8E84-426E-40DD-AFC4-6F175D3DCCD1}">
                    <a14:hiddenFill xmlns:a14="http://schemas.microsoft.com/office/drawing/2010/main">
                      <a:solidFill>
                        <a:srgbClr val="FFF2D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Đầu ra</a:t>
                  </a:r>
                  <a:endParaRPr lang="ko-KR" altLang="en-US" sz="1200">
                    <a:latin typeface="Times New Roman" pitchFamily="18" charset="0"/>
                    <a:cs typeface="Times New Roman" pitchFamily="18" charset="0"/>
                  </a:endParaRPr>
                </a:p>
              </p:txBody>
            </p:sp>
            <p:sp>
              <p:nvSpPr>
                <p:cNvPr id="52277" name="Rectangle 64"/>
                <p:cNvSpPr>
                  <a:spLocks noChangeArrowheads="1"/>
                </p:cNvSpPr>
                <p:nvPr/>
              </p:nvSpPr>
              <p:spPr bwMode="auto">
                <a:xfrm>
                  <a:off x="0" y="5352"/>
                  <a:ext cx="691" cy="721"/>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44" name="Group 65"/>
            <p:cNvGrpSpPr>
              <a:grpSpLocks/>
            </p:cNvGrpSpPr>
            <p:nvPr/>
          </p:nvGrpSpPr>
          <p:grpSpPr bwMode="auto">
            <a:xfrm>
              <a:off x="1293" y="3221"/>
              <a:ext cx="1328" cy="326"/>
              <a:chOff x="691" y="5051"/>
              <a:chExt cx="794" cy="652"/>
            </a:xfrm>
          </p:grpSpPr>
          <p:sp>
            <p:nvSpPr>
              <p:cNvPr id="52270" name="Rectangle 66"/>
              <p:cNvSpPr>
                <a:spLocks noChangeArrowheads="1"/>
              </p:cNvSpPr>
              <p:nvPr/>
            </p:nvSpPr>
            <p:spPr bwMode="auto">
              <a:xfrm>
                <a:off x="691" y="5051"/>
                <a:ext cx="794" cy="65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71" name="Group 67"/>
              <p:cNvGrpSpPr>
                <a:grpSpLocks/>
              </p:cNvGrpSpPr>
              <p:nvPr/>
            </p:nvGrpSpPr>
            <p:grpSpPr bwMode="auto">
              <a:xfrm>
                <a:off x="691" y="5051"/>
                <a:ext cx="794" cy="652"/>
                <a:chOff x="691" y="5051"/>
                <a:chExt cx="794" cy="652"/>
              </a:xfrm>
            </p:grpSpPr>
            <p:sp>
              <p:nvSpPr>
                <p:cNvPr id="52272" name="Rectangle 68"/>
                <p:cNvSpPr>
                  <a:spLocks noChangeArrowheads="1"/>
                </p:cNvSpPr>
                <p:nvPr/>
              </p:nvSpPr>
              <p:spPr bwMode="auto">
                <a:xfrm>
                  <a:off x="691" y="5137"/>
                  <a:ext cx="794" cy="480"/>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Cảnh báo biểu thị</a:t>
                  </a:r>
                  <a:endParaRPr lang="ko-KR" altLang="en-US" sz="1200">
                    <a:latin typeface="Times New Roman" pitchFamily="18" charset="0"/>
                    <a:cs typeface="Times New Roman" pitchFamily="18" charset="0"/>
                  </a:endParaRPr>
                </a:p>
              </p:txBody>
            </p:sp>
            <p:sp>
              <p:nvSpPr>
                <p:cNvPr id="52273" name="Rectangle 69"/>
                <p:cNvSpPr>
                  <a:spLocks noChangeArrowheads="1"/>
                </p:cNvSpPr>
                <p:nvPr/>
              </p:nvSpPr>
              <p:spPr bwMode="auto">
                <a:xfrm>
                  <a:off x="691" y="5051"/>
                  <a:ext cx="794" cy="652"/>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45" name="Group 70"/>
            <p:cNvGrpSpPr>
              <a:grpSpLocks/>
            </p:cNvGrpSpPr>
            <p:nvPr/>
          </p:nvGrpSpPr>
          <p:grpSpPr bwMode="auto">
            <a:xfrm>
              <a:off x="2620" y="3221"/>
              <a:ext cx="1568" cy="326"/>
              <a:chOff x="1485" y="5051"/>
              <a:chExt cx="938" cy="652"/>
            </a:xfrm>
          </p:grpSpPr>
          <p:sp>
            <p:nvSpPr>
              <p:cNvPr id="52266" name="Rectangle 71"/>
              <p:cNvSpPr>
                <a:spLocks noChangeArrowheads="1"/>
              </p:cNvSpPr>
              <p:nvPr/>
            </p:nvSpPr>
            <p:spPr bwMode="auto">
              <a:xfrm>
                <a:off x="1485" y="5051"/>
                <a:ext cx="938" cy="65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67" name="Group 72"/>
              <p:cNvGrpSpPr>
                <a:grpSpLocks/>
              </p:cNvGrpSpPr>
              <p:nvPr/>
            </p:nvGrpSpPr>
            <p:grpSpPr bwMode="auto">
              <a:xfrm>
                <a:off x="1485" y="5051"/>
                <a:ext cx="938" cy="652"/>
                <a:chOff x="1485" y="5051"/>
                <a:chExt cx="938" cy="652"/>
              </a:xfrm>
            </p:grpSpPr>
            <p:sp>
              <p:nvSpPr>
                <p:cNvPr id="52268" name="Rectangle 73"/>
                <p:cNvSpPr>
                  <a:spLocks noChangeArrowheads="1"/>
                </p:cNvSpPr>
                <p:nvPr/>
              </p:nvSpPr>
              <p:spPr bwMode="auto">
                <a:xfrm>
                  <a:off x="1485" y="5137"/>
                  <a:ext cx="938" cy="480"/>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Bảng điều khiển/</a:t>
                  </a:r>
                  <a:r>
                    <a:rPr lang="ko-KR" altLang="en-US" sz="1200">
                      <a:latin typeface="Times New Roman" pitchFamily="18" charset="0"/>
                      <a:cs typeface="Times New Roman" pitchFamily="18" charset="0"/>
                    </a:rPr>
                    <a:t> </a:t>
                  </a:r>
                  <a:r>
                    <a:rPr lang="en-US" altLang="ko-KR" sz="1200">
                      <a:latin typeface="Times New Roman" pitchFamily="18" charset="0"/>
                      <a:cs typeface="Times New Roman" pitchFamily="18" charset="0"/>
                    </a:rPr>
                    <a:t>bảng thao tác</a:t>
                  </a:r>
                  <a:endParaRPr lang="ko-KR" altLang="en-US" sz="1200">
                    <a:latin typeface="Times New Roman" pitchFamily="18" charset="0"/>
                    <a:cs typeface="Times New Roman" pitchFamily="18" charset="0"/>
                  </a:endParaRPr>
                </a:p>
              </p:txBody>
            </p:sp>
            <p:sp>
              <p:nvSpPr>
                <p:cNvPr id="52269" name="Rectangle 74"/>
                <p:cNvSpPr>
                  <a:spLocks noChangeArrowheads="1"/>
                </p:cNvSpPr>
                <p:nvPr/>
              </p:nvSpPr>
              <p:spPr bwMode="auto">
                <a:xfrm>
                  <a:off x="1485" y="5051"/>
                  <a:ext cx="938" cy="652"/>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46" name="Group 75"/>
            <p:cNvGrpSpPr>
              <a:grpSpLocks/>
            </p:cNvGrpSpPr>
            <p:nvPr/>
          </p:nvGrpSpPr>
          <p:grpSpPr bwMode="auto">
            <a:xfrm>
              <a:off x="4189" y="3221"/>
              <a:ext cx="1530" cy="326"/>
              <a:chOff x="2423" y="5051"/>
              <a:chExt cx="930" cy="652"/>
            </a:xfrm>
          </p:grpSpPr>
          <p:sp>
            <p:nvSpPr>
              <p:cNvPr id="52262" name="Rectangle 76"/>
              <p:cNvSpPr>
                <a:spLocks noChangeArrowheads="1"/>
              </p:cNvSpPr>
              <p:nvPr/>
            </p:nvSpPr>
            <p:spPr bwMode="auto">
              <a:xfrm>
                <a:off x="2423" y="5051"/>
                <a:ext cx="930" cy="65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63" name="Group 77"/>
              <p:cNvGrpSpPr>
                <a:grpSpLocks/>
              </p:cNvGrpSpPr>
              <p:nvPr/>
            </p:nvGrpSpPr>
            <p:grpSpPr bwMode="auto">
              <a:xfrm>
                <a:off x="2423" y="5051"/>
                <a:ext cx="930" cy="652"/>
                <a:chOff x="2423" y="5051"/>
                <a:chExt cx="930" cy="652"/>
              </a:xfrm>
            </p:grpSpPr>
            <p:sp>
              <p:nvSpPr>
                <p:cNvPr id="52264" name="Rectangle 78"/>
                <p:cNvSpPr>
                  <a:spLocks noChangeArrowheads="1"/>
                </p:cNvSpPr>
                <p:nvPr/>
              </p:nvSpPr>
              <p:spPr bwMode="auto">
                <a:xfrm>
                  <a:off x="2423" y="5137"/>
                  <a:ext cx="930" cy="480"/>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r>
                    <a:rPr lang="en-US" altLang="ko-KR" sz="1200">
                      <a:latin typeface="Times New Roman" pitchFamily="18" charset="0"/>
                      <a:cs typeface="Times New Roman" pitchFamily="18" charset="0"/>
                    </a:rPr>
                    <a:t> Pilot Lamp/ Buzzer</a:t>
                  </a:r>
                  <a:endParaRPr lang="ko-KR" altLang="en-US" sz="1200">
                    <a:latin typeface="Times New Roman" pitchFamily="18" charset="0"/>
                    <a:cs typeface="Times New Roman" pitchFamily="18" charset="0"/>
                  </a:endParaRPr>
                </a:p>
              </p:txBody>
            </p:sp>
            <p:sp>
              <p:nvSpPr>
                <p:cNvPr id="52265" name="Rectangle 79"/>
                <p:cNvSpPr>
                  <a:spLocks noChangeArrowheads="1"/>
                </p:cNvSpPr>
                <p:nvPr/>
              </p:nvSpPr>
              <p:spPr bwMode="auto">
                <a:xfrm>
                  <a:off x="2423" y="5051"/>
                  <a:ext cx="930" cy="652"/>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47" name="Group 80"/>
            <p:cNvGrpSpPr>
              <a:grpSpLocks/>
            </p:cNvGrpSpPr>
            <p:nvPr/>
          </p:nvGrpSpPr>
          <p:grpSpPr bwMode="auto">
            <a:xfrm>
              <a:off x="1293" y="3481"/>
              <a:ext cx="1428" cy="331"/>
              <a:chOff x="691" y="5559"/>
              <a:chExt cx="854" cy="791"/>
            </a:xfrm>
          </p:grpSpPr>
          <p:sp>
            <p:nvSpPr>
              <p:cNvPr id="52258" name="Rectangle 81"/>
              <p:cNvSpPr>
                <a:spLocks noChangeArrowheads="1"/>
              </p:cNvSpPr>
              <p:nvPr/>
            </p:nvSpPr>
            <p:spPr bwMode="auto">
              <a:xfrm>
                <a:off x="691" y="5559"/>
                <a:ext cx="794" cy="779"/>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59" name="Group 82"/>
              <p:cNvGrpSpPr>
                <a:grpSpLocks/>
              </p:cNvGrpSpPr>
              <p:nvPr/>
            </p:nvGrpSpPr>
            <p:grpSpPr bwMode="auto">
              <a:xfrm>
                <a:off x="691" y="5571"/>
                <a:ext cx="854" cy="779"/>
                <a:chOff x="691" y="5571"/>
                <a:chExt cx="854" cy="779"/>
              </a:xfrm>
            </p:grpSpPr>
            <p:sp>
              <p:nvSpPr>
                <p:cNvPr id="52260" name="Rectangle 83"/>
                <p:cNvSpPr>
                  <a:spLocks noChangeArrowheads="1"/>
                </p:cNvSpPr>
                <p:nvPr/>
              </p:nvSpPr>
              <p:spPr bwMode="auto">
                <a:xfrm>
                  <a:off x="691" y="5617"/>
                  <a:ext cx="854" cy="67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Đầu ra chuyển động quay đầu ra</a:t>
                  </a:r>
                  <a:r>
                    <a:rPr lang="ko-KR" altLang="en-US" sz="1200">
                      <a:latin typeface="Times New Roman" pitchFamily="18" charset="0"/>
                      <a:cs typeface="Times New Roman" pitchFamily="18" charset="0"/>
                    </a:rPr>
                    <a:t/>
                  </a:r>
                  <a:br>
                    <a:rPr lang="ko-KR" altLang="en-US" sz="1200">
                      <a:latin typeface="Times New Roman" pitchFamily="18" charset="0"/>
                      <a:cs typeface="Times New Roman" pitchFamily="18" charset="0"/>
                    </a:rPr>
                  </a:br>
                  <a:r>
                    <a:rPr lang="en-US" altLang="ko-KR" sz="1200">
                      <a:latin typeface="Times New Roman" pitchFamily="18" charset="0"/>
                      <a:cs typeface="Times New Roman" pitchFamily="18" charset="0"/>
                    </a:rPr>
                    <a:t>(Actuator)</a:t>
                  </a:r>
                </a:p>
              </p:txBody>
            </p:sp>
            <p:sp>
              <p:nvSpPr>
                <p:cNvPr id="52261" name="Rectangle 84"/>
                <p:cNvSpPr>
                  <a:spLocks noChangeArrowheads="1"/>
                </p:cNvSpPr>
                <p:nvPr/>
              </p:nvSpPr>
              <p:spPr bwMode="auto">
                <a:xfrm>
                  <a:off x="691" y="5571"/>
                  <a:ext cx="794" cy="779"/>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48" name="Group 85"/>
            <p:cNvGrpSpPr>
              <a:grpSpLocks/>
            </p:cNvGrpSpPr>
            <p:nvPr/>
          </p:nvGrpSpPr>
          <p:grpSpPr bwMode="auto">
            <a:xfrm>
              <a:off x="2620" y="3481"/>
              <a:ext cx="1568" cy="331"/>
              <a:chOff x="1485" y="5559"/>
              <a:chExt cx="938" cy="791"/>
            </a:xfrm>
          </p:grpSpPr>
          <p:sp>
            <p:nvSpPr>
              <p:cNvPr id="52254" name="Rectangle 86"/>
              <p:cNvSpPr>
                <a:spLocks noChangeArrowheads="1"/>
              </p:cNvSpPr>
              <p:nvPr/>
            </p:nvSpPr>
            <p:spPr bwMode="auto">
              <a:xfrm>
                <a:off x="1485" y="5559"/>
                <a:ext cx="938" cy="779"/>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55" name="Group 87"/>
              <p:cNvGrpSpPr>
                <a:grpSpLocks/>
              </p:cNvGrpSpPr>
              <p:nvPr/>
            </p:nvGrpSpPr>
            <p:grpSpPr bwMode="auto">
              <a:xfrm>
                <a:off x="1485" y="5571"/>
                <a:ext cx="938" cy="779"/>
                <a:chOff x="1485" y="5571"/>
                <a:chExt cx="938" cy="779"/>
              </a:xfrm>
            </p:grpSpPr>
            <p:sp>
              <p:nvSpPr>
                <p:cNvPr id="52256" name="Rectangle 88"/>
                <p:cNvSpPr>
                  <a:spLocks noChangeArrowheads="1"/>
                </p:cNvSpPr>
                <p:nvPr/>
              </p:nvSpPr>
              <p:spPr bwMode="auto">
                <a:xfrm>
                  <a:off x="1485" y="5617"/>
                  <a:ext cx="938" cy="67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0"/>
                    </a:spcBef>
                    <a:buFontTx/>
                    <a:buNone/>
                  </a:pPr>
                  <a:r>
                    <a:rPr lang="en-US" altLang="ko-KR" sz="1200">
                      <a:latin typeface="Times New Roman" pitchFamily="18" charset="0"/>
                      <a:cs typeface="Times New Roman" pitchFamily="18" charset="0"/>
                    </a:rPr>
                    <a:t>Máy móc</a:t>
                  </a:r>
                  <a:endParaRPr lang="ko-KR" altLang="en-US" sz="1200">
                    <a:latin typeface="Times New Roman" pitchFamily="18" charset="0"/>
                    <a:cs typeface="Times New Roman" pitchFamily="18" charset="0"/>
                  </a:endParaRPr>
                </a:p>
              </p:txBody>
            </p:sp>
            <p:sp>
              <p:nvSpPr>
                <p:cNvPr id="52257" name="Rectangle 89"/>
                <p:cNvSpPr>
                  <a:spLocks noChangeArrowheads="1"/>
                </p:cNvSpPr>
                <p:nvPr/>
              </p:nvSpPr>
              <p:spPr bwMode="auto">
                <a:xfrm>
                  <a:off x="1485" y="5571"/>
                  <a:ext cx="938" cy="779"/>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nvGrpSpPr>
            <p:cNvPr id="52249" name="Group 90"/>
            <p:cNvGrpSpPr>
              <a:grpSpLocks/>
            </p:cNvGrpSpPr>
            <p:nvPr/>
          </p:nvGrpSpPr>
          <p:grpSpPr bwMode="auto">
            <a:xfrm>
              <a:off x="4189" y="3482"/>
              <a:ext cx="1530" cy="331"/>
              <a:chOff x="2423" y="5559"/>
              <a:chExt cx="930" cy="791"/>
            </a:xfrm>
          </p:grpSpPr>
          <p:sp>
            <p:nvSpPr>
              <p:cNvPr id="52250" name="Rectangle 91"/>
              <p:cNvSpPr>
                <a:spLocks noChangeArrowheads="1"/>
              </p:cNvSpPr>
              <p:nvPr/>
            </p:nvSpPr>
            <p:spPr bwMode="auto">
              <a:xfrm>
                <a:off x="2423" y="5559"/>
                <a:ext cx="930" cy="779"/>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nvGrpSpPr>
              <p:cNvPr id="52251" name="Group 92"/>
              <p:cNvGrpSpPr>
                <a:grpSpLocks/>
              </p:cNvGrpSpPr>
              <p:nvPr/>
            </p:nvGrpSpPr>
            <p:grpSpPr bwMode="auto">
              <a:xfrm>
                <a:off x="2423" y="5571"/>
                <a:ext cx="930" cy="779"/>
                <a:chOff x="2423" y="5571"/>
                <a:chExt cx="930" cy="779"/>
              </a:xfrm>
            </p:grpSpPr>
            <p:sp>
              <p:nvSpPr>
                <p:cNvPr id="52252" name="Rectangle 93"/>
                <p:cNvSpPr>
                  <a:spLocks noChangeArrowheads="1"/>
                </p:cNvSpPr>
                <p:nvPr/>
              </p:nvSpPr>
              <p:spPr bwMode="auto">
                <a:xfrm>
                  <a:off x="2423" y="5617"/>
                  <a:ext cx="930" cy="672"/>
                </a:xfrm>
                <a:prstGeom prst="rect">
                  <a:avLst/>
                </a:prstGeom>
                <a:noFill/>
                <a:ln>
                  <a:noFill/>
                </a:ln>
                <a:effectLst/>
                <a:extLst>
                  <a:ext uri="{909E8E84-426E-40DD-AFC4-6F175D3DCCD1}">
                    <a14:hiddenFill xmlns:a14="http://schemas.microsoft.com/office/drawing/2010/main">
                      <a:solidFill>
                        <a:srgbClr val="FFF4F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r>
                    <a:rPr lang="en-US" altLang="ko-KR" sz="1200">
                      <a:latin typeface="Times New Roman" pitchFamily="18" charset="0"/>
                      <a:cs typeface="Times New Roman" pitchFamily="18" charset="0"/>
                    </a:rPr>
                    <a:t> Van điện/  Clutch điện</a:t>
                  </a:r>
                  <a:r>
                    <a:rPr lang="ko-KR" altLang="en-US" sz="1200">
                      <a:latin typeface="Times New Roman" pitchFamily="18" charset="0"/>
                      <a:cs typeface="Times New Roman" pitchFamily="18" charset="0"/>
                    </a:rPr>
                    <a:t/>
                  </a:r>
                  <a:br>
                    <a:rPr lang="ko-KR" altLang="en-US" sz="1200">
                      <a:latin typeface="Times New Roman" pitchFamily="18" charset="0"/>
                      <a:cs typeface="Times New Roman" pitchFamily="18" charset="0"/>
                    </a:rPr>
                  </a:br>
                  <a:r>
                    <a:rPr lang="ko-KR" altLang="en-US" sz="1200">
                      <a:latin typeface="Times New Roman" pitchFamily="18" charset="0"/>
                      <a:cs typeface="Times New Roman" pitchFamily="18" charset="0"/>
                    </a:rPr>
                    <a:t> </a:t>
                  </a:r>
                  <a:r>
                    <a:rPr lang="en-US" altLang="ko-KR" sz="1200">
                      <a:latin typeface="Times New Roman" pitchFamily="18" charset="0"/>
                      <a:cs typeface="Times New Roman" pitchFamily="18" charset="0"/>
                    </a:rPr>
                    <a:t>brake điện/ công tắc điện</a:t>
                  </a:r>
                  <a:endParaRPr lang="ko-KR" altLang="en-US" sz="1200">
                    <a:latin typeface="Times New Roman" pitchFamily="18" charset="0"/>
                    <a:cs typeface="Times New Roman" pitchFamily="18" charset="0"/>
                  </a:endParaRPr>
                </a:p>
              </p:txBody>
            </p:sp>
            <p:sp>
              <p:nvSpPr>
                <p:cNvPr id="52253" name="Rectangle 94"/>
                <p:cNvSpPr>
                  <a:spLocks noChangeArrowheads="1"/>
                </p:cNvSpPr>
                <p:nvPr/>
              </p:nvSpPr>
              <p:spPr bwMode="auto">
                <a:xfrm>
                  <a:off x="2423" y="5571"/>
                  <a:ext cx="930" cy="779"/>
                </a:xfrm>
                <a:prstGeom prst="rect">
                  <a:avLst/>
                </a:prstGeom>
                <a:noFill/>
                <a:ln w="7">
                  <a:solidFill>
                    <a:srgbClr val="A0A0A0"/>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grpSp>
        </p:grpSp>
      </p:grpSp>
    </p:spTree>
    <p:extLst>
      <p:ext uri="{BB962C8B-B14F-4D97-AF65-F5344CB8AC3E}">
        <p14:creationId xmlns:p14="http://schemas.microsoft.com/office/powerpoint/2010/main" val="2713198540"/>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Picture 10" descr="clip_image003"/>
          <p:cNvPicPr>
            <a:picLocks noChangeAspect="1" noChangeArrowheads="1"/>
          </p:cNvPicPr>
          <p:nvPr/>
        </p:nvPicPr>
        <p:blipFill>
          <a:blip r:embed="rId2">
            <a:extLst>
              <a:ext uri="{28A0092B-C50C-407E-A947-70E740481C1C}">
                <a14:useLocalDpi xmlns:a14="http://schemas.microsoft.com/office/drawing/2010/main" val="0"/>
              </a:ext>
            </a:extLst>
          </a:blip>
          <a:srcRect b="13994"/>
          <a:stretch>
            <a:fillRect/>
          </a:stretch>
        </p:blipFill>
        <p:spPr bwMode="auto">
          <a:xfrm>
            <a:off x="1996281" y="1682450"/>
            <a:ext cx="3559175" cy="139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3250" name="Group 2"/>
          <p:cNvGrpSpPr>
            <a:grpSpLocks/>
          </p:cNvGrpSpPr>
          <p:nvPr/>
        </p:nvGrpSpPr>
        <p:grpSpPr bwMode="auto">
          <a:xfrm>
            <a:off x="2797175" y="1243013"/>
            <a:ext cx="6180138" cy="822325"/>
            <a:chOff x="0" y="0"/>
            <a:chExt cx="3594" cy="518"/>
          </a:xfrm>
        </p:grpSpPr>
        <p:sp>
          <p:nvSpPr>
            <p:cNvPr id="53293" name="Rectangle 3"/>
            <p:cNvSpPr>
              <a:spLocks noChangeArrowheads="1"/>
            </p:cNvSpPr>
            <p:nvPr/>
          </p:nvSpPr>
          <p:spPr bwMode="auto">
            <a:xfrm>
              <a:off x="0" y="0"/>
              <a:ext cx="3594" cy="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53294" name="Rectangle 4"/>
            <p:cNvSpPr>
              <a:spLocks noChangeArrowheads="1"/>
            </p:cNvSpPr>
            <p:nvPr/>
          </p:nvSpPr>
          <p:spPr bwMode="auto">
            <a:xfrm>
              <a:off x="0" y="0"/>
              <a:ext cx="3594" cy="51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2400"/>
            </a:p>
            <a:p>
              <a:pPr lvl="1" latinLnBrk="0">
                <a:lnSpc>
                  <a:spcPct val="100000"/>
                </a:lnSpc>
                <a:spcBef>
                  <a:spcPct val="0"/>
                </a:spcBef>
                <a:buFontTx/>
                <a:buNone/>
              </a:pPr>
              <a:endParaRPr lang="en-US" altLang="ko-KR" sz="2400"/>
            </a:p>
          </p:txBody>
        </p:sp>
      </p:grpSp>
      <p:sp>
        <p:nvSpPr>
          <p:cNvPr id="53251" name="Rectangle 5"/>
          <p:cNvSpPr>
            <a:spLocks noChangeArrowheads="1"/>
          </p:cNvSpPr>
          <p:nvPr/>
        </p:nvSpPr>
        <p:spPr bwMode="auto">
          <a:xfrm>
            <a:off x="933450" y="5019675"/>
            <a:ext cx="6181725" cy="82232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0"/>
              </a:spcBef>
              <a:buFontTx/>
              <a:buNone/>
            </a:pPr>
            <a:endParaRPr lang="en-US" altLang="ko-KR" sz="2400"/>
          </a:p>
          <a:p>
            <a:pPr latinLnBrk="0">
              <a:lnSpc>
                <a:spcPct val="100000"/>
              </a:lnSpc>
              <a:spcBef>
                <a:spcPct val="0"/>
              </a:spcBef>
              <a:buFontTx/>
              <a:buNone/>
            </a:pPr>
            <a:endParaRPr lang="en-US" altLang="ko-KR" sz="2400"/>
          </a:p>
        </p:txBody>
      </p:sp>
      <p:sp>
        <p:nvSpPr>
          <p:cNvPr id="53252" name="Text Box 6"/>
          <p:cNvSpPr txBox="1">
            <a:spLocks noChangeArrowheads="1"/>
          </p:cNvSpPr>
          <p:nvPr/>
        </p:nvSpPr>
        <p:spPr bwMode="auto">
          <a:xfrm>
            <a:off x="247650" y="657225"/>
            <a:ext cx="9458325" cy="830263"/>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1200" b="1">
                <a:latin typeface="Times New Roman" pitchFamily="18" charset="0"/>
                <a:cs typeface="Times New Roman" pitchFamily="18" charset="0"/>
              </a:rPr>
              <a:t> (1) Unit </a:t>
            </a:r>
            <a:r>
              <a:rPr lang="vi-VN" altLang="ko-KR" sz="1200" b="1">
                <a:latin typeface="Times New Roman" pitchFamily="18" charset="0"/>
                <a:cs typeface="Times New Roman" pitchFamily="18" charset="0"/>
              </a:rPr>
              <a:t>đầu vào</a:t>
            </a:r>
            <a:endParaRPr lang="en-US" altLang="ko-KR" sz="1200" b="1">
              <a:latin typeface="Times New Roman" pitchFamily="18" charset="0"/>
              <a:cs typeface="Times New Roman" pitchFamily="18" charset="0"/>
            </a:endParaRPr>
          </a:p>
          <a:p>
            <a:pPr eaLnBrk="1" hangingPunct="1">
              <a:lnSpc>
                <a:spcPct val="100000"/>
              </a:lnSpc>
              <a:spcBef>
                <a:spcPct val="50000"/>
              </a:spcBef>
              <a:buFontTx/>
              <a:buNone/>
            </a:pP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Đóng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vai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trò</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truyền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tín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hiệu</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từ</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thiết</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bị</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bên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ngoài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vào</a:t>
            </a:r>
            <a:r>
              <a:rPr lang="ko-KR" altLang="en-US"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bộ</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phận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tính</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toán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của</a:t>
            </a:r>
            <a:r>
              <a:rPr lang="ko-KR" altLang="en-US" sz="1200">
                <a:latin typeface="Times New Roman" pitchFamily="18" charset="0"/>
                <a:cs typeface="Times New Roman" pitchFamily="18" charset="0"/>
              </a:rPr>
              <a:t> </a:t>
            </a:r>
            <a:r>
              <a:rPr lang="en-US" altLang="ko-KR" sz="1200">
                <a:latin typeface="Times New Roman" pitchFamily="18" charset="0"/>
                <a:cs typeface="Times New Roman" pitchFamily="18" charset="0"/>
              </a:rPr>
              <a:t>CPU. </a:t>
            </a:r>
            <a:r>
              <a:rPr lang="en-US" altLang="ko-KR" sz="1200" err="1">
                <a:latin typeface="Times New Roman" pitchFamily="18" charset="0"/>
                <a:cs typeface="Times New Roman" pitchFamily="18" charset="0"/>
              </a:rPr>
              <a:t>Các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chủng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loại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của</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đầu</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vào</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gồm</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có</a:t>
            </a:r>
            <a:r>
              <a:rPr lang="ko-KR" altLang="en-US" sz="1200">
                <a:latin typeface="Times New Roman" pitchFamily="18" charset="0"/>
                <a:cs typeface="Times New Roman" pitchFamily="18" charset="0"/>
              </a:rPr>
              <a:t> </a:t>
            </a:r>
            <a:r>
              <a:rPr lang="en-US" altLang="ko-KR" sz="1200">
                <a:latin typeface="Times New Roman" pitchFamily="18" charset="0"/>
                <a:cs typeface="Times New Roman" pitchFamily="18" charset="0"/>
              </a:rPr>
              <a:t>DC24[V], AC110[V]…, </a:t>
            </a:r>
          </a:p>
          <a:p>
            <a:pPr eaLnBrk="1" hangingPunct="1">
              <a:lnSpc>
                <a:spcPct val="100000"/>
              </a:lnSpc>
              <a:spcBef>
                <a:spcPct val="50000"/>
              </a:spcBef>
              <a:buFontTx/>
              <a:buNone/>
            </a:pP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ngoài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ra</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về</a:t>
            </a:r>
            <a:r>
              <a:rPr lang="en-US" altLang="ko-KR" sz="1200">
                <a:latin typeface="Times New Roman" pitchFamily="18" charset="0"/>
                <a:cs typeface="Times New Roman" pitchFamily="18" charset="0"/>
              </a:rPr>
              <a:t> Module </a:t>
            </a:r>
            <a:r>
              <a:rPr lang="en-US" altLang="ko-KR" sz="1200" err="1">
                <a:latin typeface="Times New Roman" pitchFamily="18" charset="0"/>
                <a:cs typeface="Times New Roman" pitchFamily="18" charset="0"/>
              </a:rPr>
              <a:t>đầu</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vào</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đặc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biệt</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thì</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có</a:t>
            </a:r>
            <a:r>
              <a:rPr lang="en-US" altLang="ko-KR" sz="1200">
                <a:latin typeface="Times New Roman" pitchFamily="18" charset="0"/>
                <a:cs typeface="Times New Roman" pitchFamily="18" charset="0"/>
              </a:rPr>
              <a:t> Module </a:t>
            </a:r>
            <a:r>
              <a:rPr lang="en-US" altLang="ko-KR" sz="1200" err="1">
                <a:latin typeface="Times New Roman" pitchFamily="18" charset="0"/>
                <a:cs typeface="Times New Roman" pitchFamily="18" charset="0"/>
              </a:rPr>
              <a:t>đầu</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vào</a:t>
            </a:r>
            <a:r>
              <a:rPr lang="en-US" altLang="ko-KR" sz="1200">
                <a:latin typeface="Times New Roman" pitchFamily="18" charset="0"/>
                <a:cs typeface="Times New Roman" pitchFamily="18" charset="0"/>
              </a:rPr>
              <a:t> Analog(A/D), Module Counter </a:t>
            </a:r>
            <a:r>
              <a:rPr lang="en-US" altLang="ko-KR" sz="1200" err="1">
                <a:latin typeface="Times New Roman" pitchFamily="18" charset="0"/>
                <a:cs typeface="Times New Roman" pitchFamily="18" charset="0"/>
              </a:rPr>
              <a:t>tốc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độ</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cao</a:t>
            </a:r>
            <a:r>
              <a:rPr lang="en-US" altLang="ko-KR" sz="1200">
                <a:latin typeface="Times New Roman" pitchFamily="18" charset="0"/>
                <a:cs typeface="Times New Roman" pitchFamily="18" charset="0"/>
              </a:rPr>
              <a:t>(high speed counter)….</a:t>
            </a:r>
          </a:p>
        </p:txBody>
      </p:sp>
      <p:sp>
        <p:nvSpPr>
          <p:cNvPr id="53253" name="Text Box 8"/>
          <p:cNvSpPr txBox="1">
            <a:spLocks noChangeArrowheads="1"/>
          </p:cNvSpPr>
          <p:nvPr/>
        </p:nvSpPr>
        <p:spPr bwMode="auto">
          <a:xfrm>
            <a:off x="247650" y="3602038"/>
            <a:ext cx="9529763" cy="92392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en-US" altLang="ko-KR" sz="1200" b="1">
                <a:latin typeface="Times New Roman" pitchFamily="18" charset="0"/>
                <a:cs typeface="Times New Roman" pitchFamily="18" charset="0"/>
              </a:rPr>
              <a:t> (2) Unit </a:t>
            </a:r>
            <a:r>
              <a:rPr lang="en-US" altLang="ko-KR" sz="1200" b="1" err="1">
                <a:latin typeface="Times New Roman" pitchFamily="18" charset="0"/>
                <a:cs typeface="Times New Roman" pitchFamily="18" charset="0"/>
              </a:rPr>
              <a:t>đầu</a:t>
            </a:r>
            <a:r>
              <a:rPr lang="en-US" altLang="ko-KR" sz="1200" b="1">
                <a:latin typeface="Times New Roman" pitchFamily="18" charset="0"/>
                <a:cs typeface="Times New Roman" pitchFamily="18" charset="0"/>
              </a:rPr>
              <a:t> </a:t>
            </a:r>
            <a:r>
              <a:rPr lang="en-US" altLang="ko-KR" sz="1200" b="1" err="1">
                <a:latin typeface="Times New Roman" pitchFamily="18" charset="0"/>
                <a:cs typeface="Times New Roman" pitchFamily="18" charset="0"/>
              </a:rPr>
              <a:t>ra</a:t>
            </a:r>
            <a:endParaRPr lang="en-US" altLang="ko-KR" sz="1200" b="1">
              <a:latin typeface="Times New Roman" pitchFamily="18" charset="0"/>
              <a:cs typeface="Times New Roman" pitchFamily="18" charset="0"/>
            </a:endParaRPr>
          </a:p>
          <a:p>
            <a:pPr eaLnBrk="1" hangingPunct="1">
              <a:lnSpc>
                <a:spcPct val="100000"/>
              </a:lnSpc>
              <a:spcBef>
                <a:spcPct val="50000"/>
              </a:spcBef>
              <a:buFontTx/>
              <a:buNone/>
            </a:pP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Là</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bộ</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phận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truyền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kết</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quả</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tính</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toán</a:t>
            </a:r>
            <a:r>
              <a:rPr lang="en-US" altLang="ko-KR" sz="1200">
                <a:latin typeface="Times New Roman" pitchFamily="18" charset="0"/>
                <a:cs typeface="Times New Roman" pitchFamily="18" charset="0"/>
              </a:rPr>
              <a:t> ở </a:t>
            </a:r>
            <a:r>
              <a:rPr lang="en-US" altLang="ko-KR" sz="1200" err="1">
                <a:latin typeface="Times New Roman" pitchFamily="18" charset="0"/>
                <a:cs typeface="Times New Roman" pitchFamily="18" charset="0"/>
              </a:rPr>
              <a:t>bên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trong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lên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thiết</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bị</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tiếp</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xúc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điện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tử</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đã</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được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làm</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tiếp</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xúc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ra</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bên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ngoài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hoặc</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lên</a:t>
            </a:r>
            <a:r>
              <a:rPr lang="en-US" altLang="ko-KR" sz="1200">
                <a:latin typeface="Times New Roman" pitchFamily="18" charset="0"/>
                <a:cs typeface="Times New Roman" pitchFamily="18" charset="0"/>
              </a:rPr>
              <a:t> Solenoid </a:t>
            </a:r>
            <a:r>
              <a:rPr lang="en-US" altLang="ko-KR" sz="1200" err="1">
                <a:latin typeface="Times New Roman" pitchFamily="18" charset="0"/>
                <a:cs typeface="Times New Roman" pitchFamily="18" charset="0"/>
              </a:rPr>
              <a:t>để</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tạo</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chuyển</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động</a:t>
            </a:r>
            <a:r>
              <a:rPr lang="en-US" altLang="ko-KR" sz="1200">
                <a:latin typeface="Times New Roman" pitchFamily="18" charset="0"/>
                <a:cs typeface="Times New Roman" pitchFamily="18" charset="0"/>
              </a:rPr>
              <a:t> quay. </a:t>
            </a:r>
            <a:r>
              <a:rPr lang="en-US" altLang="ko-KR" sz="1200" err="1">
                <a:latin typeface="Times New Roman" pitchFamily="18" charset="0"/>
                <a:cs typeface="Times New Roman" pitchFamily="18" charset="0"/>
              </a:rPr>
              <a:t>Chủng</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loại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của</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đầu</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ra</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gồm</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có</a:t>
            </a:r>
            <a:r>
              <a:rPr lang="ko-KR" altLang="en-US"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đầu</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ra</a:t>
            </a:r>
            <a:r>
              <a:rPr lang="en-US" altLang="ko-KR" sz="1200">
                <a:latin typeface="Times New Roman" pitchFamily="18" charset="0"/>
                <a:cs typeface="Times New Roman" pitchFamily="18" charset="0"/>
              </a:rPr>
              <a:t> Relay, </a:t>
            </a:r>
            <a:r>
              <a:rPr lang="en-US" altLang="ko-KR" sz="1200" err="1">
                <a:latin typeface="Times New Roman" pitchFamily="18" charset="0"/>
                <a:cs typeface="Times New Roman" pitchFamily="18" charset="0"/>
              </a:rPr>
              <a:t>đầu</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ra</a:t>
            </a:r>
            <a:r>
              <a:rPr lang="en-US" altLang="ko-KR" sz="1200">
                <a:latin typeface="Times New Roman" pitchFamily="18" charset="0"/>
                <a:cs typeface="Times New Roman" pitchFamily="18" charset="0"/>
              </a:rPr>
              <a:t> transistor, </a:t>
            </a:r>
            <a:r>
              <a:rPr lang="en-US" altLang="ko-KR" sz="1200" err="1">
                <a:latin typeface="Times New Roman" pitchFamily="18" charset="0"/>
                <a:cs typeface="Times New Roman" pitchFamily="18" charset="0"/>
              </a:rPr>
              <a:t>đầu</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ra</a:t>
            </a:r>
            <a:r>
              <a:rPr lang="en-US" altLang="ko-KR" sz="1200">
                <a:latin typeface="Times New Roman" pitchFamily="18" charset="0"/>
                <a:cs typeface="Times New Roman" pitchFamily="18" charset="0"/>
              </a:rPr>
              <a:t> SSR(Solid State Relay)… </a:t>
            </a:r>
            <a:r>
              <a:rPr lang="en-US" altLang="ko-KR" sz="1200" err="1">
                <a:latin typeface="Times New Roman" pitchFamily="18" charset="0"/>
                <a:cs typeface="Times New Roman" pitchFamily="18" charset="0"/>
              </a:rPr>
              <a:t>ngoài</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ra</a:t>
            </a:r>
            <a:r>
              <a:rPr lang="en-US" altLang="ko-KR" sz="1200">
                <a:latin typeface="Times New Roman" pitchFamily="18" charset="0"/>
                <a:cs typeface="Times New Roman" pitchFamily="18" charset="0"/>
              </a:rPr>
              <a:t> Module </a:t>
            </a:r>
            <a:r>
              <a:rPr lang="en-US" altLang="ko-KR" sz="1200" err="1">
                <a:latin typeface="Times New Roman" pitchFamily="18" charset="0"/>
                <a:cs typeface="Times New Roman" pitchFamily="18" charset="0"/>
              </a:rPr>
              <a:t>đầu</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ra</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có</a:t>
            </a:r>
            <a:r>
              <a:rPr lang="ko-KR" altLang="en-US" sz="1200">
                <a:latin typeface="Times New Roman" pitchFamily="18" charset="0"/>
                <a:cs typeface="Times New Roman" pitchFamily="18" charset="0"/>
              </a:rPr>
              <a:t> </a:t>
            </a:r>
            <a:r>
              <a:rPr lang="en-US" altLang="ko-KR" sz="1200">
                <a:latin typeface="Times New Roman" pitchFamily="18" charset="0"/>
                <a:cs typeface="Times New Roman" pitchFamily="18" charset="0"/>
              </a:rPr>
              <a:t>Module </a:t>
            </a:r>
            <a:r>
              <a:rPr lang="en-US" altLang="ko-KR" sz="1200" err="1">
                <a:latin typeface="Times New Roman" pitchFamily="18" charset="0"/>
                <a:cs typeface="Times New Roman" pitchFamily="18" charset="0"/>
              </a:rPr>
              <a:t>đầu</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ra</a:t>
            </a:r>
            <a:r>
              <a:rPr lang="en-US" altLang="ko-KR" sz="1200">
                <a:latin typeface="Times New Roman" pitchFamily="18" charset="0"/>
                <a:cs typeface="Times New Roman" pitchFamily="18" charset="0"/>
              </a:rPr>
              <a:t> analog(D/A), Module </a:t>
            </a:r>
            <a:r>
              <a:rPr lang="en-US" altLang="ko-KR" sz="1200" err="1">
                <a:latin typeface="Times New Roman" pitchFamily="18" charset="0"/>
                <a:cs typeface="Times New Roman" pitchFamily="18" charset="0"/>
              </a:rPr>
              <a:t>quyết</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định</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vị</a:t>
            </a:r>
            <a:r>
              <a:rPr lang="en-US" altLang="ko-KR" sz="1200">
                <a:latin typeface="Times New Roman" pitchFamily="18" charset="0"/>
                <a:cs typeface="Times New Roman" pitchFamily="18" charset="0"/>
              </a:rPr>
              <a:t> </a:t>
            </a:r>
            <a:r>
              <a:rPr lang="en-US" altLang="ko-KR" sz="1200" err="1">
                <a:latin typeface="Times New Roman" pitchFamily="18" charset="0"/>
                <a:cs typeface="Times New Roman" pitchFamily="18" charset="0"/>
              </a:rPr>
              <a:t>trí</a:t>
            </a:r>
            <a:r>
              <a:rPr lang="en-US" altLang="ko-KR" sz="1200">
                <a:latin typeface="Times New Roman" pitchFamily="18" charset="0"/>
                <a:cs typeface="Times New Roman" pitchFamily="18" charset="0"/>
              </a:rPr>
              <a:t>….</a:t>
            </a:r>
          </a:p>
        </p:txBody>
      </p:sp>
      <p:sp>
        <p:nvSpPr>
          <p:cNvPr id="53254" name="Text Box 11"/>
          <p:cNvSpPr txBox="1">
            <a:spLocks noChangeArrowheads="1"/>
          </p:cNvSpPr>
          <p:nvPr/>
        </p:nvSpPr>
        <p:spPr bwMode="auto">
          <a:xfrm>
            <a:off x="2838450" y="3430588"/>
            <a:ext cx="1897063" cy="246062"/>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000">
                <a:latin typeface="Times New Roman" pitchFamily="18" charset="0"/>
                <a:cs typeface="Times New Roman" pitchFamily="18" charset="0"/>
              </a:rPr>
              <a:t>Hình3-1.</a:t>
            </a:r>
            <a:r>
              <a:rPr lang="ko-KR" altLang="en-US" sz="1000">
                <a:latin typeface="Times New Roman" pitchFamily="18" charset="0"/>
                <a:cs typeface="Times New Roman" pitchFamily="18" charset="0"/>
              </a:rPr>
              <a:t> </a:t>
            </a:r>
            <a:r>
              <a:rPr lang="en-US" altLang="ko-KR" sz="1000">
                <a:latin typeface="Times New Roman" pitchFamily="18" charset="0"/>
                <a:cs typeface="Times New Roman" pitchFamily="18" charset="0"/>
              </a:rPr>
              <a:t>Ví dụ về  mạch </a:t>
            </a:r>
            <a:r>
              <a:rPr lang="vi-VN" altLang="ko-KR" sz="1000">
                <a:latin typeface="Times New Roman" pitchFamily="18" charset="0"/>
                <a:cs typeface="Times New Roman" pitchFamily="18" charset="0"/>
              </a:rPr>
              <a:t>đầu vào</a:t>
            </a:r>
            <a:endParaRPr lang="ko-KR" altLang="en-US" sz="1000">
              <a:latin typeface="Times New Roman" pitchFamily="18" charset="0"/>
              <a:cs typeface="Times New Roman" pitchFamily="18" charset="0"/>
            </a:endParaRPr>
          </a:p>
        </p:txBody>
      </p:sp>
      <p:sp>
        <p:nvSpPr>
          <p:cNvPr id="53255" name="Text Box 14"/>
          <p:cNvSpPr txBox="1">
            <a:spLocks noChangeArrowheads="1"/>
          </p:cNvSpPr>
          <p:nvPr/>
        </p:nvSpPr>
        <p:spPr bwMode="auto">
          <a:xfrm>
            <a:off x="2941638" y="6273800"/>
            <a:ext cx="1814512" cy="246063"/>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000">
                <a:latin typeface="Times New Roman" pitchFamily="18" charset="0"/>
                <a:cs typeface="Times New Roman" pitchFamily="18" charset="0"/>
              </a:rPr>
              <a:t>Hình 3-2. Ví dụ về mạch đầu ra</a:t>
            </a:r>
            <a:endParaRPr lang="ko-KR" altLang="en-US" sz="1000">
              <a:latin typeface="Times New Roman" pitchFamily="18" charset="0"/>
              <a:cs typeface="Times New Roman" pitchFamily="18" charset="0"/>
            </a:endParaRPr>
          </a:p>
        </p:txBody>
      </p:sp>
      <p:sp>
        <p:nvSpPr>
          <p:cNvPr id="53256" name="Rectangle 15"/>
          <p:cNvSpPr>
            <a:spLocks noChangeArrowheads="1"/>
          </p:cNvSpPr>
          <p:nvPr/>
        </p:nvSpPr>
        <p:spPr bwMode="auto">
          <a:xfrm>
            <a:off x="60325" y="53975"/>
            <a:ext cx="3255963"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100000"/>
              </a:lnSpc>
              <a:spcBef>
                <a:spcPct val="50000"/>
              </a:spcBef>
              <a:buFontTx/>
              <a:buNone/>
            </a:pPr>
            <a:r>
              <a:rPr lang="vi-VN" altLang="ko-KR" sz="1800" b="1">
                <a:latin typeface="Times New Roman" pitchFamily="18" charset="0"/>
                <a:cs typeface="Times New Roman" pitchFamily="18" charset="0"/>
              </a:rPr>
              <a:t>1.Tìm hiểu cấu tạo cơ bản PLC</a:t>
            </a:r>
            <a:endParaRPr lang="ko-KR" altLang="en-US" sz="1800" b="1">
              <a:latin typeface="Times New Roman" pitchFamily="18" charset="0"/>
              <a:cs typeface="Times New Roman" pitchFamily="18" charset="0"/>
            </a:endParaRPr>
          </a:p>
        </p:txBody>
      </p:sp>
      <p:sp>
        <p:nvSpPr>
          <p:cNvPr id="53257" name="Rectangle 16"/>
          <p:cNvSpPr>
            <a:spLocks noChangeArrowheads="1"/>
          </p:cNvSpPr>
          <p:nvPr/>
        </p:nvSpPr>
        <p:spPr bwMode="auto">
          <a:xfrm>
            <a:off x="7699375" y="79375"/>
            <a:ext cx="2349500" cy="33813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fi-FI" altLang="ko-KR" sz="1600" b="1">
                <a:latin typeface="Times New Roman" pitchFamily="18" charset="0"/>
                <a:cs typeface="Times New Roman" pitchFamily="18" charset="0"/>
              </a:rPr>
              <a:t>3. Vai trò từng PLC Unit</a:t>
            </a:r>
            <a:endParaRPr lang="ko-KR" altLang="en-US" sz="1600" b="1">
              <a:latin typeface="Times New Roman" pitchFamily="18" charset="0"/>
              <a:cs typeface="Times New Roman" pitchFamily="18" charset="0"/>
            </a:endParaRPr>
          </a:p>
        </p:txBody>
      </p:sp>
      <p:grpSp>
        <p:nvGrpSpPr>
          <p:cNvPr id="53258" name="그룹 1"/>
          <p:cNvGrpSpPr>
            <a:grpSpLocks/>
          </p:cNvGrpSpPr>
          <p:nvPr/>
        </p:nvGrpSpPr>
        <p:grpSpPr bwMode="auto">
          <a:xfrm>
            <a:off x="1388604" y="1592795"/>
            <a:ext cx="8542663" cy="1878718"/>
            <a:chOff x="-2684880" y="1558972"/>
            <a:chExt cx="8543548" cy="1878925"/>
          </a:xfrm>
        </p:grpSpPr>
        <p:sp>
          <p:nvSpPr>
            <p:cNvPr id="53286" name="직사각형 32"/>
            <p:cNvSpPr>
              <a:spLocks noChangeArrowheads="1"/>
            </p:cNvSpPr>
            <p:nvPr/>
          </p:nvSpPr>
          <p:spPr bwMode="auto">
            <a:xfrm>
              <a:off x="-2425445" y="2695464"/>
              <a:ext cx="1122671" cy="277005"/>
            </a:xfrm>
            <a:prstGeom prst="rect">
              <a:avLst/>
            </a:prstGeom>
            <a:solidFill>
              <a:srgbClr val="FFFFFF"/>
            </a:solidFill>
            <a:ln w="9525">
              <a:solidFill>
                <a:schemeClr val="bg1"/>
              </a:solidFill>
              <a:miter lim="800000"/>
              <a:headEnd/>
              <a:tailEnd/>
            </a:ln>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000" err="1">
                  <a:latin typeface="Times New Roman" pitchFamily="18" charset="0"/>
                  <a:ea typeface="Dotum" pitchFamily="50" charset="-127"/>
                  <a:cs typeface="Times New Roman" pitchFamily="18" charset="0"/>
                </a:rPr>
                <a:t>Thiết</a:t>
              </a:r>
              <a:r>
                <a:rPr lang="en-US" altLang="ko-KR" sz="1000">
                  <a:latin typeface="Times New Roman" pitchFamily="18" charset="0"/>
                  <a:ea typeface="Dotum" pitchFamily="50" charset="-127"/>
                  <a:cs typeface="Times New Roman" pitchFamily="18" charset="0"/>
                </a:rPr>
                <a:t> </a:t>
              </a:r>
              <a:r>
                <a:rPr lang="en-US" altLang="ko-KR" sz="1000" err="1">
                  <a:latin typeface="Times New Roman" pitchFamily="18" charset="0"/>
                  <a:ea typeface="Dotum" pitchFamily="50" charset="-127"/>
                  <a:cs typeface="Times New Roman" pitchFamily="18" charset="0"/>
                </a:rPr>
                <a:t>bị</a:t>
              </a:r>
              <a:r>
                <a:rPr lang="en-US" altLang="ko-KR" sz="1000">
                  <a:latin typeface="Times New Roman" pitchFamily="18" charset="0"/>
                  <a:ea typeface="Dotum" pitchFamily="50" charset="-127"/>
                  <a:cs typeface="Times New Roman" pitchFamily="18" charset="0"/>
                </a:rPr>
                <a:t> </a:t>
              </a:r>
              <a:r>
                <a:rPr lang="en-US" altLang="ko-KR" sz="1000" err="1">
                  <a:latin typeface="Times New Roman" pitchFamily="18" charset="0"/>
                  <a:ea typeface="Dotum" pitchFamily="50" charset="-127"/>
                  <a:cs typeface="Times New Roman" pitchFamily="18" charset="0"/>
                </a:rPr>
                <a:t>bên</a:t>
              </a:r>
              <a:r>
                <a:rPr lang="en-US" altLang="ko-KR" sz="1000">
                  <a:latin typeface="Times New Roman" pitchFamily="18" charset="0"/>
                  <a:ea typeface="Dotum" pitchFamily="50" charset="-127"/>
                  <a:cs typeface="Times New Roman" pitchFamily="18" charset="0"/>
                </a:rPr>
                <a:t> </a:t>
              </a:r>
              <a:r>
                <a:rPr lang="en-US" altLang="ko-KR" sz="1000" err="1">
                  <a:latin typeface="Times New Roman" pitchFamily="18" charset="0"/>
                  <a:ea typeface="Dotum" pitchFamily="50" charset="-127"/>
                  <a:cs typeface="Times New Roman" pitchFamily="18" charset="0"/>
                </a:rPr>
                <a:t>ngoài</a:t>
              </a:r>
              <a:endParaRPr lang="ko-KR" altLang="en-US" sz="1000">
                <a:latin typeface="Times New Roman" pitchFamily="18" charset="0"/>
                <a:ea typeface="Dotum" pitchFamily="50" charset="-127"/>
                <a:cs typeface="Times New Roman" pitchFamily="18" charset="0"/>
              </a:endParaRPr>
            </a:p>
          </p:txBody>
        </p:sp>
        <p:sp>
          <p:nvSpPr>
            <p:cNvPr id="53274" name="Text Box 24"/>
            <p:cNvSpPr txBox="1">
              <a:spLocks noChangeArrowheads="1"/>
            </p:cNvSpPr>
            <p:nvPr/>
          </p:nvSpPr>
          <p:spPr bwMode="auto">
            <a:xfrm>
              <a:off x="3096771" y="3105150"/>
              <a:ext cx="1020057" cy="246226"/>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000">
                  <a:latin typeface="Times New Roman" pitchFamily="18" charset="0"/>
                  <a:cs typeface="Times New Roman" pitchFamily="18" charset="0"/>
                </a:rPr>
                <a:t>Module đầu vào</a:t>
              </a:r>
              <a:endParaRPr lang="ko-KR" altLang="en-US" sz="1000">
                <a:latin typeface="Times New Roman" pitchFamily="18" charset="0"/>
                <a:cs typeface="Times New Roman" pitchFamily="18" charset="0"/>
              </a:endParaRPr>
            </a:p>
          </p:txBody>
        </p:sp>
        <p:sp>
          <p:nvSpPr>
            <p:cNvPr id="53275" name="Text Box 25"/>
            <p:cNvSpPr txBox="1">
              <a:spLocks noChangeArrowheads="1"/>
            </p:cNvSpPr>
            <p:nvPr/>
          </p:nvSpPr>
          <p:spPr bwMode="auto">
            <a:xfrm>
              <a:off x="4714955" y="3113088"/>
              <a:ext cx="433227" cy="246226"/>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000">
                  <a:latin typeface="Times New Roman" pitchFamily="18" charset="0"/>
                  <a:cs typeface="Times New Roman" pitchFamily="18" charset="0"/>
                </a:rPr>
                <a:t>CPU</a:t>
              </a:r>
            </a:p>
          </p:txBody>
        </p:sp>
        <p:sp>
          <p:nvSpPr>
            <p:cNvPr id="53276" name="직사각형 3"/>
            <p:cNvSpPr>
              <a:spLocks noChangeArrowheads="1"/>
            </p:cNvSpPr>
            <p:nvPr/>
          </p:nvSpPr>
          <p:spPr bwMode="auto">
            <a:xfrm>
              <a:off x="2574131" y="2982385"/>
              <a:ext cx="3284537" cy="45551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53277" name="Rectangle 22"/>
            <p:cNvSpPr>
              <a:spLocks noChangeArrowheads="1"/>
            </p:cNvSpPr>
            <p:nvPr/>
          </p:nvSpPr>
          <p:spPr bwMode="auto">
            <a:xfrm>
              <a:off x="2884488" y="2102694"/>
              <a:ext cx="1331912" cy="455512"/>
            </a:xfrm>
            <a:prstGeom prst="rect">
              <a:avLst/>
            </a:prstGeom>
            <a:noFill/>
            <a:ln w="9525" algn="ctr">
              <a:solidFill>
                <a:schemeClr val="bg1"/>
              </a:solidFill>
              <a:prstDash val="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85337" tIns="42669" rIns="85337" bIns="42669" anchor="ct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53278" name="Rectangle 18"/>
            <p:cNvSpPr>
              <a:spLocks noChangeArrowheads="1"/>
            </p:cNvSpPr>
            <p:nvPr/>
          </p:nvSpPr>
          <p:spPr bwMode="auto">
            <a:xfrm>
              <a:off x="4268788" y="2104282"/>
              <a:ext cx="1331912" cy="455512"/>
            </a:xfrm>
            <a:prstGeom prst="rect">
              <a:avLst/>
            </a:prstGeom>
            <a:noFill/>
            <a:ln w="9525" algn="ctr">
              <a:solidFill>
                <a:schemeClr val="bg1"/>
              </a:solidFill>
              <a:prstDash val="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85337" tIns="42669" rIns="85337" bIns="42669" anchor="ct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53279" name="직사각형 2"/>
            <p:cNvSpPr>
              <a:spLocks noChangeArrowheads="1"/>
            </p:cNvSpPr>
            <p:nvPr/>
          </p:nvSpPr>
          <p:spPr bwMode="auto">
            <a:xfrm>
              <a:off x="-2019487" y="1606014"/>
              <a:ext cx="774365" cy="277029"/>
            </a:xfrm>
            <a:prstGeom prst="rect">
              <a:avLst/>
            </a:prstGeom>
            <a:solidFill>
              <a:srgbClr val="FFFFFF"/>
            </a:solidFill>
            <a:ln w="9525">
              <a:solidFill>
                <a:schemeClr val="bg1"/>
              </a:solidFill>
              <a:miter lim="800000"/>
              <a:headEnd/>
              <a:tailEnd/>
            </a:ln>
          </p:spPr>
          <p:txBody>
            <a:bodyPr wrap="squar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000" err="1" smtClean="0">
                  <a:latin typeface="Times New Roman" pitchFamily="18" charset="0"/>
                  <a:ea typeface="Dotum" pitchFamily="50" charset="-127"/>
                  <a:cs typeface="Times New Roman" pitchFamily="18" charset="0"/>
                </a:rPr>
                <a:t>Tiếp</a:t>
              </a:r>
              <a:r>
                <a:rPr lang="en-US" altLang="ko-KR" sz="1000" smtClean="0">
                  <a:latin typeface="Times New Roman" pitchFamily="18" charset="0"/>
                  <a:ea typeface="Dotum" pitchFamily="50" charset="-127"/>
                  <a:cs typeface="Times New Roman" pitchFamily="18" charset="0"/>
                </a:rPr>
                <a:t> </a:t>
              </a:r>
              <a:r>
                <a:rPr lang="en-US" altLang="ko-KR" sz="1000" err="1" smtClean="0">
                  <a:latin typeface="Times New Roman" pitchFamily="18" charset="0"/>
                  <a:ea typeface="Dotum" pitchFamily="50" charset="-127"/>
                  <a:cs typeface="Times New Roman" pitchFamily="18" charset="0"/>
                </a:rPr>
                <a:t>điểm</a:t>
              </a:r>
              <a:endParaRPr lang="ko-KR" altLang="en-US" sz="1000">
                <a:latin typeface="Times New Roman" pitchFamily="18" charset="0"/>
                <a:ea typeface="Dotum" pitchFamily="50" charset="-127"/>
                <a:cs typeface="Times New Roman" pitchFamily="18" charset="0"/>
              </a:endParaRPr>
            </a:p>
          </p:txBody>
        </p:sp>
        <p:sp>
          <p:nvSpPr>
            <p:cNvPr id="53280" name="직사각형 25"/>
            <p:cNvSpPr>
              <a:spLocks noChangeArrowheads="1"/>
            </p:cNvSpPr>
            <p:nvPr/>
          </p:nvSpPr>
          <p:spPr bwMode="auto">
            <a:xfrm>
              <a:off x="-1181182" y="1616500"/>
              <a:ext cx="884329" cy="203155"/>
            </a:xfrm>
            <a:prstGeom prst="rect">
              <a:avLst/>
            </a:prstGeom>
            <a:solidFill>
              <a:srgbClr val="FFFFFF"/>
            </a:solidFill>
            <a:ln w="9525">
              <a:solidFill>
                <a:schemeClr val="bg1"/>
              </a:solidFill>
              <a:miter lim="800000"/>
              <a:headEnd/>
              <a:tailEnd/>
            </a:ln>
          </p:spPr>
          <p:txBody>
            <a:bodyPr wrap="squar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80000"/>
                </a:lnSpc>
                <a:spcBef>
                  <a:spcPct val="0"/>
                </a:spcBef>
                <a:buFontTx/>
                <a:buNone/>
              </a:pPr>
              <a:r>
                <a:rPr lang="en-US" altLang="ko-KR" sz="900">
                  <a:latin typeface="Times New Roman" pitchFamily="18" charset="0"/>
                  <a:ea typeface="Dotum" pitchFamily="50" charset="-127"/>
                  <a:cs typeface="Times New Roman" pitchFamily="18" charset="0"/>
                </a:rPr>
                <a:t>   </a:t>
              </a:r>
              <a:r>
                <a:rPr lang="en-US" altLang="ko-KR" sz="900" smtClean="0">
                  <a:latin typeface="Times New Roman" pitchFamily="18" charset="0"/>
                  <a:ea typeface="Dotum" pitchFamily="50" charset="-127"/>
                  <a:cs typeface="Times New Roman" pitchFamily="18" charset="0"/>
                </a:rPr>
                <a:t>LED </a:t>
              </a:r>
              <a:r>
                <a:rPr lang="en-US" altLang="ko-KR" sz="900" err="1" smtClean="0">
                  <a:latin typeface="Times New Roman" pitchFamily="18" charset="0"/>
                  <a:ea typeface="Dotum" pitchFamily="50" charset="-127"/>
                  <a:cs typeface="Times New Roman" pitchFamily="18" charset="0"/>
                </a:rPr>
                <a:t>biểu</a:t>
              </a:r>
              <a:r>
                <a:rPr lang="en-US" altLang="ko-KR" sz="900" smtClean="0">
                  <a:latin typeface="Times New Roman" pitchFamily="18" charset="0"/>
                  <a:ea typeface="Dotum" pitchFamily="50" charset="-127"/>
                  <a:cs typeface="Times New Roman" pitchFamily="18" charset="0"/>
                </a:rPr>
                <a:t> </a:t>
              </a:r>
              <a:r>
                <a:rPr lang="en-US" altLang="ko-KR" sz="900" err="1" smtClean="0">
                  <a:latin typeface="Times New Roman" pitchFamily="18" charset="0"/>
                  <a:ea typeface="Dotum" pitchFamily="50" charset="-127"/>
                  <a:cs typeface="Times New Roman" pitchFamily="18" charset="0"/>
                </a:rPr>
                <a:t>thị</a:t>
              </a:r>
              <a:endParaRPr lang="ko-KR" altLang="en-US" sz="900">
                <a:latin typeface="Times New Roman" pitchFamily="18" charset="0"/>
                <a:ea typeface="Dotum" pitchFamily="50" charset="-127"/>
                <a:cs typeface="Times New Roman" pitchFamily="18" charset="0"/>
              </a:endParaRPr>
            </a:p>
          </p:txBody>
        </p:sp>
        <p:sp>
          <p:nvSpPr>
            <p:cNvPr id="53282" name="직사각형 27"/>
            <p:cNvSpPr>
              <a:spLocks noChangeArrowheads="1"/>
            </p:cNvSpPr>
            <p:nvPr/>
          </p:nvSpPr>
          <p:spPr bwMode="auto">
            <a:xfrm>
              <a:off x="591823" y="1558972"/>
              <a:ext cx="899804" cy="277005"/>
            </a:xfrm>
            <a:prstGeom prst="rect">
              <a:avLst/>
            </a:prstGeom>
            <a:solidFill>
              <a:srgbClr val="FFFFFF"/>
            </a:solidFill>
            <a:ln w="9525">
              <a:solidFill>
                <a:schemeClr val="bg1"/>
              </a:solidFill>
              <a:miter lim="800000"/>
              <a:headEnd/>
              <a:tailEnd/>
            </a:ln>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000" err="1">
                  <a:latin typeface="Times New Roman" pitchFamily="18" charset="0"/>
                  <a:ea typeface="Dotum" pitchFamily="50" charset="-127"/>
                  <a:cs typeface="Times New Roman" pitchFamily="18" charset="0"/>
                </a:rPr>
                <a:t>Bộ</a:t>
              </a:r>
              <a:r>
                <a:rPr lang="en-US" altLang="ko-KR" sz="1000">
                  <a:latin typeface="Times New Roman" pitchFamily="18" charset="0"/>
                  <a:ea typeface="Dotum" pitchFamily="50" charset="-127"/>
                  <a:cs typeface="Times New Roman" pitchFamily="18" charset="0"/>
                </a:rPr>
                <a:t> </a:t>
              </a:r>
              <a:r>
                <a:rPr lang="en-US" altLang="ko-KR" sz="1000" err="1">
                  <a:latin typeface="Times New Roman" pitchFamily="18" charset="0"/>
                  <a:ea typeface="Dotum" pitchFamily="50" charset="-127"/>
                  <a:cs typeface="Times New Roman" pitchFamily="18" charset="0"/>
                </a:rPr>
                <a:t>tính</a:t>
              </a:r>
              <a:r>
                <a:rPr lang="en-US" altLang="ko-KR" sz="1000">
                  <a:latin typeface="Times New Roman" pitchFamily="18" charset="0"/>
                  <a:ea typeface="Dotum" pitchFamily="50" charset="-127"/>
                  <a:cs typeface="Times New Roman" pitchFamily="18" charset="0"/>
                </a:rPr>
                <a:t>(CPU)</a:t>
              </a:r>
              <a:endParaRPr lang="ko-KR" altLang="en-US" sz="1000">
                <a:latin typeface="Times New Roman" pitchFamily="18" charset="0"/>
                <a:ea typeface="Dotum" pitchFamily="50" charset="-127"/>
                <a:cs typeface="Times New Roman" pitchFamily="18" charset="0"/>
              </a:endParaRPr>
            </a:p>
          </p:txBody>
        </p:sp>
        <p:sp>
          <p:nvSpPr>
            <p:cNvPr id="53283" name="직사각형 4"/>
            <p:cNvSpPr>
              <a:spLocks noChangeArrowheads="1"/>
            </p:cNvSpPr>
            <p:nvPr/>
          </p:nvSpPr>
          <p:spPr bwMode="auto">
            <a:xfrm>
              <a:off x="1965325" y="2102695"/>
              <a:ext cx="231775" cy="45551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53284" name="직사각형 30"/>
            <p:cNvSpPr>
              <a:spLocks noChangeArrowheads="1"/>
            </p:cNvSpPr>
            <p:nvPr/>
          </p:nvSpPr>
          <p:spPr bwMode="auto">
            <a:xfrm>
              <a:off x="-2684880" y="2027074"/>
              <a:ext cx="787569" cy="445580"/>
            </a:xfrm>
            <a:prstGeom prst="rect">
              <a:avLst/>
            </a:prstGeom>
            <a:solidFill>
              <a:srgbClr val="FFFFFF"/>
            </a:solidFill>
            <a:ln w="9525">
              <a:solidFill>
                <a:schemeClr val="bg1"/>
              </a:solidFill>
              <a:miter lim="800000"/>
              <a:headEnd/>
              <a:tailEnd/>
            </a:ln>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000">
                  <a:latin typeface="Times New Roman" pitchFamily="18" charset="0"/>
                  <a:ea typeface="Dotum" pitchFamily="50" charset="-127"/>
                  <a:cs typeface="Times New Roman" pitchFamily="18" charset="0"/>
                </a:rPr>
                <a:t>Nguồn điện</a:t>
              </a:r>
            </a:p>
            <a:p>
              <a:pPr eaLnBrk="1" hangingPunct="1">
                <a:spcBef>
                  <a:spcPct val="0"/>
                </a:spcBef>
                <a:buFontTx/>
                <a:buNone/>
              </a:pPr>
              <a:r>
                <a:rPr lang="en-US" altLang="ko-KR" sz="1000">
                  <a:latin typeface="Times New Roman" pitchFamily="18" charset="0"/>
                  <a:ea typeface="Dotum" pitchFamily="50" charset="-127"/>
                  <a:cs typeface="Times New Roman" pitchFamily="18" charset="0"/>
                </a:rPr>
                <a:t> bên ngoài</a:t>
              </a:r>
              <a:endParaRPr lang="ko-KR" altLang="en-US" sz="1000">
                <a:latin typeface="Times New Roman" pitchFamily="18" charset="0"/>
                <a:ea typeface="Dotum" pitchFamily="50" charset="-127"/>
                <a:cs typeface="Times New Roman" pitchFamily="18" charset="0"/>
              </a:endParaRPr>
            </a:p>
          </p:txBody>
        </p:sp>
        <p:sp>
          <p:nvSpPr>
            <p:cNvPr id="53285" name="직사각형 31"/>
            <p:cNvSpPr>
              <a:spLocks noChangeArrowheads="1"/>
            </p:cNvSpPr>
            <p:nvPr/>
          </p:nvSpPr>
          <p:spPr bwMode="auto">
            <a:xfrm>
              <a:off x="2095500" y="2686894"/>
              <a:ext cx="576263" cy="45551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53288" name="직사각형 34"/>
            <p:cNvSpPr>
              <a:spLocks noChangeArrowheads="1"/>
            </p:cNvSpPr>
            <p:nvPr/>
          </p:nvSpPr>
          <p:spPr bwMode="auto">
            <a:xfrm>
              <a:off x="-488408" y="2704723"/>
              <a:ext cx="670955" cy="203155"/>
            </a:xfrm>
            <a:prstGeom prst="rect">
              <a:avLst/>
            </a:prstGeom>
            <a:solidFill>
              <a:srgbClr val="FFFFFF"/>
            </a:solidFill>
            <a:ln w="9525">
              <a:solidFill>
                <a:schemeClr val="bg1"/>
              </a:solidFill>
              <a:miter lim="800000"/>
              <a:headEnd/>
              <a:tailEnd/>
            </a:ln>
          </p:spPr>
          <p:txBody>
            <a:bodyPr wrap="squar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lnSpc>
                  <a:spcPct val="80000"/>
                </a:lnSpc>
                <a:spcBef>
                  <a:spcPct val="0"/>
                </a:spcBef>
                <a:buFontTx/>
                <a:buNone/>
              </a:pPr>
              <a:r>
                <a:rPr lang="en-US" altLang="ko-KR" sz="900" err="1">
                  <a:latin typeface="Times New Roman" pitchFamily="18" charset="0"/>
                  <a:ea typeface="Dotum" pitchFamily="50" charset="-127"/>
                  <a:cs typeface="Times New Roman" pitchFamily="18" charset="0"/>
                </a:rPr>
                <a:t>Đầu</a:t>
              </a:r>
              <a:r>
                <a:rPr lang="en-US" altLang="ko-KR" sz="900">
                  <a:latin typeface="Times New Roman" pitchFamily="18" charset="0"/>
                  <a:ea typeface="Dotum" pitchFamily="50" charset="-127"/>
                  <a:cs typeface="Times New Roman" pitchFamily="18" charset="0"/>
                </a:rPr>
                <a:t> </a:t>
              </a:r>
              <a:r>
                <a:rPr lang="en-US" altLang="ko-KR" sz="900" err="1">
                  <a:latin typeface="Times New Roman" pitchFamily="18" charset="0"/>
                  <a:ea typeface="Dotum" pitchFamily="50" charset="-127"/>
                  <a:cs typeface="Times New Roman" pitchFamily="18" charset="0"/>
                </a:rPr>
                <a:t>vào</a:t>
              </a:r>
              <a:endParaRPr lang="ko-KR" altLang="en-US" sz="900">
                <a:latin typeface="Times New Roman" pitchFamily="18" charset="0"/>
                <a:ea typeface="Dotum" pitchFamily="50" charset="-127"/>
                <a:cs typeface="Times New Roman" pitchFamily="18" charset="0"/>
              </a:endParaRPr>
            </a:p>
          </p:txBody>
        </p:sp>
        <p:sp>
          <p:nvSpPr>
            <p:cNvPr id="53289" name="직사각형 35"/>
            <p:cNvSpPr>
              <a:spLocks noChangeArrowheads="1"/>
            </p:cNvSpPr>
            <p:nvPr/>
          </p:nvSpPr>
          <p:spPr bwMode="auto">
            <a:xfrm>
              <a:off x="4845050" y="2705945"/>
              <a:ext cx="576263" cy="45551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53290" name="직사각형 36"/>
            <p:cNvSpPr>
              <a:spLocks noChangeArrowheads="1"/>
            </p:cNvSpPr>
            <p:nvPr/>
          </p:nvSpPr>
          <p:spPr bwMode="auto">
            <a:xfrm>
              <a:off x="779862" y="2722283"/>
              <a:ext cx="1108241" cy="277005"/>
            </a:xfrm>
            <a:prstGeom prst="rect">
              <a:avLst/>
            </a:prstGeom>
            <a:solidFill>
              <a:srgbClr val="FFFFFF"/>
            </a:solidFill>
            <a:ln w="9525">
              <a:solidFill>
                <a:schemeClr val="bg1"/>
              </a:solidFill>
              <a:miter lim="800000"/>
              <a:headEnd/>
              <a:tailEnd/>
            </a:ln>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000" err="1">
                  <a:latin typeface="Times New Roman" pitchFamily="18" charset="0"/>
                  <a:ea typeface="Dotum" pitchFamily="50" charset="-127"/>
                  <a:cs typeface="Times New Roman" pitchFamily="18" charset="0"/>
                </a:rPr>
                <a:t>Thiết</a:t>
              </a:r>
              <a:r>
                <a:rPr lang="en-US" altLang="ko-KR" sz="1000">
                  <a:latin typeface="Times New Roman" pitchFamily="18" charset="0"/>
                  <a:ea typeface="Dotum" pitchFamily="50" charset="-127"/>
                  <a:cs typeface="Times New Roman" pitchFamily="18" charset="0"/>
                </a:rPr>
                <a:t> </a:t>
              </a:r>
              <a:r>
                <a:rPr lang="en-US" altLang="ko-KR" sz="1000" err="1">
                  <a:latin typeface="Times New Roman" pitchFamily="18" charset="0"/>
                  <a:ea typeface="Dotum" pitchFamily="50" charset="-127"/>
                  <a:cs typeface="Times New Roman" pitchFamily="18" charset="0"/>
                </a:rPr>
                <a:t>bị</a:t>
              </a:r>
              <a:r>
                <a:rPr lang="en-US" altLang="ko-KR" sz="1000">
                  <a:latin typeface="Times New Roman" pitchFamily="18" charset="0"/>
                  <a:ea typeface="Dotum" pitchFamily="50" charset="-127"/>
                  <a:cs typeface="Times New Roman" pitchFamily="18" charset="0"/>
                </a:rPr>
                <a:t> </a:t>
              </a:r>
              <a:r>
                <a:rPr lang="en-US" altLang="ko-KR" sz="1000" err="1">
                  <a:latin typeface="Times New Roman" pitchFamily="18" charset="0"/>
                  <a:ea typeface="Dotum" pitchFamily="50" charset="-127"/>
                  <a:cs typeface="Times New Roman" pitchFamily="18" charset="0"/>
                </a:rPr>
                <a:t>bên</a:t>
              </a:r>
              <a:r>
                <a:rPr lang="en-US" altLang="ko-KR" sz="1000">
                  <a:latin typeface="Times New Roman" pitchFamily="18" charset="0"/>
                  <a:ea typeface="Dotum" pitchFamily="50" charset="-127"/>
                  <a:cs typeface="Times New Roman" pitchFamily="18" charset="0"/>
                </a:rPr>
                <a:t> </a:t>
              </a:r>
              <a:r>
                <a:rPr lang="en-US" altLang="ko-KR" sz="1000" err="1">
                  <a:latin typeface="Times New Roman" pitchFamily="18" charset="0"/>
                  <a:ea typeface="Dotum" pitchFamily="50" charset="-127"/>
                  <a:cs typeface="Times New Roman" pitchFamily="18" charset="0"/>
                </a:rPr>
                <a:t>trong</a:t>
              </a:r>
              <a:endParaRPr lang="ko-KR" altLang="en-US" sz="1000">
                <a:latin typeface="Times New Roman" pitchFamily="18" charset="0"/>
                <a:ea typeface="Dotum" pitchFamily="50" charset="-127"/>
                <a:cs typeface="Times New Roman" pitchFamily="18" charset="0"/>
              </a:endParaRPr>
            </a:p>
          </p:txBody>
        </p:sp>
        <p:sp>
          <p:nvSpPr>
            <p:cNvPr id="53291" name="직사각형 37"/>
            <p:cNvSpPr>
              <a:spLocks noChangeArrowheads="1"/>
            </p:cNvSpPr>
            <p:nvPr/>
          </p:nvSpPr>
          <p:spPr bwMode="auto">
            <a:xfrm>
              <a:off x="4483100" y="2043958"/>
              <a:ext cx="576263" cy="455512"/>
            </a:xfrm>
            <a:prstGeom prst="rect">
              <a:avLst/>
            </a:prstGeom>
            <a:solidFill>
              <a:schemeClr val="bg1"/>
            </a:solidFill>
            <a:ln w="9525">
              <a:solidFill>
                <a:schemeClr val="bg1"/>
              </a:solidFill>
              <a:miter lim="800000"/>
              <a:headEnd/>
              <a:tailEnd/>
            </a:ln>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Times New Roman" pitchFamily="18" charset="0"/>
                <a:ea typeface="HY견고딕" pitchFamily="18" charset="-127"/>
                <a:cs typeface="Times New Roman" pitchFamily="18" charset="0"/>
              </a:endParaRPr>
            </a:p>
          </p:txBody>
        </p:sp>
        <p:sp>
          <p:nvSpPr>
            <p:cNvPr id="53292" name="직사각형 38"/>
            <p:cNvSpPr>
              <a:spLocks noChangeArrowheads="1"/>
            </p:cNvSpPr>
            <p:nvPr/>
          </p:nvSpPr>
          <p:spPr bwMode="auto">
            <a:xfrm>
              <a:off x="411785" y="2063084"/>
              <a:ext cx="928665" cy="260910"/>
            </a:xfrm>
            <a:prstGeom prst="rect">
              <a:avLst/>
            </a:prstGeom>
            <a:solidFill>
              <a:srgbClr val="FFFFFF"/>
            </a:solidFill>
            <a:ln w="9525">
              <a:solidFill>
                <a:schemeClr val="bg1"/>
              </a:solidFill>
              <a:miter lim="800000"/>
              <a:headEnd/>
              <a:tailEnd/>
            </a:ln>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000">
                  <a:latin typeface="Times New Roman" pitchFamily="18" charset="0"/>
                  <a:ea typeface="Dotum" pitchFamily="50" charset="-127"/>
                  <a:cs typeface="Times New Roman" pitchFamily="18" charset="0"/>
                </a:rPr>
                <a:t>Photo Coupler</a:t>
              </a:r>
              <a:endParaRPr lang="ko-KR" altLang="en-US" sz="1000">
                <a:latin typeface="Times New Roman" pitchFamily="18" charset="0"/>
                <a:ea typeface="Dotum" pitchFamily="50" charset="-127"/>
                <a:cs typeface="Times New Roman" pitchFamily="18" charset="0"/>
              </a:endParaRPr>
            </a:p>
          </p:txBody>
        </p:sp>
      </p:grpSp>
      <p:grpSp>
        <p:nvGrpSpPr>
          <p:cNvPr id="53259" name="그룹 2"/>
          <p:cNvGrpSpPr>
            <a:grpSpLocks/>
          </p:cNvGrpSpPr>
          <p:nvPr/>
        </p:nvGrpSpPr>
        <p:grpSpPr bwMode="auto">
          <a:xfrm>
            <a:off x="1820863" y="4545013"/>
            <a:ext cx="3852862" cy="1722437"/>
            <a:chOff x="1820863" y="4545013"/>
            <a:chExt cx="3852862" cy="1722596"/>
          </a:xfrm>
        </p:grpSpPr>
        <p:pic>
          <p:nvPicPr>
            <p:cNvPr id="53260" name="Picture 13" descr="clip_image005"/>
            <p:cNvPicPr>
              <a:picLocks noChangeAspect="1" noChangeArrowheads="1"/>
            </p:cNvPicPr>
            <p:nvPr/>
          </p:nvPicPr>
          <p:blipFill>
            <a:blip r:embed="rId3">
              <a:extLst>
                <a:ext uri="{28A0092B-C50C-407E-A947-70E740481C1C}">
                  <a14:useLocalDpi xmlns:a14="http://schemas.microsoft.com/office/drawing/2010/main" val="0"/>
                </a:ext>
              </a:extLst>
            </a:blip>
            <a:srcRect b="15100"/>
            <a:stretch>
              <a:fillRect/>
            </a:stretch>
          </p:blipFill>
          <p:spPr bwMode="auto">
            <a:xfrm>
              <a:off x="1878013" y="4618038"/>
              <a:ext cx="3795712" cy="140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261" name="Rectangle 19"/>
            <p:cNvSpPr>
              <a:spLocks noChangeArrowheads="1"/>
            </p:cNvSpPr>
            <p:nvPr/>
          </p:nvSpPr>
          <p:spPr bwMode="auto">
            <a:xfrm>
              <a:off x="1839913" y="4545013"/>
              <a:ext cx="1096962" cy="1476375"/>
            </a:xfrm>
            <a:prstGeom prst="rect">
              <a:avLst/>
            </a:prstGeom>
            <a:noFill/>
            <a:ln w="9525" algn="ctr">
              <a:solidFill>
                <a:srgbClr val="FF3300"/>
              </a:solidFill>
              <a:prstDash val="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85337" tIns="42669" rIns="85337" bIns="42669" anchor="ct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53262" name="Rectangle 23"/>
            <p:cNvSpPr>
              <a:spLocks noChangeArrowheads="1"/>
            </p:cNvSpPr>
            <p:nvPr/>
          </p:nvSpPr>
          <p:spPr bwMode="auto">
            <a:xfrm>
              <a:off x="2992438" y="4545013"/>
              <a:ext cx="1420812" cy="1476375"/>
            </a:xfrm>
            <a:prstGeom prst="rect">
              <a:avLst/>
            </a:prstGeom>
            <a:noFill/>
            <a:ln w="9525" algn="ctr">
              <a:solidFill>
                <a:srgbClr val="0066FF"/>
              </a:solidFill>
              <a:prstDash val="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85337" tIns="42669" rIns="85337" bIns="42669" anchor="ct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53263" name="Text Box 26"/>
            <p:cNvSpPr txBox="1">
              <a:spLocks noChangeArrowheads="1"/>
            </p:cNvSpPr>
            <p:nvPr/>
          </p:nvSpPr>
          <p:spPr bwMode="auto">
            <a:xfrm>
              <a:off x="3215254" y="6021388"/>
              <a:ext cx="998992" cy="246221"/>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000">
                  <a:latin typeface="Arial" charset="0"/>
                </a:rPr>
                <a:t>Module đầu ra</a:t>
              </a:r>
              <a:endParaRPr lang="ko-KR" altLang="en-US" sz="1000">
                <a:latin typeface="Arial" charset="0"/>
              </a:endParaRPr>
            </a:p>
          </p:txBody>
        </p:sp>
        <p:sp>
          <p:nvSpPr>
            <p:cNvPr id="53264" name="Text Box 27"/>
            <p:cNvSpPr txBox="1">
              <a:spLocks noChangeArrowheads="1"/>
            </p:cNvSpPr>
            <p:nvPr/>
          </p:nvSpPr>
          <p:spPr bwMode="auto">
            <a:xfrm>
              <a:off x="2197100" y="6021388"/>
              <a:ext cx="452438" cy="24447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algn="ctr" eaLnBrk="1" hangingPunct="1">
                <a:lnSpc>
                  <a:spcPct val="100000"/>
                </a:lnSpc>
                <a:spcBef>
                  <a:spcPct val="50000"/>
                </a:spcBef>
                <a:buFontTx/>
                <a:buNone/>
              </a:pPr>
              <a:r>
                <a:rPr lang="en-US" altLang="ko-KR" sz="1000">
                  <a:latin typeface="Arial" charset="0"/>
                </a:rPr>
                <a:t>CPU</a:t>
              </a:r>
            </a:p>
          </p:txBody>
        </p:sp>
        <p:sp>
          <p:nvSpPr>
            <p:cNvPr id="53265" name="직사각형 39"/>
            <p:cNvSpPr>
              <a:spLocks noChangeArrowheads="1"/>
            </p:cNvSpPr>
            <p:nvPr/>
          </p:nvSpPr>
          <p:spPr bwMode="auto">
            <a:xfrm>
              <a:off x="1889125" y="4751388"/>
              <a:ext cx="574675"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53266" name="직사각형 40"/>
            <p:cNvSpPr>
              <a:spLocks noChangeArrowheads="1"/>
            </p:cNvSpPr>
            <p:nvPr/>
          </p:nvSpPr>
          <p:spPr bwMode="auto">
            <a:xfrm>
              <a:off x="1820863" y="4724400"/>
              <a:ext cx="686406" cy="25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ko-KR" altLang="en-US" sz="1000">
                  <a:latin typeface="Dotum" pitchFamily="50" charset="-127"/>
                  <a:ea typeface="Dotum" pitchFamily="50" charset="-127"/>
                </a:rPr>
                <a:t>      </a:t>
              </a:r>
              <a:r>
                <a:rPr lang="en-US" altLang="ko-KR" sz="1000">
                  <a:latin typeface="Dotum" pitchFamily="50" charset="-127"/>
                  <a:ea typeface="Dotum" pitchFamily="50" charset="-127"/>
                </a:rPr>
                <a:t>LED</a:t>
              </a:r>
              <a:endParaRPr lang="ko-KR" altLang="en-US" sz="1000">
                <a:latin typeface="Dotum" pitchFamily="50" charset="-127"/>
                <a:ea typeface="Dotum" pitchFamily="50" charset="-127"/>
              </a:endParaRPr>
            </a:p>
          </p:txBody>
        </p:sp>
        <p:sp>
          <p:nvSpPr>
            <p:cNvPr id="53267" name="직사각형 41"/>
            <p:cNvSpPr>
              <a:spLocks noChangeArrowheads="1"/>
            </p:cNvSpPr>
            <p:nvPr/>
          </p:nvSpPr>
          <p:spPr bwMode="auto">
            <a:xfrm>
              <a:off x="2682875" y="5795963"/>
              <a:ext cx="57626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53268" name="직사각형 42"/>
            <p:cNvSpPr>
              <a:spLocks noChangeArrowheads="1"/>
            </p:cNvSpPr>
            <p:nvPr/>
          </p:nvSpPr>
          <p:spPr bwMode="auto">
            <a:xfrm>
              <a:off x="2614613" y="5768975"/>
              <a:ext cx="9284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000">
                  <a:latin typeface="Times New Roman" pitchFamily="18" charset="0"/>
                  <a:ea typeface="Dotum" pitchFamily="50" charset="-127"/>
                  <a:cs typeface="Times New Roman" pitchFamily="18" charset="0"/>
                </a:rPr>
                <a:t>Photo Coupler</a:t>
              </a:r>
              <a:endParaRPr lang="ko-KR" altLang="en-US" sz="1000">
                <a:latin typeface="Times New Roman" pitchFamily="18" charset="0"/>
                <a:ea typeface="Dotum" pitchFamily="50" charset="-127"/>
                <a:cs typeface="Times New Roman" pitchFamily="18" charset="0"/>
              </a:endParaRPr>
            </a:p>
          </p:txBody>
        </p:sp>
        <p:sp>
          <p:nvSpPr>
            <p:cNvPr id="53269" name="직사각형 43"/>
            <p:cNvSpPr>
              <a:spLocks noChangeArrowheads="1"/>
            </p:cNvSpPr>
            <p:nvPr/>
          </p:nvSpPr>
          <p:spPr bwMode="auto">
            <a:xfrm>
              <a:off x="3694113" y="4683125"/>
              <a:ext cx="576262"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53270" name="직사각형 44"/>
            <p:cNvSpPr>
              <a:spLocks noChangeArrowheads="1"/>
            </p:cNvSpPr>
            <p:nvPr/>
          </p:nvSpPr>
          <p:spPr bwMode="auto">
            <a:xfrm>
              <a:off x="3625850" y="4656138"/>
              <a:ext cx="532518" cy="25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000">
                  <a:latin typeface="Dotum" pitchFamily="50" charset="-127"/>
                  <a:ea typeface="Dotum" pitchFamily="50" charset="-127"/>
                </a:rPr>
                <a:t>Diode</a:t>
              </a:r>
              <a:endParaRPr lang="ko-KR" altLang="en-US" sz="1000">
                <a:latin typeface="Dotum" pitchFamily="50" charset="-127"/>
                <a:ea typeface="Dotum" pitchFamily="50" charset="-127"/>
              </a:endParaRPr>
            </a:p>
          </p:txBody>
        </p:sp>
        <p:sp>
          <p:nvSpPr>
            <p:cNvPr id="53271" name="직사각형 45"/>
            <p:cNvSpPr>
              <a:spLocks noChangeArrowheads="1"/>
            </p:cNvSpPr>
            <p:nvPr/>
          </p:nvSpPr>
          <p:spPr bwMode="auto">
            <a:xfrm>
              <a:off x="4602163" y="5245100"/>
              <a:ext cx="396875" cy="1444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5337" tIns="42669" rIns="85337" bIns="42669" anchor="ctr">
              <a:spAutoFit/>
            </a:bodyPr>
            <a:lstStyle>
              <a:lvl1pPr marL="342900" indent="-342900" defTabSz="854075" eaLnBrk="0" hangingPunct="0">
                <a:spcBef>
                  <a:spcPct val="20000"/>
                </a:spcBef>
                <a:buChar char="•"/>
                <a:defRPr kumimoji="1" sz="2500">
                  <a:solidFill>
                    <a:schemeClr val="tx1"/>
                  </a:solidFill>
                  <a:latin typeface="굴림" charset="-127"/>
                  <a:ea typeface="굴림" charset="-127"/>
                </a:defRPr>
              </a:lvl1pPr>
              <a:lvl2pPr marL="742950" indent="-285750" defTabSz="854075" eaLnBrk="0" hangingPunct="0">
                <a:spcBef>
                  <a:spcPct val="20000"/>
                </a:spcBef>
                <a:buChar char="–"/>
                <a:defRPr kumimoji="1" sz="2200">
                  <a:solidFill>
                    <a:schemeClr val="tx1"/>
                  </a:solidFill>
                  <a:latin typeface="굴림" charset="-127"/>
                  <a:ea typeface="굴림" charset="-127"/>
                </a:defRPr>
              </a:lvl2pPr>
              <a:lvl3pPr marL="1143000" indent="-228600" defTabSz="854075" eaLnBrk="0" hangingPunct="0">
                <a:spcBef>
                  <a:spcPct val="20000"/>
                </a:spcBef>
                <a:buChar char="•"/>
                <a:defRPr kumimoji="1" sz="1900">
                  <a:solidFill>
                    <a:schemeClr val="tx1"/>
                  </a:solidFill>
                  <a:latin typeface="굴림" charset="-127"/>
                  <a:ea typeface="굴림" charset="-127"/>
                </a:defRPr>
              </a:lvl3pPr>
              <a:lvl4pPr marL="1600200" indent="-228600" defTabSz="854075" eaLnBrk="0" hangingPunct="0">
                <a:spcBef>
                  <a:spcPct val="20000"/>
                </a:spcBef>
                <a:buChar char="–"/>
                <a:defRPr kumimoji="1" sz="1600">
                  <a:solidFill>
                    <a:schemeClr val="tx1"/>
                  </a:solidFill>
                  <a:latin typeface="굴림" charset="-127"/>
                  <a:ea typeface="굴림" charset="-127"/>
                </a:defRPr>
              </a:lvl4pPr>
              <a:lvl5pPr marL="2057400" indent="-228600" defTabSz="854075" eaLnBrk="0" hangingPunct="0">
                <a:spcBef>
                  <a:spcPct val="20000"/>
                </a:spcBef>
                <a:buChar char="»"/>
                <a:defRPr kumimoji="1" sz="1600">
                  <a:solidFill>
                    <a:schemeClr val="tx1"/>
                  </a:solidFill>
                  <a:latin typeface="굴림" charset="-127"/>
                  <a:ea typeface="굴림" charset="-127"/>
                </a:defRPr>
              </a:lvl5pPr>
              <a:lvl6pPr marL="25146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defTabSz="854075"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53272" name="직사각형 46"/>
            <p:cNvSpPr>
              <a:spLocks noChangeArrowheads="1"/>
            </p:cNvSpPr>
            <p:nvPr/>
          </p:nvSpPr>
          <p:spPr bwMode="auto">
            <a:xfrm>
              <a:off x="4565650" y="5191125"/>
              <a:ext cx="256802" cy="25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charset="-127"/>
                  <a:ea typeface="굴림" charset="-127"/>
                </a:defRPr>
              </a:lvl1pPr>
              <a:lvl2pPr marL="742950" indent="-285750" eaLnBrk="0" hangingPunct="0">
                <a:spcBef>
                  <a:spcPct val="20000"/>
                </a:spcBef>
                <a:buChar char="–"/>
                <a:defRPr kumimoji="1" sz="2200">
                  <a:solidFill>
                    <a:schemeClr val="tx1"/>
                  </a:solidFill>
                  <a:latin typeface="굴림" charset="-127"/>
                  <a:ea typeface="굴림" charset="-127"/>
                </a:defRPr>
              </a:lvl2pPr>
              <a:lvl3pPr marL="1143000" indent="-228600" eaLnBrk="0" hangingPunct="0">
                <a:spcBef>
                  <a:spcPct val="20000"/>
                </a:spcBef>
                <a:buChar char="•"/>
                <a:defRPr kumimoji="1" sz="1900">
                  <a:solidFill>
                    <a:schemeClr val="tx1"/>
                  </a:solidFill>
                  <a:latin typeface="굴림" charset="-127"/>
                  <a:ea typeface="굴림" charset="-127"/>
                </a:defRPr>
              </a:lvl3pPr>
              <a:lvl4pPr marL="1600200" indent="-228600" eaLnBrk="0" hangingPunct="0">
                <a:spcBef>
                  <a:spcPct val="20000"/>
                </a:spcBef>
                <a:buChar char="–"/>
                <a:defRPr kumimoji="1" sz="1600">
                  <a:solidFill>
                    <a:schemeClr val="tx1"/>
                  </a:solidFill>
                  <a:latin typeface="굴림" charset="-127"/>
                  <a:ea typeface="굴림" charset="-127"/>
                </a:defRPr>
              </a:lvl4pPr>
              <a:lvl5pPr marL="2057400" indent="-228600" eaLnBrk="0" hangingPunct="0">
                <a:spcBef>
                  <a:spcPct val="20000"/>
                </a:spcBef>
                <a:buChar char="»"/>
                <a:defRPr kumimoji="1" sz="16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16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16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16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1600">
                  <a:solidFill>
                    <a:schemeClr val="tx1"/>
                  </a:solidFill>
                  <a:latin typeface="굴림" charset="-127"/>
                  <a:ea typeface="굴림" charset="-127"/>
                </a:defRPr>
              </a:lvl9pPr>
            </a:lstStyle>
            <a:p>
              <a:pPr eaLnBrk="1" hangingPunct="1">
                <a:spcBef>
                  <a:spcPct val="0"/>
                </a:spcBef>
                <a:buFontTx/>
                <a:buNone/>
              </a:pPr>
              <a:r>
                <a:rPr lang="en-US" altLang="ko-KR" sz="1000">
                  <a:latin typeface="Dotum" pitchFamily="50" charset="-127"/>
                  <a:ea typeface="Dotum" pitchFamily="50" charset="-127"/>
                </a:rPr>
                <a:t>e</a:t>
              </a:r>
              <a:endParaRPr lang="ko-KR" altLang="en-US" sz="1000">
                <a:latin typeface="Dotum" pitchFamily="50" charset="-127"/>
                <a:ea typeface="Dotum" pitchFamily="50" charset="-127"/>
              </a:endParaRPr>
            </a:p>
          </p:txBody>
        </p:sp>
      </p:grpSp>
      <p:sp>
        <p:nvSpPr>
          <p:cNvPr id="48" name="직사각형 26"/>
          <p:cNvSpPr>
            <a:spLocks noChangeArrowheads="1"/>
          </p:cNvSpPr>
          <p:nvPr/>
        </p:nvSpPr>
        <p:spPr bwMode="auto">
          <a:xfrm>
            <a:off x="3639009" y="1712615"/>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000">
                <a:solidFill>
                  <a:schemeClr val="tx1"/>
                </a:solidFill>
                <a:latin typeface="HY견고딕" pitchFamily="18" charset="-127"/>
                <a:ea typeface="HY견고딕" pitchFamily="18" charset="-127"/>
              </a:defRPr>
            </a:lvl1pPr>
            <a:lvl2pPr marL="742950" indent="-285750" eaLnBrk="0" hangingPunct="0">
              <a:defRPr kumimoji="1" sz="2000">
                <a:solidFill>
                  <a:schemeClr val="tx1"/>
                </a:solidFill>
                <a:latin typeface="HY견고딕" pitchFamily="18" charset="-127"/>
                <a:ea typeface="HY견고딕" pitchFamily="18" charset="-127"/>
              </a:defRPr>
            </a:lvl2pPr>
            <a:lvl3pPr marL="1143000" indent="-228600" eaLnBrk="0" hangingPunct="0">
              <a:defRPr kumimoji="1" sz="2000">
                <a:solidFill>
                  <a:schemeClr val="tx1"/>
                </a:solidFill>
                <a:latin typeface="HY견고딕" pitchFamily="18" charset="-127"/>
                <a:ea typeface="HY견고딕" pitchFamily="18" charset="-127"/>
              </a:defRPr>
            </a:lvl3pPr>
            <a:lvl4pPr marL="1600200" indent="-228600" eaLnBrk="0" hangingPunct="0">
              <a:defRPr kumimoji="1" sz="2000">
                <a:solidFill>
                  <a:schemeClr val="tx1"/>
                </a:solidFill>
                <a:latin typeface="HY견고딕" pitchFamily="18" charset="-127"/>
                <a:ea typeface="HY견고딕" pitchFamily="18" charset="-127"/>
              </a:defRPr>
            </a:lvl4pPr>
            <a:lvl5pPr marL="2057400" indent="-228600" eaLnBrk="0" hangingPunct="0">
              <a:defRPr kumimoji="1" sz="2000">
                <a:solidFill>
                  <a:schemeClr val="tx1"/>
                </a:solidFill>
                <a:latin typeface="HY견고딕" pitchFamily="18" charset="-127"/>
                <a:ea typeface="HY견고딕" pitchFamily="18" charset="-127"/>
              </a:defRPr>
            </a:lvl5pPr>
            <a:lvl6pPr marL="25146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r>
              <a:rPr lang="en-US" altLang="ko-KR" sz="1000">
                <a:latin typeface="Dotum" pitchFamily="50" charset="-127"/>
                <a:ea typeface="Dotum" pitchFamily="50" charset="-127"/>
              </a:rPr>
              <a:t>R</a:t>
            </a:r>
            <a:endParaRPr lang="ko-KR" altLang="en-US" sz="1000">
              <a:latin typeface="Dotum" pitchFamily="50" charset="-127"/>
              <a:ea typeface="Dotum" pitchFamily="50" charset="-127"/>
            </a:endParaRPr>
          </a:p>
        </p:txBody>
      </p:sp>
    </p:spTree>
    <p:extLst>
      <p:ext uri="{BB962C8B-B14F-4D97-AF65-F5344CB8AC3E}">
        <p14:creationId xmlns:p14="http://schemas.microsoft.com/office/powerpoint/2010/main" val="790718825"/>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Text Box 3"/>
          <p:cNvSpPr txBox="1">
            <a:spLocks noChangeArrowheads="1"/>
          </p:cNvSpPr>
          <p:nvPr/>
        </p:nvSpPr>
        <p:spPr bwMode="auto">
          <a:xfrm>
            <a:off x="247650" y="692150"/>
            <a:ext cx="9350375" cy="390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a:latin typeface="Times New Roman" panose="02020603050405020304" pitchFamily="18" charset="0"/>
                <a:cs typeface="Times New Roman" panose="02020603050405020304" pitchFamily="18" charset="0"/>
              </a:rPr>
              <a:t>3-2. </a:t>
            </a:r>
            <a:r>
              <a:rPr lang="en-US" altLang="ko-KR" sz="1400" b="1" smtClean="0">
                <a:latin typeface="Times New Roman" panose="02020603050405020304" pitchFamily="18" charset="0"/>
                <a:cs typeface="Times New Roman" panose="02020603050405020304" pitchFamily="18" charset="0"/>
              </a:rPr>
              <a:t>Card </a:t>
            </a:r>
            <a:r>
              <a:rPr lang="en-US" altLang="ko-KR" sz="1400" b="1" err="1" smtClean="0">
                <a:latin typeface="Times New Roman" panose="02020603050405020304" pitchFamily="18" charset="0"/>
                <a:cs typeface="Times New Roman" panose="02020603050405020304" pitchFamily="18" charset="0"/>
              </a:rPr>
              <a:t>đặc</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biệt</a:t>
            </a:r>
            <a:endParaRPr lang="en-US" altLang="ko-KR" sz="1400" b="1">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smtClean="0">
                <a:solidFill>
                  <a:srgbClr val="404040"/>
                </a:solidFill>
                <a:latin typeface="Times New Roman" panose="02020603050405020304" pitchFamily="18" charset="0"/>
                <a:cs typeface="Times New Roman" panose="02020603050405020304" pitchFamily="18" charset="0"/>
              </a:rPr>
              <a:t>UNIT </a:t>
            </a:r>
            <a:r>
              <a:rPr lang="en-US" altLang="ko-KR" sz="1200" err="1" smtClean="0">
                <a:solidFill>
                  <a:srgbClr val="404040"/>
                </a:solidFill>
                <a:latin typeface="Times New Roman" panose="02020603050405020304" pitchFamily="18" charset="0"/>
                <a:cs typeface="Times New Roman" panose="02020603050405020304" pitchFamily="18" charset="0"/>
              </a:rPr>
              <a:t>được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phát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triển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để</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có</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thể</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sử</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dụng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trong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mục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đích</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đặc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biệt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dựa</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theo</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phương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thức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và</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đối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tượng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a:t>
            </a:r>
            <a:endParaRPr lang="en-US" altLang="ko-KR" sz="1200">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Có</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nhiều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động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tác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khó</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trong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bảng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điều</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khiển</a:t>
            </a:r>
            <a:r>
              <a:rPr lang="en-US" altLang="ko-KR" sz="1200" smtClean="0">
                <a:solidFill>
                  <a:srgbClr val="404040"/>
                </a:solidFill>
                <a:latin typeface="Times New Roman" panose="02020603050405020304" pitchFamily="18" charset="0"/>
                <a:cs typeface="Times New Roman" panose="02020603050405020304" pitchFamily="18" charset="0"/>
              </a:rPr>
              <a:t> RELAY </a:t>
            </a:r>
            <a:r>
              <a:rPr lang="en-US" altLang="ko-KR" sz="1200" err="1" smtClean="0">
                <a:solidFill>
                  <a:srgbClr val="404040"/>
                </a:solidFill>
                <a:latin typeface="Times New Roman" panose="02020603050405020304" pitchFamily="18" charset="0"/>
                <a:cs typeface="Times New Roman" panose="02020603050405020304" pitchFamily="18" charset="0"/>
              </a:rPr>
              <a:t>có</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thể</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thực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hiện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được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nhờ</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sử</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dụng</a:t>
            </a:r>
            <a:r>
              <a:rPr lang="en-US" altLang="ko-KR" sz="1200" smtClean="0">
                <a:solidFill>
                  <a:srgbClr val="404040"/>
                </a:solidFill>
                <a:latin typeface="Times New Roman" panose="02020603050405020304" pitchFamily="18" charset="0"/>
                <a:cs typeface="Times New Roman" panose="02020603050405020304" pitchFamily="18" charset="0"/>
              </a:rPr>
              <a:t> UNIT </a:t>
            </a:r>
            <a:r>
              <a:rPr lang="en-US" altLang="ko-KR" sz="1200" err="1" smtClean="0">
                <a:solidFill>
                  <a:srgbClr val="404040"/>
                </a:solidFill>
                <a:latin typeface="Times New Roman" panose="02020603050405020304" pitchFamily="18" charset="0"/>
                <a:cs typeface="Times New Roman" panose="02020603050405020304" pitchFamily="18" charset="0"/>
              </a:rPr>
              <a:t>đặc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biệt</a:t>
            </a:r>
            <a:r>
              <a:rPr lang="en-US" altLang="ko-KR" sz="1200" smtClean="0">
                <a:solidFill>
                  <a:srgbClr val="404040"/>
                </a:solidFill>
                <a:latin typeface="Times New Roman" panose="02020603050405020304" pitchFamily="18" charset="0"/>
                <a:cs typeface="Times New Roman" panose="02020603050405020304" pitchFamily="18" charset="0"/>
              </a:rPr>
              <a:t>.</a:t>
            </a:r>
            <a:endParaRPr lang="en-US" altLang="ko-KR" sz="1200">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Hiện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tại</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đang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được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sử</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dụng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trong</a:t>
            </a:r>
            <a:r>
              <a:rPr lang="en-US" altLang="ko-KR" sz="1200" smtClean="0">
                <a:solidFill>
                  <a:srgbClr val="404040"/>
                </a:solidFill>
                <a:latin typeface="Times New Roman" panose="02020603050405020304" pitchFamily="18" charset="0"/>
                <a:cs typeface="Times New Roman" panose="02020603050405020304" pitchFamily="18" charset="0"/>
              </a:rPr>
              <a:t> </a:t>
            </a:r>
            <a:r>
              <a:rPr lang="ko-KR" altLang="en-US" sz="1200" smtClean="0">
                <a:solidFill>
                  <a:srgbClr val="404040"/>
                </a:solidFill>
                <a:latin typeface="Times New Roman" panose="02020603050405020304" pitchFamily="18" charset="0"/>
                <a:cs typeface="Times New Roman" panose="02020603050405020304" pitchFamily="18" charset="0"/>
              </a:rPr>
              <a:t> </a:t>
            </a:r>
            <a:r>
              <a:rPr lang="en-US" altLang="ko-KR" sz="1200" smtClean="0">
                <a:solidFill>
                  <a:srgbClr val="404040"/>
                </a:solidFill>
                <a:latin typeface="Times New Roman" panose="02020603050405020304" pitchFamily="18" charset="0"/>
                <a:cs typeface="Times New Roman" panose="02020603050405020304" pitchFamily="18" charset="0"/>
              </a:rPr>
              <a:t>UNIT </a:t>
            </a:r>
            <a:r>
              <a:rPr lang="en-US" altLang="ko-KR" sz="1200" err="1" smtClean="0">
                <a:solidFill>
                  <a:srgbClr val="404040"/>
                </a:solidFill>
                <a:latin typeface="Times New Roman" panose="02020603050405020304" pitchFamily="18" charset="0"/>
                <a:cs typeface="Times New Roman" panose="02020603050405020304" pitchFamily="18" charset="0"/>
              </a:rPr>
              <a:t>đặc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biệt</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là</a:t>
            </a:r>
            <a:r>
              <a:rPr lang="en-US" altLang="ko-KR" sz="1200" smtClean="0">
                <a:solidFill>
                  <a:srgbClr val="404040"/>
                </a:solidFill>
                <a:latin typeface="Times New Roman" panose="02020603050405020304" pitchFamily="18" charset="0"/>
                <a:cs typeface="Times New Roman" panose="02020603050405020304" pitchFamily="18" charset="0"/>
              </a:rPr>
              <a:t> :</a:t>
            </a:r>
            <a:endParaRPr lang="en-US" altLang="ko-KR" sz="1200">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solidFill>
                  <a:srgbClr val="404040"/>
                </a:solidFill>
                <a:latin typeface="Times New Roman" panose="02020603050405020304" pitchFamily="18" charset="0"/>
                <a:cs typeface="Times New Roman" panose="02020603050405020304" pitchFamily="18" charset="0"/>
              </a:rPr>
              <a:t>     ①. </a:t>
            </a:r>
            <a:r>
              <a:rPr lang="en-US" altLang="ko-KR" sz="1200" smtClean="0">
                <a:solidFill>
                  <a:srgbClr val="404040"/>
                </a:solidFill>
                <a:latin typeface="Times New Roman" panose="02020603050405020304" pitchFamily="18" charset="0"/>
                <a:cs typeface="Times New Roman" panose="02020603050405020304" pitchFamily="18" charset="0"/>
              </a:rPr>
              <a:t>COUNT UNIT </a:t>
            </a:r>
            <a:r>
              <a:rPr lang="en-US" altLang="ko-KR" sz="1200" err="1" smtClean="0">
                <a:solidFill>
                  <a:srgbClr val="404040"/>
                </a:solidFill>
                <a:latin typeface="Times New Roman" panose="02020603050405020304" pitchFamily="18" charset="0"/>
                <a:cs typeface="Times New Roman" panose="02020603050405020304" pitchFamily="18" charset="0"/>
              </a:rPr>
              <a:t>tốc</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độ</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cao</a:t>
            </a:r>
            <a:r>
              <a:rPr lang="en-US" altLang="ko-KR" sz="1200">
                <a:solidFill>
                  <a:srgbClr val="404040"/>
                </a:solidFill>
                <a:latin typeface="Times New Roman" panose="02020603050405020304" pitchFamily="18" charset="0"/>
                <a:cs typeface="Times New Roman" panose="02020603050405020304" pitchFamily="18" charset="0"/>
              </a:rPr>
              <a:t/>
            </a:r>
            <a:br>
              <a:rPr lang="en-US" altLang="ko-KR" sz="1200">
                <a:solidFill>
                  <a:srgbClr val="404040"/>
                </a:solidFill>
                <a:latin typeface="Times New Roman" panose="02020603050405020304" pitchFamily="18" charset="0"/>
                <a:cs typeface="Times New Roman" panose="02020603050405020304" pitchFamily="18" charset="0"/>
              </a:rPr>
            </a:br>
            <a:r>
              <a:rPr lang="en-US" altLang="ko-KR" sz="1200">
                <a:solidFill>
                  <a:srgbClr val="404040"/>
                </a:solidFill>
                <a:latin typeface="Times New Roman" panose="02020603050405020304" pitchFamily="18" charset="0"/>
                <a:cs typeface="Times New Roman" panose="02020603050405020304" pitchFamily="18" charset="0"/>
              </a:rPr>
              <a:t>     ②. </a:t>
            </a:r>
            <a:r>
              <a:rPr lang="en-US" altLang="ko-KR" sz="1200" smtClean="0">
                <a:solidFill>
                  <a:srgbClr val="404040"/>
                </a:solidFill>
                <a:latin typeface="Times New Roman" panose="02020603050405020304" pitchFamily="18" charset="0"/>
                <a:cs typeface="Times New Roman" panose="02020603050405020304" pitchFamily="18" charset="0"/>
              </a:rPr>
              <a:t>UNIT </a:t>
            </a:r>
            <a:r>
              <a:rPr lang="en-US" altLang="ko-KR" sz="1200" err="1" smtClean="0">
                <a:solidFill>
                  <a:srgbClr val="404040"/>
                </a:solidFill>
                <a:latin typeface="Times New Roman" panose="02020603050405020304" pitchFamily="18" charset="0"/>
                <a:cs typeface="Times New Roman" panose="02020603050405020304" pitchFamily="18" charset="0"/>
              </a:rPr>
              <a:t>biến</a:t>
            </a:r>
            <a:r>
              <a:rPr lang="en-US" altLang="ko-KR" sz="1200" smtClean="0">
                <a:solidFill>
                  <a:srgbClr val="404040"/>
                </a:solidFill>
                <a:latin typeface="Times New Roman" panose="02020603050405020304" pitchFamily="18" charset="0"/>
                <a:cs typeface="Times New Roman" panose="02020603050405020304" pitchFamily="18" charset="0"/>
              </a:rPr>
              <a:t> </a:t>
            </a:r>
            <a:r>
              <a:rPr lang="en-US" altLang="ko-KR" sz="1200" err="1" smtClean="0">
                <a:solidFill>
                  <a:srgbClr val="404040"/>
                </a:solidFill>
                <a:latin typeface="Times New Roman" panose="02020603050405020304" pitchFamily="18" charset="0"/>
                <a:cs typeface="Times New Roman" panose="02020603050405020304" pitchFamily="18" charset="0"/>
              </a:rPr>
              <a:t>đổi</a:t>
            </a:r>
            <a:r>
              <a:rPr lang="en-US" altLang="ko-KR" sz="1200">
                <a:solidFill>
                  <a:srgbClr val="404040"/>
                </a:solidFill>
                <a:latin typeface="Times New Roman" panose="02020603050405020304" pitchFamily="18" charset="0"/>
                <a:cs typeface="Times New Roman" panose="02020603050405020304" pitchFamily="18" charset="0"/>
              </a:rPr>
              <a:t> ANALOG</a:t>
            </a:r>
            <a:br>
              <a:rPr lang="en-US" altLang="ko-KR" sz="1200">
                <a:solidFill>
                  <a:srgbClr val="404040"/>
                </a:solidFill>
                <a:latin typeface="Times New Roman" panose="02020603050405020304" pitchFamily="18" charset="0"/>
                <a:cs typeface="Times New Roman" panose="02020603050405020304" pitchFamily="18" charset="0"/>
              </a:rPr>
            </a:b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smtClean="0">
                <a:solidFill>
                  <a:srgbClr val="404040"/>
                </a:solidFill>
                <a:latin typeface="Times New Roman" panose="02020603050405020304" pitchFamily="18" charset="0"/>
                <a:cs typeface="Times New Roman" panose="02020603050405020304" pitchFamily="18" charset="0"/>
              </a:rPr>
              <a:t>③. UNIT </a:t>
            </a:r>
            <a:r>
              <a:rPr lang="en-US" altLang="ko-KR" sz="1200" err="1">
                <a:solidFill>
                  <a:srgbClr val="404040"/>
                </a:solidFill>
                <a:latin typeface="Times New Roman" panose="02020603050405020304" pitchFamily="18" charset="0"/>
                <a:cs typeface="Times New Roman" panose="02020603050405020304" pitchFamily="18" charset="0"/>
              </a:rPr>
              <a:t>biến</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a:solidFill>
                  <a:srgbClr val="404040"/>
                </a:solidFill>
                <a:latin typeface="Times New Roman" panose="02020603050405020304" pitchFamily="18" charset="0"/>
                <a:cs typeface="Times New Roman" panose="02020603050405020304" pitchFamily="18" charset="0"/>
              </a:rPr>
              <a:t>đổi</a:t>
            </a:r>
            <a:r>
              <a:rPr lang="en-US" altLang="ko-KR" sz="1200">
                <a:solidFill>
                  <a:srgbClr val="404040"/>
                </a:solidFill>
                <a:latin typeface="Times New Roman" panose="02020603050405020304" pitchFamily="18" charset="0"/>
                <a:cs typeface="Times New Roman" panose="02020603050405020304" pitchFamily="18" charset="0"/>
              </a:rPr>
              <a:t> A/D</a:t>
            </a:r>
            <a:br>
              <a:rPr lang="en-US" altLang="ko-KR" sz="1200">
                <a:solidFill>
                  <a:srgbClr val="404040"/>
                </a:solidFill>
                <a:latin typeface="Times New Roman" panose="02020603050405020304" pitchFamily="18" charset="0"/>
                <a:cs typeface="Times New Roman" panose="02020603050405020304" pitchFamily="18" charset="0"/>
              </a:rPr>
            </a:br>
            <a:r>
              <a:rPr lang="en-US" altLang="ko-KR" sz="1200">
                <a:solidFill>
                  <a:srgbClr val="404040"/>
                </a:solidFill>
                <a:latin typeface="Times New Roman" panose="02020603050405020304" pitchFamily="18" charset="0"/>
                <a:cs typeface="Times New Roman" panose="02020603050405020304" pitchFamily="18" charset="0"/>
              </a:rPr>
              <a:t>     ④. </a:t>
            </a:r>
            <a:r>
              <a:rPr lang="en-US" altLang="ko-KR" sz="1200" smtClean="0">
                <a:solidFill>
                  <a:srgbClr val="404040"/>
                </a:solidFill>
                <a:latin typeface="Times New Roman" panose="02020603050405020304" pitchFamily="18" charset="0"/>
                <a:cs typeface="Times New Roman" panose="02020603050405020304" pitchFamily="18" charset="0"/>
              </a:rPr>
              <a:t>UNIT </a:t>
            </a:r>
            <a:r>
              <a:rPr lang="en-US" altLang="ko-KR" sz="1200" err="1">
                <a:solidFill>
                  <a:srgbClr val="404040"/>
                </a:solidFill>
                <a:latin typeface="Times New Roman" panose="02020603050405020304" pitchFamily="18" charset="0"/>
                <a:cs typeface="Times New Roman" panose="02020603050405020304" pitchFamily="18" charset="0"/>
              </a:rPr>
              <a:t>biến</a:t>
            </a:r>
            <a:r>
              <a:rPr lang="en-US" altLang="ko-KR" sz="1200">
                <a:solidFill>
                  <a:srgbClr val="404040"/>
                </a:solidFill>
                <a:latin typeface="Times New Roman" panose="02020603050405020304" pitchFamily="18" charset="0"/>
                <a:cs typeface="Times New Roman" panose="02020603050405020304" pitchFamily="18" charset="0"/>
              </a:rPr>
              <a:t> </a:t>
            </a:r>
            <a:r>
              <a:rPr lang="en-US" altLang="ko-KR" sz="1200" err="1">
                <a:solidFill>
                  <a:srgbClr val="404040"/>
                </a:solidFill>
                <a:latin typeface="Times New Roman" panose="02020603050405020304" pitchFamily="18" charset="0"/>
                <a:cs typeface="Times New Roman" panose="02020603050405020304" pitchFamily="18" charset="0"/>
              </a:rPr>
              <a:t>đổi</a:t>
            </a:r>
            <a:r>
              <a:rPr lang="en-US" altLang="ko-KR" sz="1200">
                <a:solidFill>
                  <a:srgbClr val="404040"/>
                </a:solidFill>
                <a:latin typeface="Times New Roman" panose="02020603050405020304" pitchFamily="18" charset="0"/>
                <a:cs typeface="Times New Roman" panose="02020603050405020304" pitchFamily="18" charset="0"/>
              </a:rPr>
              <a:t> D/A</a:t>
            </a:r>
            <a:br>
              <a:rPr lang="en-US" altLang="ko-KR" sz="1200">
                <a:solidFill>
                  <a:srgbClr val="404040"/>
                </a:solidFill>
                <a:latin typeface="Times New Roman" panose="02020603050405020304" pitchFamily="18" charset="0"/>
                <a:cs typeface="Times New Roman" panose="02020603050405020304" pitchFamily="18" charset="0"/>
              </a:rPr>
            </a:br>
            <a:r>
              <a:rPr lang="en-US" altLang="ko-KR" sz="1200">
                <a:solidFill>
                  <a:srgbClr val="404040"/>
                </a:solidFill>
                <a:latin typeface="Times New Roman" panose="02020603050405020304" pitchFamily="18" charset="0"/>
                <a:cs typeface="Times New Roman" panose="02020603050405020304" pitchFamily="18" charset="0"/>
              </a:rPr>
              <a:t>     ⑤. PID CONTROL UNIT</a:t>
            </a:r>
            <a:br>
              <a:rPr lang="en-US" altLang="ko-KR" sz="1200">
                <a:solidFill>
                  <a:srgbClr val="404040"/>
                </a:solidFill>
                <a:latin typeface="Times New Roman" panose="02020603050405020304" pitchFamily="18" charset="0"/>
                <a:cs typeface="Times New Roman" panose="02020603050405020304" pitchFamily="18" charset="0"/>
              </a:rPr>
            </a:br>
            <a:r>
              <a:rPr lang="en-US" altLang="ko-KR" sz="1200">
                <a:solidFill>
                  <a:srgbClr val="404040"/>
                </a:solidFill>
                <a:latin typeface="Times New Roman" panose="02020603050405020304" pitchFamily="18" charset="0"/>
                <a:cs typeface="Times New Roman" panose="02020603050405020304" pitchFamily="18" charset="0"/>
              </a:rPr>
              <a:t>     ⑥. DATA LINK </a:t>
            </a:r>
            <a:r>
              <a:rPr lang="en-US" altLang="ko-KR" sz="1200" smtClean="0">
                <a:solidFill>
                  <a:srgbClr val="404040"/>
                </a:solidFill>
                <a:latin typeface="Times New Roman" panose="02020603050405020304" pitchFamily="18" charset="0"/>
                <a:cs typeface="Times New Roman" panose="02020603050405020304" pitchFamily="18" charset="0"/>
              </a:rPr>
              <a:t>UNIT, …</a:t>
            </a:r>
            <a:endParaRPr lang="en-US" altLang="ko-KR" sz="1200">
              <a:solidFill>
                <a:srgbClr val="404040"/>
              </a:solidFill>
              <a:latin typeface="Times New Roman" panose="02020603050405020304" pitchFamily="18" charset="0"/>
              <a:cs typeface="Times New Roman" panose="02020603050405020304" pitchFamily="18" charset="0"/>
            </a:endParaRPr>
          </a:p>
          <a:p>
            <a:pPr eaLnBrk="1" hangingPunct="1">
              <a:lnSpc>
                <a:spcPct val="150000"/>
              </a:lnSpc>
              <a:spcBef>
                <a:spcPct val="50000"/>
              </a:spcBef>
              <a:buFontTx/>
              <a:buNone/>
            </a:pPr>
            <a:r>
              <a:rPr lang="en-US" altLang="ko-KR" sz="1200" b="1">
                <a:solidFill>
                  <a:srgbClr val="404040"/>
                </a:solidFill>
                <a:latin typeface="Times New Roman" panose="02020603050405020304" pitchFamily="18" charset="0"/>
                <a:cs typeface="Times New Roman" panose="02020603050405020304" pitchFamily="18" charset="0"/>
              </a:rPr>
              <a:t>   (1) </a:t>
            </a:r>
            <a:r>
              <a:rPr lang="en-US" altLang="ko-KR" sz="1200" b="1" smtClean="0">
                <a:solidFill>
                  <a:srgbClr val="404040"/>
                </a:solidFill>
                <a:latin typeface="Times New Roman" panose="02020603050405020304" pitchFamily="18" charset="0"/>
                <a:cs typeface="Times New Roman" panose="02020603050405020304" pitchFamily="18" charset="0"/>
              </a:rPr>
              <a:t>Count Unit </a:t>
            </a:r>
            <a:r>
              <a:rPr lang="en-US" altLang="ko-KR" sz="1200" b="1" err="1" smtClean="0">
                <a:solidFill>
                  <a:srgbClr val="404040"/>
                </a:solidFill>
                <a:latin typeface="Times New Roman" panose="02020603050405020304" pitchFamily="18" charset="0"/>
                <a:cs typeface="Times New Roman" panose="02020603050405020304" pitchFamily="18" charset="0"/>
              </a:rPr>
              <a:t>tốc</a:t>
            </a:r>
            <a:r>
              <a:rPr lang="en-US" altLang="ko-KR" sz="1200" b="1" smtClean="0">
                <a:solidFill>
                  <a:srgbClr val="404040"/>
                </a:solidFill>
                <a:latin typeface="Times New Roman" panose="02020603050405020304" pitchFamily="18" charset="0"/>
                <a:cs typeface="Times New Roman" panose="02020603050405020304" pitchFamily="18" charset="0"/>
              </a:rPr>
              <a:t> </a:t>
            </a:r>
            <a:r>
              <a:rPr lang="en-US" altLang="ko-KR" sz="1200" b="1" err="1" smtClean="0">
                <a:solidFill>
                  <a:srgbClr val="404040"/>
                </a:solidFill>
                <a:latin typeface="Times New Roman" panose="02020603050405020304" pitchFamily="18" charset="0"/>
                <a:cs typeface="Times New Roman" panose="02020603050405020304" pitchFamily="18" charset="0"/>
              </a:rPr>
              <a:t>độ</a:t>
            </a:r>
            <a:r>
              <a:rPr lang="en-US" altLang="ko-KR" sz="1200" b="1" smtClean="0">
                <a:solidFill>
                  <a:srgbClr val="404040"/>
                </a:solidFill>
                <a:latin typeface="Times New Roman" panose="02020603050405020304" pitchFamily="18" charset="0"/>
                <a:cs typeface="Times New Roman" panose="02020603050405020304" pitchFamily="18" charset="0"/>
              </a:rPr>
              <a:t> </a:t>
            </a:r>
            <a:r>
              <a:rPr lang="en-US" altLang="ko-KR" sz="1200" b="1" err="1" smtClean="0">
                <a:solidFill>
                  <a:srgbClr val="404040"/>
                </a:solidFill>
                <a:latin typeface="Times New Roman" panose="02020603050405020304" pitchFamily="18" charset="0"/>
                <a:cs typeface="Times New Roman" panose="02020603050405020304" pitchFamily="18" charset="0"/>
              </a:rPr>
              <a:t>cao</a:t>
            </a:r>
            <a:endParaRPr lang="en-US" altLang="ko-KR" sz="1200" b="1">
              <a:solidFill>
                <a:srgbClr val="40404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Counter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CPU  , </a:t>
            </a:r>
            <a:r>
              <a:rPr lang="en-US" altLang="ko-KR" sz="1200" err="1" smtClean="0">
                <a:latin typeface="Times New Roman" panose="02020603050405020304" pitchFamily="18" charset="0"/>
                <a:cs typeface="Times New Roman" panose="02020603050405020304" pitchFamily="18" charset="0"/>
              </a:rPr>
              <a:t>đại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phần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trường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do SCAN PROGRAM  </a:t>
            </a:r>
            <a:r>
              <a:rPr lang="en-US" altLang="ko-KR" sz="1200" err="1" smtClean="0">
                <a:latin typeface="Times New Roman" panose="02020603050405020304" pitchFamily="18" charset="0"/>
                <a:cs typeface="Times New Roman" panose="02020603050405020304" pitchFamily="18" charset="0"/>
              </a:rPr>
              <a:t>nên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lượng</a:t>
            </a:r>
            <a:r>
              <a:rPr lang="en-US" altLang="ko-KR" sz="1200" smtClean="0">
                <a:latin typeface="Times New Roman" panose="02020603050405020304" pitchFamily="18" charset="0"/>
                <a:cs typeface="Times New Roman" panose="02020603050405020304" pitchFamily="18" charset="0"/>
              </a:rPr>
              <a:t> SCAN </a:t>
            </a:r>
            <a:r>
              <a:rPr lang="en-US" altLang="ko-KR" sz="1200" err="1" smtClean="0">
                <a:latin typeface="Times New Roman" panose="02020603050405020304" pitchFamily="18" charset="0"/>
                <a:cs typeface="Times New Roman" panose="02020603050405020304" pitchFamily="18" charset="0"/>
              </a:rPr>
              <a:t>cho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dưới</a:t>
            </a:r>
            <a:r>
              <a:rPr lang="en-US" altLang="ko-KR" sz="1200" smtClean="0">
                <a:latin typeface="Times New Roman" panose="02020603050405020304" pitchFamily="18" charset="0"/>
                <a:cs typeface="Times New Roman" panose="02020603050405020304" pitchFamily="18" charset="0"/>
              </a:rPr>
              <a:t> MS .</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Do </a:t>
            </a:r>
            <a:r>
              <a:rPr lang="en-US" altLang="ko-KR" sz="1200" err="1" smtClean="0">
                <a:latin typeface="Times New Roman" panose="02020603050405020304" pitchFamily="18" charset="0"/>
                <a:cs typeface="Times New Roman" panose="02020603050405020304" pitchFamily="18" charset="0"/>
              </a:rPr>
              <a:t>đó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Caunter</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Pulse </a:t>
            </a:r>
            <a:r>
              <a:rPr lang="en-US" altLang="ko-KR" sz="1200" err="1" smtClean="0">
                <a:latin typeface="Times New Roman" panose="02020603050405020304" pitchFamily="18" charset="0"/>
                <a:cs typeface="Times New Roman" panose="02020603050405020304" pitchFamily="18" charset="0"/>
              </a:rPr>
              <a:t>ngắn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nữa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vậy</a:t>
            </a:r>
            <a:r>
              <a:rPr lang="en-US" altLang="ko-KR" sz="1200" smtClean="0">
                <a:latin typeface="Times New Roman" panose="02020603050405020304" pitchFamily="18" charset="0"/>
                <a:cs typeface="Times New Roman" panose="02020603050405020304" pitchFamily="18" charset="0"/>
              </a:rPr>
              <a:t> Unit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toán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tốc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cao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toán</a:t>
            </a:r>
            <a:r>
              <a:rPr lang="en-US" altLang="ko-KR" sz="1200" smtClean="0">
                <a:latin typeface="Times New Roman" panose="02020603050405020304" pitchFamily="18" charset="0"/>
                <a:cs typeface="Times New Roman" panose="02020603050405020304" pitchFamily="18" charset="0"/>
              </a:rPr>
              <a:t> Pulse  </a:t>
            </a:r>
            <a:r>
              <a:rPr lang="en-US" altLang="ko-KR" sz="1200" err="1" smtClean="0">
                <a:latin typeface="Times New Roman" panose="02020603050405020304" pitchFamily="18" charset="0"/>
                <a:cs typeface="Times New Roman" panose="02020603050405020304" pitchFamily="18" charset="0"/>
              </a:rPr>
              <a:t>độc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CPU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Pulse </a:t>
            </a:r>
            <a:r>
              <a:rPr lang="en-US" altLang="ko-KR" sz="1200" err="1" smtClean="0">
                <a:latin typeface="Times New Roman" panose="02020603050405020304" pitchFamily="18" charset="0"/>
                <a:cs typeface="Times New Roman" panose="02020603050405020304" pitchFamily="18" charset="0"/>
              </a:rPr>
              <a:t>trên</a:t>
            </a:r>
            <a:r>
              <a:rPr lang="en-US" altLang="ko-KR" sz="1200" smtClean="0">
                <a:latin typeface="Times New Roman" panose="02020603050405020304" pitchFamily="18" charset="0"/>
                <a:cs typeface="Times New Roman" panose="02020603050405020304" pitchFamily="18" charset="0"/>
              </a:rPr>
              <a:t> 10μs.</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nữa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còn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so </a:t>
            </a:r>
            <a:r>
              <a:rPr lang="en-US" altLang="ko-KR" sz="1200" err="1" smtClean="0">
                <a:latin typeface="Times New Roman" panose="02020603050405020304" pitchFamily="18" charset="0"/>
                <a:cs typeface="Times New Roman" panose="02020603050405020304" pitchFamily="18" charset="0"/>
              </a:rPr>
              <a:t>sánh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a:latin typeface="Times New Roman" panose="02020603050405020304" pitchFamily="18" charset="0"/>
                <a:cs typeface="Times New Roman" panose="02020603050405020304" pitchFamily="18" charset="0"/>
              </a:rPr>
              <a:t> ( &lt;, &gt;, = ) </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Counter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hỗ</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trợ</a:t>
            </a:r>
            <a:r>
              <a:rPr lang="en-US" altLang="ko-KR" sz="1200" smtClean="0">
                <a:latin typeface="Times New Roman" panose="02020603050405020304" pitchFamily="18" charset="0"/>
                <a:cs typeface="Times New Roman" panose="02020603050405020304" pitchFamily="18" charset="0"/>
              </a:rPr>
              <a:t> Counter </a:t>
            </a:r>
            <a:r>
              <a:rPr lang="en-US" altLang="ko-KR" sz="1200" err="1" smtClean="0">
                <a:latin typeface="Times New Roman" panose="02020603050405020304" pitchFamily="18" charset="0"/>
                <a:cs typeface="Times New Roman" panose="02020603050405020304" pitchFamily="18" charset="0"/>
              </a:rPr>
              <a:t>thêm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bớt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cũng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máy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móc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giống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như</a:t>
            </a:r>
            <a:r>
              <a:rPr lang="en-US" altLang="ko-KR" sz="1200" smtClean="0">
                <a:latin typeface="Times New Roman" panose="02020603050405020304" pitchFamily="18" charset="0"/>
                <a:cs typeface="Times New Roman" panose="02020603050405020304" pitchFamily="18" charset="0"/>
              </a:rPr>
              <a:t> CNC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Counter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trùng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nhau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ngoài</a:t>
            </a:r>
            <a:r>
              <a:rPr lang="en-US" altLang="ko-KR" sz="1200" smtClean="0">
                <a:latin typeface="Times New Roman" panose="02020603050405020304" pitchFamily="18" charset="0"/>
                <a:cs typeface="Times New Roman" panose="02020603050405020304" pitchFamily="18" charset="0"/>
              </a:rPr>
              <a:t>. </a:t>
            </a:r>
            <a:endParaRPr lang="en-US" altLang="ko-KR" sz="1200">
              <a:latin typeface="Times New Roman" panose="02020603050405020304" pitchFamily="18" charset="0"/>
              <a:cs typeface="Times New Roman" panose="02020603050405020304" pitchFamily="18" charset="0"/>
            </a:endParaRPr>
          </a:p>
        </p:txBody>
      </p:sp>
      <p:grpSp>
        <p:nvGrpSpPr>
          <p:cNvPr id="39939" name="Group 4"/>
          <p:cNvGrpSpPr>
            <a:grpSpLocks/>
          </p:cNvGrpSpPr>
          <p:nvPr/>
        </p:nvGrpSpPr>
        <p:grpSpPr bwMode="auto">
          <a:xfrm>
            <a:off x="1423988" y="4869049"/>
            <a:ext cx="5546725" cy="1387749"/>
            <a:chOff x="288" y="3080"/>
            <a:chExt cx="3225" cy="948"/>
          </a:xfrm>
        </p:grpSpPr>
        <p:sp>
          <p:nvSpPr>
            <p:cNvPr id="39942" name="Line 5"/>
            <p:cNvSpPr>
              <a:spLocks noChangeShapeType="1"/>
            </p:cNvSpPr>
            <p:nvPr/>
          </p:nvSpPr>
          <p:spPr bwMode="auto">
            <a:xfrm>
              <a:off x="1344" y="3456"/>
              <a:ext cx="1728" cy="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39943" name="Line 6"/>
            <p:cNvSpPr>
              <a:spLocks noChangeShapeType="1"/>
            </p:cNvSpPr>
            <p:nvPr/>
          </p:nvSpPr>
          <p:spPr bwMode="auto">
            <a:xfrm>
              <a:off x="3360" y="3544"/>
              <a:ext cx="0" cy="192"/>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39944" name="Freeform 7"/>
            <p:cNvSpPr>
              <a:spLocks/>
            </p:cNvSpPr>
            <p:nvPr/>
          </p:nvSpPr>
          <p:spPr bwMode="auto">
            <a:xfrm>
              <a:off x="1008" y="3883"/>
              <a:ext cx="1056" cy="85"/>
            </a:xfrm>
            <a:custGeom>
              <a:avLst/>
              <a:gdLst>
                <a:gd name="T0" fmla="*/ 0 w 1056"/>
                <a:gd name="T1" fmla="*/ 0 h 144"/>
                <a:gd name="T2" fmla="*/ 0 w 1056"/>
                <a:gd name="T3" fmla="*/ 144 h 144"/>
                <a:gd name="T4" fmla="*/ 720 w 1056"/>
                <a:gd name="T5" fmla="*/ 144 h 144"/>
                <a:gd name="T6" fmla="*/ 720 w 1056"/>
                <a:gd name="T7" fmla="*/ 48 h 144"/>
                <a:gd name="T8" fmla="*/ 1056 w 1056"/>
                <a:gd name="T9" fmla="*/ 48 h 144"/>
                <a:gd name="T10" fmla="*/ 0 60000 65536"/>
                <a:gd name="T11" fmla="*/ 0 60000 65536"/>
                <a:gd name="T12" fmla="*/ 0 60000 65536"/>
                <a:gd name="T13" fmla="*/ 0 60000 65536"/>
                <a:gd name="T14" fmla="*/ 0 60000 65536"/>
                <a:gd name="T15" fmla="*/ 0 w 1056"/>
                <a:gd name="T16" fmla="*/ 0 h 144"/>
                <a:gd name="T17" fmla="*/ 1056 w 1056"/>
                <a:gd name="T18" fmla="*/ 144 h 144"/>
              </a:gdLst>
              <a:ahLst/>
              <a:cxnLst>
                <a:cxn ang="T10">
                  <a:pos x="T0" y="T1"/>
                </a:cxn>
                <a:cxn ang="T11">
                  <a:pos x="T2" y="T3"/>
                </a:cxn>
                <a:cxn ang="T12">
                  <a:pos x="T4" y="T5"/>
                </a:cxn>
                <a:cxn ang="T13">
                  <a:pos x="T6" y="T7"/>
                </a:cxn>
                <a:cxn ang="T14">
                  <a:pos x="T8" y="T9"/>
                </a:cxn>
              </a:cxnLst>
              <a:rect l="T15" t="T16" r="T17" b="T18"/>
              <a:pathLst>
                <a:path w="1056" h="144">
                  <a:moveTo>
                    <a:pt x="0" y="0"/>
                  </a:moveTo>
                  <a:lnTo>
                    <a:pt x="0" y="144"/>
                  </a:lnTo>
                  <a:lnTo>
                    <a:pt x="720" y="144"/>
                  </a:lnTo>
                  <a:lnTo>
                    <a:pt x="720" y="48"/>
                  </a:lnTo>
                  <a:lnTo>
                    <a:pt x="1056" y="48"/>
                  </a:lnTo>
                </a:path>
              </a:pathLst>
            </a:custGeom>
            <a:noFill/>
            <a:ln w="28575" cap="flat" cmpd="sng">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nchor="ctr">
              <a:noAutofit/>
            </a:bodyPr>
            <a:lstStyle/>
            <a:p>
              <a:endParaRPr lang="ko-KR" altLang="en-US">
                <a:latin typeface="Times New Roman" panose="02020603050405020304" pitchFamily="18" charset="0"/>
                <a:cs typeface="Times New Roman" panose="02020603050405020304" pitchFamily="18" charset="0"/>
              </a:endParaRPr>
            </a:p>
          </p:txBody>
        </p:sp>
        <p:sp>
          <p:nvSpPr>
            <p:cNvPr id="39945" name="Freeform 8"/>
            <p:cNvSpPr>
              <a:spLocks/>
            </p:cNvSpPr>
            <p:nvPr/>
          </p:nvSpPr>
          <p:spPr bwMode="auto">
            <a:xfrm>
              <a:off x="2592" y="3811"/>
              <a:ext cx="672" cy="85"/>
            </a:xfrm>
            <a:custGeom>
              <a:avLst/>
              <a:gdLst>
                <a:gd name="T0" fmla="*/ 0 w 672"/>
                <a:gd name="T1" fmla="*/ 96 h 96"/>
                <a:gd name="T2" fmla="*/ 288 w 672"/>
                <a:gd name="T3" fmla="*/ 96 h 96"/>
                <a:gd name="T4" fmla="*/ 288 w 672"/>
                <a:gd name="T5" fmla="*/ 0 h 96"/>
                <a:gd name="T6" fmla="*/ 672 w 672"/>
                <a:gd name="T7" fmla="*/ 0 h 96"/>
                <a:gd name="T8" fmla="*/ 0 60000 65536"/>
                <a:gd name="T9" fmla="*/ 0 60000 65536"/>
                <a:gd name="T10" fmla="*/ 0 60000 65536"/>
                <a:gd name="T11" fmla="*/ 0 60000 65536"/>
                <a:gd name="T12" fmla="*/ 0 w 672"/>
                <a:gd name="T13" fmla="*/ 0 h 96"/>
                <a:gd name="T14" fmla="*/ 672 w 672"/>
                <a:gd name="T15" fmla="*/ 96 h 96"/>
              </a:gdLst>
              <a:ahLst/>
              <a:cxnLst>
                <a:cxn ang="T8">
                  <a:pos x="T0" y="T1"/>
                </a:cxn>
                <a:cxn ang="T9">
                  <a:pos x="T2" y="T3"/>
                </a:cxn>
                <a:cxn ang="T10">
                  <a:pos x="T4" y="T5"/>
                </a:cxn>
                <a:cxn ang="T11">
                  <a:pos x="T6" y="T7"/>
                </a:cxn>
              </a:cxnLst>
              <a:rect l="T12" t="T13" r="T14" b="T15"/>
              <a:pathLst>
                <a:path w="672" h="96">
                  <a:moveTo>
                    <a:pt x="0" y="96"/>
                  </a:moveTo>
                  <a:lnTo>
                    <a:pt x="288" y="96"/>
                  </a:lnTo>
                  <a:lnTo>
                    <a:pt x="288" y="0"/>
                  </a:lnTo>
                  <a:lnTo>
                    <a:pt x="672" y="0"/>
                  </a:lnTo>
                </a:path>
              </a:pathLst>
            </a:custGeom>
            <a:noFill/>
            <a:ln w="28575" cap="flat" cmpd="sng">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nchor="ctr">
              <a:noAutofit/>
            </a:bodyPr>
            <a:lstStyle/>
            <a:p>
              <a:endParaRPr lang="ko-KR" altLang="en-US">
                <a:latin typeface="Times New Roman" panose="02020603050405020304" pitchFamily="18" charset="0"/>
                <a:cs typeface="Times New Roman" panose="02020603050405020304" pitchFamily="18" charset="0"/>
              </a:endParaRPr>
            </a:p>
          </p:txBody>
        </p:sp>
        <p:sp>
          <p:nvSpPr>
            <p:cNvPr id="39946" name="Text Box 9"/>
            <p:cNvSpPr txBox="1">
              <a:spLocks noChangeArrowheads="1"/>
            </p:cNvSpPr>
            <p:nvPr/>
          </p:nvSpPr>
          <p:spPr bwMode="auto">
            <a:xfrm>
              <a:off x="3020" y="3359"/>
              <a:ext cx="466" cy="210"/>
            </a:xfrm>
            <a:prstGeom prst="rect">
              <a:avLst/>
            </a:prstGeom>
            <a:solidFill>
              <a:schemeClr val="bg1"/>
            </a:solidFill>
            <a:ln w="9525">
              <a:solidFill>
                <a:schemeClr val="tx2"/>
              </a:solidFill>
              <a:miter lim="800000"/>
              <a:headEnd/>
              <a:tailEnd/>
            </a:ln>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Program</a:t>
              </a:r>
            </a:p>
          </p:txBody>
        </p:sp>
        <p:sp>
          <p:nvSpPr>
            <p:cNvPr id="39947" name="Text Box 10"/>
            <p:cNvSpPr txBox="1">
              <a:spLocks noChangeArrowheads="1"/>
            </p:cNvSpPr>
            <p:nvPr/>
          </p:nvSpPr>
          <p:spPr bwMode="auto">
            <a:xfrm>
              <a:off x="3137" y="3703"/>
              <a:ext cx="376" cy="215"/>
            </a:xfrm>
            <a:prstGeom prst="rect">
              <a:avLst/>
            </a:prstGeom>
            <a:solidFill>
              <a:schemeClr val="bg1"/>
            </a:solidFill>
            <a:ln w="9525">
              <a:solidFill>
                <a:schemeClr val="tx2"/>
              </a:solidFill>
              <a:miter lim="800000"/>
              <a:headEnd/>
              <a:tailEnd/>
            </a:ln>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Motor</a:t>
              </a:r>
            </a:p>
          </p:txBody>
        </p:sp>
        <p:sp>
          <p:nvSpPr>
            <p:cNvPr id="39948" name="Text Box 11"/>
            <p:cNvSpPr txBox="1">
              <a:spLocks noChangeArrowheads="1"/>
            </p:cNvSpPr>
            <p:nvPr/>
          </p:nvSpPr>
          <p:spPr bwMode="auto">
            <a:xfrm>
              <a:off x="1607" y="3818"/>
              <a:ext cx="1123" cy="210"/>
            </a:xfrm>
            <a:prstGeom prst="rect">
              <a:avLst/>
            </a:prstGeom>
            <a:solidFill>
              <a:schemeClr val="bg1"/>
            </a:solidFill>
            <a:ln w="9525">
              <a:solidFill>
                <a:schemeClr val="tx2"/>
              </a:solidFill>
              <a:miter lim="800000"/>
              <a:headEnd/>
              <a:tailEnd/>
            </a:ln>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400" err="1" smtClean="0">
                  <a:latin typeface="Times New Roman" panose="02020603050405020304" pitchFamily="18" charset="0"/>
                  <a:cs typeface="Times New Roman" panose="02020603050405020304" pitchFamily="18" charset="0"/>
                </a:rPr>
                <a:t>Mạch</a:t>
              </a:r>
              <a:r>
                <a:rPr lang="en-US" altLang="ko-KR" sz="1400" smtClean="0">
                  <a:latin typeface="Times New Roman" panose="02020603050405020304" pitchFamily="18" charset="0"/>
                  <a:cs typeface="Times New Roman" panose="02020603050405020304" pitchFamily="18" charset="0"/>
                </a:rPr>
                <a:t> </a:t>
              </a:r>
              <a:r>
                <a:rPr lang="en-US" altLang="ko-KR" sz="1400" err="1" smtClean="0">
                  <a:latin typeface="Times New Roman" panose="02020603050405020304" pitchFamily="18" charset="0"/>
                  <a:cs typeface="Times New Roman" panose="02020603050405020304" pitchFamily="18" charset="0"/>
                </a:rPr>
                <a:t>điều</a:t>
              </a:r>
              <a:r>
                <a:rPr lang="en-US" altLang="ko-KR" sz="1400" smtClean="0">
                  <a:latin typeface="Times New Roman" panose="02020603050405020304" pitchFamily="18" charset="0"/>
                  <a:cs typeface="Times New Roman" panose="02020603050405020304" pitchFamily="18" charset="0"/>
                </a:rPr>
                <a:t> </a:t>
              </a:r>
              <a:r>
                <a:rPr lang="en-US" altLang="ko-KR" sz="1400" err="1" smtClean="0">
                  <a:latin typeface="Times New Roman" panose="02020603050405020304" pitchFamily="18" charset="0"/>
                  <a:cs typeface="Times New Roman" panose="02020603050405020304" pitchFamily="18" charset="0"/>
                </a:rPr>
                <a:t>khiển</a:t>
              </a:r>
              <a:r>
                <a:rPr lang="en-US" altLang="ko-KR" sz="1400" smtClean="0">
                  <a:latin typeface="Times New Roman" panose="02020603050405020304" pitchFamily="18" charset="0"/>
                  <a:cs typeface="Times New Roman" panose="02020603050405020304" pitchFamily="18" charset="0"/>
                </a:rPr>
                <a:t> Motor </a:t>
              </a:r>
              <a:endParaRPr lang="ko-KR" altLang="en-US" sz="1400">
                <a:latin typeface="Times New Roman" panose="02020603050405020304" pitchFamily="18" charset="0"/>
                <a:cs typeface="Times New Roman" panose="02020603050405020304" pitchFamily="18" charset="0"/>
              </a:endParaRPr>
            </a:p>
          </p:txBody>
        </p:sp>
        <p:grpSp>
          <p:nvGrpSpPr>
            <p:cNvPr id="39949" name="Group 12"/>
            <p:cNvGrpSpPr>
              <a:grpSpLocks/>
            </p:cNvGrpSpPr>
            <p:nvPr/>
          </p:nvGrpSpPr>
          <p:grpSpPr bwMode="auto">
            <a:xfrm>
              <a:off x="288" y="3099"/>
              <a:ext cx="1152" cy="819"/>
              <a:chOff x="288" y="3195"/>
              <a:chExt cx="1152" cy="819"/>
            </a:xfrm>
          </p:grpSpPr>
          <p:grpSp>
            <p:nvGrpSpPr>
              <p:cNvPr id="39955" name="Group 13"/>
              <p:cNvGrpSpPr>
                <a:grpSpLocks/>
              </p:cNvGrpSpPr>
              <p:nvPr/>
            </p:nvGrpSpPr>
            <p:grpSpPr bwMode="auto">
              <a:xfrm>
                <a:off x="288" y="3322"/>
                <a:ext cx="288" cy="579"/>
                <a:chOff x="672" y="3370"/>
                <a:chExt cx="288" cy="579"/>
              </a:xfrm>
            </p:grpSpPr>
            <p:sp>
              <p:nvSpPr>
                <p:cNvPr id="39967" name="Rectangle 14"/>
                <p:cNvSpPr>
                  <a:spLocks noChangeArrowheads="1"/>
                </p:cNvSpPr>
                <p:nvPr/>
              </p:nvSpPr>
              <p:spPr bwMode="auto">
                <a:xfrm>
                  <a:off x="672" y="3490"/>
                  <a:ext cx="288" cy="315"/>
                </a:xfrm>
                <a:prstGeom prst="rect">
                  <a:avLst/>
                </a:prstGeom>
                <a:solidFill>
                  <a:schemeClr val="bg1"/>
                </a:solidFill>
                <a:ln w="9525">
                  <a:solidFill>
                    <a:schemeClr val="tx1"/>
                  </a:solidFill>
                  <a:miter lim="800000"/>
                  <a:headEnd/>
                  <a:tailEnd/>
                </a:ln>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39968" name="Text Box 15"/>
                <p:cNvSpPr txBox="1">
                  <a:spLocks noChangeArrowheads="1"/>
                </p:cNvSpPr>
                <p:nvPr/>
              </p:nvSpPr>
              <p:spPr bwMode="auto">
                <a:xfrm>
                  <a:off x="709" y="3370"/>
                  <a:ext cx="215" cy="57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err="1" smtClean="0">
                      <a:latin typeface="Times New Roman" panose="02020603050405020304" pitchFamily="18" charset="0"/>
                      <a:cs typeface="Times New Roman" panose="02020603050405020304" pitchFamily="18" charset="0"/>
                    </a:rPr>
                    <a:t>Nguồn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điện</a:t>
                  </a:r>
                  <a:endParaRPr lang="ko-KR" altLang="en-US" sz="1200" b="1">
                    <a:latin typeface="Times New Roman" panose="02020603050405020304" pitchFamily="18" charset="0"/>
                    <a:cs typeface="Times New Roman" panose="02020603050405020304" pitchFamily="18" charset="0"/>
                  </a:endParaRPr>
                </a:p>
              </p:txBody>
            </p:sp>
          </p:grpSp>
          <p:grpSp>
            <p:nvGrpSpPr>
              <p:cNvPr id="39956" name="Group 16"/>
              <p:cNvGrpSpPr>
                <a:grpSpLocks/>
              </p:cNvGrpSpPr>
              <p:nvPr/>
            </p:nvGrpSpPr>
            <p:grpSpPr bwMode="auto">
              <a:xfrm>
                <a:off x="864" y="3376"/>
                <a:ext cx="288" cy="462"/>
                <a:chOff x="672" y="3424"/>
                <a:chExt cx="288" cy="462"/>
              </a:xfrm>
            </p:grpSpPr>
            <p:sp>
              <p:nvSpPr>
                <p:cNvPr id="39965" name="Rectangle 17"/>
                <p:cNvSpPr>
                  <a:spLocks noChangeArrowheads="1"/>
                </p:cNvSpPr>
                <p:nvPr/>
              </p:nvSpPr>
              <p:spPr bwMode="auto">
                <a:xfrm>
                  <a:off x="672" y="3490"/>
                  <a:ext cx="288" cy="315"/>
                </a:xfrm>
                <a:prstGeom prst="rect">
                  <a:avLst/>
                </a:prstGeom>
                <a:solidFill>
                  <a:schemeClr val="bg1"/>
                </a:solidFill>
                <a:ln w="9525">
                  <a:solidFill>
                    <a:schemeClr val="tx1"/>
                  </a:solidFill>
                  <a:miter lim="800000"/>
                  <a:headEnd/>
                  <a:tailEnd/>
                </a:ln>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39966" name="Text Box 18"/>
                <p:cNvSpPr txBox="1">
                  <a:spLocks noChangeArrowheads="1"/>
                </p:cNvSpPr>
                <p:nvPr/>
              </p:nvSpPr>
              <p:spPr bwMode="auto">
                <a:xfrm>
                  <a:off x="709" y="3424"/>
                  <a:ext cx="215" cy="4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D/A Unit</a:t>
                  </a:r>
                </a:p>
              </p:txBody>
            </p:sp>
          </p:grpSp>
          <p:grpSp>
            <p:nvGrpSpPr>
              <p:cNvPr id="39957" name="Group 19"/>
              <p:cNvGrpSpPr>
                <a:grpSpLocks/>
              </p:cNvGrpSpPr>
              <p:nvPr/>
            </p:nvGrpSpPr>
            <p:grpSpPr bwMode="auto">
              <a:xfrm>
                <a:off x="576" y="3317"/>
                <a:ext cx="288" cy="563"/>
                <a:chOff x="960" y="3365"/>
                <a:chExt cx="288" cy="563"/>
              </a:xfrm>
            </p:grpSpPr>
            <p:grpSp>
              <p:nvGrpSpPr>
                <p:cNvPr id="39961" name="Group 20"/>
                <p:cNvGrpSpPr>
                  <a:grpSpLocks/>
                </p:cNvGrpSpPr>
                <p:nvPr/>
              </p:nvGrpSpPr>
              <p:grpSpPr bwMode="auto">
                <a:xfrm>
                  <a:off x="960" y="3490"/>
                  <a:ext cx="288" cy="315"/>
                  <a:chOff x="672" y="3490"/>
                  <a:chExt cx="288" cy="315"/>
                </a:xfrm>
              </p:grpSpPr>
              <p:sp>
                <p:nvSpPr>
                  <p:cNvPr id="39963" name="Rectangle 21"/>
                  <p:cNvSpPr>
                    <a:spLocks noChangeArrowheads="1"/>
                  </p:cNvSpPr>
                  <p:nvPr/>
                </p:nvSpPr>
                <p:spPr bwMode="auto">
                  <a:xfrm>
                    <a:off x="672" y="3490"/>
                    <a:ext cx="288" cy="315"/>
                  </a:xfrm>
                  <a:prstGeom prst="rect">
                    <a:avLst/>
                  </a:prstGeom>
                  <a:solidFill>
                    <a:schemeClr val="bg1"/>
                  </a:solidFill>
                  <a:ln w="9525">
                    <a:solidFill>
                      <a:schemeClr val="tx1"/>
                    </a:solidFill>
                    <a:miter lim="800000"/>
                    <a:headEnd/>
                    <a:tailEnd/>
                  </a:ln>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39964" name="Text Box 22"/>
                  <p:cNvSpPr txBox="1">
                    <a:spLocks noChangeArrowheads="1"/>
                  </p:cNvSpPr>
                  <p:nvPr/>
                </p:nvSpPr>
                <p:spPr bwMode="auto">
                  <a:xfrm>
                    <a:off x="713" y="3619"/>
                    <a:ext cx="215" cy="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endParaRPr lang="ko-KR" altLang="ko-KR" sz="1200" b="1">
                      <a:latin typeface="Times New Roman" panose="02020603050405020304" pitchFamily="18" charset="0"/>
                      <a:cs typeface="Times New Roman" panose="02020603050405020304" pitchFamily="18" charset="0"/>
                    </a:endParaRPr>
                  </a:p>
                </p:txBody>
              </p:sp>
            </p:grpSp>
            <p:sp>
              <p:nvSpPr>
                <p:cNvPr id="39962" name="Text Box 23"/>
                <p:cNvSpPr txBox="1">
                  <a:spLocks noChangeArrowheads="1"/>
                </p:cNvSpPr>
                <p:nvPr/>
              </p:nvSpPr>
              <p:spPr bwMode="auto">
                <a:xfrm>
                  <a:off x="1016" y="3365"/>
                  <a:ext cx="171" cy="5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C</a:t>
                  </a:r>
                </a:p>
                <a:p>
                  <a:pPr algn="ct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P</a:t>
                  </a:r>
                </a:p>
                <a:p>
                  <a:pPr algn="ct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U</a:t>
                  </a:r>
                </a:p>
              </p:txBody>
            </p:sp>
          </p:grpSp>
          <p:grpSp>
            <p:nvGrpSpPr>
              <p:cNvPr id="39958" name="Group 24"/>
              <p:cNvGrpSpPr>
                <a:grpSpLocks/>
              </p:cNvGrpSpPr>
              <p:nvPr/>
            </p:nvGrpSpPr>
            <p:grpSpPr bwMode="auto">
              <a:xfrm>
                <a:off x="1152" y="3195"/>
                <a:ext cx="288" cy="819"/>
                <a:chOff x="672" y="3243"/>
                <a:chExt cx="288" cy="819"/>
              </a:xfrm>
            </p:grpSpPr>
            <p:sp>
              <p:nvSpPr>
                <p:cNvPr id="39959" name="Rectangle 25"/>
                <p:cNvSpPr>
                  <a:spLocks noChangeArrowheads="1"/>
                </p:cNvSpPr>
                <p:nvPr/>
              </p:nvSpPr>
              <p:spPr bwMode="auto">
                <a:xfrm>
                  <a:off x="672" y="3490"/>
                  <a:ext cx="288" cy="315"/>
                </a:xfrm>
                <a:prstGeom prst="rect">
                  <a:avLst/>
                </a:prstGeom>
                <a:solidFill>
                  <a:schemeClr val="bg1"/>
                </a:solidFill>
                <a:ln w="9525">
                  <a:solidFill>
                    <a:schemeClr val="tx1"/>
                  </a:solidFill>
                  <a:miter lim="800000"/>
                  <a:headEnd/>
                  <a:tailEnd/>
                </a:ln>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39960" name="Text Box 26"/>
                <p:cNvSpPr txBox="1">
                  <a:spLocks noChangeArrowheads="1"/>
                </p:cNvSpPr>
                <p:nvPr/>
              </p:nvSpPr>
              <p:spPr bwMode="auto">
                <a:xfrm>
                  <a:off x="713" y="3243"/>
                  <a:ext cx="215" cy="81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smtClean="0">
                      <a:latin typeface="Times New Roman" panose="02020603050405020304" pitchFamily="18" charset="0"/>
                      <a:cs typeface="Times New Roman" panose="02020603050405020304" pitchFamily="18" charset="0"/>
                    </a:rPr>
                    <a:t>Count </a:t>
                  </a:r>
                  <a:r>
                    <a:rPr lang="en-US" altLang="ko-KR" sz="1200" b="1" err="1" smtClean="0">
                      <a:latin typeface="Times New Roman" panose="02020603050405020304" pitchFamily="18" charset="0"/>
                      <a:cs typeface="Times New Roman" panose="02020603050405020304" pitchFamily="18" charset="0"/>
                    </a:rPr>
                    <a:t>tốc</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độ</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cao</a:t>
                  </a:r>
                  <a:endParaRPr lang="ko-KR" altLang="en-US" sz="1200" b="1">
                    <a:latin typeface="Times New Roman" panose="02020603050405020304" pitchFamily="18" charset="0"/>
                    <a:cs typeface="Times New Roman" panose="02020603050405020304" pitchFamily="18" charset="0"/>
                  </a:endParaRPr>
                </a:p>
              </p:txBody>
            </p:sp>
          </p:grpSp>
        </p:grpSp>
        <p:grpSp>
          <p:nvGrpSpPr>
            <p:cNvPr id="39950" name="Group 27"/>
            <p:cNvGrpSpPr>
              <a:grpSpLocks/>
            </p:cNvGrpSpPr>
            <p:nvPr/>
          </p:nvGrpSpPr>
          <p:grpSpPr bwMode="auto">
            <a:xfrm>
              <a:off x="1748" y="3080"/>
              <a:ext cx="864" cy="315"/>
              <a:chOff x="1748" y="3080"/>
              <a:chExt cx="864" cy="315"/>
            </a:xfrm>
          </p:grpSpPr>
          <p:sp>
            <p:nvSpPr>
              <p:cNvPr id="39951" name="Freeform 28"/>
              <p:cNvSpPr>
                <a:spLocks/>
              </p:cNvSpPr>
              <p:nvPr/>
            </p:nvSpPr>
            <p:spPr bwMode="auto">
              <a:xfrm>
                <a:off x="1748" y="3080"/>
                <a:ext cx="288" cy="315"/>
              </a:xfrm>
              <a:custGeom>
                <a:avLst/>
                <a:gdLst>
                  <a:gd name="T0" fmla="*/ 0 w 288"/>
                  <a:gd name="T1" fmla="*/ 144 h 144"/>
                  <a:gd name="T2" fmla="*/ 96 w 288"/>
                  <a:gd name="T3" fmla="*/ 144 h 144"/>
                  <a:gd name="T4" fmla="*/ 96 w 288"/>
                  <a:gd name="T5" fmla="*/ 0 h 144"/>
                  <a:gd name="T6" fmla="*/ 192 w 288"/>
                  <a:gd name="T7" fmla="*/ 0 h 144"/>
                  <a:gd name="T8" fmla="*/ 192 w 288"/>
                  <a:gd name="T9" fmla="*/ 144 h 144"/>
                  <a:gd name="T10" fmla="*/ 288 w 288"/>
                  <a:gd name="T11" fmla="*/ 144 h 144"/>
                  <a:gd name="T12" fmla="*/ 0 60000 65536"/>
                  <a:gd name="T13" fmla="*/ 0 60000 65536"/>
                  <a:gd name="T14" fmla="*/ 0 60000 65536"/>
                  <a:gd name="T15" fmla="*/ 0 60000 65536"/>
                  <a:gd name="T16" fmla="*/ 0 60000 65536"/>
                  <a:gd name="T17" fmla="*/ 0 60000 65536"/>
                  <a:gd name="T18" fmla="*/ 0 w 288"/>
                  <a:gd name="T19" fmla="*/ 0 h 144"/>
                  <a:gd name="T20" fmla="*/ 288 w 288"/>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288" h="144">
                    <a:moveTo>
                      <a:pt x="0" y="144"/>
                    </a:moveTo>
                    <a:lnTo>
                      <a:pt x="96" y="144"/>
                    </a:lnTo>
                    <a:lnTo>
                      <a:pt x="96" y="0"/>
                    </a:lnTo>
                    <a:lnTo>
                      <a:pt x="192" y="0"/>
                    </a:lnTo>
                    <a:lnTo>
                      <a:pt x="192" y="144"/>
                    </a:lnTo>
                    <a:lnTo>
                      <a:pt x="288" y="144"/>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39952" name="Freeform 29"/>
              <p:cNvSpPr>
                <a:spLocks/>
              </p:cNvSpPr>
              <p:nvPr/>
            </p:nvSpPr>
            <p:spPr bwMode="auto">
              <a:xfrm>
                <a:off x="1940" y="3080"/>
                <a:ext cx="288" cy="315"/>
              </a:xfrm>
              <a:custGeom>
                <a:avLst/>
                <a:gdLst>
                  <a:gd name="T0" fmla="*/ 0 w 288"/>
                  <a:gd name="T1" fmla="*/ 144 h 144"/>
                  <a:gd name="T2" fmla="*/ 96 w 288"/>
                  <a:gd name="T3" fmla="*/ 144 h 144"/>
                  <a:gd name="T4" fmla="*/ 96 w 288"/>
                  <a:gd name="T5" fmla="*/ 0 h 144"/>
                  <a:gd name="T6" fmla="*/ 192 w 288"/>
                  <a:gd name="T7" fmla="*/ 0 h 144"/>
                  <a:gd name="T8" fmla="*/ 192 w 288"/>
                  <a:gd name="T9" fmla="*/ 144 h 144"/>
                  <a:gd name="T10" fmla="*/ 288 w 288"/>
                  <a:gd name="T11" fmla="*/ 144 h 144"/>
                  <a:gd name="T12" fmla="*/ 0 60000 65536"/>
                  <a:gd name="T13" fmla="*/ 0 60000 65536"/>
                  <a:gd name="T14" fmla="*/ 0 60000 65536"/>
                  <a:gd name="T15" fmla="*/ 0 60000 65536"/>
                  <a:gd name="T16" fmla="*/ 0 60000 65536"/>
                  <a:gd name="T17" fmla="*/ 0 60000 65536"/>
                  <a:gd name="T18" fmla="*/ 0 w 288"/>
                  <a:gd name="T19" fmla="*/ 0 h 144"/>
                  <a:gd name="T20" fmla="*/ 288 w 288"/>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288" h="144">
                    <a:moveTo>
                      <a:pt x="0" y="144"/>
                    </a:moveTo>
                    <a:lnTo>
                      <a:pt x="96" y="144"/>
                    </a:lnTo>
                    <a:lnTo>
                      <a:pt x="96" y="0"/>
                    </a:lnTo>
                    <a:lnTo>
                      <a:pt x="192" y="0"/>
                    </a:lnTo>
                    <a:lnTo>
                      <a:pt x="192" y="144"/>
                    </a:lnTo>
                    <a:lnTo>
                      <a:pt x="288" y="144"/>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39953" name="Freeform 30"/>
              <p:cNvSpPr>
                <a:spLocks/>
              </p:cNvSpPr>
              <p:nvPr/>
            </p:nvSpPr>
            <p:spPr bwMode="auto">
              <a:xfrm>
                <a:off x="2132" y="3080"/>
                <a:ext cx="288" cy="315"/>
              </a:xfrm>
              <a:custGeom>
                <a:avLst/>
                <a:gdLst>
                  <a:gd name="T0" fmla="*/ 0 w 288"/>
                  <a:gd name="T1" fmla="*/ 144 h 144"/>
                  <a:gd name="T2" fmla="*/ 96 w 288"/>
                  <a:gd name="T3" fmla="*/ 144 h 144"/>
                  <a:gd name="T4" fmla="*/ 96 w 288"/>
                  <a:gd name="T5" fmla="*/ 0 h 144"/>
                  <a:gd name="T6" fmla="*/ 192 w 288"/>
                  <a:gd name="T7" fmla="*/ 0 h 144"/>
                  <a:gd name="T8" fmla="*/ 192 w 288"/>
                  <a:gd name="T9" fmla="*/ 144 h 144"/>
                  <a:gd name="T10" fmla="*/ 288 w 288"/>
                  <a:gd name="T11" fmla="*/ 144 h 144"/>
                  <a:gd name="T12" fmla="*/ 0 60000 65536"/>
                  <a:gd name="T13" fmla="*/ 0 60000 65536"/>
                  <a:gd name="T14" fmla="*/ 0 60000 65536"/>
                  <a:gd name="T15" fmla="*/ 0 60000 65536"/>
                  <a:gd name="T16" fmla="*/ 0 60000 65536"/>
                  <a:gd name="T17" fmla="*/ 0 60000 65536"/>
                  <a:gd name="T18" fmla="*/ 0 w 288"/>
                  <a:gd name="T19" fmla="*/ 0 h 144"/>
                  <a:gd name="T20" fmla="*/ 288 w 288"/>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288" h="144">
                    <a:moveTo>
                      <a:pt x="0" y="144"/>
                    </a:moveTo>
                    <a:lnTo>
                      <a:pt x="96" y="144"/>
                    </a:lnTo>
                    <a:lnTo>
                      <a:pt x="96" y="0"/>
                    </a:lnTo>
                    <a:lnTo>
                      <a:pt x="192" y="0"/>
                    </a:lnTo>
                    <a:lnTo>
                      <a:pt x="192" y="144"/>
                    </a:lnTo>
                    <a:lnTo>
                      <a:pt x="288" y="144"/>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39954" name="Freeform 31"/>
              <p:cNvSpPr>
                <a:spLocks/>
              </p:cNvSpPr>
              <p:nvPr/>
            </p:nvSpPr>
            <p:spPr bwMode="auto">
              <a:xfrm>
                <a:off x="2324" y="3080"/>
                <a:ext cx="288" cy="315"/>
              </a:xfrm>
              <a:custGeom>
                <a:avLst/>
                <a:gdLst>
                  <a:gd name="T0" fmla="*/ 0 w 288"/>
                  <a:gd name="T1" fmla="*/ 144 h 144"/>
                  <a:gd name="T2" fmla="*/ 96 w 288"/>
                  <a:gd name="T3" fmla="*/ 144 h 144"/>
                  <a:gd name="T4" fmla="*/ 96 w 288"/>
                  <a:gd name="T5" fmla="*/ 0 h 144"/>
                  <a:gd name="T6" fmla="*/ 192 w 288"/>
                  <a:gd name="T7" fmla="*/ 0 h 144"/>
                  <a:gd name="T8" fmla="*/ 192 w 288"/>
                  <a:gd name="T9" fmla="*/ 144 h 144"/>
                  <a:gd name="T10" fmla="*/ 288 w 288"/>
                  <a:gd name="T11" fmla="*/ 144 h 144"/>
                  <a:gd name="T12" fmla="*/ 0 60000 65536"/>
                  <a:gd name="T13" fmla="*/ 0 60000 65536"/>
                  <a:gd name="T14" fmla="*/ 0 60000 65536"/>
                  <a:gd name="T15" fmla="*/ 0 60000 65536"/>
                  <a:gd name="T16" fmla="*/ 0 60000 65536"/>
                  <a:gd name="T17" fmla="*/ 0 60000 65536"/>
                  <a:gd name="T18" fmla="*/ 0 w 288"/>
                  <a:gd name="T19" fmla="*/ 0 h 144"/>
                  <a:gd name="T20" fmla="*/ 288 w 288"/>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288" h="144">
                    <a:moveTo>
                      <a:pt x="0" y="144"/>
                    </a:moveTo>
                    <a:lnTo>
                      <a:pt x="96" y="144"/>
                    </a:lnTo>
                    <a:lnTo>
                      <a:pt x="96" y="0"/>
                    </a:lnTo>
                    <a:lnTo>
                      <a:pt x="192" y="0"/>
                    </a:lnTo>
                    <a:lnTo>
                      <a:pt x="192" y="144"/>
                    </a:lnTo>
                    <a:lnTo>
                      <a:pt x="288" y="144"/>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grpSp>
      </p:grpSp>
      <p:sp>
        <p:nvSpPr>
          <p:cNvPr id="39940" name="Rectangle 32"/>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39941" name="Rectangle 33"/>
          <p:cNvSpPr>
            <a:spLocks noChangeArrowheads="1"/>
          </p:cNvSpPr>
          <p:nvPr/>
        </p:nvSpPr>
        <p:spPr bwMode="auto">
          <a:xfrm>
            <a:off x="7617296" y="79375"/>
            <a:ext cx="2424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a:latin typeface="Times New Roman" panose="02020603050405020304" pitchFamily="18" charset="0"/>
                <a:cs typeface="Times New Roman" panose="02020603050405020304" pitchFamily="18" charset="0"/>
              </a:rPr>
              <a:t>3. </a:t>
            </a:r>
            <a:r>
              <a:rPr lang="fi-FI" altLang="ko-KR" sz="1600" b="1" smtClean="0">
                <a:latin typeface="Times New Roman" panose="02020603050405020304" pitchFamily="18" charset="0"/>
                <a:cs typeface="Times New Roman" panose="02020603050405020304" pitchFamily="18" charset="0"/>
              </a:rPr>
              <a:t>Vai trò từng Unit PLC</a:t>
            </a:r>
            <a:endParaRPr lang="ko-KR" altLang="en-US" sz="1600" b="1">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ext Box 2"/>
          <p:cNvSpPr txBox="1">
            <a:spLocks noChangeArrowheads="1"/>
          </p:cNvSpPr>
          <p:nvPr/>
        </p:nvSpPr>
        <p:spPr bwMode="auto">
          <a:xfrm>
            <a:off x="390525" y="974725"/>
            <a:ext cx="9350375" cy="1717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(2) </a:t>
            </a:r>
            <a:r>
              <a:rPr lang="en-US" altLang="ko-KR" sz="1200" b="1" smtClean="0">
                <a:latin typeface="Times New Roman" panose="02020603050405020304" pitchFamily="18" charset="0"/>
                <a:cs typeface="Times New Roman" panose="02020603050405020304" pitchFamily="18" charset="0"/>
              </a:rPr>
              <a:t>Unit </a:t>
            </a:r>
            <a:r>
              <a:rPr lang="en-US" altLang="ko-KR" sz="1200" b="1" err="1" smtClean="0">
                <a:latin typeface="Times New Roman" panose="02020603050405020304" pitchFamily="18" charset="0"/>
                <a:cs typeface="Times New Roman" panose="02020603050405020304" pitchFamily="18" charset="0"/>
              </a:rPr>
              <a:t>định</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vị</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quyết</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định</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vị</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trí</a:t>
            </a:r>
            <a:r>
              <a:rPr lang="en-US" altLang="ko-KR" sz="1200" b="1" smtClean="0">
                <a:latin typeface="Times New Roman" panose="02020603050405020304" pitchFamily="18" charset="0"/>
                <a:cs typeface="Times New Roman" panose="02020603050405020304" pitchFamily="18" charset="0"/>
              </a:rPr>
              <a:t>)</a:t>
            </a:r>
            <a:endParaRPr lang="en-US" altLang="ko-KR" sz="1200" b="1">
              <a:latin typeface="Times New Roman" panose="02020603050405020304" pitchFamily="18" charset="0"/>
              <a:cs typeface="Times New Roman" panose="02020603050405020304" pitchFamily="18" charset="0"/>
            </a:endParaRPr>
          </a:p>
          <a:p>
            <a:pPr eaLnBrk="1" hangingPunct="1">
              <a:lnSpc>
                <a:spcPct val="14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quyết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cao</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được</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yêu</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hành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dừng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Motor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On/Off  . </a:t>
            </a:r>
            <a:endParaRPr lang="en-US" altLang="ko-KR" sz="1200">
              <a:latin typeface="Times New Roman" panose="02020603050405020304" pitchFamily="18" charset="0"/>
              <a:cs typeface="Times New Roman" panose="02020603050405020304" pitchFamily="18" charset="0"/>
            </a:endParaRPr>
          </a:p>
          <a:p>
            <a:pPr eaLnBrk="1" hangingPunct="1">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quyết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dễ</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dàng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chuyển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tốc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giảm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tốc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tốc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Motor  </a:t>
            </a:r>
            <a:r>
              <a:rPr lang="en-US" altLang="ko-KR" sz="1200" err="1" smtClean="0">
                <a:latin typeface="Times New Roman" panose="02020603050405020304" pitchFamily="18" charset="0"/>
                <a:cs typeface="Times New Roman" panose="02020603050405020304" pitchFamily="18" charset="0"/>
              </a:rPr>
              <a:t>bằng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việc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sự</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thay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lượng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cần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Unit </a:t>
            </a:r>
            <a:r>
              <a:rPr lang="en-US" altLang="ko-KR" sz="1200" err="1" smtClean="0">
                <a:latin typeface="Times New Roman" panose="02020603050405020304" pitchFamily="18" charset="0"/>
                <a:cs typeface="Times New Roman" panose="02020603050405020304" pitchFamily="18" charset="0"/>
              </a:rPr>
              <a:t>quyết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Motor </a:t>
            </a:r>
            <a:r>
              <a:rPr lang="en-US" altLang="ko-KR" sz="1200" err="1" smtClean="0">
                <a:latin typeface="Times New Roman" panose="02020603050405020304" pitchFamily="18" charset="0"/>
                <a:cs typeface="Times New Roman" panose="02020603050405020304" pitchFamily="18" charset="0"/>
              </a:rPr>
              <a:t>chính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chủ</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yếu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Servo Motor.</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Hỗ</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dạng</a:t>
            </a:r>
            <a:r>
              <a:rPr lang="en-US" altLang="ko-KR" sz="1200" smtClean="0">
                <a:latin typeface="Times New Roman" panose="02020603050405020304" pitchFamily="18" charset="0"/>
                <a:cs typeface="Times New Roman" panose="02020603050405020304" pitchFamily="18" charset="0"/>
              </a:rPr>
              <a:t> Pattern </a:t>
            </a:r>
            <a:r>
              <a:rPr lang="en-US" altLang="ko-KR" sz="1200" err="1" smtClean="0">
                <a:latin typeface="Times New Roman" panose="02020603050405020304" pitchFamily="18" charset="0"/>
                <a:cs typeface="Times New Roman" panose="02020603050405020304" pitchFamily="18" charset="0"/>
              </a:rPr>
              <a:t>chuyển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tốc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tốc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giảm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tốc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ứng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quyết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X-Y Table . </a:t>
            </a:r>
            <a:endParaRPr lang="en-US" altLang="ko-KR" sz="1200">
              <a:latin typeface="Times New Roman" panose="02020603050405020304" pitchFamily="18" charset="0"/>
              <a:cs typeface="Times New Roman" panose="02020603050405020304" pitchFamily="18" charset="0"/>
            </a:endParaRPr>
          </a:p>
        </p:txBody>
      </p:sp>
      <p:sp>
        <p:nvSpPr>
          <p:cNvPr id="40963" name="Rectangle 5"/>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40964" name="Rectangle 6"/>
          <p:cNvSpPr>
            <a:spLocks noChangeArrowheads="1"/>
          </p:cNvSpPr>
          <p:nvPr/>
        </p:nvSpPr>
        <p:spPr bwMode="auto">
          <a:xfrm>
            <a:off x="7617296" y="79375"/>
            <a:ext cx="2424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a:latin typeface="Times New Roman" panose="02020603050405020304" pitchFamily="18" charset="0"/>
                <a:cs typeface="Times New Roman" panose="02020603050405020304" pitchFamily="18" charset="0"/>
              </a:rPr>
              <a:t>3. </a:t>
            </a:r>
            <a:r>
              <a:rPr lang="fi-FI" altLang="ko-KR" sz="1600" b="1" smtClean="0">
                <a:latin typeface="Times New Roman" panose="02020603050405020304" pitchFamily="18" charset="0"/>
                <a:cs typeface="Times New Roman" panose="02020603050405020304" pitchFamily="18" charset="0"/>
              </a:rPr>
              <a:t>Vai trò từng Unit PLC</a:t>
            </a:r>
            <a:endParaRPr lang="ko-KR" altLang="en-US" sz="1600" b="1">
              <a:latin typeface="Times New Roman" panose="02020603050405020304" pitchFamily="18" charset="0"/>
              <a:cs typeface="Times New Roman" panose="02020603050405020304" pitchFamily="18" charset="0"/>
            </a:endParaRPr>
          </a:p>
        </p:txBody>
      </p:sp>
      <p:grpSp>
        <p:nvGrpSpPr>
          <p:cNvPr id="33" name="Group 36"/>
          <p:cNvGrpSpPr>
            <a:grpSpLocks/>
          </p:cNvGrpSpPr>
          <p:nvPr/>
        </p:nvGrpSpPr>
        <p:grpSpPr bwMode="auto">
          <a:xfrm>
            <a:off x="1028700" y="3213100"/>
            <a:ext cx="7435851" cy="1584325"/>
            <a:chOff x="648" y="2160"/>
            <a:chExt cx="4684" cy="862"/>
          </a:xfrm>
        </p:grpSpPr>
        <p:sp>
          <p:nvSpPr>
            <p:cNvPr id="34" name="Rectangle 7"/>
            <p:cNvSpPr>
              <a:spLocks noChangeArrowheads="1"/>
            </p:cNvSpPr>
            <p:nvPr/>
          </p:nvSpPr>
          <p:spPr bwMode="auto">
            <a:xfrm>
              <a:off x="648" y="2228"/>
              <a:ext cx="1134" cy="794"/>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35" name="Line 8"/>
            <p:cNvSpPr>
              <a:spLocks noChangeShapeType="1"/>
            </p:cNvSpPr>
            <p:nvPr/>
          </p:nvSpPr>
          <p:spPr bwMode="auto">
            <a:xfrm>
              <a:off x="943" y="2228"/>
              <a:ext cx="0" cy="7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p>
          </p:txBody>
        </p:sp>
        <p:sp>
          <p:nvSpPr>
            <p:cNvPr id="36" name="Line 9"/>
            <p:cNvSpPr>
              <a:spLocks noChangeShapeType="1"/>
            </p:cNvSpPr>
            <p:nvPr/>
          </p:nvSpPr>
          <p:spPr bwMode="auto">
            <a:xfrm>
              <a:off x="1464" y="2228"/>
              <a:ext cx="0" cy="7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p>
          </p:txBody>
        </p:sp>
        <p:sp>
          <p:nvSpPr>
            <p:cNvPr id="37" name="Rectangle 10"/>
            <p:cNvSpPr>
              <a:spLocks noChangeArrowheads="1"/>
            </p:cNvSpPr>
            <p:nvPr/>
          </p:nvSpPr>
          <p:spPr bwMode="auto">
            <a:xfrm>
              <a:off x="2372" y="2251"/>
              <a:ext cx="567" cy="295"/>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38" name="Rectangle 11"/>
            <p:cNvSpPr>
              <a:spLocks noChangeArrowheads="1"/>
            </p:cNvSpPr>
            <p:nvPr/>
          </p:nvSpPr>
          <p:spPr bwMode="auto">
            <a:xfrm>
              <a:off x="2372" y="2704"/>
              <a:ext cx="567" cy="295"/>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39" name="Oval 12"/>
            <p:cNvSpPr>
              <a:spLocks noChangeArrowheads="1"/>
            </p:cNvSpPr>
            <p:nvPr/>
          </p:nvSpPr>
          <p:spPr bwMode="auto">
            <a:xfrm>
              <a:off x="3483" y="2228"/>
              <a:ext cx="272" cy="250"/>
            </a:xfrm>
            <a:prstGeom prst="ellipse">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0" name="Oval 13"/>
            <p:cNvSpPr>
              <a:spLocks noChangeArrowheads="1"/>
            </p:cNvSpPr>
            <p:nvPr/>
          </p:nvSpPr>
          <p:spPr bwMode="auto">
            <a:xfrm>
              <a:off x="3483" y="2727"/>
              <a:ext cx="272" cy="250"/>
            </a:xfrm>
            <a:prstGeom prst="ellipse">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grpSp>
          <p:nvGrpSpPr>
            <p:cNvPr id="41" name="Group 16"/>
            <p:cNvGrpSpPr>
              <a:grpSpLocks/>
            </p:cNvGrpSpPr>
            <p:nvPr/>
          </p:nvGrpSpPr>
          <p:grpSpPr bwMode="auto">
            <a:xfrm>
              <a:off x="3914" y="2319"/>
              <a:ext cx="1111" cy="476"/>
              <a:chOff x="3891" y="2319"/>
              <a:chExt cx="1111" cy="476"/>
            </a:xfrm>
          </p:grpSpPr>
          <p:sp>
            <p:nvSpPr>
              <p:cNvPr id="59" name="Line 14"/>
              <p:cNvSpPr>
                <a:spLocks noChangeShapeType="1"/>
              </p:cNvSpPr>
              <p:nvPr/>
            </p:nvSpPr>
            <p:spPr bwMode="auto">
              <a:xfrm>
                <a:off x="3891" y="2591"/>
                <a:ext cx="111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p>
            </p:txBody>
          </p:sp>
          <p:sp>
            <p:nvSpPr>
              <p:cNvPr id="60" name="Line 15"/>
              <p:cNvSpPr>
                <a:spLocks noChangeShapeType="1"/>
              </p:cNvSpPr>
              <p:nvPr/>
            </p:nvSpPr>
            <p:spPr bwMode="auto">
              <a:xfrm>
                <a:off x="4141" y="2319"/>
                <a:ext cx="0" cy="4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p>
            </p:txBody>
          </p:sp>
        </p:grpSp>
        <p:sp>
          <p:nvSpPr>
            <p:cNvPr id="42" name="AutoShape 17"/>
            <p:cNvSpPr>
              <a:spLocks noChangeArrowheads="1"/>
            </p:cNvSpPr>
            <p:nvPr/>
          </p:nvSpPr>
          <p:spPr bwMode="auto">
            <a:xfrm>
              <a:off x="4005" y="2478"/>
              <a:ext cx="385" cy="18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88 w 21600"/>
                <a:gd name="T13" fmla="*/ 4535 h 21600"/>
                <a:gd name="T14" fmla="*/ 17112 w 21600"/>
                <a:gd name="T15" fmla="*/ 17065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spAutoFit/>
            </a:bodyPr>
            <a:lstStyle/>
            <a:p>
              <a:endParaRPr lang="ko-KR" altLang="en-US"/>
            </a:p>
          </p:txBody>
        </p:sp>
        <p:sp>
          <p:nvSpPr>
            <p:cNvPr id="43" name="Text Box 18"/>
            <p:cNvSpPr txBox="1">
              <a:spLocks noChangeArrowheads="1"/>
            </p:cNvSpPr>
            <p:nvPr/>
          </p:nvSpPr>
          <p:spPr bwMode="auto">
            <a:xfrm>
              <a:off x="648" y="2286"/>
              <a:ext cx="270"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t>CPU</a:t>
              </a:r>
            </a:p>
          </p:txBody>
        </p:sp>
        <p:sp>
          <p:nvSpPr>
            <p:cNvPr id="44" name="Text Box 19"/>
            <p:cNvSpPr txBox="1">
              <a:spLocks noChangeArrowheads="1"/>
            </p:cNvSpPr>
            <p:nvPr/>
          </p:nvSpPr>
          <p:spPr bwMode="auto">
            <a:xfrm>
              <a:off x="1487" y="2286"/>
              <a:ext cx="278"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smtClean="0">
                  <a:latin typeface="Times New Roman" panose="02020603050405020304" pitchFamily="18" charset="0"/>
                  <a:cs typeface="Times New Roman" panose="02020603050405020304" pitchFamily="18" charset="0"/>
                </a:rPr>
                <a:t>Unit</a:t>
              </a:r>
            </a:p>
            <a:p>
              <a:pPr eaLnBrk="1" hangingPunct="1">
                <a:spcBef>
                  <a:spcPct val="0"/>
                </a:spcBef>
                <a:buFontTx/>
                <a:buNone/>
              </a:pPr>
              <a:r>
                <a:rPr lang="en-US" altLang="ko-KR" sz="1000" b="1" err="1" smtClean="0">
                  <a:latin typeface="Times New Roman" panose="02020603050405020304" pitchFamily="18" charset="0"/>
                  <a:cs typeface="Times New Roman" panose="02020603050405020304" pitchFamily="18" charset="0"/>
                </a:rPr>
                <a:t>Định</a:t>
              </a:r>
              <a:endParaRPr lang="en-US" altLang="ko-KR" sz="1000" b="1">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000" b="1" err="1" smtClean="0">
                  <a:latin typeface="Times New Roman" panose="02020603050405020304" pitchFamily="18" charset="0"/>
                  <a:cs typeface="Times New Roman" panose="02020603050405020304" pitchFamily="18" charset="0"/>
                </a:rPr>
                <a:t>vị</a:t>
              </a:r>
              <a:endParaRPr lang="en-US" altLang="ko-KR" sz="1000" b="1">
                <a:latin typeface="Times New Roman" panose="02020603050405020304" pitchFamily="18" charset="0"/>
                <a:cs typeface="Times New Roman" panose="02020603050405020304" pitchFamily="18" charset="0"/>
              </a:endParaRPr>
            </a:p>
          </p:txBody>
        </p:sp>
        <p:sp>
          <p:nvSpPr>
            <p:cNvPr id="45" name="Line 21"/>
            <p:cNvSpPr>
              <a:spLocks noChangeShapeType="1"/>
            </p:cNvSpPr>
            <p:nvPr/>
          </p:nvSpPr>
          <p:spPr bwMode="auto">
            <a:xfrm>
              <a:off x="988" y="2387"/>
              <a:ext cx="431"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p>
          </p:txBody>
        </p:sp>
        <p:sp>
          <p:nvSpPr>
            <p:cNvPr id="46" name="Line 22"/>
            <p:cNvSpPr>
              <a:spLocks noChangeShapeType="1"/>
            </p:cNvSpPr>
            <p:nvPr/>
          </p:nvSpPr>
          <p:spPr bwMode="auto">
            <a:xfrm flipH="1">
              <a:off x="988" y="2636"/>
              <a:ext cx="431"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p>
          </p:txBody>
        </p:sp>
        <p:sp>
          <p:nvSpPr>
            <p:cNvPr id="47" name="Text Box 23"/>
            <p:cNvSpPr txBox="1">
              <a:spLocks noChangeArrowheads="1"/>
            </p:cNvSpPr>
            <p:nvPr/>
          </p:nvSpPr>
          <p:spPr bwMode="auto">
            <a:xfrm>
              <a:off x="1072" y="2228"/>
              <a:ext cx="248" cy="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err="1" smtClean="0">
                  <a:latin typeface="Times New Roman" panose="02020603050405020304" pitchFamily="18" charset="0"/>
                  <a:cs typeface="Times New Roman" panose="02020603050405020304" pitchFamily="18" charset="0"/>
                </a:rPr>
                <a:t>Viết</a:t>
              </a:r>
              <a:endParaRPr lang="ko-KR" altLang="en-US" sz="1000">
                <a:latin typeface="Times New Roman" panose="02020603050405020304" pitchFamily="18" charset="0"/>
                <a:cs typeface="Times New Roman" panose="02020603050405020304" pitchFamily="18" charset="0"/>
              </a:endParaRPr>
            </a:p>
          </p:txBody>
        </p:sp>
        <p:sp>
          <p:nvSpPr>
            <p:cNvPr id="48" name="Text Box 24"/>
            <p:cNvSpPr txBox="1">
              <a:spLocks noChangeArrowheads="1"/>
            </p:cNvSpPr>
            <p:nvPr/>
          </p:nvSpPr>
          <p:spPr bwMode="auto">
            <a:xfrm>
              <a:off x="1067" y="2467"/>
              <a:ext cx="244" cy="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err="1" smtClean="0">
                  <a:latin typeface="Times New Roman" panose="02020603050405020304" pitchFamily="18" charset="0"/>
                  <a:cs typeface="Times New Roman" panose="02020603050405020304" pitchFamily="18" charset="0"/>
                </a:rPr>
                <a:t>Đọc</a:t>
              </a:r>
              <a:endParaRPr lang="ko-KR" altLang="en-US" sz="1000">
                <a:latin typeface="Times New Roman" panose="02020603050405020304" pitchFamily="18" charset="0"/>
                <a:cs typeface="Times New Roman" panose="02020603050405020304" pitchFamily="18" charset="0"/>
              </a:endParaRPr>
            </a:p>
          </p:txBody>
        </p:sp>
        <p:sp>
          <p:nvSpPr>
            <p:cNvPr id="49" name="Line 25"/>
            <p:cNvSpPr>
              <a:spLocks noChangeShapeType="1"/>
            </p:cNvSpPr>
            <p:nvPr/>
          </p:nvSpPr>
          <p:spPr bwMode="auto">
            <a:xfrm>
              <a:off x="1782" y="2387"/>
              <a:ext cx="59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p>
          </p:txBody>
        </p:sp>
        <p:sp>
          <p:nvSpPr>
            <p:cNvPr id="50" name="Line 26"/>
            <p:cNvSpPr>
              <a:spLocks noChangeShapeType="1"/>
            </p:cNvSpPr>
            <p:nvPr/>
          </p:nvSpPr>
          <p:spPr bwMode="auto">
            <a:xfrm>
              <a:off x="1782" y="2818"/>
              <a:ext cx="59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p>
          </p:txBody>
        </p:sp>
        <p:sp>
          <p:nvSpPr>
            <p:cNvPr id="51" name="Text Box 27"/>
            <p:cNvSpPr txBox="1">
              <a:spLocks noChangeArrowheads="1"/>
            </p:cNvSpPr>
            <p:nvPr/>
          </p:nvSpPr>
          <p:spPr bwMode="auto">
            <a:xfrm>
              <a:off x="2394" y="2296"/>
              <a:ext cx="514"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a:t>Servo AMP</a:t>
              </a:r>
            </a:p>
          </p:txBody>
        </p:sp>
        <p:sp>
          <p:nvSpPr>
            <p:cNvPr id="52" name="Text Box 29"/>
            <p:cNvSpPr txBox="1">
              <a:spLocks noChangeArrowheads="1"/>
            </p:cNvSpPr>
            <p:nvPr/>
          </p:nvSpPr>
          <p:spPr bwMode="auto">
            <a:xfrm>
              <a:off x="2394" y="2762"/>
              <a:ext cx="514"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a:t>Servo AMP</a:t>
              </a:r>
            </a:p>
          </p:txBody>
        </p:sp>
        <p:sp>
          <p:nvSpPr>
            <p:cNvPr id="53" name="Text Box 30"/>
            <p:cNvSpPr txBox="1">
              <a:spLocks noChangeArrowheads="1"/>
            </p:cNvSpPr>
            <p:nvPr/>
          </p:nvSpPr>
          <p:spPr bwMode="auto">
            <a:xfrm>
              <a:off x="3502" y="2251"/>
              <a:ext cx="224"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a:t>SM</a:t>
              </a:r>
            </a:p>
          </p:txBody>
        </p:sp>
        <p:sp>
          <p:nvSpPr>
            <p:cNvPr id="54" name="Text Box 31"/>
            <p:cNvSpPr txBox="1">
              <a:spLocks noChangeArrowheads="1"/>
            </p:cNvSpPr>
            <p:nvPr/>
          </p:nvSpPr>
          <p:spPr bwMode="auto">
            <a:xfrm>
              <a:off x="3506" y="2762"/>
              <a:ext cx="224"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a:t>SM</a:t>
              </a:r>
            </a:p>
          </p:txBody>
        </p:sp>
        <p:sp>
          <p:nvSpPr>
            <p:cNvPr id="55" name="Line 32"/>
            <p:cNvSpPr>
              <a:spLocks noChangeShapeType="1"/>
            </p:cNvSpPr>
            <p:nvPr/>
          </p:nvSpPr>
          <p:spPr bwMode="auto">
            <a:xfrm>
              <a:off x="2949" y="2364"/>
              <a:ext cx="522"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p>
          </p:txBody>
        </p:sp>
        <p:sp>
          <p:nvSpPr>
            <p:cNvPr id="56" name="Line 33"/>
            <p:cNvSpPr>
              <a:spLocks noChangeShapeType="1"/>
            </p:cNvSpPr>
            <p:nvPr/>
          </p:nvSpPr>
          <p:spPr bwMode="auto">
            <a:xfrm>
              <a:off x="2955" y="2840"/>
              <a:ext cx="522"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p>
          </p:txBody>
        </p:sp>
        <p:sp>
          <p:nvSpPr>
            <p:cNvPr id="57" name="Text Box 34"/>
            <p:cNvSpPr txBox="1">
              <a:spLocks noChangeArrowheads="1"/>
            </p:cNvSpPr>
            <p:nvPr/>
          </p:nvSpPr>
          <p:spPr bwMode="auto">
            <a:xfrm>
              <a:off x="4053" y="2160"/>
              <a:ext cx="341" cy="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err="1" smtClean="0">
                  <a:latin typeface="Times New Roman" panose="02020603050405020304" pitchFamily="18" charset="0"/>
                  <a:cs typeface="Times New Roman" panose="02020603050405020304" pitchFamily="18" charset="0"/>
                </a:rPr>
                <a:t>Trục</a:t>
              </a:r>
              <a:r>
                <a:rPr lang="en-US" altLang="ko-KR" sz="1000" smtClean="0">
                  <a:latin typeface="Times New Roman" panose="02020603050405020304" pitchFamily="18" charset="0"/>
                  <a:cs typeface="Times New Roman" panose="02020603050405020304" pitchFamily="18" charset="0"/>
                </a:rPr>
                <a:t> Y</a:t>
              </a:r>
              <a:endParaRPr lang="ko-KR" altLang="en-US" sz="1000">
                <a:latin typeface="Times New Roman" panose="02020603050405020304" pitchFamily="18" charset="0"/>
                <a:cs typeface="Times New Roman" panose="02020603050405020304" pitchFamily="18" charset="0"/>
              </a:endParaRPr>
            </a:p>
          </p:txBody>
        </p:sp>
        <p:sp>
          <p:nvSpPr>
            <p:cNvPr id="58" name="Text Box 35"/>
            <p:cNvSpPr txBox="1">
              <a:spLocks noChangeArrowheads="1"/>
            </p:cNvSpPr>
            <p:nvPr/>
          </p:nvSpPr>
          <p:spPr bwMode="auto">
            <a:xfrm>
              <a:off x="4991" y="2490"/>
              <a:ext cx="341" cy="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err="1" smtClean="0">
                  <a:latin typeface="Times New Roman" panose="02020603050405020304" pitchFamily="18" charset="0"/>
                  <a:cs typeface="Times New Roman" panose="02020603050405020304" pitchFamily="18" charset="0"/>
                </a:rPr>
                <a:t>Trục</a:t>
              </a:r>
              <a:r>
                <a:rPr lang="en-US" altLang="ko-KR" sz="1000" smtClean="0">
                  <a:latin typeface="Times New Roman" panose="02020603050405020304" pitchFamily="18" charset="0"/>
                  <a:cs typeface="Times New Roman" panose="02020603050405020304" pitchFamily="18" charset="0"/>
                </a:rPr>
                <a:t> X</a:t>
              </a:r>
              <a:endParaRPr lang="ko-KR" altLang="en-US" sz="1000">
                <a:latin typeface="Times New Roman" panose="02020603050405020304" pitchFamily="18" charset="0"/>
                <a:cs typeface="Times New Roman" panose="02020603050405020304" pitchFamily="18" charset="0"/>
              </a:endParaRPr>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ext Box 2"/>
          <p:cNvSpPr txBox="1">
            <a:spLocks noChangeArrowheads="1"/>
          </p:cNvSpPr>
          <p:nvPr/>
        </p:nvSpPr>
        <p:spPr bwMode="auto">
          <a:xfrm>
            <a:off x="247650" y="763588"/>
            <a:ext cx="9658350" cy="2012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(3) </a:t>
            </a:r>
            <a:r>
              <a:rPr lang="en-US" altLang="ko-KR" sz="1200" b="1" smtClean="0">
                <a:latin typeface="Times New Roman" panose="02020603050405020304" pitchFamily="18" charset="0"/>
                <a:cs typeface="Times New Roman" panose="02020603050405020304" pitchFamily="18" charset="0"/>
              </a:rPr>
              <a:t>Unit </a:t>
            </a:r>
            <a:r>
              <a:rPr lang="en-US" altLang="ko-KR" sz="1200" b="1" err="1" smtClean="0">
                <a:latin typeface="Times New Roman" panose="02020603050405020304" pitchFamily="18" charset="0"/>
                <a:cs typeface="Times New Roman" panose="02020603050405020304" pitchFamily="18" charset="0"/>
              </a:rPr>
              <a:t>nhập</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xuất</a:t>
            </a:r>
            <a:r>
              <a:rPr lang="en-US" altLang="ko-KR" sz="1200" b="1" smtClean="0">
                <a:latin typeface="Times New Roman" panose="02020603050405020304" pitchFamily="18" charset="0"/>
                <a:cs typeface="Times New Roman" panose="02020603050405020304" pitchFamily="18" charset="0"/>
              </a:rPr>
              <a:t> Analog </a:t>
            </a:r>
            <a:endParaRPr lang="en-US" altLang="ko-KR" sz="1200" b="1">
              <a:latin typeface="Times New Roman" panose="02020603050405020304" pitchFamily="18" charset="0"/>
              <a:cs typeface="Times New Roman" panose="02020603050405020304" pitchFamily="18" charset="0"/>
            </a:endParaRPr>
          </a:p>
          <a:p>
            <a:pPr eaLnBrk="1" hangingPunct="1">
              <a:lnSpc>
                <a:spcPct val="140000"/>
              </a:lnSpc>
              <a:spcBef>
                <a:spcPct val="50000"/>
              </a:spcBef>
              <a:buFontTx/>
              <a:buNone/>
            </a:pPr>
            <a:r>
              <a:rPr lang="en-US" altLang="ko-KR" sz="1200" b="1">
                <a:latin typeface="Times New Roman" panose="02020603050405020304" pitchFamily="18" charset="0"/>
                <a:cs typeface="Times New Roman" panose="02020603050405020304" pitchFamily="18" charset="0"/>
              </a:rPr>
              <a:t>  ① </a:t>
            </a:r>
            <a:r>
              <a:rPr lang="en-US" altLang="ko-KR" sz="1200" b="1" err="1" smtClean="0">
                <a:latin typeface="Times New Roman" panose="02020603050405020304" pitchFamily="18" charset="0"/>
                <a:cs typeface="Times New Roman" panose="02020603050405020304" pitchFamily="18" charset="0"/>
              </a:rPr>
              <a:t>Tín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hiệu</a:t>
            </a:r>
            <a:r>
              <a:rPr lang="en-US" altLang="ko-KR" sz="1200" b="1" smtClean="0">
                <a:latin typeface="Times New Roman" panose="02020603050405020304" pitchFamily="18" charset="0"/>
                <a:cs typeface="Times New Roman" panose="02020603050405020304" pitchFamily="18" charset="0"/>
              </a:rPr>
              <a:t> Analog</a:t>
            </a:r>
            <a:endParaRPr lang="ko-KR" altLang="en-US" sz="1200" b="1">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Gọi</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lượng</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vật</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lý</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thay</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đổi</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liên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tục</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giống</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như</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tốc</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độ</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lưu</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lượng</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áp</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lực</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nhiệt</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độ</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điện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lưu</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điện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áp</a:t>
            </a:r>
            <a:r>
              <a:rPr lang="en-US" altLang="ko-KR" sz="1200" b="1" smtClean="0">
                <a:latin typeface="Times New Roman" panose="02020603050405020304" pitchFamily="18" charset="0"/>
                <a:cs typeface="Times New Roman" panose="02020603050405020304" pitchFamily="18" charset="0"/>
              </a:rPr>
              <a:t>, … </a:t>
            </a:r>
            <a:r>
              <a:rPr lang="en-US" altLang="ko-KR" sz="1200" b="1" err="1" smtClean="0">
                <a:latin typeface="Times New Roman" panose="02020603050405020304" pitchFamily="18" charset="0"/>
                <a:cs typeface="Times New Roman" panose="02020603050405020304" pitchFamily="18" charset="0"/>
              </a:rPr>
              <a:t>là</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giá</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trị</a:t>
            </a:r>
            <a:r>
              <a:rPr lang="en-US" altLang="ko-KR" sz="1200" b="1">
                <a:latin typeface="Times New Roman" panose="02020603050405020304" pitchFamily="18" charset="0"/>
                <a:cs typeface="Times New Roman" panose="02020603050405020304" pitchFamily="18" charset="0"/>
              </a:rPr>
              <a:t> </a:t>
            </a:r>
            <a:r>
              <a:rPr lang="en-US" altLang="ko-KR" sz="1200" b="1" smtClean="0">
                <a:latin typeface="Times New Roman" panose="02020603050405020304" pitchFamily="18" charset="0"/>
                <a:cs typeface="Times New Roman" panose="02020603050405020304" pitchFamily="18" charset="0"/>
              </a:rPr>
              <a:t>analog.</a:t>
            </a:r>
            <a:endParaRPr lang="en-US" altLang="ko-KR" sz="1200" b="1">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Nhiệt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1 </a:t>
            </a:r>
            <a:r>
              <a:rPr lang="en-US" altLang="ko-KR" sz="1200" err="1" smtClean="0">
                <a:latin typeface="Times New Roman" panose="02020603050405020304" pitchFamily="18" charset="0"/>
                <a:cs typeface="Times New Roman" panose="02020603050405020304" pitchFamily="18" charset="0"/>
              </a:rPr>
              <a:t>ngày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thay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liên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tục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theo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thời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gian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giống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như</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hình</a:t>
            </a:r>
            <a:r>
              <a:rPr lang="en-US" altLang="ko-KR" sz="1200" smtClean="0">
                <a:latin typeface="Times New Roman" panose="02020603050405020304" pitchFamily="18" charset="0"/>
                <a:cs typeface="Times New Roman" panose="02020603050405020304" pitchFamily="18" charset="0"/>
              </a:rPr>
              <a:t> 3-3.</a:t>
            </a:r>
          </a:p>
          <a:p>
            <a:pPr eaLnBrk="1" hangingPunct="1">
              <a:lnSpc>
                <a:spcPct val="100000"/>
              </a:lnSpc>
              <a:spcBef>
                <a:spcPct val="50000"/>
              </a:spcBef>
              <a:buNone/>
            </a:pPr>
            <a:r>
              <a:rPr lang="en-US" altLang="ko-KR" sz="1200" err="1">
                <a:latin typeface="Times New Roman" panose="02020603050405020304" pitchFamily="18" charset="0"/>
                <a:cs typeface="Times New Roman" panose="02020603050405020304" pitchFamily="18" charset="0"/>
              </a:rPr>
              <a:t>Không</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thể</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nhập</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tín</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hiệu</a:t>
            </a:r>
            <a:r>
              <a:rPr lang="en-US" altLang="ko-KR" sz="1200">
                <a:latin typeface="Times New Roman" panose="02020603050405020304" pitchFamily="18" charset="0"/>
                <a:cs typeface="Times New Roman" panose="02020603050405020304" pitchFamily="18" charset="0"/>
              </a:rPr>
              <a:t> analog </a:t>
            </a:r>
            <a:r>
              <a:rPr lang="en-US" altLang="ko-KR" sz="1200" err="1">
                <a:latin typeface="Times New Roman" panose="02020603050405020304" pitchFamily="18" charset="0"/>
                <a:cs typeface="Times New Roman" panose="02020603050405020304" pitchFamily="18" charset="0"/>
              </a:rPr>
              <a:t>bằng</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tín</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hiệu</a:t>
            </a:r>
            <a:r>
              <a:rPr lang="en-US" altLang="ko-KR" sz="1200">
                <a:latin typeface="Times New Roman" panose="02020603050405020304" pitchFamily="18" charset="0"/>
                <a:cs typeface="Times New Roman" panose="02020603050405020304" pitchFamily="18" charset="0"/>
              </a:rPr>
              <a:t> ở CPU </a:t>
            </a:r>
            <a:r>
              <a:rPr lang="en-US" altLang="ko-KR" sz="1200" err="1">
                <a:latin typeface="Times New Roman" panose="02020603050405020304" pitchFamily="18" charset="0"/>
                <a:cs typeface="Times New Roman" panose="02020603050405020304" pitchFamily="18" charset="0"/>
              </a:rPr>
              <a:t>của</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thiết</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bị</a:t>
            </a:r>
            <a:r>
              <a:rPr lang="en-US" altLang="ko-KR" sz="1200">
                <a:latin typeface="Times New Roman" panose="02020603050405020304" pitchFamily="18" charset="0"/>
                <a:cs typeface="Times New Roman" panose="02020603050405020304" pitchFamily="18" charset="0"/>
              </a:rPr>
              <a:t> digital </a:t>
            </a:r>
            <a:r>
              <a:rPr lang="en-US" altLang="ko-KR" sz="1200" err="1">
                <a:latin typeface="Times New Roman" panose="02020603050405020304" pitchFamily="18" charset="0"/>
                <a:cs typeface="Times New Roman" panose="02020603050405020304" pitchFamily="18" charset="0"/>
              </a:rPr>
              <a:t>giống</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như</a:t>
            </a:r>
            <a:r>
              <a:rPr lang="en-US" altLang="ko-KR" sz="1200">
                <a:latin typeface="Times New Roman" panose="02020603050405020304" pitchFamily="18" charset="0"/>
                <a:cs typeface="Times New Roman" panose="02020603050405020304" pitchFamily="18" charset="0"/>
              </a:rPr>
              <a:t> PLC hay computer. Theo </a:t>
            </a:r>
            <a:r>
              <a:rPr lang="en-US" altLang="ko-KR" sz="1200" err="1" smtClean="0">
                <a:latin typeface="Times New Roman" panose="02020603050405020304" pitchFamily="18" charset="0"/>
                <a:cs typeface="Times New Roman" panose="02020603050405020304" pitchFamily="18" charset="0"/>
              </a:rPr>
              <a:t>đó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lượng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vật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lý</a:t>
            </a:r>
            <a:r>
              <a:rPr lang="en-US" altLang="ko-KR" sz="1200" smtClean="0">
                <a:latin typeface="Times New Roman" panose="02020603050405020304" pitchFamily="18" charset="0"/>
                <a:cs typeface="Times New Roman" panose="02020603050405020304" pitchFamily="18" charset="0"/>
              </a:rPr>
              <a:t> (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analog ) </a:t>
            </a:r>
            <a:r>
              <a:rPr lang="en-US" altLang="ko-KR" sz="1200" err="1" smtClean="0">
                <a:latin typeface="Times New Roman" panose="02020603050405020304" pitchFamily="18" charset="0"/>
                <a:cs typeface="Times New Roman" panose="02020603050405020304" pitchFamily="18" charset="0"/>
              </a:rPr>
              <a:t>thay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thành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 </a:t>
            </a:r>
            <a:r>
              <a:rPr lang="en-US" altLang="ko-KR" sz="1200" err="1" smtClean="0">
                <a:latin typeface="Times New Roman" panose="02020603050405020304" pitchFamily="18" charset="0"/>
                <a:cs typeface="Times New Roman" panose="02020603050405020304" pitchFamily="18" charset="0"/>
              </a:rPr>
              <a:t>tức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dòng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1 </a:t>
            </a:r>
            <a:r>
              <a:rPr lang="en-US" altLang="ko-KR" sz="1200" err="1" smtClean="0">
                <a:latin typeface="Times New Roman" panose="02020603050405020304" pitchFamily="18" charset="0"/>
                <a:cs typeface="Times New Roman" panose="02020603050405020304" pitchFamily="18" charset="0"/>
              </a:rPr>
              <a:t>chiều</a:t>
            </a:r>
            <a:r>
              <a:rPr lang="en-US" altLang="ko-KR" sz="1200" smtClean="0">
                <a:latin typeface="Times New Roman" panose="02020603050405020304" pitchFamily="18" charset="0"/>
                <a:cs typeface="Times New Roman" panose="02020603050405020304" pitchFamily="18" charset="0"/>
              </a:rPr>
              <a:t> hay </a:t>
            </a:r>
            <a:r>
              <a:rPr lang="en-US" altLang="ko-KR" sz="1200" err="1" smtClean="0">
                <a:latin typeface="Times New Roman" panose="02020603050405020304" pitchFamily="18" charset="0"/>
                <a:cs typeface="Times New Roman" panose="02020603050405020304" pitchFamily="18" charset="0"/>
              </a:rPr>
              <a:t>trạng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dòng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này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biến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thành</a:t>
            </a:r>
            <a:r>
              <a:rPr lang="en-US" altLang="ko-KR" sz="1200" smtClean="0">
                <a:latin typeface="Times New Roman" panose="02020603050405020304" pitchFamily="18" charset="0"/>
                <a:cs typeface="Times New Roman" panose="02020603050405020304" pitchFamily="18" charset="0"/>
              </a:rPr>
              <a:t> digital </a:t>
            </a:r>
            <a:r>
              <a:rPr lang="en-US" altLang="ko-KR" sz="1200" err="1" smtClean="0">
                <a:latin typeface="Times New Roman" panose="02020603050405020304" pitchFamily="18" charset="0"/>
                <a:cs typeface="Times New Roman" panose="02020603050405020304" pitchFamily="18" charset="0"/>
              </a:rPr>
              <a:t>rồi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nữa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analog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máy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móc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giống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như</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tốc</a:t>
            </a:r>
            <a:r>
              <a:rPr lang="en-US" altLang="ko-KR" sz="1200" smtClean="0">
                <a:latin typeface="Times New Roman" panose="02020603050405020304" pitchFamily="18" charset="0"/>
                <a:cs typeface="Times New Roman" panose="02020603050405020304" pitchFamily="18" charset="0"/>
              </a:rPr>
              <a:t>, Monitor </a:t>
            </a:r>
            <a:r>
              <a:rPr lang="en-US" altLang="ko-KR" sz="1200" err="1" smtClean="0">
                <a:latin typeface="Times New Roman" panose="02020603050405020304" pitchFamily="18" charset="0"/>
                <a:cs typeface="Times New Roman" panose="02020603050405020304" pitchFamily="18" charset="0"/>
              </a:rPr>
              <a:t>hoạt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bằng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analog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digital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CPU </a:t>
            </a:r>
            <a:r>
              <a:rPr lang="en-US" altLang="ko-KR" sz="1200" err="1" smtClean="0">
                <a:latin typeface="Times New Roman" panose="02020603050405020304" pitchFamily="18" charset="0"/>
                <a:cs typeface="Times New Roman" panose="02020603050405020304" pitchFamily="18" charset="0"/>
              </a:rPr>
              <a:t>thành</a:t>
            </a:r>
            <a:r>
              <a:rPr lang="en-US" altLang="ko-KR" sz="1200" smtClean="0">
                <a:latin typeface="Times New Roman" panose="02020603050405020304" pitchFamily="18" charset="0"/>
                <a:cs typeface="Times New Roman" panose="02020603050405020304" pitchFamily="18" charset="0"/>
              </a:rPr>
              <a:t> analog </a:t>
            </a:r>
            <a:r>
              <a:rPr lang="en-US" altLang="ko-KR" sz="1200" err="1" smtClean="0">
                <a:latin typeface="Times New Roman" panose="02020603050405020304" pitchFamily="18" charset="0"/>
                <a:cs typeface="Times New Roman" panose="02020603050405020304" pitchFamily="18" charset="0"/>
              </a:rPr>
              <a:t>rồi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p:txBody>
      </p:sp>
      <p:grpSp>
        <p:nvGrpSpPr>
          <p:cNvPr id="41987" name="Group 34"/>
          <p:cNvGrpSpPr>
            <a:grpSpLocks/>
          </p:cNvGrpSpPr>
          <p:nvPr/>
        </p:nvGrpSpPr>
        <p:grpSpPr bwMode="auto">
          <a:xfrm>
            <a:off x="236389" y="3716337"/>
            <a:ext cx="3797447" cy="1724024"/>
            <a:chOff x="77" y="2341"/>
            <a:chExt cx="2589" cy="1086"/>
          </a:xfrm>
        </p:grpSpPr>
        <p:sp>
          <p:nvSpPr>
            <p:cNvPr id="42010" name="Line 4"/>
            <p:cNvSpPr>
              <a:spLocks noChangeShapeType="1"/>
            </p:cNvSpPr>
            <p:nvPr/>
          </p:nvSpPr>
          <p:spPr bwMode="auto">
            <a:xfrm>
              <a:off x="586" y="2341"/>
              <a:ext cx="0" cy="10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42011" name="Line 5"/>
            <p:cNvSpPr>
              <a:spLocks noChangeShapeType="1"/>
            </p:cNvSpPr>
            <p:nvPr/>
          </p:nvSpPr>
          <p:spPr bwMode="auto">
            <a:xfrm>
              <a:off x="430" y="3253"/>
              <a:ext cx="223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42012" name="Freeform 6"/>
            <p:cNvSpPr>
              <a:spLocks/>
            </p:cNvSpPr>
            <p:nvPr/>
          </p:nvSpPr>
          <p:spPr bwMode="auto">
            <a:xfrm>
              <a:off x="586" y="2724"/>
              <a:ext cx="1655" cy="291"/>
            </a:xfrm>
            <a:custGeom>
              <a:avLst/>
              <a:gdLst>
                <a:gd name="T0" fmla="*/ 0 w 1528"/>
                <a:gd name="T1" fmla="*/ 768 h 768"/>
                <a:gd name="T2" fmla="*/ 123 w 1528"/>
                <a:gd name="T3" fmla="*/ 744 h 768"/>
                <a:gd name="T4" fmla="*/ 167 w 1528"/>
                <a:gd name="T5" fmla="*/ 696 h 768"/>
                <a:gd name="T6" fmla="*/ 292 w 1528"/>
                <a:gd name="T7" fmla="*/ 664 h 768"/>
                <a:gd name="T8" fmla="*/ 415 w 1528"/>
                <a:gd name="T9" fmla="*/ 592 h 768"/>
                <a:gd name="T10" fmla="*/ 585 w 1528"/>
                <a:gd name="T11" fmla="*/ 584 h 768"/>
                <a:gd name="T12" fmla="*/ 898 w 1528"/>
                <a:gd name="T13" fmla="*/ 480 h 768"/>
                <a:gd name="T14" fmla="*/ 1043 w 1528"/>
                <a:gd name="T15" fmla="*/ 416 h 768"/>
                <a:gd name="T16" fmla="*/ 1128 w 1528"/>
                <a:gd name="T17" fmla="*/ 344 h 768"/>
                <a:gd name="T18" fmla="*/ 1187 w 1528"/>
                <a:gd name="T19" fmla="*/ 328 h 768"/>
                <a:gd name="T20" fmla="*/ 1253 w 1528"/>
                <a:gd name="T21" fmla="*/ 304 h 768"/>
                <a:gd name="T22" fmla="*/ 1290 w 1528"/>
                <a:gd name="T23" fmla="*/ 280 h 768"/>
                <a:gd name="T24" fmla="*/ 1417 w 1528"/>
                <a:gd name="T25" fmla="*/ 248 h 768"/>
                <a:gd name="T26" fmla="*/ 1478 w 1528"/>
                <a:gd name="T27" fmla="*/ 224 h 768"/>
                <a:gd name="T28" fmla="*/ 1709 w 1528"/>
                <a:gd name="T29" fmla="*/ 152 h 768"/>
                <a:gd name="T30" fmla="*/ 1919 w 1528"/>
                <a:gd name="T31" fmla="*/ 160 h 768"/>
                <a:gd name="T32" fmla="*/ 1940 w 1528"/>
                <a:gd name="T33" fmla="*/ 184 h 768"/>
                <a:gd name="T34" fmla="*/ 2420 w 1528"/>
                <a:gd name="T35" fmla="*/ 176 h 768"/>
                <a:gd name="T36" fmla="*/ 3106 w 1528"/>
                <a:gd name="T37" fmla="*/ 80 h 768"/>
                <a:gd name="T38" fmla="*/ 3647 w 1528"/>
                <a:gd name="T39" fmla="*/ 32 h 768"/>
                <a:gd name="T40" fmla="*/ 3984 w 1528"/>
                <a:gd name="T41" fmla="*/ 8 h 7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28"/>
                <a:gd name="T64" fmla="*/ 0 h 768"/>
                <a:gd name="T65" fmla="*/ 1528 w 1528"/>
                <a:gd name="T66" fmla="*/ 768 h 7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28" h="768">
                  <a:moveTo>
                    <a:pt x="0" y="768"/>
                  </a:moveTo>
                  <a:cubicBezTo>
                    <a:pt x="13" y="764"/>
                    <a:pt x="40" y="757"/>
                    <a:pt x="48" y="744"/>
                  </a:cubicBezTo>
                  <a:cubicBezTo>
                    <a:pt x="57" y="730"/>
                    <a:pt x="50" y="705"/>
                    <a:pt x="64" y="696"/>
                  </a:cubicBezTo>
                  <a:cubicBezTo>
                    <a:pt x="80" y="685"/>
                    <a:pt x="112" y="664"/>
                    <a:pt x="112" y="664"/>
                  </a:cubicBezTo>
                  <a:cubicBezTo>
                    <a:pt x="125" y="644"/>
                    <a:pt x="135" y="601"/>
                    <a:pt x="160" y="592"/>
                  </a:cubicBezTo>
                  <a:cubicBezTo>
                    <a:pt x="180" y="585"/>
                    <a:pt x="203" y="587"/>
                    <a:pt x="224" y="584"/>
                  </a:cubicBezTo>
                  <a:cubicBezTo>
                    <a:pt x="269" y="554"/>
                    <a:pt x="299" y="510"/>
                    <a:pt x="344" y="480"/>
                  </a:cubicBezTo>
                  <a:cubicBezTo>
                    <a:pt x="361" y="454"/>
                    <a:pt x="386" y="444"/>
                    <a:pt x="400" y="416"/>
                  </a:cubicBezTo>
                  <a:cubicBezTo>
                    <a:pt x="410" y="395"/>
                    <a:pt x="418" y="362"/>
                    <a:pt x="432" y="344"/>
                  </a:cubicBezTo>
                  <a:cubicBezTo>
                    <a:pt x="438" y="336"/>
                    <a:pt x="449" y="334"/>
                    <a:pt x="456" y="328"/>
                  </a:cubicBezTo>
                  <a:cubicBezTo>
                    <a:pt x="465" y="321"/>
                    <a:pt x="473" y="313"/>
                    <a:pt x="480" y="304"/>
                  </a:cubicBezTo>
                  <a:cubicBezTo>
                    <a:pt x="486" y="297"/>
                    <a:pt x="489" y="286"/>
                    <a:pt x="496" y="280"/>
                  </a:cubicBezTo>
                  <a:cubicBezTo>
                    <a:pt x="510" y="267"/>
                    <a:pt x="530" y="262"/>
                    <a:pt x="544" y="248"/>
                  </a:cubicBezTo>
                  <a:cubicBezTo>
                    <a:pt x="552" y="240"/>
                    <a:pt x="560" y="232"/>
                    <a:pt x="568" y="224"/>
                  </a:cubicBezTo>
                  <a:cubicBezTo>
                    <a:pt x="580" y="187"/>
                    <a:pt x="619" y="164"/>
                    <a:pt x="656" y="152"/>
                  </a:cubicBezTo>
                  <a:cubicBezTo>
                    <a:pt x="683" y="155"/>
                    <a:pt x="711" y="151"/>
                    <a:pt x="736" y="160"/>
                  </a:cubicBezTo>
                  <a:cubicBezTo>
                    <a:pt x="744" y="163"/>
                    <a:pt x="736" y="183"/>
                    <a:pt x="744" y="184"/>
                  </a:cubicBezTo>
                  <a:cubicBezTo>
                    <a:pt x="805" y="189"/>
                    <a:pt x="867" y="179"/>
                    <a:pt x="928" y="176"/>
                  </a:cubicBezTo>
                  <a:cubicBezTo>
                    <a:pt x="967" y="60"/>
                    <a:pt x="1092" y="85"/>
                    <a:pt x="1192" y="80"/>
                  </a:cubicBezTo>
                  <a:cubicBezTo>
                    <a:pt x="1242" y="4"/>
                    <a:pt x="1290" y="37"/>
                    <a:pt x="1400" y="32"/>
                  </a:cubicBezTo>
                  <a:cubicBezTo>
                    <a:pt x="1447" y="0"/>
                    <a:pt x="1462" y="8"/>
                    <a:pt x="1528" y="8"/>
                  </a:cubicBez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42013" name="Line 7"/>
            <p:cNvSpPr>
              <a:spLocks noChangeShapeType="1"/>
            </p:cNvSpPr>
            <p:nvPr/>
          </p:nvSpPr>
          <p:spPr bwMode="auto">
            <a:xfrm flipV="1">
              <a:off x="534" y="2437"/>
              <a:ext cx="0" cy="33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42014" name="Line 8"/>
            <p:cNvSpPr>
              <a:spLocks noChangeShapeType="1"/>
            </p:cNvSpPr>
            <p:nvPr/>
          </p:nvSpPr>
          <p:spPr bwMode="auto">
            <a:xfrm>
              <a:off x="2250" y="3301"/>
              <a:ext cx="364"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42015" name="Text Box 9"/>
            <p:cNvSpPr txBox="1">
              <a:spLocks noChangeArrowheads="1"/>
            </p:cNvSpPr>
            <p:nvPr/>
          </p:nvSpPr>
          <p:spPr bwMode="auto">
            <a:xfrm>
              <a:off x="77" y="2742"/>
              <a:ext cx="517"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Nhiệt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r>
                <a:rPr lang="en-US" altLang="ko-KR" sz="1200" smtClean="0">
                  <a:latin typeface="Times New Roman" panose="02020603050405020304" pitchFamily="18" charset="0"/>
                  <a:cs typeface="Times New Roman" panose="02020603050405020304" pitchFamily="18" charset="0"/>
                </a:rPr>
                <a:t> </a:t>
              </a:r>
              <a:endParaRPr lang="ko-KR" altLang="en-US" sz="1200">
                <a:latin typeface="Times New Roman" panose="02020603050405020304" pitchFamily="18" charset="0"/>
                <a:cs typeface="Times New Roman" panose="02020603050405020304" pitchFamily="18" charset="0"/>
              </a:endParaRPr>
            </a:p>
          </p:txBody>
        </p:sp>
        <p:sp>
          <p:nvSpPr>
            <p:cNvPr id="42016" name="Text Box 10"/>
            <p:cNvSpPr txBox="1">
              <a:spLocks noChangeArrowheads="1"/>
            </p:cNvSpPr>
            <p:nvPr/>
          </p:nvSpPr>
          <p:spPr bwMode="auto">
            <a:xfrm>
              <a:off x="1659" y="3253"/>
              <a:ext cx="536"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Thời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gian</a:t>
              </a:r>
              <a:endParaRPr lang="ko-KR" altLang="en-US" sz="1200">
                <a:latin typeface="Times New Roman" panose="02020603050405020304" pitchFamily="18" charset="0"/>
                <a:cs typeface="Times New Roman" panose="02020603050405020304" pitchFamily="18" charset="0"/>
              </a:endParaRPr>
            </a:p>
          </p:txBody>
        </p:sp>
      </p:grpSp>
      <p:sp>
        <p:nvSpPr>
          <p:cNvPr id="41988" name="Text Box 11"/>
          <p:cNvSpPr txBox="1">
            <a:spLocks noChangeArrowheads="1"/>
          </p:cNvSpPr>
          <p:nvPr/>
        </p:nvSpPr>
        <p:spPr bwMode="auto">
          <a:xfrm>
            <a:off x="1511106" y="5567363"/>
            <a:ext cx="18133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Hình</a:t>
            </a:r>
            <a:r>
              <a:rPr lang="en-US" altLang="ko-KR" sz="1200" smtClean="0">
                <a:latin typeface="Times New Roman" panose="02020603050405020304" pitchFamily="18" charset="0"/>
                <a:cs typeface="Times New Roman" panose="02020603050405020304" pitchFamily="18" charset="0"/>
              </a:rPr>
              <a:t> 3-3</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Analog</a:t>
            </a:r>
            <a:endParaRPr lang="ko-KR" altLang="en-US" sz="1200">
              <a:latin typeface="Times New Roman" panose="02020603050405020304" pitchFamily="18" charset="0"/>
              <a:cs typeface="Times New Roman" panose="02020603050405020304" pitchFamily="18" charset="0"/>
            </a:endParaRPr>
          </a:p>
        </p:txBody>
      </p:sp>
      <p:sp>
        <p:nvSpPr>
          <p:cNvPr id="41991" name="Rectangle 15"/>
          <p:cNvSpPr>
            <a:spLocks noChangeArrowheads="1"/>
          </p:cNvSpPr>
          <p:nvPr/>
        </p:nvSpPr>
        <p:spPr bwMode="auto">
          <a:xfrm>
            <a:off x="5888298" y="3768874"/>
            <a:ext cx="903874" cy="4616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41993" name="Line 17"/>
          <p:cNvSpPr>
            <a:spLocks noChangeShapeType="1"/>
          </p:cNvSpPr>
          <p:nvPr/>
        </p:nvSpPr>
        <p:spPr bwMode="auto">
          <a:xfrm>
            <a:off x="5145348" y="4043363"/>
            <a:ext cx="660400" cy="0"/>
          </a:xfrm>
          <a:prstGeom prst="line">
            <a:avLst/>
          </a:prstGeom>
          <a:noFill/>
          <a:ln w="38100" cmpd="dbl">
            <a:solidFill>
              <a:schemeClr val="tx1"/>
            </a:solidFill>
            <a:round/>
            <a:headEnd/>
            <a:tailEnd type="triangle" w="sm" len="sm"/>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41994" name="Line 18"/>
          <p:cNvSpPr>
            <a:spLocks noChangeShapeType="1"/>
          </p:cNvSpPr>
          <p:nvPr/>
        </p:nvSpPr>
        <p:spPr bwMode="auto">
          <a:xfrm flipH="1">
            <a:off x="5145348" y="4868863"/>
            <a:ext cx="660400" cy="0"/>
          </a:xfrm>
          <a:prstGeom prst="line">
            <a:avLst/>
          </a:prstGeom>
          <a:noFill/>
          <a:ln w="38100" cmpd="dbl">
            <a:solidFill>
              <a:schemeClr val="tx1"/>
            </a:solidFill>
            <a:round/>
            <a:headEnd/>
            <a:tailEnd type="triangle" w="sm" len="sm"/>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41996" name="Text Box 20"/>
          <p:cNvSpPr txBox="1">
            <a:spLocks noChangeArrowheads="1"/>
          </p:cNvSpPr>
          <p:nvPr/>
        </p:nvSpPr>
        <p:spPr bwMode="auto">
          <a:xfrm>
            <a:off x="4911985" y="4486275"/>
            <a:ext cx="97631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err="1" smtClean="0">
                <a:latin typeface="Times New Roman" panose="02020603050405020304" pitchFamily="18" charset="0"/>
                <a:cs typeface="Times New Roman" panose="02020603050405020304" pitchFamily="18" charset="0"/>
              </a:rPr>
              <a:t>Giá</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trị</a:t>
            </a:r>
            <a:r>
              <a:rPr lang="en-US" altLang="ko-KR" sz="1000">
                <a:latin typeface="Times New Roman" panose="02020603050405020304" pitchFamily="18" charset="0"/>
                <a:cs typeface="Times New Roman" panose="02020603050405020304" pitchFamily="18" charset="0"/>
              </a:rPr>
              <a:t> </a:t>
            </a:r>
            <a:r>
              <a:rPr lang="en-US" altLang="ko-KR" sz="1000" smtClean="0">
                <a:latin typeface="Times New Roman" panose="02020603050405020304" pitchFamily="18" charset="0"/>
                <a:cs typeface="Times New Roman" panose="02020603050405020304" pitchFamily="18" charset="0"/>
              </a:rPr>
              <a:t>Digital</a:t>
            </a:r>
            <a:endParaRPr lang="ko-KR" altLang="en-US" sz="1000">
              <a:latin typeface="Times New Roman" panose="02020603050405020304" pitchFamily="18" charset="0"/>
              <a:cs typeface="Times New Roman" panose="02020603050405020304" pitchFamily="18" charset="0"/>
            </a:endParaRPr>
          </a:p>
        </p:txBody>
      </p:sp>
      <p:grpSp>
        <p:nvGrpSpPr>
          <p:cNvPr id="2" name="그룹 1"/>
          <p:cNvGrpSpPr/>
          <p:nvPr/>
        </p:nvGrpSpPr>
        <p:grpSpPr>
          <a:xfrm>
            <a:off x="4506018" y="3606800"/>
            <a:ext cx="534121" cy="1694409"/>
            <a:chOff x="4506018" y="4122092"/>
            <a:chExt cx="534121" cy="502299"/>
          </a:xfrm>
        </p:grpSpPr>
        <p:sp>
          <p:nvSpPr>
            <p:cNvPr id="41990" name="Rectangle 14"/>
            <p:cNvSpPr>
              <a:spLocks noChangeArrowheads="1"/>
            </p:cNvSpPr>
            <p:nvPr/>
          </p:nvSpPr>
          <p:spPr bwMode="auto">
            <a:xfrm>
              <a:off x="4546067" y="4122092"/>
              <a:ext cx="427037" cy="4616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41997" name="Text Box 21"/>
            <p:cNvSpPr txBox="1">
              <a:spLocks noChangeArrowheads="1"/>
            </p:cNvSpPr>
            <p:nvPr/>
          </p:nvSpPr>
          <p:spPr bwMode="auto">
            <a:xfrm>
              <a:off x="4506018" y="4316614"/>
              <a:ext cx="5341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CPU</a:t>
              </a:r>
            </a:p>
          </p:txBody>
        </p:sp>
      </p:grpSp>
      <p:sp>
        <p:nvSpPr>
          <p:cNvPr id="41998" name="Text Box 22"/>
          <p:cNvSpPr txBox="1">
            <a:spLocks noChangeArrowheads="1"/>
          </p:cNvSpPr>
          <p:nvPr/>
        </p:nvSpPr>
        <p:spPr bwMode="auto">
          <a:xfrm>
            <a:off x="5913659" y="3797221"/>
            <a:ext cx="854721" cy="387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1000" smtClean="0">
                <a:latin typeface="Times New Roman" panose="02020603050405020304" pitchFamily="18" charset="0"/>
                <a:cs typeface="Times New Roman" panose="02020603050405020304" pitchFamily="18" charset="0"/>
              </a:rPr>
              <a:t>UNIT </a:t>
            </a:r>
          </a:p>
          <a:p>
            <a:pPr algn="ctr" eaLnBrk="1" hangingPunct="1">
              <a:lnSpc>
                <a:spcPct val="70000"/>
              </a:lnSpc>
              <a:spcBef>
                <a:spcPct val="50000"/>
              </a:spcBef>
              <a:buFontTx/>
              <a:buNone/>
            </a:pPr>
            <a:r>
              <a:rPr lang="en-US" altLang="ko-KR" sz="1000" err="1" smtClean="0">
                <a:latin typeface="Times New Roman" panose="02020603050405020304" pitchFamily="18" charset="0"/>
                <a:cs typeface="Times New Roman" panose="02020603050405020304" pitchFamily="18" charset="0"/>
              </a:rPr>
              <a:t>thay</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đổi</a:t>
            </a:r>
            <a:r>
              <a:rPr lang="en-US" altLang="ko-KR" sz="1000" smtClean="0">
                <a:latin typeface="Times New Roman" panose="02020603050405020304" pitchFamily="18" charset="0"/>
                <a:cs typeface="Times New Roman" panose="02020603050405020304" pitchFamily="18" charset="0"/>
              </a:rPr>
              <a:t> D/A</a:t>
            </a:r>
            <a:endParaRPr lang="en-US" altLang="ko-KR" sz="1000">
              <a:latin typeface="Times New Roman" panose="02020603050405020304" pitchFamily="18" charset="0"/>
              <a:cs typeface="Times New Roman" panose="02020603050405020304" pitchFamily="18" charset="0"/>
            </a:endParaRPr>
          </a:p>
        </p:txBody>
      </p:sp>
      <p:sp>
        <p:nvSpPr>
          <p:cNvPr id="42001" name="Text Box 25"/>
          <p:cNvSpPr txBox="1">
            <a:spLocks noChangeArrowheads="1"/>
          </p:cNvSpPr>
          <p:nvPr/>
        </p:nvSpPr>
        <p:spPr bwMode="auto">
          <a:xfrm>
            <a:off x="7796213" y="3392996"/>
            <a:ext cx="1686295" cy="1107996"/>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Analog </a:t>
            </a:r>
          </a:p>
          <a:p>
            <a:pP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lần</a:t>
            </a:r>
            <a:r>
              <a:rPr lang="en-US" altLang="ko-KR" sz="1200" smtClean="0">
                <a:latin typeface="Times New Roman" panose="02020603050405020304" pitchFamily="18" charset="0"/>
                <a:cs typeface="Times New Roman" panose="02020603050405020304" pitchFamily="18" charset="0"/>
              </a:rPr>
              <a:t> quay,</a:t>
            </a:r>
          </a:p>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vị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tốc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Motor, …)</a:t>
            </a:r>
            <a:endParaRPr lang="en-US" altLang="ko-KR" sz="1200">
              <a:latin typeface="Times New Roman" panose="02020603050405020304" pitchFamily="18" charset="0"/>
              <a:cs typeface="Times New Roman" panose="02020603050405020304" pitchFamily="18" charset="0"/>
            </a:endParaRPr>
          </a:p>
        </p:txBody>
      </p:sp>
      <p:sp>
        <p:nvSpPr>
          <p:cNvPr id="42002" name="Text Box 26"/>
          <p:cNvSpPr txBox="1">
            <a:spLocks noChangeArrowheads="1"/>
          </p:cNvSpPr>
          <p:nvPr/>
        </p:nvSpPr>
        <p:spPr bwMode="auto">
          <a:xfrm>
            <a:off x="7796213" y="4510088"/>
            <a:ext cx="1872629" cy="830997"/>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Analog</a:t>
            </a: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Nhiệt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độ,tốc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độ,lưu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lượng</a:t>
            </a:r>
            <a:endParaRPr lang="en-US" altLang="ko-KR" sz="120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lưu</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p:txBody>
      </p:sp>
      <p:sp>
        <p:nvSpPr>
          <p:cNvPr id="42003" name="Line 27"/>
          <p:cNvSpPr>
            <a:spLocks noChangeShapeType="1"/>
          </p:cNvSpPr>
          <p:nvPr/>
        </p:nvSpPr>
        <p:spPr bwMode="auto">
          <a:xfrm>
            <a:off x="7016750" y="4041775"/>
            <a:ext cx="660400" cy="0"/>
          </a:xfrm>
          <a:prstGeom prst="line">
            <a:avLst/>
          </a:prstGeom>
          <a:noFill/>
          <a:ln w="38100" cmpd="dbl">
            <a:solidFill>
              <a:schemeClr val="tx1"/>
            </a:solidFill>
            <a:round/>
            <a:headEnd/>
            <a:tailEnd type="triangle" w="sm" len="sm"/>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42004" name="Line 28"/>
          <p:cNvSpPr>
            <a:spLocks noChangeShapeType="1"/>
          </p:cNvSpPr>
          <p:nvPr/>
        </p:nvSpPr>
        <p:spPr bwMode="auto">
          <a:xfrm flipH="1">
            <a:off x="7016750" y="4868863"/>
            <a:ext cx="660400" cy="0"/>
          </a:xfrm>
          <a:prstGeom prst="line">
            <a:avLst/>
          </a:prstGeom>
          <a:noFill/>
          <a:ln w="38100" cmpd="dbl">
            <a:solidFill>
              <a:schemeClr val="tx1"/>
            </a:solidFill>
            <a:round/>
            <a:headEnd/>
            <a:tailEnd type="triangle" w="sm" len="sm"/>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42005" name="Text Box 29"/>
          <p:cNvSpPr txBox="1">
            <a:spLocks noChangeArrowheads="1"/>
          </p:cNvSpPr>
          <p:nvPr/>
        </p:nvSpPr>
        <p:spPr bwMode="auto">
          <a:xfrm>
            <a:off x="5759281" y="5638800"/>
            <a:ext cx="2840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Hình</a:t>
            </a:r>
            <a:r>
              <a:rPr lang="en-US" altLang="ko-KR" sz="1200" smtClean="0">
                <a:latin typeface="Times New Roman" panose="02020603050405020304" pitchFamily="18" charset="0"/>
                <a:cs typeface="Times New Roman" panose="02020603050405020304" pitchFamily="18" charset="0"/>
              </a:rPr>
              <a:t> 3-4</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Analog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PLC</a:t>
            </a:r>
            <a:endParaRPr lang="ko-KR" altLang="en-US" sz="1200">
              <a:latin typeface="Times New Roman" panose="02020603050405020304" pitchFamily="18" charset="0"/>
              <a:cs typeface="Times New Roman" panose="02020603050405020304" pitchFamily="18" charset="0"/>
            </a:endParaRPr>
          </a:p>
        </p:txBody>
      </p:sp>
      <p:sp>
        <p:nvSpPr>
          <p:cNvPr id="42006" name="Rectangle 31"/>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42007" name="Rectangle 32"/>
          <p:cNvSpPr>
            <a:spLocks noChangeArrowheads="1"/>
          </p:cNvSpPr>
          <p:nvPr/>
        </p:nvSpPr>
        <p:spPr bwMode="auto">
          <a:xfrm>
            <a:off x="7581292" y="79375"/>
            <a:ext cx="2424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a:latin typeface="Times New Roman" panose="02020603050405020304" pitchFamily="18" charset="0"/>
                <a:cs typeface="Times New Roman" panose="02020603050405020304" pitchFamily="18" charset="0"/>
              </a:rPr>
              <a:t>3. </a:t>
            </a:r>
            <a:r>
              <a:rPr lang="fi-FI" altLang="ko-KR" sz="1600" b="1" smtClean="0">
                <a:latin typeface="Times New Roman" panose="02020603050405020304" pitchFamily="18" charset="0"/>
                <a:cs typeface="Times New Roman" panose="02020603050405020304" pitchFamily="18" charset="0"/>
              </a:rPr>
              <a:t>Vai trò từng Unit PLC</a:t>
            </a:r>
            <a:endParaRPr lang="ko-KR" altLang="en-US" sz="1600" b="1">
              <a:latin typeface="Times New Roman" panose="02020603050405020304" pitchFamily="18" charset="0"/>
              <a:cs typeface="Times New Roman" panose="02020603050405020304" pitchFamily="18" charset="0"/>
            </a:endParaRPr>
          </a:p>
        </p:txBody>
      </p:sp>
      <p:sp>
        <p:nvSpPr>
          <p:cNvPr id="33" name="Text Box 20"/>
          <p:cNvSpPr txBox="1">
            <a:spLocks noChangeArrowheads="1"/>
          </p:cNvSpPr>
          <p:nvPr/>
        </p:nvSpPr>
        <p:spPr bwMode="auto">
          <a:xfrm>
            <a:off x="4911985" y="3675698"/>
            <a:ext cx="97631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err="1" smtClean="0">
                <a:latin typeface="Times New Roman" panose="02020603050405020304" pitchFamily="18" charset="0"/>
                <a:cs typeface="Times New Roman" panose="02020603050405020304" pitchFamily="18" charset="0"/>
              </a:rPr>
              <a:t>Giá</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trị</a:t>
            </a:r>
            <a:r>
              <a:rPr lang="en-US" altLang="ko-KR" sz="1000">
                <a:latin typeface="Times New Roman" panose="02020603050405020304" pitchFamily="18" charset="0"/>
                <a:cs typeface="Times New Roman" panose="02020603050405020304" pitchFamily="18" charset="0"/>
              </a:rPr>
              <a:t> </a:t>
            </a:r>
            <a:r>
              <a:rPr lang="en-US" altLang="ko-KR" sz="1000" smtClean="0">
                <a:latin typeface="Times New Roman" panose="02020603050405020304" pitchFamily="18" charset="0"/>
                <a:cs typeface="Times New Roman" panose="02020603050405020304" pitchFamily="18" charset="0"/>
              </a:rPr>
              <a:t>Digital</a:t>
            </a:r>
            <a:endParaRPr lang="ko-KR" altLang="en-US" sz="1000">
              <a:latin typeface="Times New Roman" panose="02020603050405020304" pitchFamily="18" charset="0"/>
              <a:cs typeface="Times New Roman" panose="02020603050405020304" pitchFamily="18" charset="0"/>
            </a:endParaRPr>
          </a:p>
        </p:txBody>
      </p:sp>
      <p:sp>
        <p:nvSpPr>
          <p:cNvPr id="34" name="Rectangle 15"/>
          <p:cNvSpPr>
            <a:spLocks noChangeArrowheads="1"/>
          </p:cNvSpPr>
          <p:nvPr/>
        </p:nvSpPr>
        <p:spPr bwMode="auto">
          <a:xfrm>
            <a:off x="5913659" y="4661287"/>
            <a:ext cx="903874" cy="4616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35" name="Text Box 22"/>
          <p:cNvSpPr txBox="1">
            <a:spLocks noChangeArrowheads="1"/>
          </p:cNvSpPr>
          <p:nvPr/>
        </p:nvSpPr>
        <p:spPr bwMode="auto">
          <a:xfrm>
            <a:off x="5938235" y="4698187"/>
            <a:ext cx="854722" cy="3847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1000" smtClean="0">
                <a:latin typeface="Times New Roman" panose="02020603050405020304" pitchFamily="18" charset="0"/>
                <a:cs typeface="Times New Roman" panose="02020603050405020304" pitchFamily="18" charset="0"/>
              </a:rPr>
              <a:t>UNIT </a:t>
            </a:r>
          </a:p>
          <a:p>
            <a:pPr algn="ctr" eaLnBrk="1" hangingPunct="1">
              <a:lnSpc>
                <a:spcPct val="70000"/>
              </a:lnSpc>
              <a:spcBef>
                <a:spcPct val="50000"/>
              </a:spcBef>
              <a:buFontTx/>
              <a:buNone/>
            </a:pPr>
            <a:r>
              <a:rPr lang="en-US" altLang="ko-KR" sz="1000" err="1" smtClean="0">
                <a:latin typeface="Times New Roman" panose="02020603050405020304" pitchFamily="18" charset="0"/>
                <a:cs typeface="Times New Roman" panose="02020603050405020304" pitchFamily="18" charset="0"/>
              </a:rPr>
              <a:t>thay</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đổi</a:t>
            </a:r>
            <a:r>
              <a:rPr lang="en-US" altLang="ko-KR" sz="1000" smtClean="0">
                <a:latin typeface="Times New Roman" panose="02020603050405020304" pitchFamily="18" charset="0"/>
                <a:cs typeface="Times New Roman" panose="02020603050405020304" pitchFamily="18" charset="0"/>
              </a:rPr>
              <a:t> A/D</a:t>
            </a:r>
            <a:endParaRPr lang="en-US" altLang="ko-KR" sz="1000">
              <a:latin typeface="Times New Roman" panose="02020603050405020304" pitchFamily="18" charset="0"/>
              <a:cs typeface="Times New Roman" panose="02020603050405020304" pitchFamily="18" charset="0"/>
            </a:endParaRPr>
          </a:p>
        </p:txBody>
      </p:sp>
      <p:sp>
        <p:nvSpPr>
          <p:cNvPr id="36" name="Text Box 20"/>
          <p:cNvSpPr txBox="1">
            <a:spLocks noChangeArrowheads="1"/>
          </p:cNvSpPr>
          <p:nvPr/>
        </p:nvSpPr>
        <p:spPr bwMode="auto">
          <a:xfrm>
            <a:off x="6933220" y="4561601"/>
            <a:ext cx="97631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err="1" smtClean="0">
                <a:latin typeface="Times New Roman" panose="02020603050405020304" pitchFamily="18" charset="0"/>
                <a:cs typeface="Times New Roman" panose="02020603050405020304" pitchFamily="18" charset="0"/>
              </a:rPr>
              <a:t>Giá</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trị</a:t>
            </a:r>
            <a:r>
              <a:rPr lang="en-US" altLang="ko-KR" sz="1000">
                <a:latin typeface="Times New Roman" panose="02020603050405020304" pitchFamily="18" charset="0"/>
                <a:cs typeface="Times New Roman" panose="02020603050405020304" pitchFamily="18" charset="0"/>
              </a:rPr>
              <a:t> Analog</a:t>
            </a:r>
            <a:endParaRPr lang="ko-KR" altLang="en-US" sz="1000">
              <a:latin typeface="Times New Roman" panose="02020603050405020304" pitchFamily="18" charset="0"/>
              <a:cs typeface="Times New Roman" panose="02020603050405020304" pitchFamily="18" charset="0"/>
            </a:endParaRPr>
          </a:p>
        </p:txBody>
      </p:sp>
      <p:sp>
        <p:nvSpPr>
          <p:cNvPr id="37" name="Text Box 20"/>
          <p:cNvSpPr txBox="1">
            <a:spLocks noChangeArrowheads="1"/>
          </p:cNvSpPr>
          <p:nvPr/>
        </p:nvSpPr>
        <p:spPr bwMode="auto">
          <a:xfrm>
            <a:off x="6893011" y="3674110"/>
            <a:ext cx="97631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err="1" smtClean="0">
                <a:latin typeface="Times New Roman" panose="02020603050405020304" pitchFamily="18" charset="0"/>
                <a:cs typeface="Times New Roman" panose="02020603050405020304" pitchFamily="18" charset="0"/>
              </a:rPr>
              <a:t>Giá</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trị</a:t>
            </a:r>
            <a:r>
              <a:rPr lang="en-US" altLang="ko-KR" sz="1000">
                <a:latin typeface="Times New Roman" panose="02020603050405020304" pitchFamily="18" charset="0"/>
                <a:cs typeface="Times New Roman" panose="02020603050405020304" pitchFamily="18" charset="0"/>
              </a:rPr>
              <a:t> </a:t>
            </a:r>
            <a:r>
              <a:rPr lang="en-US" altLang="ko-KR" sz="1000" smtClean="0">
                <a:latin typeface="Times New Roman" panose="02020603050405020304" pitchFamily="18" charset="0"/>
                <a:cs typeface="Times New Roman" panose="02020603050405020304" pitchFamily="18" charset="0"/>
              </a:rPr>
              <a:t>Analog</a:t>
            </a:r>
            <a:endParaRPr lang="ko-KR" altLang="en-US" sz="1000">
              <a:latin typeface="Times New Roman" panose="02020603050405020304" pitchFamily="18" charset="0"/>
              <a:cs typeface="Times New Roman" panose="02020603050405020304" pitchFamily="18" charset="0"/>
            </a:endParaRPr>
          </a:p>
        </p:txBody>
      </p:sp>
      <p:sp>
        <p:nvSpPr>
          <p:cNvPr id="38" name="Rectangle 13"/>
          <p:cNvSpPr>
            <a:spLocks noChangeArrowheads="1"/>
          </p:cNvSpPr>
          <p:nvPr/>
        </p:nvSpPr>
        <p:spPr bwMode="auto">
          <a:xfrm>
            <a:off x="4484688" y="3444875"/>
            <a:ext cx="2476500" cy="1965325"/>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42000" name="Text Box 24"/>
          <p:cNvSpPr txBox="1">
            <a:spLocks noChangeArrowheads="1"/>
          </p:cNvSpPr>
          <p:nvPr/>
        </p:nvSpPr>
        <p:spPr bwMode="auto">
          <a:xfrm>
            <a:off x="5234161" y="3302000"/>
            <a:ext cx="942975" cy="304800"/>
          </a:xfrm>
          <a:prstGeom prst="rect">
            <a:avLst/>
          </a:prstGeom>
          <a:solidFill>
            <a:schemeClr val="bg1"/>
          </a:solidFill>
          <a:ln>
            <a:noFill/>
          </a:ln>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400">
                <a:latin typeface="Times New Roman" panose="02020603050405020304" pitchFamily="18" charset="0"/>
                <a:cs typeface="Times New Roman" panose="02020603050405020304" pitchFamily="18" charset="0"/>
              </a:rPr>
              <a:t>&lt;&lt;PLC&gt;&gt;</a:t>
            </a: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ext Box 3"/>
          <p:cNvSpPr txBox="1">
            <a:spLocks noChangeArrowheads="1"/>
          </p:cNvSpPr>
          <p:nvPr/>
        </p:nvSpPr>
        <p:spPr bwMode="auto">
          <a:xfrm>
            <a:off x="247650" y="736600"/>
            <a:ext cx="9658350"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② Unit </a:t>
            </a:r>
            <a:r>
              <a:rPr lang="en-US" altLang="ko-KR" sz="1200" b="1" err="1">
                <a:latin typeface="Times New Roman" panose="02020603050405020304" pitchFamily="18" charset="0"/>
                <a:cs typeface="Times New Roman" panose="02020603050405020304" pitchFamily="18" charset="0"/>
              </a:rPr>
              <a:t>nhập</a:t>
            </a:r>
            <a:r>
              <a:rPr lang="en-US" altLang="ko-KR" sz="1200" b="1">
                <a:latin typeface="Times New Roman" panose="02020603050405020304" pitchFamily="18" charset="0"/>
                <a:cs typeface="Times New Roman" panose="02020603050405020304" pitchFamily="18" charset="0"/>
              </a:rPr>
              <a:t> Analog </a:t>
            </a:r>
            <a:r>
              <a:rPr lang="en-US" altLang="ko-KR" sz="1200" b="1" smtClean="0">
                <a:latin typeface="Times New Roman" panose="02020603050405020304" pitchFamily="18" charset="0"/>
                <a:cs typeface="Times New Roman" panose="02020603050405020304" pitchFamily="18" charset="0"/>
              </a:rPr>
              <a:t>(A/D </a:t>
            </a:r>
            <a:r>
              <a:rPr lang="en-US" altLang="ko-KR" sz="1200" b="1">
                <a:latin typeface="Times New Roman" panose="02020603050405020304" pitchFamily="18" charset="0"/>
                <a:cs typeface="Times New Roman" panose="02020603050405020304" pitchFamily="18" charset="0"/>
              </a:rPr>
              <a:t>Unit)</a:t>
            </a:r>
          </a:p>
          <a:p>
            <a:pPr eaLnBrk="1" hangingPunct="1">
              <a:lnSpc>
                <a:spcPct val="15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Unit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chuyển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ea typeface="½Å¸íÁ¶"/>
                <a:cs typeface="Times New Roman" panose="02020603050405020304" pitchFamily="18" charset="0"/>
              </a:rPr>
              <a:t>Analog/Digital. </a:t>
            </a:r>
            <a:endParaRPr lang="en-US" altLang="ko-KR" sz="1200">
              <a:latin typeface="Times New Roman" panose="02020603050405020304" pitchFamily="18" charset="0"/>
              <a:ea typeface="½Å¸íÁ¶"/>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analog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CPU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như</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đề</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cập</a:t>
            </a:r>
            <a:r>
              <a:rPr lang="en-US" altLang="ko-KR" sz="1200" smtClean="0">
                <a:latin typeface="Times New Roman" panose="02020603050405020304" pitchFamily="18" charset="0"/>
                <a:cs typeface="Times New Roman" panose="02020603050405020304" pitchFamily="18" charset="0"/>
              </a:rPr>
              <a:t> ở  </a:t>
            </a:r>
            <a:r>
              <a:rPr lang="en-US" altLang="ko-KR" sz="1200" err="1" smtClean="0">
                <a:latin typeface="Times New Roman" panose="02020603050405020304" pitchFamily="18" charset="0"/>
                <a:cs typeface="Times New Roman" panose="02020603050405020304" pitchFamily="18" charset="0"/>
              </a:rPr>
              <a:t>phần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trước</a:t>
            </a:r>
            <a:r>
              <a:rPr lang="en-US" altLang="ko-KR" sz="1200" smtClean="0">
                <a:latin typeface="Times New Roman" panose="02020603050405020304" pitchFamily="18" charset="0"/>
                <a:ea typeface="½Å¸íÁ¶"/>
                <a:cs typeface="Times New Roman" panose="02020603050405020304" pitchFamily="18" charset="0"/>
              </a:rPr>
              <a:t>.</a:t>
            </a:r>
            <a:endParaRPr lang="en-US" altLang="ko-KR" sz="1200">
              <a:latin typeface="Times New Roman" panose="02020603050405020304" pitchFamily="18" charset="0"/>
              <a:ea typeface="½Å¸íÁ¶"/>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Nguyên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thành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Digital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analog,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analog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biểu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tương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ứng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Digital </a:t>
            </a:r>
            <a:r>
              <a:rPr lang="en-US" altLang="ko-KR" sz="1200" err="1" smtClean="0">
                <a:latin typeface="Times New Roman" panose="02020603050405020304" pitchFamily="18" charset="0"/>
                <a:cs typeface="Times New Roman" panose="02020603050405020304" pitchFamily="18" charset="0"/>
              </a:rPr>
              <a:t>giống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như</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hình</a:t>
            </a:r>
            <a:r>
              <a:rPr lang="en-US" altLang="ko-KR" sz="1200" smtClean="0">
                <a:latin typeface="Times New Roman" panose="02020603050405020304" pitchFamily="18" charset="0"/>
                <a:cs typeface="Times New Roman" panose="02020603050405020304" pitchFamily="18" charset="0"/>
              </a:rPr>
              <a:t> 3-5</a:t>
            </a:r>
            <a:r>
              <a:rPr lang="en-US" altLang="ko-KR" sz="1200" smtClean="0">
                <a:latin typeface="Times New Roman" panose="02020603050405020304" pitchFamily="18" charset="0"/>
                <a:ea typeface="½Å¸íÁ¶"/>
                <a:cs typeface="Times New Roman" panose="02020603050405020304" pitchFamily="18" charset="0"/>
              </a:rPr>
              <a:t>. </a:t>
            </a:r>
            <a:endParaRPr lang="en-US" altLang="ko-KR" sz="1200">
              <a:latin typeface="Times New Roman" panose="02020603050405020304" pitchFamily="18" charset="0"/>
              <a:ea typeface="½Å¸íÁ¶"/>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Phạm</a:t>
            </a:r>
            <a:r>
              <a:rPr lang="en-US" altLang="ko-KR" sz="1200" smtClean="0">
                <a:latin typeface="Times New Roman" panose="02020603050405020304" pitchFamily="18" charset="0"/>
                <a:ea typeface="½Å¸íÁ¶"/>
                <a:cs typeface="Times New Roman" panose="02020603050405020304" pitchFamily="18" charset="0"/>
              </a:rPr>
              <a:t> vi </a:t>
            </a:r>
            <a:r>
              <a:rPr lang="en-US" altLang="ko-KR" sz="1200" err="1" smtClean="0">
                <a:latin typeface="Times New Roman" panose="02020603050405020304" pitchFamily="18" charset="0"/>
                <a:ea typeface="½Å¸íÁ¶"/>
                <a:cs typeface="Times New Roman" panose="02020603050405020304" pitchFamily="18" charset="0"/>
              </a:rPr>
              <a:t>của</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điện</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áp</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nhập</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và</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số</a:t>
            </a:r>
            <a:r>
              <a:rPr lang="en-US" altLang="ko-KR" sz="1200" smtClean="0">
                <a:latin typeface="Times New Roman" panose="02020603050405020304" pitchFamily="18" charset="0"/>
                <a:ea typeface="½Å¸íÁ¶"/>
                <a:cs typeface="Times New Roman" panose="02020603050405020304" pitchFamily="18" charset="0"/>
              </a:rPr>
              <a:t> Bit </a:t>
            </a:r>
            <a:r>
              <a:rPr lang="en-US" altLang="ko-KR" sz="1200" err="1" smtClean="0">
                <a:latin typeface="Times New Roman" panose="02020603050405020304" pitchFamily="18" charset="0"/>
                <a:ea typeface="½Å¸íÁ¶"/>
                <a:cs typeface="Times New Roman" panose="02020603050405020304" pitchFamily="18" charset="0"/>
              </a:rPr>
              <a:t>xuất</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thời</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gian</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chuyển</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đổi</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có</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sự</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khác</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nhau</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phụ</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thuộc</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vào</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loại</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thiết</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bị</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chuyển</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đổi</a:t>
            </a:r>
            <a:r>
              <a:rPr lang="en-US" altLang="ko-KR" sz="1200" smtClean="0">
                <a:latin typeface="Times New Roman" panose="02020603050405020304" pitchFamily="18" charset="0"/>
                <a:ea typeface="½Å¸íÁ¶"/>
                <a:cs typeface="Times New Roman" panose="02020603050405020304" pitchFamily="18" charset="0"/>
              </a:rPr>
              <a:t>  AD. </a:t>
            </a:r>
          </a:p>
          <a:p>
            <a:pPr eaLnBrk="1" hangingPunct="1">
              <a:lnSpc>
                <a:spcPct val="100000"/>
              </a:lnSpc>
              <a:spcBef>
                <a:spcPct val="50000"/>
              </a:spcBef>
              <a:buFontTx/>
              <a:buNone/>
            </a:pPr>
            <a:r>
              <a:rPr lang="en-US" altLang="ko-KR" sz="1200">
                <a:latin typeface="Times New Roman" panose="02020603050405020304" pitchFamily="18" charset="0"/>
                <a:ea typeface="½Å¸íÁ¶"/>
                <a:cs typeface="Times New Roman" panose="02020603050405020304" pitchFamily="18" charset="0"/>
              </a:rPr>
              <a:t> </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Thiết</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bị</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thay</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đổi</a:t>
            </a:r>
            <a:r>
              <a:rPr lang="en-US" altLang="ko-KR" sz="1200" smtClean="0">
                <a:latin typeface="Times New Roman" panose="02020603050405020304" pitchFamily="18" charset="0"/>
                <a:ea typeface="½Å¸íÁ¶"/>
                <a:cs typeface="Times New Roman" panose="02020603050405020304" pitchFamily="18" charset="0"/>
              </a:rPr>
              <a:t>  AD </a:t>
            </a:r>
            <a:r>
              <a:rPr lang="en-US" altLang="ko-KR" sz="1200" err="1" smtClean="0">
                <a:latin typeface="Times New Roman" panose="02020603050405020304" pitchFamily="18" charset="0"/>
                <a:ea typeface="½Å¸íÁ¶"/>
                <a:cs typeface="Times New Roman" panose="02020603050405020304" pitchFamily="18" charset="0"/>
              </a:rPr>
              <a:t>dựa</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vào</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số</a:t>
            </a:r>
            <a:r>
              <a:rPr lang="en-US" altLang="ko-KR" sz="1200" smtClean="0">
                <a:latin typeface="Times New Roman" panose="02020603050405020304" pitchFamily="18" charset="0"/>
                <a:ea typeface="½Å¸íÁ¶"/>
                <a:cs typeface="Times New Roman" panose="02020603050405020304" pitchFamily="18" charset="0"/>
              </a:rPr>
              <a:t> Bit  </a:t>
            </a:r>
            <a:r>
              <a:rPr lang="en-US" altLang="ko-KR" sz="1200" err="1" smtClean="0">
                <a:latin typeface="Times New Roman" panose="02020603050405020304" pitchFamily="18" charset="0"/>
                <a:ea typeface="½Å¸íÁ¶"/>
                <a:cs typeface="Times New Roman" panose="02020603050405020304" pitchFamily="18" charset="0"/>
              </a:rPr>
              <a:t>đầu</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ra</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quyết</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định</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khả</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năng</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phân</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tích</a:t>
            </a:r>
            <a:r>
              <a:rPr lang="en-US" altLang="ko-KR" sz="1200" smtClean="0">
                <a:latin typeface="Times New Roman" panose="02020603050405020304" pitchFamily="18" charset="0"/>
                <a:ea typeface="½Å¸íÁ¶"/>
                <a:cs typeface="Times New Roman" panose="02020603050405020304" pitchFamily="18" charset="0"/>
              </a:rPr>
              <a:t>.</a:t>
            </a:r>
            <a:endParaRPr lang="en-US" altLang="ko-KR" sz="1200">
              <a:latin typeface="Times New Roman" panose="02020603050405020304" pitchFamily="18" charset="0"/>
              <a:ea typeface="½Å¸íÁ¶"/>
              <a:cs typeface="Times New Roman" panose="02020603050405020304" pitchFamily="18" charset="0"/>
            </a:endParaRPr>
          </a:p>
        </p:txBody>
      </p:sp>
      <p:sp>
        <p:nvSpPr>
          <p:cNvPr id="43011" name="Rectangle 36"/>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43012" name="Rectangle 37"/>
          <p:cNvSpPr>
            <a:spLocks noChangeArrowheads="1"/>
          </p:cNvSpPr>
          <p:nvPr/>
        </p:nvSpPr>
        <p:spPr bwMode="auto">
          <a:xfrm>
            <a:off x="7617296" y="79375"/>
            <a:ext cx="2424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a:latin typeface="Times New Roman" panose="02020603050405020304" pitchFamily="18" charset="0"/>
                <a:cs typeface="Times New Roman" panose="02020603050405020304" pitchFamily="18" charset="0"/>
              </a:rPr>
              <a:t>3. </a:t>
            </a:r>
            <a:r>
              <a:rPr lang="fi-FI" altLang="ko-KR" sz="1600" b="1" smtClean="0">
                <a:latin typeface="Times New Roman" panose="02020603050405020304" pitchFamily="18" charset="0"/>
                <a:cs typeface="Times New Roman" panose="02020603050405020304" pitchFamily="18" charset="0"/>
              </a:rPr>
              <a:t>Vai trò từng Unit PLC</a:t>
            </a:r>
            <a:endParaRPr lang="ko-KR" altLang="en-US" sz="1600" b="1">
              <a:latin typeface="Times New Roman" panose="02020603050405020304" pitchFamily="18" charset="0"/>
              <a:cs typeface="Times New Roman" panose="02020603050405020304" pitchFamily="18" charset="0"/>
            </a:endParaRPr>
          </a:p>
        </p:txBody>
      </p:sp>
      <p:sp>
        <p:nvSpPr>
          <p:cNvPr id="43013" name="Text Box 34"/>
          <p:cNvSpPr txBox="1">
            <a:spLocks noChangeArrowheads="1"/>
          </p:cNvSpPr>
          <p:nvPr/>
        </p:nvSpPr>
        <p:spPr bwMode="auto">
          <a:xfrm>
            <a:off x="2191336" y="5675313"/>
            <a:ext cx="268329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Hình</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3-5. </a:t>
            </a:r>
            <a:r>
              <a:rPr lang="en-US" altLang="ko-KR" sz="1200" smtClean="0">
                <a:latin typeface="Times New Roman" panose="02020603050405020304" pitchFamily="18" charset="0"/>
                <a:cs typeface="Times New Roman" panose="02020603050405020304" pitchFamily="18" charset="0"/>
              </a:rPr>
              <a:t>Digital </a:t>
            </a:r>
            <a:r>
              <a:rPr lang="en-US" altLang="ko-KR" sz="1200" err="1" smtClean="0">
                <a:latin typeface="Times New Roman" panose="02020603050405020304" pitchFamily="18" charset="0"/>
                <a:cs typeface="Times New Roman" panose="02020603050405020304" pitchFamily="18" charset="0"/>
              </a:rPr>
              <a:t>hóa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Analog</a:t>
            </a:r>
            <a:r>
              <a:rPr lang="en-US" altLang="ko-KR" sz="1200" smtClean="0">
                <a:latin typeface="Times New Roman" panose="02020603050405020304" pitchFamily="18" charset="0"/>
                <a:cs typeface="Times New Roman" panose="02020603050405020304" pitchFamily="18" charset="0"/>
              </a:rPr>
              <a:t> </a:t>
            </a:r>
            <a:endParaRPr lang="ko-KR" altLang="en-US" sz="1200">
              <a:latin typeface="Times New Roman" panose="02020603050405020304" pitchFamily="18" charset="0"/>
              <a:cs typeface="Times New Roman" panose="02020603050405020304" pitchFamily="18" charset="0"/>
            </a:endParaRPr>
          </a:p>
        </p:txBody>
      </p:sp>
      <p:grpSp>
        <p:nvGrpSpPr>
          <p:cNvPr id="22" name="Group 43"/>
          <p:cNvGrpSpPr>
            <a:grpSpLocks/>
          </p:cNvGrpSpPr>
          <p:nvPr/>
        </p:nvGrpSpPr>
        <p:grpSpPr bwMode="auto">
          <a:xfrm>
            <a:off x="1757834" y="2588420"/>
            <a:ext cx="3856037" cy="2665413"/>
            <a:chOff x="1025" y="1774"/>
            <a:chExt cx="2429" cy="1679"/>
          </a:xfrm>
        </p:grpSpPr>
        <p:sp>
          <p:nvSpPr>
            <p:cNvPr id="23" name="Line 7"/>
            <p:cNvSpPr>
              <a:spLocks noChangeShapeType="1"/>
            </p:cNvSpPr>
            <p:nvPr/>
          </p:nvSpPr>
          <p:spPr bwMode="auto">
            <a:xfrm>
              <a:off x="1361" y="1978"/>
              <a:ext cx="0" cy="12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p>
          </p:txBody>
        </p:sp>
        <p:sp>
          <p:nvSpPr>
            <p:cNvPr id="24" name="Line 8"/>
            <p:cNvSpPr>
              <a:spLocks noChangeShapeType="1"/>
            </p:cNvSpPr>
            <p:nvPr/>
          </p:nvSpPr>
          <p:spPr bwMode="auto">
            <a:xfrm>
              <a:off x="1361" y="3251"/>
              <a:ext cx="192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p>
          </p:txBody>
        </p:sp>
        <p:sp>
          <p:nvSpPr>
            <p:cNvPr id="25" name="Rectangle 9"/>
            <p:cNvSpPr>
              <a:spLocks noChangeArrowheads="1"/>
            </p:cNvSpPr>
            <p:nvPr/>
          </p:nvSpPr>
          <p:spPr bwMode="auto">
            <a:xfrm>
              <a:off x="1361" y="2635"/>
              <a:ext cx="776" cy="61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26" name="Line 10"/>
            <p:cNvSpPr>
              <a:spLocks noChangeShapeType="1"/>
            </p:cNvSpPr>
            <p:nvPr/>
          </p:nvSpPr>
          <p:spPr bwMode="auto">
            <a:xfrm flipV="1">
              <a:off x="1361" y="2052"/>
              <a:ext cx="1503" cy="11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p>
          </p:txBody>
        </p:sp>
        <p:sp>
          <p:nvSpPr>
            <p:cNvPr id="27" name="Text Box 11"/>
            <p:cNvSpPr txBox="1">
              <a:spLocks noChangeArrowheads="1"/>
            </p:cNvSpPr>
            <p:nvPr/>
          </p:nvSpPr>
          <p:spPr bwMode="auto">
            <a:xfrm>
              <a:off x="1293" y="3226"/>
              <a:ext cx="16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0</a:t>
              </a:r>
            </a:p>
          </p:txBody>
        </p:sp>
        <p:sp>
          <p:nvSpPr>
            <p:cNvPr id="28" name="Text Box 12"/>
            <p:cNvSpPr txBox="1">
              <a:spLocks noChangeArrowheads="1"/>
            </p:cNvSpPr>
            <p:nvPr/>
          </p:nvSpPr>
          <p:spPr bwMode="auto">
            <a:xfrm>
              <a:off x="1222" y="3135"/>
              <a:ext cx="16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0</a:t>
              </a:r>
            </a:p>
          </p:txBody>
        </p:sp>
        <p:sp>
          <p:nvSpPr>
            <p:cNvPr id="29" name="Text Box 14"/>
            <p:cNvSpPr txBox="1">
              <a:spLocks noChangeArrowheads="1"/>
            </p:cNvSpPr>
            <p:nvPr/>
          </p:nvSpPr>
          <p:spPr bwMode="auto">
            <a:xfrm>
              <a:off x="1070" y="2546"/>
              <a:ext cx="32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2000</a:t>
              </a:r>
            </a:p>
          </p:txBody>
        </p:sp>
        <p:sp>
          <p:nvSpPr>
            <p:cNvPr id="30" name="Text Box 15"/>
            <p:cNvSpPr txBox="1">
              <a:spLocks noChangeArrowheads="1"/>
            </p:cNvSpPr>
            <p:nvPr/>
          </p:nvSpPr>
          <p:spPr bwMode="auto">
            <a:xfrm>
              <a:off x="1076" y="1958"/>
              <a:ext cx="32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4000</a:t>
              </a:r>
            </a:p>
          </p:txBody>
        </p:sp>
        <p:sp>
          <p:nvSpPr>
            <p:cNvPr id="31" name="Text Box 16"/>
            <p:cNvSpPr txBox="1">
              <a:spLocks noChangeArrowheads="1"/>
            </p:cNvSpPr>
            <p:nvPr/>
          </p:nvSpPr>
          <p:spPr bwMode="auto">
            <a:xfrm>
              <a:off x="2756" y="3280"/>
              <a:ext cx="23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5V</a:t>
              </a:r>
            </a:p>
          </p:txBody>
        </p:sp>
        <p:sp>
          <p:nvSpPr>
            <p:cNvPr id="32" name="Text Box 17"/>
            <p:cNvSpPr txBox="1">
              <a:spLocks noChangeArrowheads="1"/>
            </p:cNvSpPr>
            <p:nvPr/>
          </p:nvSpPr>
          <p:spPr bwMode="auto">
            <a:xfrm>
              <a:off x="3041" y="3280"/>
              <a:ext cx="41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Analog</a:t>
              </a:r>
            </a:p>
          </p:txBody>
        </p:sp>
        <p:sp>
          <p:nvSpPr>
            <p:cNvPr id="33" name="Text Box 18"/>
            <p:cNvSpPr txBox="1">
              <a:spLocks noChangeArrowheads="1"/>
            </p:cNvSpPr>
            <p:nvPr/>
          </p:nvSpPr>
          <p:spPr bwMode="auto">
            <a:xfrm>
              <a:off x="1025" y="1774"/>
              <a:ext cx="38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Digital</a:t>
              </a:r>
            </a:p>
          </p:txBody>
        </p:sp>
        <p:sp>
          <p:nvSpPr>
            <p:cNvPr id="34" name="Text Box 38"/>
            <p:cNvSpPr txBox="1">
              <a:spLocks noChangeArrowheads="1"/>
            </p:cNvSpPr>
            <p:nvPr/>
          </p:nvSpPr>
          <p:spPr bwMode="auto">
            <a:xfrm>
              <a:off x="1982" y="3277"/>
              <a:ext cx="31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2.5V</a:t>
              </a:r>
            </a:p>
          </p:txBody>
        </p:sp>
        <p:sp>
          <p:nvSpPr>
            <p:cNvPr id="35" name="Rectangle 39"/>
            <p:cNvSpPr>
              <a:spLocks noChangeArrowheads="1"/>
            </p:cNvSpPr>
            <p:nvPr/>
          </p:nvSpPr>
          <p:spPr bwMode="auto">
            <a:xfrm>
              <a:off x="1361" y="2047"/>
              <a:ext cx="1512" cy="120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36" name="Oval 40"/>
            <p:cNvSpPr>
              <a:spLocks noChangeArrowheads="1"/>
            </p:cNvSpPr>
            <p:nvPr/>
          </p:nvSpPr>
          <p:spPr bwMode="auto">
            <a:xfrm>
              <a:off x="2079" y="2579"/>
              <a:ext cx="113" cy="113"/>
            </a:xfrm>
            <a:prstGeom prst="ellipse">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37" name="Oval 41"/>
            <p:cNvSpPr>
              <a:spLocks noChangeArrowheads="1"/>
            </p:cNvSpPr>
            <p:nvPr/>
          </p:nvSpPr>
          <p:spPr bwMode="auto">
            <a:xfrm>
              <a:off x="2812" y="2001"/>
              <a:ext cx="113" cy="113"/>
            </a:xfrm>
            <a:prstGeom prst="ellipse">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ext Box 3"/>
          <p:cNvSpPr txBox="1">
            <a:spLocks noChangeArrowheads="1"/>
          </p:cNvSpPr>
          <p:nvPr/>
        </p:nvSpPr>
        <p:spPr bwMode="auto">
          <a:xfrm>
            <a:off x="247650" y="728663"/>
            <a:ext cx="965835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③ </a:t>
            </a:r>
            <a:r>
              <a:rPr lang="en-US" altLang="ko-KR" sz="1200" b="1" smtClean="0">
                <a:latin typeface="Times New Roman" panose="02020603050405020304" pitchFamily="18" charset="0"/>
                <a:cs typeface="Times New Roman" panose="02020603050405020304" pitchFamily="18" charset="0"/>
              </a:rPr>
              <a:t>Unit </a:t>
            </a:r>
            <a:r>
              <a:rPr lang="en-US" altLang="ko-KR" sz="1200" b="1" err="1" smtClean="0">
                <a:latin typeface="Times New Roman" panose="02020603050405020304" pitchFamily="18" charset="0"/>
                <a:cs typeface="Times New Roman" panose="02020603050405020304" pitchFamily="18" charset="0"/>
              </a:rPr>
              <a:t>xuất</a:t>
            </a:r>
            <a:r>
              <a:rPr lang="en-US" altLang="ko-KR" sz="1200" b="1" smtClean="0">
                <a:latin typeface="Times New Roman" panose="02020603050405020304" pitchFamily="18" charset="0"/>
                <a:cs typeface="Times New Roman" panose="02020603050405020304" pitchFamily="18" charset="0"/>
              </a:rPr>
              <a:t> Analog (D/A </a:t>
            </a:r>
            <a:r>
              <a:rPr lang="en-US" altLang="ko-KR" sz="1200" b="1">
                <a:latin typeface="Times New Roman" panose="02020603050405020304" pitchFamily="18" charset="0"/>
                <a:cs typeface="Times New Roman" panose="02020603050405020304" pitchFamily="18" charset="0"/>
              </a:rPr>
              <a:t>Unit)</a:t>
            </a:r>
          </a:p>
          <a:p>
            <a:pPr eaLnBrk="1" hangingPunct="1">
              <a:lnSpc>
                <a:spcPct val="15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U</a:t>
            </a:r>
            <a:r>
              <a:rPr lang="en-US" altLang="ko-KR" sz="1200" smtClean="0">
                <a:latin typeface="Times New Roman" panose="02020603050405020304" pitchFamily="18" charset="0"/>
                <a:cs typeface="Times New Roman" panose="02020603050405020304" pitchFamily="18" charset="0"/>
              </a:rPr>
              <a:t>nit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chuyển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Digital/Analog.</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Được</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sử</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dụng</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để</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tín</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hiệu</a:t>
            </a:r>
            <a:r>
              <a:rPr lang="en-US" altLang="ko-KR" sz="1200">
                <a:latin typeface="Times New Roman" panose="02020603050405020304" pitchFamily="18" charset="0"/>
                <a:cs typeface="Times New Roman" panose="02020603050405020304" pitchFamily="18" charset="0"/>
              </a:rPr>
              <a:t> analog </a:t>
            </a:r>
            <a:r>
              <a:rPr lang="en-US" altLang="ko-KR" sz="1200" err="1">
                <a:latin typeface="Times New Roman" panose="02020603050405020304" pitchFamily="18" charset="0"/>
                <a:cs typeface="Times New Roman" panose="02020603050405020304" pitchFamily="18" charset="0"/>
              </a:rPr>
              <a:t>trong</a:t>
            </a:r>
            <a:r>
              <a:rPr lang="en-US" altLang="ko-KR" sz="1200">
                <a:latin typeface="Times New Roman" panose="02020603050405020304" pitchFamily="18" charset="0"/>
                <a:cs typeface="Times New Roman" panose="02020603050405020304" pitchFamily="18" charset="0"/>
              </a:rPr>
              <a:t> CPU </a:t>
            </a:r>
            <a:r>
              <a:rPr lang="en-US" altLang="ko-KR" sz="1200" err="1">
                <a:latin typeface="Times New Roman" panose="02020603050405020304" pitchFamily="18" charset="0"/>
                <a:cs typeface="Times New Roman" panose="02020603050405020304" pitchFamily="18" charset="0"/>
              </a:rPr>
              <a:t>của</a:t>
            </a:r>
            <a:r>
              <a:rPr lang="en-US" altLang="ko-KR" sz="1200">
                <a:latin typeface="Times New Roman" panose="02020603050405020304" pitchFamily="18" charset="0"/>
                <a:cs typeface="Times New Roman" panose="02020603050405020304" pitchFamily="18" charset="0"/>
              </a:rPr>
              <a:t> PLC </a:t>
            </a:r>
            <a:r>
              <a:rPr lang="en-US" altLang="ko-KR" sz="1200" err="1">
                <a:latin typeface="Times New Roman" panose="02020603050405020304" pitchFamily="18" charset="0"/>
                <a:cs typeface="Times New Roman" panose="02020603050405020304" pitchFamily="18" charset="0"/>
              </a:rPr>
              <a:t>như</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đã</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đề</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cập</a:t>
            </a:r>
            <a:r>
              <a:rPr lang="en-US" altLang="ko-KR" sz="1200">
                <a:latin typeface="Times New Roman" panose="02020603050405020304" pitchFamily="18" charset="0"/>
                <a:cs typeface="Times New Roman" panose="02020603050405020304" pitchFamily="18" charset="0"/>
              </a:rPr>
              <a:t> ở  </a:t>
            </a:r>
            <a:r>
              <a:rPr lang="en-US" altLang="ko-KR" sz="1200" err="1">
                <a:latin typeface="Times New Roman" panose="02020603050405020304" pitchFamily="18" charset="0"/>
                <a:cs typeface="Times New Roman" panose="02020603050405020304" pitchFamily="18" charset="0"/>
              </a:rPr>
              <a:t>phần</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trước</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None/>
            </a:pP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Nguyên</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lý</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đổi</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thành</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giá</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Analog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giá</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Digital,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trị</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Digital </a:t>
            </a: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biểu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hiện</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tương</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ứng</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với</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giá</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trị</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Analog </a:t>
            </a:r>
            <a:r>
              <a:rPr lang="en-US" altLang="ko-KR" sz="1200" err="1">
                <a:latin typeface="Times New Roman" panose="02020603050405020304" pitchFamily="18" charset="0"/>
                <a:cs typeface="Times New Roman" panose="02020603050405020304" pitchFamily="18" charset="0"/>
              </a:rPr>
              <a:t>giống</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như</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hình</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3-6</a:t>
            </a:r>
            <a:r>
              <a:rPr lang="en-US" altLang="ko-KR" sz="1200" smtClean="0">
                <a:latin typeface="Times New Roman" panose="02020603050405020304" pitchFamily="18" charset="0"/>
                <a:ea typeface="½Å¸íÁ¶"/>
                <a:cs typeface="Times New Roman" panose="02020603050405020304" pitchFamily="18" charset="0"/>
              </a:rPr>
              <a:t>. </a:t>
            </a:r>
            <a:endParaRPr lang="en-US" altLang="ko-KR" sz="1200">
              <a:latin typeface="Times New Roman" panose="02020603050405020304" pitchFamily="18" charset="0"/>
              <a:ea typeface="½Å¸íÁ¶"/>
              <a:cs typeface="Times New Roman" panose="02020603050405020304" pitchFamily="18" charset="0"/>
            </a:endParaRPr>
          </a:p>
          <a:p>
            <a:pP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đối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chiếu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số</a:t>
            </a:r>
            <a:r>
              <a:rPr lang="en-US" altLang="ko-KR" sz="1200" smtClean="0">
                <a:latin typeface="Times New Roman" panose="02020603050405020304" pitchFamily="18" charset="0"/>
                <a:cs typeface="Times New Roman" panose="02020603050405020304" pitchFamily="18" charset="0"/>
              </a:rPr>
              <a:t> Bit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Digital </a:t>
            </a:r>
            <a:r>
              <a:rPr lang="en-US" altLang="ko-KR" sz="1200" err="1" smtClean="0">
                <a:latin typeface="Times New Roman" panose="02020603050405020304" pitchFamily="18" charset="0"/>
                <a:cs typeface="Times New Roman" panose="02020603050405020304" pitchFamily="18" charset="0"/>
              </a:rPr>
              <a:t>đã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biến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thành</a:t>
            </a:r>
            <a:r>
              <a:rPr lang="en-US" altLang="ko-KR" sz="1200" smtClean="0">
                <a:latin typeface="Times New Roman" panose="02020603050405020304" pitchFamily="18" charset="0"/>
                <a:cs typeface="Times New Roman" panose="02020603050405020304" pitchFamily="18" charset="0"/>
              </a:rPr>
              <a:t> analog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khoảng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giữa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giữa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tiêu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chuẩn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0V. </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Nói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chung</a:t>
            </a:r>
            <a:r>
              <a:rPr lang="en-US" altLang="ko-KR" sz="1200" smtClean="0">
                <a:latin typeface="Times New Roman" panose="02020603050405020304" pitchFamily="18" charset="0"/>
                <a:cs typeface="Times New Roman" panose="02020603050405020304" pitchFamily="18" charset="0"/>
              </a:rPr>
              <a:t>, Analog Module </a:t>
            </a:r>
            <a:r>
              <a:rPr lang="en-US" altLang="ko-KR" sz="1200" err="1" smtClean="0">
                <a:latin typeface="Times New Roman" panose="02020603050405020304" pitchFamily="18" charset="0"/>
                <a:cs typeface="Times New Roman" panose="02020603050405020304" pitchFamily="18" charset="0"/>
              </a:rPr>
              <a:t>chuyển</a:t>
            </a:r>
            <a:r>
              <a:rPr lang="en-US" altLang="ko-KR" sz="1200" smtClean="0">
                <a:latin typeface="Times New Roman" panose="02020603050405020304" pitchFamily="18" charset="0"/>
                <a:cs typeface="Times New Roman" panose="02020603050405020304" pitchFamily="18" charset="0"/>
              </a:rPr>
              <a:t> Data ở PLC CPU , </a:t>
            </a:r>
            <a:r>
              <a:rPr lang="en-US" altLang="ko-KR" sz="1200" err="1" smtClean="0">
                <a:latin typeface="Times New Roman" panose="02020603050405020304" pitchFamily="18" charset="0"/>
                <a:cs typeface="Times New Roman" panose="02020603050405020304" pitchFamily="18" charset="0"/>
              </a:rPr>
              <a:t>thực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kỹ</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Memory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CPU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từng</a:t>
            </a:r>
            <a:r>
              <a:rPr lang="en-US" altLang="ko-KR" sz="1200" smtClean="0">
                <a:latin typeface="Times New Roman" panose="02020603050405020304" pitchFamily="18" charset="0"/>
                <a:cs typeface="Times New Roman" panose="02020603050405020304" pitchFamily="18" charset="0"/>
              </a:rPr>
              <a:t> Module </a:t>
            </a:r>
            <a:r>
              <a:rPr lang="en-US" altLang="ko-KR" sz="1200" err="1" smtClean="0">
                <a:latin typeface="Times New Roman" panose="02020603050405020304" pitchFamily="18" charset="0"/>
                <a:cs typeface="Times New Roman" panose="02020603050405020304" pitchFamily="18" charset="0"/>
              </a:rPr>
              <a:t>đặc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biệt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nâng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cao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việc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Memory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Buffer Memory (Memory </a:t>
            </a:r>
            <a:r>
              <a:rPr lang="en-US" altLang="ko-KR" sz="1200" err="1" smtClean="0">
                <a:latin typeface="Times New Roman" panose="02020603050405020304" pitchFamily="18" charset="0"/>
                <a:cs typeface="Times New Roman" panose="02020603050405020304" pitchFamily="18" charset="0"/>
              </a:rPr>
              <a:t>dùng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chung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CPU. </a:t>
            </a:r>
            <a:endParaRPr lang="en-US" altLang="ko-KR" sz="1200">
              <a:latin typeface="Times New Roman" panose="02020603050405020304" pitchFamily="18" charset="0"/>
              <a:cs typeface="Times New Roman" panose="02020603050405020304" pitchFamily="18" charset="0"/>
            </a:endParaRPr>
          </a:p>
        </p:txBody>
      </p:sp>
      <p:sp>
        <p:nvSpPr>
          <p:cNvPr id="44035" name="Text Box 17"/>
          <p:cNvSpPr txBox="1">
            <a:spLocks noChangeArrowheads="1"/>
          </p:cNvSpPr>
          <p:nvPr/>
        </p:nvSpPr>
        <p:spPr bwMode="auto">
          <a:xfrm>
            <a:off x="2240734" y="5768975"/>
            <a:ext cx="26448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Hình</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3-6. </a:t>
            </a:r>
            <a:r>
              <a:rPr lang="en-US" altLang="ko-KR" sz="1200" smtClean="0">
                <a:latin typeface="Times New Roman" panose="02020603050405020304" pitchFamily="18" charset="0"/>
                <a:cs typeface="Times New Roman" panose="02020603050405020304" pitchFamily="18" charset="0"/>
              </a:rPr>
              <a:t>Analog </a:t>
            </a:r>
            <a:r>
              <a:rPr lang="en-US" altLang="ko-KR" sz="1200" err="1" smtClean="0">
                <a:latin typeface="Times New Roman" panose="02020603050405020304" pitchFamily="18" charset="0"/>
                <a:cs typeface="Times New Roman" panose="02020603050405020304" pitchFamily="18" charset="0"/>
              </a:rPr>
              <a:t>hóa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en-US" altLang="ko-KR" sz="1200" smtClean="0">
                <a:latin typeface="Times New Roman" panose="02020603050405020304" pitchFamily="18" charset="0"/>
                <a:cs typeface="Times New Roman" panose="02020603050405020304" pitchFamily="18" charset="0"/>
              </a:rPr>
              <a:t> Digital</a:t>
            </a:r>
            <a:endParaRPr lang="ko-KR" altLang="en-US" sz="1200">
              <a:latin typeface="Times New Roman" panose="02020603050405020304" pitchFamily="18" charset="0"/>
              <a:cs typeface="Times New Roman" panose="02020603050405020304" pitchFamily="18" charset="0"/>
            </a:endParaRPr>
          </a:p>
        </p:txBody>
      </p:sp>
      <p:sp>
        <p:nvSpPr>
          <p:cNvPr id="44036" name="Rectangle 18"/>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44037" name="Rectangle 19"/>
          <p:cNvSpPr>
            <a:spLocks noChangeArrowheads="1"/>
          </p:cNvSpPr>
          <p:nvPr/>
        </p:nvSpPr>
        <p:spPr bwMode="auto">
          <a:xfrm>
            <a:off x="7662094" y="79375"/>
            <a:ext cx="2424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a:latin typeface="Times New Roman" panose="02020603050405020304" pitchFamily="18" charset="0"/>
                <a:cs typeface="Times New Roman" panose="02020603050405020304" pitchFamily="18" charset="0"/>
              </a:rPr>
              <a:t>3. </a:t>
            </a:r>
            <a:r>
              <a:rPr lang="fi-FI" altLang="ko-KR" sz="1600" b="1" smtClean="0">
                <a:latin typeface="Times New Roman" panose="02020603050405020304" pitchFamily="18" charset="0"/>
                <a:cs typeface="Times New Roman" panose="02020603050405020304" pitchFamily="18" charset="0"/>
              </a:rPr>
              <a:t>Vai trò từng Unit PLC</a:t>
            </a:r>
            <a:endParaRPr lang="ko-KR" altLang="en-US" sz="1600" b="1">
              <a:latin typeface="Times New Roman" panose="02020603050405020304" pitchFamily="18" charset="0"/>
              <a:cs typeface="Times New Roman" panose="02020603050405020304" pitchFamily="18" charset="0"/>
            </a:endParaRPr>
          </a:p>
        </p:txBody>
      </p:sp>
      <p:grpSp>
        <p:nvGrpSpPr>
          <p:cNvPr id="22" name="Group 20"/>
          <p:cNvGrpSpPr>
            <a:grpSpLocks/>
          </p:cNvGrpSpPr>
          <p:nvPr/>
        </p:nvGrpSpPr>
        <p:grpSpPr bwMode="auto">
          <a:xfrm>
            <a:off x="1627188" y="3033713"/>
            <a:ext cx="3856037" cy="2665412"/>
            <a:chOff x="1025" y="1774"/>
            <a:chExt cx="2429" cy="1679"/>
          </a:xfrm>
        </p:grpSpPr>
        <p:sp>
          <p:nvSpPr>
            <p:cNvPr id="23" name="Line 21"/>
            <p:cNvSpPr>
              <a:spLocks noChangeShapeType="1"/>
            </p:cNvSpPr>
            <p:nvPr/>
          </p:nvSpPr>
          <p:spPr bwMode="auto">
            <a:xfrm>
              <a:off x="1361" y="1978"/>
              <a:ext cx="0" cy="12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p>
          </p:txBody>
        </p:sp>
        <p:sp>
          <p:nvSpPr>
            <p:cNvPr id="24" name="Line 22"/>
            <p:cNvSpPr>
              <a:spLocks noChangeShapeType="1"/>
            </p:cNvSpPr>
            <p:nvPr/>
          </p:nvSpPr>
          <p:spPr bwMode="auto">
            <a:xfrm>
              <a:off x="1361" y="3251"/>
              <a:ext cx="192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p>
          </p:txBody>
        </p:sp>
        <p:sp>
          <p:nvSpPr>
            <p:cNvPr id="25" name="Rectangle 23"/>
            <p:cNvSpPr>
              <a:spLocks noChangeArrowheads="1"/>
            </p:cNvSpPr>
            <p:nvPr/>
          </p:nvSpPr>
          <p:spPr bwMode="auto">
            <a:xfrm>
              <a:off x="1361" y="2635"/>
              <a:ext cx="776" cy="61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26" name="Line 24"/>
            <p:cNvSpPr>
              <a:spLocks noChangeShapeType="1"/>
            </p:cNvSpPr>
            <p:nvPr/>
          </p:nvSpPr>
          <p:spPr bwMode="auto">
            <a:xfrm flipV="1">
              <a:off x="1361" y="2052"/>
              <a:ext cx="1503" cy="11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p>
          </p:txBody>
        </p:sp>
        <p:sp>
          <p:nvSpPr>
            <p:cNvPr id="27" name="Text Box 25"/>
            <p:cNvSpPr txBox="1">
              <a:spLocks noChangeArrowheads="1"/>
            </p:cNvSpPr>
            <p:nvPr/>
          </p:nvSpPr>
          <p:spPr bwMode="auto">
            <a:xfrm>
              <a:off x="1293" y="3226"/>
              <a:ext cx="16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0</a:t>
              </a:r>
            </a:p>
          </p:txBody>
        </p:sp>
        <p:sp>
          <p:nvSpPr>
            <p:cNvPr id="28" name="Text Box 26"/>
            <p:cNvSpPr txBox="1">
              <a:spLocks noChangeArrowheads="1"/>
            </p:cNvSpPr>
            <p:nvPr/>
          </p:nvSpPr>
          <p:spPr bwMode="auto">
            <a:xfrm>
              <a:off x="1222" y="3135"/>
              <a:ext cx="16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0</a:t>
              </a:r>
            </a:p>
          </p:txBody>
        </p:sp>
        <p:sp>
          <p:nvSpPr>
            <p:cNvPr id="29" name="Text Box 27"/>
            <p:cNvSpPr txBox="1">
              <a:spLocks noChangeArrowheads="1"/>
            </p:cNvSpPr>
            <p:nvPr/>
          </p:nvSpPr>
          <p:spPr bwMode="auto">
            <a:xfrm>
              <a:off x="1070" y="2546"/>
              <a:ext cx="32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2000</a:t>
              </a:r>
            </a:p>
          </p:txBody>
        </p:sp>
        <p:sp>
          <p:nvSpPr>
            <p:cNvPr id="30" name="Text Box 28"/>
            <p:cNvSpPr txBox="1">
              <a:spLocks noChangeArrowheads="1"/>
            </p:cNvSpPr>
            <p:nvPr/>
          </p:nvSpPr>
          <p:spPr bwMode="auto">
            <a:xfrm>
              <a:off x="1076" y="1958"/>
              <a:ext cx="32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4000</a:t>
              </a:r>
            </a:p>
          </p:txBody>
        </p:sp>
        <p:sp>
          <p:nvSpPr>
            <p:cNvPr id="31" name="Text Box 29"/>
            <p:cNvSpPr txBox="1">
              <a:spLocks noChangeArrowheads="1"/>
            </p:cNvSpPr>
            <p:nvPr/>
          </p:nvSpPr>
          <p:spPr bwMode="auto">
            <a:xfrm>
              <a:off x="2756" y="3280"/>
              <a:ext cx="23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5V</a:t>
              </a:r>
            </a:p>
          </p:txBody>
        </p:sp>
        <p:sp>
          <p:nvSpPr>
            <p:cNvPr id="32" name="Text Box 30"/>
            <p:cNvSpPr txBox="1">
              <a:spLocks noChangeArrowheads="1"/>
            </p:cNvSpPr>
            <p:nvPr/>
          </p:nvSpPr>
          <p:spPr bwMode="auto">
            <a:xfrm>
              <a:off x="3041" y="3280"/>
              <a:ext cx="41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Analog</a:t>
              </a:r>
            </a:p>
          </p:txBody>
        </p:sp>
        <p:sp>
          <p:nvSpPr>
            <p:cNvPr id="33" name="Text Box 31"/>
            <p:cNvSpPr txBox="1">
              <a:spLocks noChangeArrowheads="1"/>
            </p:cNvSpPr>
            <p:nvPr/>
          </p:nvSpPr>
          <p:spPr bwMode="auto">
            <a:xfrm>
              <a:off x="1025" y="1774"/>
              <a:ext cx="38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Digital</a:t>
              </a:r>
            </a:p>
          </p:txBody>
        </p:sp>
        <p:sp>
          <p:nvSpPr>
            <p:cNvPr id="34" name="Text Box 32"/>
            <p:cNvSpPr txBox="1">
              <a:spLocks noChangeArrowheads="1"/>
            </p:cNvSpPr>
            <p:nvPr/>
          </p:nvSpPr>
          <p:spPr bwMode="auto">
            <a:xfrm>
              <a:off x="1982" y="3277"/>
              <a:ext cx="31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Arial" pitchFamily="34" charset="0"/>
                </a:rPr>
                <a:t>2.5V</a:t>
              </a:r>
            </a:p>
          </p:txBody>
        </p:sp>
        <p:sp>
          <p:nvSpPr>
            <p:cNvPr id="35" name="Rectangle 33"/>
            <p:cNvSpPr>
              <a:spLocks noChangeArrowheads="1"/>
            </p:cNvSpPr>
            <p:nvPr/>
          </p:nvSpPr>
          <p:spPr bwMode="auto">
            <a:xfrm>
              <a:off x="1361" y="2047"/>
              <a:ext cx="1512" cy="120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36" name="Oval 34"/>
            <p:cNvSpPr>
              <a:spLocks noChangeArrowheads="1"/>
            </p:cNvSpPr>
            <p:nvPr/>
          </p:nvSpPr>
          <p:spPr bwMode="auto">
            <a:xfrm>
              <a:off x="2079" y="2579"/>
              <a:ext cx="113" cy="113"/>
            </a:xfrm>
            <a:prstGeom prst="ellipse">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sp>
          <p:nvSpPr>
            <p:cNvPr id="37" name="Oval 35"/>
            <p:cNvSpPr>
              <a:spLocks noChangeArrowheads="1"/>
            </p:cNvSpPr>
            <p:nvPr/>
          </p:nvSpPr>
          <p:spPr bwMode="auto">
            <a:xfrm>
              <a:off x="2812" y="2001"/>
              <a:ext cx="113" cy="113"/>
            </a:xfrm>
            <a:prstGeom prst="ellipse">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ext Box 3"/>
          <p:cNvSpPr txBox="1">
            <a:spLocks noChangeArrowheads="1"/>
          </p:cNvSpPr>
          <p:nvPr/>
        </p:nvSpPr>
        <p:spPr bwMode="auto">
          <a:xfrm>
            <a:off x="247650" y="657225"/>
            <a:ext cx="96583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(4) </a:t>
            </a:r>
            <a:r>
              <a:rPr lang="en-US" altLang="ko-KR" sz="1200" b="1" smtClean="0">
                <a:latin typeface="Times New Roman" panose="02020603050405020304" pitchFamily="18" charset="0"/>
                <a:cs typeface="Times New Roman" panose="02020603050405020304" pitchFamily="18" charset="0"/>
              </a:rPr>
              <a:t>Unit </a:t>
            </a:r>
            <a:r>
              <a:rPr lang="en-US" altLang="ko-KR" sz="1200" b="1" err="1" smtClean="0">
                <a:latin typeface="Times New Roman" panose="02020603050405020304" pitchFamily="18" charset="0"/>
                <a:cs typeface="Times New Roman" panose="02020603050405020304" pitchFamily="18" charset="0"/>
              </a:rPr>
              <a:t>nhập</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xuất</a:t>
            </a:r>
            <a:r>
              <a:rPr lang="en-US" altLang="ko-KR" sz="1200" b="1" smtClean="0">
                <a:latin typeface="Times New Roman" panose="02020603050405020304" pitchFamily="18" charset="0"/>
                <a:cs typeface="Times New Roman" panose="02020603050405020304" pitchFamily="18" charset="0"/>
              </a:rPr>
              <a:t> Digital</a:t>
            </a:r>
            <a:endParaRPr lang="en-US" altLang="ko-KR" sz="1200" b="1">
              <a:latin typeface="Times New Roman" panose="02020603050405020304" pitchFamily="18" charset="0"/>
              <a:cs typeface="Times New Roman" panose="02020603050405020304" pitchFamily="18" charset="0"/>
            </a:endParaRPr>
          </a:p>
        </p:txBody>
      </p:sp>
      <p:sp>
        <p:nvSpPr>
          <p:cNvPr id="45059" name="Rectangle 4"/>
          <p:cNvSpPr>
            <a:spLocks noChangeArrowheads="1"/>
          </p:cNvSpPr>
          <p:nvPr/>
        </p:nvSpPr>
        <p:spPr bwMode="auto">
          <a:xfrm>
            <a:off x="247650" y="957263"/>
            <a:ext cx="9658350" cy="2400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  ① </a:t>
            </a:r>
            <a:r>
              <a:rPr lang="en-US" altLang="ko-KR" sz="1200" b="1" smtClean="0">
                <a:latin typeface="Times New Roman" panose="02020603050405020304" pitchFamily="18" charset="0"/>
                <a:cs typeface="Times New Roman" panose="02020603050405020304" pitchFamily="18" charset="0"/>
              </a:rPr>
              <a:t>Unit </a:t>
            </a:r>
            <a:r>
              <a:rPr lang="en-US" altLang="ko-KR" sz="1200" b="1" err="1" smtClean="0">
                <a:latin typeface="Times New Roman" panose="02020603050405020304" pitchFamily="18" charset="0"/>
                <a:cs typeface="Times New Roman" panose="02020603050405020304" pitchFamily="18" charset="0"/>
              </a:rPr>
              <a:t>nhập</a:t>
            </a:r>
            <a:r>
              <a:rPr lang="en-US" altLang="ko-KR" sz="1200" b="1">
                <a:latin typeface="Times New Roman" panose="02020603050405020304" pitchFamily="18" charset="0"/>
                <a:cs typeface="Times New Roman" panose="02020603050405020304" pitchFamily="18" charset="0"/>
              </a:rPr>
              <a:t> </a:t>
            </a:r>
            <a:r>
              <a:rPr lang="en-US" altLang="ko-KR" sz="1200" b="1" smtClean="0">
                <a:latin typeface="Times New Roman" panose="02020603050405020304" pitchFamily="18" charset="0"/>
                <a:cs typeface="Times New Roman" panose="02020603050405020304" pitchFamily="18" charset="0"/>
              </a:rPr>
              <a:t>Digital</a:t>
            </a:r>
            <a:endParaRPr lang="en-US" altLang="ko-KR" sz="1200" b="1">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Unit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Digital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ON, OFF </a:t>
            </a:r>
            <a:r>
              <a:rPr lang="en-US" altLang="ko-KR" sz="1200" err="1" smtClean="0">
                <a:latin typeface="Times New Roman" panose="02020603050405020304" pitchFamily="18" charset="0"/>
                <a:cs typeface="Times New Roman" panose="02020603050405020304" pitchFamily="18" charset="0"/>
              </a:rPr>
              <a:t>từ</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 Được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tin </a:t>
            </a:r>
            <a:r>
              <a:rPr lang="en-US" altLang="ko-KR" sz="1200" err="1" smtClean="0">
                <a:latin typeface="Times New Roman" panose="02020603050405020304" pitchFamily="18" charset="0"/>
                <a:cs typeface="Times New Roman" panose="02020603050405020304" pitchFamily="18" charset="0"/>
              </a:rPr>
              <a:t>trạng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Những</a:t>
            </a:r>
            <a:r>
              <a:rPr lang="en-US" altLang="ko-KR" sz="1200" smtClean="0">
                <a:latin typeface="Times New Roman" panose="02020603050405020304" pitchFamily="18" charset="0"/>
                <a:cs typeface="Times New Roman" panose="02020603050405020304" pitchFamily="18" charset="0"/>
              </a:rPr>
              <a:t> SENSOR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gắn</a:t>
            </a:r>
            <a:r>
              <a:rPr lang="en-US" altLang="ko-KR" sz="1200" smtClean="0">
                <a:latin typeface="Times New Roman" panose="02020603050405020304" pitchFamily="18" charset="0"/>
                <a:cs typeface="Times New Roman" panose="02020603050405020304" pitchFamily="18" charset="0"/>
              </a:rPr>
              <a:t> ở </a:t>
            </a:r>
            <a:r>
              <a:rPr lang="en-US" altLang="ko-KR" sz="1200" err="1" smtClean="0">
                <a:latin typeface="Times New Roman" panose="02020603050405020304" pitchFamily="18" charset="0"/>
                <a:cs typeface="Times New Roman" panose="02020603050405020304" pitchFamily="18" charset="0"/>
              </a:rPr>
              <a:t>từng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máy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móc</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Nút</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bấm</a:t>
            </a:r>
            <a:r>
              <a:rPr lang="en-US" altLang="ko-KR" sz="1200">
                <a:latin typeface="Times New Roman" panose="02020603050405020304" pitchFamily="18" charset="0"/>
                <a:cs typeface="Times New Roman" panose="02020603050405020304" pitchFamily="18" charset="0"/>
              </a:rPr>
              <a:t> hay switch </a:t>
            </a:r>
            <a:r>
              <a:rPr lang="en-US" altLang="ko-KR" sz="1200" err="1">
                <a:latin typeface="Times New Roman" panose="02020603050405020304" pitchFamily="18" charset="0"/>
                <a:cs typeface="Times New Roman" panose="02020603050405020304" pitchFamily="18" charset="0"/>
              </a:rPr>
              <a:t>của</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tấm</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panel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nối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nhưng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mỗi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cái</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lực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nhau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chọn</a:t>
            </a:r>
            <a:r>
              <a:rPr lang="en-US" altLang="ko-KR" sz="1200" smtClean="0">
                <a:latin typeface="Times New Roman" panose="02020603050405020304" pitchFamily="18" charset="0"/>
                <a:cs typeface="Times New Roman" panose="02020603050405020304" pitchFamily="18" charset="0"/>
              </a:rPr>
              <a:t> Unit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thích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đó</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Trường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Module Type </a:t>
            </a:r>
            <a:r>
              <a:rPr lang="en-US" altLang="ko-KR" sz="1200" err="1" smtClean="0">
                <a:latin typeface="Times New Roman" panose="02020603050405020304" pitchFamily="18" charset="0"/>
                <a:cs typeface="Times New Roman" panose="02020603050405020304" pitchFamily="18" charset="0"/>
              </a:rPr>
              <a:t>lựa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chọn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thích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việc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thì</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Block Type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sung </a:t>
            </a:r>
            <a:r>
              <a:rPr lang="en-US" altLang="ko-KR" sz="1200" err="1" smtClean="0">
                <a:latin typeface="Times New Roman" panose="02020603050405020304" pitchFamily="18" charset="0"/>
                <a:cs typeface="Times New Roman" panose="02020603050405020304" pitchFamily="18" charset="0"/>
              </a:rPr>
              <a:t>các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sung </a:t>
            </a:r>
            <a:r>
              <a:rPr lang="en-US" altLang="ko-KR" sz="1200" err="1">
                <a:latin typeface="Times New Roman" panose="02020603050405020304" pitchFamily="18" charset="0"/>
                <a:cs typeface="Times New Roman" panose="02020603050405020304" pitchFamily="18" charset="0"/>
              </a:rPr>
              <a:t>thích</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hợp</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và</a:t>
            </a: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thay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lực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dùng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rồi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theo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hình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Unit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DC,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AC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từng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ly</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(Isolated type)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ly</a:t>
            </a:r>
            <a:r>
              <a:rPr lang="en-US" altLang="ko-KR" sz="1200" smtClean="0">
                <a:latin typeface="Times New Roman" panose="02020603050405020304" pitchFamily="18" charset="0"/>
                <a:cs typeface="Times New Roman" panose="02020603050405020304" pitchFamily="18" charset="0"/>
              </a:rPr>
              <a:t>.   </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Việc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gọi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ly</a:t>
            </a:r>
            <a:r>
              <a:rPr lang="en-US" altLang="ko-KR" sz="1200" smtClean="0">
                <a:latin typeface="Times New Roman" panose="02020603050405020304" pitchFamily="18" charset="0"/>
                <a:cs typeface="Times New Roman" panose="02020603050405020304" pitchFamily="18" charset="0"/>
              </a:rPr>
              <a:t> ở </a:t>
            </a:r>
            <a:r>
              <a:rPr lang="en-US" altLang="ko-KR" sz="1200" err="1" smtClean="0">
                <a:latin typeface="Times New Roman" panose="02020603050405020304" pitchFamily="18" charset="0"/>
                <a:cs typeface="Times New Roman" panose="02020603050405020304" pitchFamily="18" charset="0"/>
              </a:rPr>
              <a:t>đây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 </a:t>
            </a:r>
            <a:r>
              <a:rPr lang="en-US" altLang="ko-KR" sz="1200" err="1" smtClean="0">
                <a:latin typeface="Times New Roman" panose="02020603050405020304" pitchFamily="18" charset="0"/>
                <a:cs typeface="Times New Roman" panose="02020603050405020304" pitchFamily="18" charset="0"/>
              </a:rPr>
              <a:t>đặt</a:t>
            </a:r>
            <a:r>
              <a:rPr lang="en-US" altLang="ko-KR" sz="1200" smtClean="0">
                <a:latin typeface="Times New Roman" panose="02020603050405020304" pitchFamily="18" charset="0"/>
                <a:cs typeface="Times New Roman" panose="02020603050405020304" pitchFamily="18" charset="0"/>
              </a:rPr>
              <a:t> Photo Coupler ở </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trúc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mạnh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bằng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ly</a:t>
            </a:r>
            <a:r>
              <a:rPr lang="en-US" altLang="ko-KR" sz="1200" smtClean="0">
                <a:latin typeface="Times New Roman" panose="02020603050405020304" pitchFamily="18" charset="0"/>
                <a:cs typeface="Times New Roman" panose="02020603050405020304" pitchFamily="18" charset="0"/>
              </a:rPr>
              <a:t> ở </a:t>
            </a:r>
            <a:r>
              <a:rPr lang="en-US" altLang="ko-KR" sz="1200" err="1" smtClean="0">
                <a:latin typeface="Times New Roman" panose="02020603050405020304" pitchFamily="18" charset="0"/>
                <a:cs typeface="Times New Roman" panose="02020603050405020304" pitchFamily="18" charset="0"/>
              </a:rPr>
              <a:t>khoảng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giữa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bộ</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ngoài</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p:txBody>
      </p:sp>
      <p:graphicFrame>
        <p:nvGraphicFramePr>
          <p:cNvPr id="1766456" name="Group 56"/>
          <p:cNvGraphicFramePr>
            <a:graphicFrameLocks noGrp="1"/>
          </p:cNvGraphicFramePr>
          <p:nvPr>
            <p:extLst>
              <p:ext uri="{D42A27DB-BD31-4B8C-83A1-F6EECF244321}">
                <p14:modId xmlns:p14="http://schemas.microsoft.com/office/powerpoint/2010/main" val="160520887"/>
              </p:ext>
            </p:extLst>
          </p:nvPr>
        </p:nvGraphicFramePr>
        <p:xfrm>
          <a:off x="1316038" y="3860800"/>
          <a:ext cx="6521450" cy="2447927"/>
        </p:xfrm>
        <a:graphic>
          <a:graphicData uri="http://schemas.openxmlformats.org/drawingml/2006/table">
            <a:tbl>
              <a:tblPr/>
              <a:tblGrid>
                <a:gridCol w="1630362"/>
                <a:gridCol w="815975"/>
                <a:gridCol w="2444750"/>
                <a:gridCol w="1630363"/>
              </a:tblGrid>
              <a:tr h="311150">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Hình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thức</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nhập</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vào</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DC</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vào</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AC</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14337">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áp</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vào</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đúng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quy</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cách</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DC 24V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Không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phân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cực</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AC 100~120V</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50/60Hz</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28600">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Dòng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vào</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đúng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quy</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cách</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10mA/</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điểm</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10mA/</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điểm</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row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Thao</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tác</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áp</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ON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Trên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19V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AC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dưới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80V</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OFF</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Dưới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6V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AC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dưới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30V</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6063">
                <a:tc row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Thời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gian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phản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hồi</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ON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Dưới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10ms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15ms</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OFF</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Dưới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10ms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10ms</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Biểu</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thị</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vào</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LED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màu</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xanh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lá</a:t>
                      </a:r>
                      <a:endPar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LED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màu</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xanh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lá</a:t>
                      </a:r>
                      <a:endPar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Phương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thức</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ly</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Photo Coupler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Photo Coupler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45105" name="Text Box 50"/>
          <p:cNvSpPr txBox="1">
            <a:spLocks noChangeArrowheads="1"/>
          </p:cNvSpPr>
          <p:nvPr/>
        </p:nvSpPr>
        <p:spPr bwMode="auto">
          <a:xfrm>
            <a:off x="3392596" y="3514725"/>
            <a:ext cx="23619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Bảng</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2.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số</a:t>
            </a:r>
            <a:r>
              <a:rPr lang="en-US" altLang="ko-KR" sz="1200" smtClean="0">
                <a:latin typeface="Times New Roman" panose="02020603050405020304" pitchFamily="18" charset="0"/>
                <a:cs typeface="Times New Roman" panose="02020603050405020304" pitchFamily="18" charset="0"/>
              </a:rPr>
              <a:t> unit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Digital</a:t>
            </a:r>
            <a:endParaRPr lang="ko-KR" altLang="en-US" sz="1200">
              <a:latin typeface="Times New Roman" panose="02020603050405020304" pitchFamily="18" charset="0"/>
              <a:cs typeface="Times New Roman" panose="02020603050405020304" pitchFamily="18" charset="0"/>
            </a:endParaRPr>
          </a:p>
        </p:txBody>
      </p:sp>
      <p:sp>
        <p:nvSpPr>
          <p:cNvPr id="45106" name="Rectangle 57"/>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45107" name="Rectangle 58"/>
          <p:cNvSpPr>
            <a:spLocks noChangeArrowheads="1"/>
          </p:cNvSpPr>
          <p:nvPr/>
        </p:nvSpPr>
        <p:spPr bwMode="auto">
          <a:xfrm>
            <a:off x="7662094" y="79375"/>
            <a:ext cx="2424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a:latin typeface="Times New Roman" panose="02020603050405020304" pitchFamily="18" charset="0"/>
                <a:cs typeface="Times New Roman" panose="02020603050405020304" pitchFamily="18" charset="0"/>
              </a:rPr>
              <a:t>3. </a:t>
            </a:r>
            <a:r>
              <a:rPr lang="fi-FI" altLang="ko-KR" sz="1600" b="1" smtClean="0">
                <a:latin typeface="Times New Roman" panose="02020603050405020304" pitchFamily="18" charset="0"/>
                <a:cs typeface="Times New Roman" panose="02020603050405020304" pitchFamily="18" charset="0"/>
              </a:rPr>
              <a:t>Vai trò từng Unit PLC</a:t>
            </a:r>
            <a:endParaRPr lang="ko-KR" altLang="en-US" sz="1600" b="1">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3"/>
          <p:cNvSpPr>
            <a:spLocks noChangeArrowheads="1"/>
          </p:cNvSpPr>
          <p:nvPr/>
        </p:nvSpPr>
        <p:spPr bwMode="auto">
          <a:xfrm>
            <a:off x="320675" y="762000"/>
            <a:ext cx="9493250"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② </a:t>
            </a:r>
            <a:r>
              <a:rPr lang="en-US" altLang="ko-KR" sz="1200" b="1" smtClean="0">
                <a:latin typeface="Times New Roman" panose="02020603050405020304" pitchFamily="18" charset="0"/>
                <a:cs typeface="Times New Roman" panose="02020603050405020304" pitchFamily="18" charset="0"/>
              </a:rPr>
              <a:t>Unit </a:t>
            </a:r>
            <a:r>
              <a:rPr lang="en-US" altLang="ko-KR" sz="1200" b="1" err="1" smtClean="0">
                <a:latin typeface="Times New Roman" panose="02020603050405020304" pitchFamily="18" charset="0"/>
                <a:cs typeface="Times New Roman" panose="02020603050405020304" pitchFamily="18" charset="0"/>
              </a:rPr>
              <a:t>xuất</a:t>
            </a:r>
            <a:r>
              <a:rPr lang="en-US" altLang="ko-KR" sz="1200" b="1" smtClean="0">
                <a:latin typeface="Times New Roman" panose="02020603050405020304" pitchFamily="18" charset="0"/>
                <a:cs typeface="Times New Roman" panose="02020603050405020304" pitchFamily="18" charset="0"/>
              </a:rPr>
              <a:t> Digital </a:t>
            </a:r>
          </a:p>
          <a:p>
            <a:pP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 </a:t>
            </a:r>
            <a:r>
              <a:rPr lang="en-US" altLang="ko-KR" sz="1200" b="1" smtClean="0">
                <a:latin typeface="Times New Roman" panose="02020603050405020304" pitchFamily="18" charset="0"/>
                <a:cs typeface="Times New Roman" panose="02020603050405020304" pitchFamily="18" charset="0"/>
              </a:rPr>
              <a:t>  Unit </a:t>
            </a:r>
            <a:r>
              <a:rPr lang="en-US" altLang="ko-KR" sz="1200" b="1" err="1" smtClean="0">
                <a:latin typeface="Times New Roman" panose="02020603050405020304" pitchFamily="18" charset="0"/>
                <a:cs typeface="Times New Roman" panose="02020603050405020304" pitchFamily="18" charset="0"/>
              </a:rPr>
              <a:t>đầu</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ra</a:t>
            </a:r>
            <a:r>
              <a:rPr lang="en-US" altLang="ko-KR" sz="1200" b="1"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Digital </a:t>
            </a: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hiệu</a:t>
            </a:r>
            <a:r>
              <a:rPr lang="en-US" altLang="ko-KR" sz="1200" smtClean="0">
                <a:latin typeface="Times New Roman" panose="02020603050405020304" pitchFamily="18" charset="0"/>
                <a:cs typeface="Times New Roman" panose="02020603050405020304" pitchFamily="18" charset="0"/>
              </a:rPr>
              <a:t> ON </a:t>
            </a:r>
            <a:r>
              <a:rPr lang="en-US" altLang="ko-KR" sz="1200" err="1" smtClean="0">
                <a:latin typeface="Times New Roman" panose="02020603050405020304" pitchFamily="18" charset="0"/>
                <a:cs typeface="Times New Roman" panose="02020603050405020304" pitchFamily="18" charset="0"/>
              </a:rPr>
              <a:t>hoạc</a:t>
            </a:r>
            <a:r>
              <a:rPr lang="en-US" altLang="ko-KR" sz="1200" smtClean="0">
                <a:latin typeface="Times New Roman" panose="02020603050405020304" pitchFamily="18" charset="0"/>
                <a:cs typeface="Times New Roman" panose="02020603050405020304" pitchFamily="18" charset="0"/>
              </a:rPr>
              <a:t> OFF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hành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hoạt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máy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móc</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ea typeface="½Å¸íÁ¶"/>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nối</a:t>
            </a:r>
            <a:r>
              <a:rPr lang="en-US" altLang="ko-KR" sz="1200" smtClean="0">
                <a:latin typeface="Times New Roman" panose="02020603050405020304" pitchFamily="18" charset="0"/>
                <a:cs typeface="Times New Roman" panose="02020603050405020304" pitchFamily="18" charset="0"/>
              </a:rPr>
              <a:t> , </a:t>
            </a:r>
            <a:r>
              <a:rPr lang="en-US" altLang="ko-KR" sz="1200" err="1" smtClean="0">
                <a:latin typeface="Times New Roman" panose="02020603050405020304" pitchFamily="18" charset="0"/>
                <a:cs typeface="Times New Roman" panose="02020603050405020304" pitchFamily="18" charset="0"/>
              </a:rPr>
              <a:t>chủ</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yếu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Relay, Magnet(MC), Ramp v.v. </a:t>
            </a:r>
            <a:r>
              <a:rPr lang="en-US" altLang="ko-KR" sz="1200" err="1" smtClean="0">
                <a:latin typeface="Times New Roman" panose="02020603050405020304" pitchFamily="18" charset="0"/>
                <a:cs typeface="Times New Roman" panose="02020603050405020304" pitchFamily="18" charset="0"/>
              </a:rPr>
              <a:t>Bước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sau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Magnet </a:t>
            </a:r>
            <a:r>
              <a:rPr lang="en-US" altLang="ko-KR" sz="1200" err="1" smtClean="0">
                <a:latin typeface="Times New Roman" panose="02020603050405020304" pitchFamily="18" charset="0"/>
                <a:cs typeface="Times New Roman" panose="02020603050405020304" pitchFamily="18" charset="0"/>
              </a:rPr>
              <a:t>hoạc</a:t>
            </a:r>
            <a:r>
              <a:rPr lang="en-US" altLang="ko-KR" sz="1200" smtClean="0">
                <a:latin typeface="Times New Roman" panose="02020603050405020304" pitchFamily="18" charset="0"/>
                <a:cs typeface="Times New Roman" panose="02020603050405020304" pitchFamily="18" charset="0"/>
              </a:rPr>
              <a:t> Relay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nối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Valve </a:t>
            </a:r>
            <a:r>
              <a:rPr lang="en-US" altLang="ko-KR" sz="1200" err="1" smtClean="0">
                <a:latin typeface="Times New Roman" panose="02020603050405020304" pitchFamily="18" charset="0"/>
                <a:cs typeface="Times New Roman" panose="02020603050405020304" pitchFamily="18" charset="0"/>
              </a:rPr>
              <a:t>hoạc</a:t>
            </a:r>
            <a:r>
              <a:rPr lang="en-US" altLang="ko-KR" sz="1200" smtClean="0">
                <a:latin typeface="Times New Roman" panose="02020603050405020304" pitchFamily="18" charset="0"/>
                <a:cs typeface="Times New Roman" panose="02020603050405020304" pitchFamily="18" charset="0"/>
              </a:rPr>
              <a:t> Monitor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hoạt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động</a:t>
            </a:r>
            <a:r>
              <a:rPr lang="en-US" altLang="ko-KR" sz="1200" smtClean="0">
                <a:latin typeface="Times New Roman" panose="02020603050405020304" pitchFamily="18" charset="0"/>
                <a:cs typeface="Times New Roman" panose="02020603050405020304" pitchFamily="18" charset="0"/>
              </a:rPr>
              <a:t>)</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Những</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thiết</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bị</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hoạt</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động</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này</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mỗi</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thiết</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bị</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sử</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dụng</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điện</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áp</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và</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điện</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lực</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khác</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nhau</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nên</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phải</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lựa</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chọn</a:t>
            </a:r>
            <a:r>
              <a:rPr lang="en-US" altLang="ko-KR" sz="1200" smtClean="0">
                <a:latin typeface="Times New Roman" panose="02020603050405020304" pitchFamily="18" charset="0"/>
                <a:ea typeface="½Å¸íÁ¶"/>
                <a:cs typeface="Times New Roman" panose="02020603050405020304" pitchFamily="18" charset="0"/>
              </a:rPr>
              <a:t> Unit </a:t>
            </a:r>
            <a:r>
              <a:rPr lang="en-US" altLang="ko-KR" sz="1200" err="1" smtClean="0">
                <a:latin typeface="Times New Roman" panose="02020603050405020304" pitchFamily="18" charset="0"/>
                <a:ea typeface="½Å¸íÁ¶"/>
                <a:cs typeface="Times New Roman" panose="02020603050405020304" pitchFamily="18" charset="0"/>
              </a:rPr>
              <a:t>đầu</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ra</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phù</a:t>
            </a:r>
            <a:r>
              <a:rPr lang="en-US" altLang="ko-KR" sz="1200" smtClean="0">
                <a:latin typeface="Times New Roman" panose="02020603050405020304" pitchFamily="18" charset="0"/>
                <a:ea typeface="½Å¸íÁ¶"/>
                <a:cs typeface="Times New Roman" panose="02020603050405020304" pitchFamily="18" charset="0"/>
              </a:rPr>
              <a:t> </a:t>
            </a:r>
            <a:r>
              <a:rPr lang="en-US" altLang="ko-KR" sz="1200" err="1" smtClean="0">
                <a:latin typeface="Times New Roman" panose="02020603050405020304" pitchFamily="18" charset="0"/>
                <a:ea typeface="½Å¸íÁ¶"/>
                <a:cs typeface="Times New Roman" panose="02020603050405020304" pitchFamily="18" charset="0"/>
              </a:rPr>
              <a:t>hợp</a:t>
            </a:r>
            <a:r>
              <a:rPr lang="en-US" altLang="ko-KR" sz="1200" smtClean="0">
                <a:latin typeface="Times New Roman" panose="02020603050405020304" pitchFamily="18" charset="0"/>
                <a:ea typeface="½Å¸íÁ¶"/>
                <a:cs typeface="Times New Roman" panose="02020603050405020304" pitchFamily="18" charset="0"/>
              </a:rPr>
              <a:t>.</a:t>
            </a:r>
            <a:endParaRPr lang="en-US" altLang="ko-KR" sz="1200">
              <a:latin typeface="Times New Roman" panose="02020603050405020304" pitchFamily="18" charset="0"/>
              <a:ea typeface="½Å¸íÁ¶"/>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Trường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Module Type , </a:t>
            </a:r>
            <a:r>
              <a:rPr lang="en-US" altLang="ko-KR" sz="1200" err="1" smtClean="0">
                <a:latin typeface="Times New Roman" panose="02020603050405020304" pitchFamily="18" charset="0"/>
                <a:cs typeface="Times New Roman" panose="02020603050405020304" pitchFamily="18" charset="0"/>
              </a:rPr>
              <a:t>lựa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chọn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phù</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việc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sung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sung </a:t>
            </a:r>
            <a:r>
              <a:rPr lang="en-US" altLang="ko-KR" sz="1200" err="1" smtClean="0">
                <a:latin typeface="Times New Roman" panose="02020603050405020304" pitchFamily="18" charset="0"/>
                <a:cs typeface="Times New Roman" panose="02020603050405020304" pitchFamily="18" charset="0"/>
              </a:rPr>
              <a:t>phù</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PLC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Block Type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sung </a:t>
            </a:r>
            <a:r>
              <a:rPr lang="en-US" altLang="ko-KR" sz="1200" err="1" smtClean="0">
                <a:latin typeface="Times New Roman" panose="02020603050405020304" pitchFamily="18" charset="0"/>
                <a:cs typeface="Times New Roman" panose="02020603050405020304" pitchFamily="18" charset="0"/>
              </a:rPr>
              <a:t>mạch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sung </a:t>
            </a:r>
            <a:r>
              <a:rPr lang="en-US" altLang="ko-KR" sz="1200" err="1" smtClean="0">
                <a:latin typeface="Times New Roman" panose="02020603050405020304" pitchFamily="18" charset="0"/>
                <a:cs typeface="Times New Roman" panose="02020603050405020304" pitchFamily="18" charset="0"/>
              </a:rPr>
              <a:t>phù</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với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thay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đổi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rồi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lực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ea typeface="½Å¸íÁ¶"/>
                <a:cs typeface="Times New Roman" panose="02020603050405020304" pitchFamily="18" charset="0"/>
              </a:rPr>
              <a:t>.</a:t>
            </a:r>
            <a:endParaRPr lang="en-US" altLang="ko-KR" sz="1200">
              <a:latin typeface="Times New Roman" panose="02020603050405020304" pitchFamily="18" charset="0"/>
              <a:ea typeface="½Å¸íÁ¶"/>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theo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hình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tiếp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mà</a:t>
            </a:r>
            <a:r>
              <a:rPr lang="en-US" altLang="ko-KR" sz="1200" smtClean="0">
                <a:latin typeface="Times New Roman" panose="02020603050405020304" pitchFamily="18" charset="0"/>
                <a:cs typeface="Times New Roman" panose="02020603050405020304" pitchFamily="18" charset="0"/>
              </a:rPr>
              <a:t> Unit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SSR,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TR, </a:t>
            </a: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Relay.</a:t>
            </a:r>
            <a:endParaRPr lang="en-US" altLang="ko-KR" sz="1200">
              <a:latin typeface="Times New Roman" panose="02020603050405020304" pitchFamily="18" charset="0"/>
              <a:cs typeface="Times New Roman" panose="02020603050405020304" pitchFamily="18" charset="0"/>
            </a:endParaRPr>
          </a:p>
        </p:txBody>
      </p:sp>
      <p:graphicFrame>
        <p:nvGraphicFramePr>
          <p:cNvPr id="1767474" name="Group 50"/>
          <p:cNvGraphicFramePr>
            <a:graphicFrameLocks noGrp="1"/>
          </p:cNvGraphicFramePr>
          <p:nvPr>
            <p:extLst>
              <p:ext uri="{D42A27DB-BD31-4B8C-83A1-F6EECF244321}">
                <p14:modId xmlns:p14="http://schemas.microsoft.com/office/powerpoint/2010/main" val="2846729930"/>
              </p:ext>
            </p:extLst>
          </p:nvPr>
        </p:nvGraphicFramePr>
        <p:xfrm>
          <a:off x="869950" y="3441700"/>
          <a:ext cx="6604000" cy="2616200"/>
        </p:xfrm>
        <a:graphic>
          <a:graphicData uri="http://schemas.openxmlformats.org/drawingml/2006/table">
            <a:tbl>
              <a:tblPr/>
              <a:tblGrid>
                <a:gridCol w="1320800"/>
                <a:gridCol w="1320800"/>
                <a:gridCol w="1320800"/>
                <a:gridCol w="1320800"/>
                <a:gridCol w="1320800"/>
              </a:tblGrid>
              <a:tr h="406400">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Hình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thức</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xuất</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Relay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xuất</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SSR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xuất</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xuất</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92125">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áp</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truyền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tải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đúng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quy</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cách</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AC 250V</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DC 30V</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AC85~250V</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50/60Hz</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DC 24V</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98475">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lực</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truyền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tải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đúng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quy</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cách</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2A/</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điểm</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8A/8điểm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2A/</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điểm</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5A/8</a:t>
                      </a:r>
                      <a:r>
                        <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điểm</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2A/</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điểm</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5A/8điểm</a:t>
                      </a:r>
                      <a:endParaRPr kumimoji="1" lang="ko-KR" altLang="en-US" sz="9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04800">
                <a:tc row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Thời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gian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phản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hồi</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Off → On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Dưới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10ms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Dưới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1ms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Dưới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1ms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04800">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On → Off</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Dưới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10ms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Dưới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1ms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Dưới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1ms </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04800">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Thể</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hiện</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gridSpan="3">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LED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màu</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xanh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lá</a:t>
                      </a:r>
                      <a:endPar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hMerge="1">
                  <a:txBody>
                    <a:bodyPr/>
                    <a:lstStyle/>
                    <a:p>
                      <a:pPr latinLnBrk="1"/>
                      <a:endParaRPr lang="ko-KR" altLang="en-US"/>
                    </a:p>
                  </a:txBody>
                  <a:tcPr/>
                </a:tc>
              </a:tr>
              <a:tr h="304800">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Phương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thức</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gridSpan="3">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Photo Coupler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hMerge="1">
                  <a:txBody>
                    <a:bodyPr/>
                    <a:lstStyle/>
                    <a:p>
                      <a:pPr latinLnBrk="1"/>
                      <a:endParaRPr lang="ko-KR" altLang="en-US"/>
                    </a:p>
                  </a:txBody>
                  <a:tcPr/>
                </a:tc>
              </a:tr>
            </a:tbl>
          </a:graphicData>
        </a:graphic>
      </p:graphicFrame>
      <p:sp>
        <p:nvSpPr>
          <p:cNvPr id="46123" name="Text Box 44"/>
          <p:cNvSpPr txBox="1">
            <a:spLocks noChangeArrowheads="1"/>
          </p:cNvSpPr>
          <p:nvPr/>
        </p:nvSpPr>
        <p:spPr bwMode="auto">
          <a:xfrm>
            <a:off x="2977626" y="3082925"/>
            <a:ext cx="23283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Bảng</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3. </a:t>
            </a:r>
            <a:r>
              <a:rPr lang="en-US" altLang="ko-KR" sz="1200" err="1" smtClean="0">
                <a:latin typeface="Times New Roman" panose="02020603050405020304" pitchFamily="18" charset="0"/>
                <a:cs typeface="Times New Roman" panose="02020603050405020304" pitchFamily="18" charset="0"/>
              </a:rPr>
              <a:t>Thông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số</a:t>
            </a:r>
            <a:r>
              <a:rPr lang="en-US" altLang="ko-KR" sz="1200" smtClean="0">
                <a:latin typeface="Times New Roman" panose="02020603050405020304" pitchFamily="18" charset="0"/>
                <a:cs typeface="Times New Roman" panose="02020603050405020304" pitchFamily="18" charset="0"/>
              </a:rPr>
              <a:t> unit </a:t>
            </a:r>
            <a:r>
              <a:rPr lang="en-US" altLang="ko-KR" sz="1200" err="1" smtClean="0">
                <a:latin typeface="Times New Roman" panose="02020603050405020304" pitchFamily="18" charset="0"/>
                <a:cs typeface="Times New Roman" panose="02020603050405020304" pitchFamily="18" charset="0"/>
              </a:rPr>
              <a:t>xuât</a:t>
            </a:r>
            <a:r>
              <a:rPr lang="en-US" altLang="ko-KR" sz="1200" smtClean="0">
                <a:latin typeface="Times New Roman" panose="02020603050405020304" pitchFamily="18" charset="0"/>
                <a:cs typeface="Times New Roman" panose="02020603050405020304" pitchFamily="18" charset="0"/>
              </a:rPr>
              <a:t> Digital</a:t>
            </a:r>
            <a:endParaRPr lang="ko-KR" altLang="en-US" sz="1200">
              <a:latin typeface="Times New Roman" panose="02020603050405020304" pitchFamily="18" charset="0"/>
              <a:cs typeface="Times New Roman" panose="02020603050405020304" pitchFamily="18" charset="0"/>
            </a:endParaRPr>
          </a:p>
        </p:txBody>
      </p:sp>
      <p:sp>
        <p:nvSpPr>
          <p:cNvPr id="46124" name="Rectangle 51"/>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46125" name="Rectangle 52"/>
          <p:cNvSpPr>
            <a:spLocks noChangeArrowheads="1"/>
          </p:cNvSpPr>
          <p:nvPr/>
        </p:nvSpPr>
        <p:spPr bwMode="auto">
          <a:xfrm>
            <a:off x="7581292" y="79375"/>
            <a:ext cx="2424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a:latin typeface="Times New Roman" panose="02020603050405020304" pitchFamily="18" charset="0"/>
                <a:cs typeface="Times New Roman" panose="02020603050405020304" pitchFamily="18" charset="0"/>
              </a:rPr>
              <a:t>3. </a:t>
            </a:r>
            <a:r>
              <a:rPr lang="fi-FI" altLang="ko-KR" sz="1600" b="1" smtClean="0">
                <a:latin typeface="Times New Roman" panose="02020603050405020304" pitchFamily="18" charset="0"/>
                <a:cs typeface="Times New Roman" panose="02020603050405020304" pitchFamily="18" charset="0"/>
              </a:rPr>
              <a:t>Vai trò từng Unit PLC</a:t>
            </a:r>
            <a:endParaRPr lang="ko-KR" altLang="en-US" sz="1600" b="1">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ChangeArrowheads="1"/>
          </p:cNvSpPr>
          <p:nvPr/>
        </p:nvSpPr>
        <p:spPr bwMode="auto">
          <a:xfrm>
            <a:off x="210010" y="630238"/>
            <a:ext cx="15135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4. </a:t>
            </a:r>
            <a:r>
              <a:rPr lang="en-US" altLang="ko-KR" sz="1600" b="1" err="1" smtClean="0">
                <a:latin typeface="Times New Roman" panose="02020603050405020304" pitchFamily="18" charset="0"/>
                <a:cs typeface="Times New Roman" panose="02020603050405020304" pitchFamily="18" charset="0"/>
              </a:rPr>
              <a:t>Phân</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bổ</a:t>
            </a:r>
            <a:r>
              <a:rPr lang="en-US" altLang="ko-KR" sz="1600" b="1" smtClean="0">
                <a:latin typeface="Times New Roman" panose="02020603050405020304" pitchFamily="18" charset="0"/>
                <a:cs typeface="Times New Roman" panose="02020603050405020304" pitchFamily="18" charset="0"/>
              </a:rPr>
              <a:t> </a:t>
            </a:r>
            <a:r>
              <a:rPr lang="en-US" altLang="ko-KR" sz="1600" b="1">
                <a:latin typeface="Times New Roman" panose="02020603050405020304" pitchFamily="18" charset="0"/>
                <a:cs typeface="Times New Roman" panose="02020603050405020304" pitchFamily="18" charset="0"/>
              </a:rPr>
              <a:t>I/O </a:t>
            </a:r>
            <a:endParaRPr lang="ko-KR" altLang="en-US" sz="1600" b="1">
              <a:latin typeface="Times New Roman" panose="02020603050405020304" pitchFamily="18" charset="0"/>
              <a:cs typeface="Times New Roman" panose="02020603050405020304" pitchFamily="18" charset="0"/>
            </a:endParaRPr>
          </a:p>
        </p:txBody>
      </p:sp>
      <p:sp>
        <p:nvSpPr>
          <p:cNvPr id="47107" name="Text Box 3"/>
          <p:cNvSpPr txBox="1">
            <a:spLocks noChangeArrowheads="1"/>
          </p:cNvSpPr>
          <p:nvPr/>
        </p:nvSpPr>
        <p:spPr bwMode="auto">
          <a:xfrm>
            <a:off x="501650" y="963613"/>
            <a:ext cx="7831439" cy="33547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smtClean="0">
                <a:solidFill>
                  <a:srgbClr val="000000"/>
                </a:solidFill>
                <a:latin typeface="Times New Roman" panose="02020603050405020304" pitchFamily="18" charset="0"/>
                <a:cs typeface="Times New Roman" panose="02020603050405020304" pitchFamily="18" charset="0"/>
              </a:rPr>
              <a:t>4-1. </a:t>
            </a:r>
            <a:r>
              <a:rPr lang="en-US" altLang="ko-KR" sz="1400" b="1" err="1" smtClean="0">
                <a:solidFill>
                  <a:srgbClr val="000000"/>
                </a:solidFill>
                <a:latin typeface="Times New Roman" panose="02020603050405020304" pitchFamily="18" charset="0"/>
                <a:cs typeface="Times New Roman" panose="02020603050405020304" pitchFamily="18" charset="0"/>
              </a:rPr>
              <a:t>Phân</a:t>
            </a:r>
            <a:r>
              <a:rPr lang="en-US" altLang="ko-KR" sz="1400" b="1" smtClean="0">
                <a:solidFill>
                  <a:srgbClr val="000000"/>
                </a:solidFill>
                <a:latin typeface="Times New Roman" panose="02020603050405020304" pitchFamily="18" charset="0"/>
                <a:cs typeface="Times New Roman" panose="02020603050405020304" pitchFamily="18" charset="0"/>
              </a:rPr>
              <a:t> </a:t>
            </a:r>
            <a:r>
              <a:rPr lang="en-US" altLang="ko-KR" sz="1400" b="1" err="1" smtClean="0">
                <a:solidFill>
                  <a:srgbClr val="000000"/>
                </a:solidFill>
                <a:latin typeface="Times New Roman" panose="02020603050405020304" pitchFamily="18" charset="0"/>
                <a:cs typeface="Times New Roman" panose="02020603050405020304" pitchFamily="18" charset="0"/>
              </a:rPr>
              <a:t>bổ</a:t>
            </a:r>
            <a:r>
              <a:rPr lang="en-US" altLang="ko-KR" sz="1400" b="1" smtClean="0">
                <a:solidFill>
                  <a:srgbClr val="000000"/>
                </a:solidFill>
                <a:latin typeface="Times New Roman" panose="02020603050405020304" pitchFamily="18" charset="0"/>
                <a:cs typeface="Times New Roman" panose="02020603050405020304" pitchFamily="18" charset="0"/>
              </a:rPr>
              <a:t> I/O</a:t>
            </a:r>
            <a:r>
              <a:rPr lang="en-US" altLang="ko-KR" sz="1200" b="1" smtClean="0">
                <a:solidFill>
                  <a:srgbClr val="000000"/>
                </a:solidFill>
                <a:latin typeface="Times New Roman" panose="02020603050405020304" pitchFamily="18" charset="0"/>
                <a:cs typeface="Times New Roman" panose="02020603050405020304" pitchFamily="18" charset="0"/>
              </a:rPr>
              <a:t> ban </a:t>
            </a:r>
            <a:r>
              <a:rPr lang="en-US" altLang="ko-KR" sz="1200" b="1" err="1" smtClean="0">
                <a:solidFill>
                  <a:srgbClr val="000000"/>
                </a:solidFill>
                <a:latin typeface="Times New Roman" panose="02020603050405020304" pitchFamily="18" charset="0"/>
                <a:cs typeface="Times New Roman" panose="02020603050405020304" pitchFamily="18" charset="0"/>
              </a:rPr>
              <a:t>đầu</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từng</a:t>
            </a:r>
            <a:r>
              <a:rPr lang="en-US" altLang="ko-KR" sz="1200" b="1" smtClean="0">
                <a:solidFill>
                  <a:srgbClr val="000000"/>
                </a:solidFill>
                <a:latin typeface="Times New Roman" panose="02020603050405020304" pitchFamily="18" charset="0"/>
                <a:cs typeface="Times New Roman" panose="02020603050405020304" pitchFamily="18" charset="0"/>
              </a:rPr>
              <a:t> Module</a:t>
            </a:r>
            <a:endParaRPr lang="ko-KR" altLang="en-US" sz="1200">
              <a:solidFill>
                <a:srgbClr val="00000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I/O </a:t>
            </a:r>
            <a:r>
              <a:rPr lang="en-US" altLang="ko-KR" sz="1200" err="1" smtClean="0">
                <a:latin typeface="Times New Roman" panose="02020603050405020304" pitchFamily="18" charset="0"/>
                <a:cs typeface="Times New Roman" panose="02020603050405020304" pitchFamily="18" charset="0"/>
              </a:rPr>
              <a:t>chiếm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hữu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từng</a:t>
            </a:r>
            <a:r>
              <a:rPr lang="en-US" altLang="ko-KR" sz="1200" smtClean="0">
                <a:latin typeface="Times New Roman" panose="02020603050405020304" pitchFamily="18" charset="0"/>
                <a:cs typeface="Times New Roman" panose="02020603050405020304" pitchFamily="18" charset="0"/>
              </a:rPr>
              <a:t> Module(Card)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cấu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tạo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PLC.</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chỉ</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từng</a:t>
            </a:r>
            <a:r>
              <a:rPr lang="en-US" altLang="ko-KR" sz="1200" smtClean="0">
                <a:latin typeface="Times New Roman" panose="02020603050405020304" pitchFamily="18" charset="0"/>
                <a:cs typeface="Times New Roman" panose="02020603050405020304" pitchFamily="18" charset="0"/>
              </a:rPr>
              <a:t> I/O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tùy</a:t>
            </a:r>
            <a:r>
              <a:rPr lang="en-US" altLang="ko-KR" sz="1200" smtClean="0">
                <a:latin typeface="Times New Roman" panose="02020603050405020304" pitchFamily="18" charset="0"/>
                <a:cs typeface="Times New Roman" panose="02020603050405020304" pitchFamily="18" charset="0"/>
              </a:rPr>
              <a:t> ý </a:t>
            </a:r>
            <a:r>
              <a:rPr lang="en-US" altLang="ko-KR" sz="1200" err="1" smtClean="0">
                <a:latin typeface="Times New Roman" panose="02020603050405020304" pitchFamily="18" charset="0"/>
                <a:cs typeface="Times New Roman" panose="02020603050405020304" pitchFamily="18" charset="0"/>
              </a:rPr>
              <a:t>dựa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thiết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phụ</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quyết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định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theo</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gắn</a:t>
            </a:r>
            <a:r>
              <a:rPr lang="en-US" altLang="ko-KR" sz="1200" smtClean="0">
                <a:latin typeface="Times New Roman" panose="02020603050405020304" pitchFamily="18" charset="0"/>
                <a:cs typeface="Times New Roman" panose="02020603050405020304" pitchFamily="18" charset="0"/>
              </a:rPr>
              <a:t> ở Base </a:t>
            </a:r>
            <a:r>
              <a:rPr lang="en-US" altLang="ko-KR" sz="1200" err="1" smtClean="0">
                <a:latin typeface="Times New Roman" panose="02020603050405020304" pitchFamily="18" charset="0"/>
                <a:cs typeface="Times New Roman" panose="02020603050405020304" pitchFamily="18" charset="0"/>
              </a:rPr>
              <a:t>cơ</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bản</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Vì</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quản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theo</a:t>
            </a:r>
            <a:r>
              <a:rPr lang="en-US" altLang="ko-KR" sz="1200" smtClean="0">
                <a:latin typeface="Times New Roman" panose="02020603050405020304" pitchFamily="18" charset="0"/>
                <a:cs typeface="Times New Roman" panose="02020603050405020304" pitchFamily="18" charset="0"/>
              </a:rPr>
              <a:t> I/O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từng</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Module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trường</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hợp</a:t>
            </a:r>
            <a:r>
              <a:rPr lang="en-US" altLang="ko-KR" sz="1200">
                <a:latin typeface="Times New Roman" panose="02020603050405020304" pitchFamily="18" charset="0"/>
                <a:cs typeface="Times New Roman" panose="02020603050405020304" pitchFamily="18" charset="0"/>
              </a:rPr>
              <a:t> CPU </a:t>
            </a:r>
            <a:r>
              <a:rPr lang="en-US" altLang="ko-KR" sz="1200" err="1">
                <a:latin typeface="Times New Roman" panose="02020603050405020304" pitchFamily="18" charset="0"/>
                <a:cs typeface="Times New Roman" panose="02020603050405020304" pitchFamily="18" charset="0"/>
              </a:rPr>
              <a:t>cho</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và</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nhận</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từng</a:t>
            </a:r>
            <a:r>
              <a:rPr lang="en-US" altLang="ko-KR" sz="1200">
                <a:latin typeface="Times New Roman" panose="02020603050405020304" pitchFamily="18" charset="0"/>
                <a:cs typeface="Times New Roman" panose="02020603050405020304" pitchFamily="18" charset="0"/>
              </a:rPr>
              <a:t> Module </a:t>
            </a:r>
            <a:r>
              <a:rPr lang="en-US" altLang="ko-KR" sz="1200" err="1">
                <a:latin typeface="Times New Roman" panose="02020603050405020304" pitchFamily="18" charset="0"/>
                <a:cs typeface="Times New Roman" panose="02020603050405020304" pitchFamily="18" charset="0"/>
              </a:rPr>
              <a:t>và</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Data </a:t>
            </a:r>
            <a:r>
              <a:rPr lang="en-US" altLang="ko-KR" sz="1200" err="1" smtClean="0">
                <a:latin typeface="Times New Roman" panose="02020603050405020304" pitchFamily="18" charset="0"/>
                <a:cs typeface="Times New Roman" panose="02020603050405020304" pitchFamily="18" charset="0"/>
              </a:rPr>
              <a:t>nên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phải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I/O .</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I/O </a:t>
            </a:r>
            <a:r>
              <a:rPr lang="en-US" altLang="ko-KR" sz="1200" err="1" smtClean="0">
                <a:latin typeface="Times New Roman" panose="02020603050405020304" pitchFamily="18" charset="0"/>
                <a:cs typeface="Times New Roman" panose="02020603050405020304" pitchFamily="18" charset="0"/>
              </a:rPr>
              <a:t>này</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Loader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cũng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nó</a:t>
            </a:r>
            <a:r>
              <a:rPr lang="en-US" altLang="ko-KR" sz="1200" smtClean="0">
                <a:latin typeface="Times New Roman" panose="02020603050405020304" pitchFamily="18" charset="0"/>
                <a:cs typeface="Times New Roman" panose="02020603050405020304" pitchFamily="18" charset="0"/>
              </a:rPr>
              <a:t>.</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điểm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chiếm</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hữu</a:t>
            </a:r>
            <a:r>
              <a:rPr lang="en-US" altLang="ko-KR" sz="1200" smtClean="0">
                <a:latin typeface="Times New Roman" panose="02020603050405020304" pitchFamily="18" charset="0"/>
                <a:cs typeface="Times New Roman" panose="02020603050405020304" pitchFamily="18" charset="0"/>
              </a:rPr>
              <a:t> I/O </a:t>
            </a:r>
            <a:r>
              <a:rPr lang="en-US" altLang="ko-KR" sz="1200" err="1" smtClean="0">
                <a:latin typeface="Times New Roman" panose="02020603050405020304" pitchFamily="18" charset="0"/>
                <a:cs typeface="Times New Roman" panose="02020603050405020304" pitchFamily="18" charset="0"/>
              </a:rPr>
              <a:t>được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bổ</a:t>
            </a:r>
            <a:r>
              <a:rPr lang="en-US" altLang="ko-KR" sz="1200" smtClean="0">
                <a:latin typeface="Times New Roman" panose="02020603050405020304" pitchFamily="18" charset="0"/>
                <a:cs typeface="Times New Roman" panose="02020603050405020304" pitchFamily="18" charset="0"/>
              </a:rPr>
              <a:t> ở </a:t>
            </a:r>
            <a:r>
              <a:rPr lang="en-US" altLang="ko-KR" sz="1200" err="1" smtClean="0">
                <a:latin typeface="Times New Roman" panose="02020603050405020304" pitchFamily="18" charset="0"/>
                <a:cs typeface="Times New Roman" panose="02020603050405020304" pitchFamily="18" charset="0"/>
              </a:rPr>
              <a:t>từng</a:t>
            </a:r>
            <a:r>
              <a:rPr lang="en-US" altLang="ko-KR" sz="1200" smtClean="0">
                <a:latin typeface="Times New Roman" panose="02020603050405020304" pitchFamily="18" charset="0"/>
                <a:cs typeface="Times New Roman" panose="02020603050405020304" pitchFamily="18" charset="0"/>
              </a:rPr>
              <a:t> Module </a:t>
            </a: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QX40   : </a:t>
            </a:r>
            <a:r>
              <a:rPr lang="en-US" altLang="ko-KR" sz="1200" smtClean="0">
                <a:latin typeface="Times New Roman" panose="02020603050405020304" pitchFamily="18" charset="0"/>
                <a:cs typeface="Times New Roman" panose="02020603050405020304" pitchFamily="18" charset="0"/>
              </a:rPr>
              <a:t>16điểm</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QY40   : </a:t>
            </a:r>
            <a:r>
              <a:rPr lang="en-US" altLang="ko-KR" sz="1200" smtClean="0">
                <a:latin typeface="Times New Roman" panose="02020603050405020304" pitchFamily="18" charset="0"/>
                <a:cs typeface="Times New Roman" panose="02020603050405020304" pitchFamily="18" charset="0"/>
              </a:rPr>
              <a:t>16điểm</a:t>
            </a:r>
            <a:r>
              <a:rPr lang="ko-KR" altLang="en-US" sz="1200" smtClean="0">
                <a:latin typeface="Times New Roman" panose="02020603050405020304" pitchFamily="18" charset="0"/>
                <a:cs typeface="Times New Roman" panose="02020603050405020304" pitchFamily="18" charset="0"/>
              </a:rPr>
              <a:t> </a:t>
            </a: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QX41   : </a:t>
            </a:r>
            <a:r>
              <a:rPr lang="en-US" altLang="ko-KR" sz="1200" smtClean="0">
                <a:latin typeface="Times New Roman" panose="02020603050405020304" pitchFamily="18" charset="0"/>
                <a:cs typeface="Times New Roman" panose="02020603050405020304" pitchFamily="18" charset="0"/>
              </a:rPr>
              <a:t>32điểm</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QY41   : </a:t>
            </a:r>
            <a:r>
              <a:rPr lang="en-US" altLang="ko-KR" sz="1200" smtClean="0">
                <a:latin typeface="Times New Roman" panose="02020603050405020304" pitchFamily="18" charset="0"/>
                <a:cs typeface="Times New Roman" panose="02020603050405020304" pitchFamily="18" charset="0"/>
              </a:rPr>
              <a:t>32điểm</a:t>
            </a: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QX42   : </a:t>
            </a:r>
            <a:r>
              <a:rPr lang="en-US" altLang="ko-KR" sz="1200" smtClean="0">
                <a:latin typeface="Times New Roman" panose="02020603050405020304" pitchFamily="18" charset="0"/>
                <a:cs typeface="Times New Roman" panose="02020603050405020304" pitchFamily="18" charset="0"/>
              </a:rPr>
              <a:t>64điểm</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QY42   : </a:t>
            </a:r>
            <a:r>
              <a:rPr lang="en-US" altLang="ko-KR" sz="1200" smtClean="0">
                <a:latin typeface="Times New Roman" panose="02020603050405020304" pitchFamily="18" charset="0"/>
                <a:cs typeface="Times New Roman" panose="02020603050405020304" pitchFamily="18" charset="0"/>
              </a:rPr>
              <a:t>64điểm</a:t>
            </a: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Q64AD : </a:t>
            </a:r>
            <a:r>
              <a:rPr lang="en-US" altLang="ko-KR" sz="1200" smtClean="0">
                <a:latin typeface="Times New Roman" panose="02020603050405020304" pitchFamily="18" charset="0"/>
                <a:cs typeface="Times New Roman" panose="02020603050405020304" pitchFamily="18" charset="0"/>
              </a:rPr>
              <a:t>16điểm</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Q62DA : </a:t>
            </a:r>
            <a:r>
              <a:rPr lang="en-US" altLang="ko-KR" sz="1200" smtClean="0">
                <a:latin typeface="Times New Roman" panose="02020603050405020304" pitchFamily="18" charset="0"/>
                <a:cs typeface="Times New Roman" panose="02020603050405020304" pitchFamily="18" charset="0"/>
              </a:rPr>
              <a:t>16điểm</a:t>
            </a:r>
            <a:endParaRPr lang="ko-KR" altLang="en-US"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Slot </a:t>
            </a:r>
            <a:r>
              <a:rPr lang="en-US" altLang="ko-KR" sz="1200" err="1" smtClean="0">
                <a:latin typeface="Times New Roman" panose="02020603050405020304" pitchFamily="18" charset="0"/>
                <a:cs typeface="Times New Roman" panose="02020603050405020304" pitchFamily="18" charset="0"/>
              </a:rPr>
              <a:t>trống</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16điểm</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Module </a:t>
            </a:r>
            <a:r>
              <a:rPr lang="en-US" altLang="ko-KR" sz="1200" err="1" smtClean="0">
                <a:latin typeface="Times New Roman" panose="02020603050405020304" pitchFamily="18" charset="0"/>
                <a:cs typeface="Times New Roman" panose="02020603050405020304" pitchFamily="18" charset="0"/>
              </a:rPr>
              <a:t>đặc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biệt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ngoại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trừ</a:t>
            </a:r>
            <a:r>
              <a:rPr lang="en-US" altLang="ko-KR" sz="1200" smtClean="0">
                <a:latin typeface="Times New Roman" panose="02020603050405020304" pitchFamily="18" charset="0"/>
                <a:cs typeface="Times New Roman" panose="02020603050405020304" pitchFamily="18" charset="0"/>
              </a:rPr>
              <a:t> AD,DA: 32điểm</a:t>
            </a:r>
            <a:r>
              <a:rPr lang="ko-KR" altLang="en-US" sz="1200" smtClean="0">
                <a:latin typeface="Times New Roman" panose="02020603050405020304" pitchFamily="18" charset="0"/>
                <a:cs typeface="Times New Roman" panose="02020603050405020304" pitchFamily="18" charset="0"/>
              </a:rPr>
              <a:t> </a:t>
            </a:r>
            <a:endParaRPr lang="ko-KR" altLang="en-US" sz="1200">
              <a:latin typeface="Times New Roman" panose="02020603050405020304" pitchFamily="18" charset="0"/>
              <a:cs typeface="Times New Roman" panose="02020603050405020304" pitchFamily="18" charset="0"/>
            </a:endParaRPr>
          </a:p>
        </p:txBody>
      </p:sp>
      <p:sp>
        <p:nvSpPr>
          <p:cNvPr id="47120" name="Rectangle 7"/>
          <p:cNvSpPr>
            <a:spLocks noChangeArrowheads="1"/>
          </p:cNvSpPr>
          <p:nvPr/>
        </p:nvSpPr>
        <p:spPr bwMode="auto">
          <a:xfrm>
            <a:off x="2528889" y="4482244"/>
            <a:ext cx="693738" cy="11430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90000"/>
              </a:lnSpc>
              <a:spcBef>
                <a:spcPct val="50000"/>
              </a:spcBef>
              <a:buFontTx/>
              <a:buNone/>
            </a:pPr>
            <a:r>
              <a:rPr lang="en-US" altLang="ko-KR" sz="1100" err="1" smtClean="0">
                <a:latin typeface="Times New Roman" panose="02020603050405020304" pitchFamily="18" charset="0"/>
                <a:cs typeface="Times New Roman" panose="02020603050405020304" pitchFamily="18" charset="0"/>
              </a:rPr>
              <a:t>Đầu</a:t>
            </a:r>
            <a:r>
              <a:rPr lang="en-US" altLang="ko-KR" sz="1100" smtClean="0">
                <a:latin typeface="Times New Roman" panose="02020603050405020304" pitchFamily="18" charset="0"/>
                <a:cs typeface="Times New Roman" panose="02020603050405020304" pitchFamily="18" charset="0"/>
              </a:rPr>
              <a:t> </a:t>
            </a:r>
            <a:r>
              <a:rPr lang="en-US" altLang="ko-KR" sz="1100" err="1" smtClean="0">
                <a:latin typeface="Times New Roman" panose="02020603050405020304" pitchFamily="18" charset="0"/>
                <a:cs typeface="Times New Roman" panose="02020603050405020304" pitchFamily="18" charset="0"/>
              </a:rPr>
              <a:t>vào</a:t>
            </a:r>
            <a:r>
              <a:rPr lang="en-US" altLang="ko-KR" sz="11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QX41 </a:t>
            </a:r>
          </a:p>
          <a:p>
            <a:pPr algn="ctr" eaLnBrk="1" hangingPunct="1">
              <a:lnSpc>
                <a:spcPct val="90000"/>
              </a:lnSpc>
              <a:spcBef>
                <a:spcPct val="50000"/>
              </a:spcBef>
              <a:buFontTx/>
              <a:buNone/>
            </a:pPr>
            <a:endParaRPr lang="en-US" altLang="ko-KR" sz="1200">
              <a:latin typeface="Times New Roman" panose="02020603050405020304" pitchFamily="18" charset="0"/>
              <a:cs typeface="Times New Roman" panose="02020603050405020304" pitchFamily="18" charset="0"/>
            </a:endParaRPr>
          </a:p>
          <a:p>
            <a:pPr algn="ctr" eaLnBrk="1" hangingPunct="1">
              <a:lnSpc>
                <a:spcPct val="4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32điểm</a:t>
            </a:r>
            <a:endParaRPr lang="ko-KR" altLang="en-US" sz="1200">
              <a:latin typeface="Times New Roman" panose="02020603050405020304" pitchFamily="18" charset="0"/>
              <a:cs typeface="Times New Roman" panose="02020603050405020304" pitchFamily="18" charset="0"/>
            </a:endParaRPr>
          </a:p>
        </p:txBody>
      </p:sp>
      <p:sp>
        <p:nvSpPr>
          <p:cNvPr id="47121" name="Rectangle 8"/>
          <p:cNvSpPr>
            <a:spLocks noChangeArrowheads="1"/>
          </p:cNvSpPr>
          <p:nvPr/>
        </p:nvSpPr>
        <p:spPr bwMode="auto">
          <a:xfrm>
            <a:off x="3222627" y="4483100"/>
            <a:ext cx="693738" cy="11430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Đầu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QY40</a:t>
            </a:r>
            <a:endParaRPr lang="en-US" altLang="ko-KR" sz="1200">
              <a:latin typeface="Times New Roman" panose="02020603050405020304" pitchFamily="18" charset="0"/>
              <a:cs typeface="Times New Roman" panose="02020603050405020304" pitchFamily="18" charset="0"/>
            </a:endParaRPr>
          </a:p>
          <a:p>
            <a:pPr algn="ctr" eaLnBrk="1" hangingPunct="1">
              <a:lnSpc>
                <a:spcPct val="100000"/>
              </a:lnSpc>
              <a:spcBef>
                <a:spcPct val="50000"/>
              </a:spcBef>
              <a:buFontTx/>
              <a:buNone/>
            </a:pP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16điểm</a:t>
            </a:r>
            <a:endParaRPr lang="ko-KR" altLang="en-US" sz="1200">
              <a:latin typeface="Times New Roman" panose="02020603050405020304" pitchFamily="18" charset="0"/>
              <a:cs typeface="Times New Roman" panose="02020603050405020304" pitchFamily="18" charset="0"/>
            </a:endParaRPr>
          </a:p>
        </p:txBody>
      </p:sp>
      <p:sp>
        <p:nvSpPr>
          <p:cNvPr id="47122" name="Rectangle 9"/>
          <p:cNvSpPr>
            <a:spLocks noChangeArrowheads="1"/>
          </p:cNvSpPr>
          <p:nvPr/>
        </p:nvSpPr>
        <p:spPr bwMode="auto">
          <a:xfrm>
            <a:off x="3916364" y="4483100"/>
            <a:ext cx="693738" cy="11430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Slot </a:t>
            </a:r>
            <a:r>
              <a:rPr lang="en-US" altLang="ko-KR" sz="1200" err="1" smtClean="0">
                <a:latin typeface="Times New Roman" panose="02020603050405020304" pitchFamily="18" charset="0"/>
                <a:cs typeface="Times New Roman" panose="02020603050405020304" pitchFamily="18" charset="0"/>
              </a:rPr>
              <a:t>trống</a:t>
            </a:r>
            <a:endParaRPr lang="en-US" altLang="ko-KR" sz="1200">
              <a:latin typeface="Times New Roman" panose="02020603050405020304" pitchFamily="18" charset="0"/>
              <a:cs typeface="Times New Roman" panose="02020603050405020304" pitchFamily="18" charset="0"/>
            </a:endParaRPr>
          </a:p>
          <a:p>
            <a:pPr algn="ct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16điểm</a:t>
            </a:r>
            <a:endParaRPr lang="ko-KR" altLang="en-US" sz="1200">
              <a:latin typeface="Times New Roman" panose="02020603050405020304" pitchFamily="18" charset="0"/>
              <a:cs typeface="Times New Roman" panose="02020603050405020304" pitchFamily="18" charset="0"/>
            </a:endParaRPr>
          </a:p>
        </p:txBody>
      </p:sp>
      <p:sp>
        <p:nvSpPr>
          <p:cNvPr id="47123" name="Rectangle 10"/>
          <p:cNvSpPr>
            <a:spLocks noChangeArrowheads="1"/>
          </p:cNvSpPr>
          <p:nvPr/>
        </p:nvSpPr>
        <p:spPr bwMode="auto">
          <a:xfrm>
            <a:off x="4610102" y="4483100"/>
            <a:ext cx="693738" cy="11430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Q64AD</a:t>
            </a:r>
          </a:p>
          <a:p>
            <a:pPr algn="ctr" eaLnBrk="1" hangingPunct="1">
              <a:lnSpc>
                <a:spcPct val="10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16điểm</a:t>
            </a:r>
            <a:endParaRPr lang="ko-KR" altLang="en-US" sz="1200">
              <a:latin typeface="Times New Roman" panose="02020603050405020304" pitchFamily="18" charset="0"/>
              <a:cs typeface="Times New Roman" panose="02020603050405020304" pitchFamily="18" charset="0"/>
            </a:endParaRPr>
          </a:p>
        </p:txBody>
      </p:sp>
      <p:sp>
        <p:nvSpPr>
          <p:cNvPr id="47124" name="Rectangle 11"/>
          <p:cNvSpPr>
            <a:spLocks noChangeArrowheads="1"/>
          </p:cNvSpPr>
          <p:nvPr/>
        </p:nvSpPr>
        <p:spPr bwMode="auto">
          <a:xfrm>
            <a:off x="5303839" y="4483100"/>
            <a:ext cx="693738" cy="11430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70000"/>
              </a:lnSpc>
              <a:spcBef>
                <a:spcPct val="50000"/>
              </a:spcBef>
              <a:buFontTx/>
              <a:buNone/>
            </a:pPr>
            <a:r>
              <a:rPr lang="en-US" altLang="ko-KR" sz="1200">
                <a:latin typeface="Times New Roman" panose="02020603050405020304" pitchFamily="18" charset="0"/>
                <a:cs typeface="Times New Roman" panose="02020603050405020304" pitchFamily="18" charset="0"/>
              </a:rPr>
              <a:t>Q62DA</a:t>
            </a:r>
          </a:p>
          <a:p>
            <a:pPr algn="ctr" eaLnBrk="1" hangingPunct="1">
              <a:lnSpc>
                <a:spcPct val="110000"/>
              </a:lnSpc>
              <a:spcBef>
                <a:spcPct val="50000"/>
              </a:spcBef>
              <a:buFontTx/>
              <a:buNone/>
            </a:pPr>
            <a:r>
              <a:rPr lang="en-US" altLang="ko-KR" sz="1200" smtClean="0">
                <a:latin typeface="Times New Roman" panose="02020603050405020304" pitchFamily="18" charset="0"/>
                <a:cs typeface="Times New Roman" panose="02020603050405020304" pitchFamily="18" charset="0"/>
              </a:rPr>
              <a:t>16điểm</a:t>
            </a:r>
            <a:endParaRPr lang="ko-KR" altLang="en-US" sz="1200">
              <a:latin typeface="Times New Roman" panose="02020603050405020304" pitchFamily="18" charset="0"/>
              <a:cs typeface="Times New Roman" panose="02020603050405020304" pitchFamily="18" charset="0"/>
            </a:endParaRPr>
          </a:p>
        </p:txBody>
      </p:sp>
      <p:sp>
        <p:nvSpPr>
          <p:cNvPr id="47125" name="Text Box 12"/>
          <p:cNvSpPr txBox="1">
            <a:spLocks noChangeArrowheads="1"/>
          </p:cNvSpPr>
          <p:nvPr/>
        </p:nvSpPr>
        <p:spPr bwMode="auto">
          <a:xfrm>
            <a:off x="1166524" y="4783214"/>
            <a:ext cx="60304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Nguồn</a:t>
            </a:r>
            <a:endParaRPr lang="en-US" altLang="ko-KR" sz="1200">
              <a:latin typeface="Times New Roman" panose="02020603050405020304" pitchFamily="18" charset="0"/>
              <a:cs typeface="Times New Roman" panose="02020603050405020304" pitchFamily="18" charset="0"/>
            </a:endParaRPr>
          </a:p>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Cấp</a:t>
            </a:r>
            <a:endParaRPr lang="ko-KR" altLang="en-US" sz="1200">
              <a:latin typeface="Times New Roman" panose="02020603050405020304" pitchFamily="18" charset="0"/>
              <a:cs typeface="Times New Roman" panose="02020603050405020304" pitchFamily="18" charset="0"/>
            </a:endParaRPr>
          </a:p>
        </p:txBody>
      </p:sp>
      <p:sp>
        <p:nvSpPr>
          <p:cNvPr id="47126" name="Text Box 13"/>
          <p:cNvSpPr txBox="1">
            <a:spLocks noChangeArrowheads="1"/>
          </p:cNvSpPr>
          <p:nvPr/>
        </p:nvSpPr>
        <p:spPr bwMode="auto">
          <a:xfrm>
            <a:off x="2051945" y="4581128"/>
            <a:ext cx="294838" cy="82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C</a:t>
            </a:r>
          </a:p>
          <a:p>
            <a:pPr algn="ct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P</a:t>
            </a:r>
          </a:p>
          <a:p>
            <a:pPr algn="ct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U</a:t>
            </a:r>
          </a:p>
        </p:txBody>
      </p:sp>
      <p:sp>
        <p:nvSpPr>
          <p:cNvPr id="47109" name="Text Box 14"/>
          <p:cNvSpPr txBox="1">
            <a:spLocks noChangeArrowheads="1"/>
          </p:cNvSpPr>
          <p:nvPr/>
        </p:nvSpPr>
        <p:spPr bwMode="auto">
          <a:xfrm>
            <a:off x="713958" y="4451350"/>
            <a:ext cx="3818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smtClean="0">
                <a:latin typeface="Times New Roman" panose="02020603050405020304" pitchFamily="18" charset="0"/>
                <a:cs typeface="Times New Roman" panose="02020603050405020304" pitchFamily="18" charset="0"/>
              </a:rPr>
              <a:t>ex)</a:t>
            </a:r>
            <a:endParaRPr lang="en-US" altLang="ko-KR" sz="1200" b="1">
              <a:latin typeface="Times New Roman" panose="02020603050405020304" pitchFamily="18" charset="0"/>
              <a:cs typeface="Times New Roman" panose="02020603050405020304" pitchFamily="18" charset="0"/>
            </a:endParaRPr>
          </a:p>
        </p:txBody>
      </p:sp>
      <p:sp>
        <p:nvSpPr>
          <p:cNvPr id="47110" name="Text Box 15"/>
          <p:cNvSpPr txBox="1">
            <a:spLocks noChangeArrowheads="1"/>
          </p:cNvSpPr>
          <p:nvPr/>
        </p:nvSpPr>
        <p:spPr bwMode="auto">
          <a:xfrm>
            <a:off x="2692153" y="5668963"/>
            <a:ext cx="346569"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00</a:t>
            </a:r>
          </a:p>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a:t>
            </a:r>
          </a:p>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1F</a:t>
            </a:r>
          </a:p>
        </p:txBody>
      </p:sp>
      <p:sp>
        <p:nvSpPr>
          <p:cNvPr id="47111" name="Text Box 16"/>
          <p:cNvSpPr txBox="1">
            <a:spLocks noChangeArrowheads="1"/>
          </p:cNvSpPr>
          <p:nvPr/>
        </p:nvSpPr>
        <p:spPr bwMode="auto">
          <a:xfrm>
            <a:off x="3376365" y="5668963"/>
            <a:ext cx="346569"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20</a:t>
            </a:r>
          </a:p>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a:t>
            </a:r>
          </a:p>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2F</a:t>
            </a:r>
          </a:p>
        </p:txBody>
      </p:sp>
      <p:sp>
        <p:nvSpPr>
          <p:cNvPr id="47112" name="Text Box 17"/>
          <p:cNvSpPr txBox="1">
            <a:spLocks noChangeArrowheads="1"/>
          </p:cNvSpPr>
          <p:nvPr/>
        </p:nvSpPr>
        <p:spPr bwMode="auto">
          <a:xfrm>
            <a:off x="4093915" y="5668963"/>
            <a:ext cx="346569"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30</a:t>
            </a:r>
          </a:p>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a:t>
            </a:r>
          </a:p>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3F</a:t>
            </a:r>
          </a:p>
        </p:txBody>
      </p:sp>
      <p:sp>
        <p:nvSpPr>
          <p:cNvPr id="47113" name="Text Box 18"/>
          <p:cNvSpPr txBox="1">
            <a:spLocks noChangeArrowheads="1"/>
          </p:cNvSpPr>
          <p:nvPr/>
        </p:nvSpPr>
        <p:spPr bwMode="auto">
          <a:xfrm>
            <a:off x="4778128" y="5678488"/>
            <a:ext cx="346569"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40</a:t>
            </a:r>
          </a:p>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a:t>
            </a:r>
          </a:p>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4F</a:t>
            </a:r>
          </a:p>
        </p:txBody>
      </p:sp>
      <p:sp>
        <p:nvSpPr>
          <p:cNvPr id="47114" name="Text Box 19"/>
          <p:cNvSpPr txBox="1">
            <a:spLocks noChangeArrowheads="1"/>
          </p:cNvSpPr>
          <p:nvPr/>
        </p:nvSpPr>
        <p:spPr bwMode="auto">
          <a:xfrm>
            <a:off x="5498853" y="5678488"/>
            <a:ext cx="346569"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50</a:t>
            </a:r>
          </a:p>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a:t>
            </a:r>
          </a:p>
          <a:p>
            <a:pPr algn="ctr" eaLnBrk="1" hangingPunct="1">
              <a:lnSpc>
                <a:spcPct val="60000"/>
              </a:lnSpc>
              <a:spcBef>
                <a:spcPct val="50000"/>
              </a:spcBef>
              <a:buFontTx/>
              <a:buNone/>
            </a:pPr>
            <a:r>
              <a:rPr lang="en-US" altLang="ko-KR" sz="1200">
                <a:latin typeface="Times New Roman" panose="02020603050405020304" pitchFamily="18" charset="0"/>
                <a:cs typeface="Times New Roman" panose="02020603050405020304" pitchFamily="18" charset="0"/>
              </a:rPr>
              <a:t>5F</a:t>
            </a:r>
          </a:p>
        </p:txBody>
      </p:sp>
      <p:sp>
        <p:nvSpPr>
          <p:cNvPr id="47115" name="Text Box 20"/>
          <p:cNvSpPr txBox="1">
            <a:spLocks noChangeArrowheads="1"/>
          </p:cNvSpPr>
          <p:nvPr/>
        </p:nvSpPr>
        <p:spPr bwMode="auto">
          <a:xfrm>
            <a:off x="6393160" y="4695825"/>
            <a:ext cx="3482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err="1" smtClean="0">
                <a:latin typeface="Times New Roman" panose="02020603050405020304" pitchFamily="18" charset="0"/>
                <a:cs typeface="Times New Roman" panose="02020603050405020304" pitchFamily="18" charset="0"/>
              </a:rPr>
              <a:t>Số</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lần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được</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phân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bổ</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từng</a:t>
            </a:r>
            <a:r>
              <a:rPr lang="en-US" altLang="ko-KR" sz="1200" b="1" smtClean="0">
                <a:latin typeface="Times New Roman" panose="02020603050405020304" pitchFamily="18" charset="0"/>
                <a:cs typeface="Times New Roman" panose="02020603050405020304" pitchFamily="18" charset="0"/>
              </a:rPr>
              <a:t> Module (Card) </a:t>
            </a:r>
            <a:r>
              <a:rPr lang="en-US" altLang="ko-KR" sz="1200" b="1" err="1" smtClean="0">
                <a:latin typeface="Times New Roman" panose="02020603050405020304" pitchFamily="18" charset="0"/>
                <a:cs typeface="Times New Roman" panose="02020603050405020304" pitchFamily="18" charset="0"/>
              </a:rPr>
              <a:t>riêng</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được</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phân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bổ</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theo</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số</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thập</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lục</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phân</a:t>
            </a:r>
            <a:r>
              <a:rPr lang="en-US" altLang="ko-KR" sz="1200" b="1" smtClean="0">
                <a:latin typeface="Times New Roman" panose="02020603050405020304" pitchFamily="18" charset="0"/>
                <a:cs typeface="Times New Roman" panose="02020603050405020304" pitchFamily="18" charset="0"/>
              </a:rPr>
              <a:t> 16.</a:t>
            </a:r>
            <a:endParaRPr lang="en-US" altLang="ko-KR" sz="1200" b="1">
              <a:latin typeface="Times New Roman" panose="02020603050405020304" pitchFamily="18" charset="0"/>
              <a:cs typeface="Times New Roman" panose="02020603050405020304" pitchFamily="18" charset="0"/>
            </a:endParaRPr>
          </a:p>
        </p:txBody>
      </p:sp>
      <p:sp>
        <p:nvSpPr>
          <p:cNvPr id="47116" name="Rectangle 21"/>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47117" name="Rectangle 22"/>
          <p:cNvSpPr>
            <a:spLocks noChangeArrowheads="1"/>
          </p:cNvSpPr>
          <p:nvPr/>
        </p:nvSpPr>
        <p:spPr bwMode="auto">
          <a:xfrm>
            <a:off x="6969224" y="79375"/>
            <a:ext cx="301396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a:latin typeface="Times New Roman" panose="02020603050405020304" pitchFamily="18" charset="0"/>
                <a:cs typeface="Times New Roman" panose="02020603050405020304" pitchFamily="18" charset="0"/>
              </a:rPr>
              <a:t>4. </a:t>
            </a:r>
            <a:r>
              <a:rPr lang="en-US" altLang="ko-KR" sz="1600" b="1" err="1" smtClean="0">
                <a:latin typeface="Times New Roman" panose="02020603050405020304" pitchFamily="18" charset="0"/>
                <a:cs typeface="Times New Roman" panose="02020603050405020304" pitchFamily="18" charset="0"/>
              </a:rPr>
              <a:t>Phân</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bổ</a:t>
            </a:r>
            <a:r>
              <a:rPr lang="en-US" altLang="ko-KR" sz="1600" b="1" smtClean="0">
                <a:latin typeface="Times New Roman" panose="02020603050405020304" pitchFamily="18" charset="0"/>
                <a:cs typeface="Times New Roman" panose="02020603050405020304" pitchFamily="18" charset="0"/>
              </a:rPr>
              <a:t> I/O(</a:t>
            </a:r>
            <a:r>
              <a:rPr lang="en-US" altLang="ko-KR" sz="1600" b="1" err="1" smtClean="0">
                <a:latin typeface="Times New Roman" panose="02020603050405020304" pitchFamily="18" charset="0"/>
                <a:cs typeface="Times New Roman" panose="02020603050405020304" pitchFamily="18" charset="0"/>
              </a:rPr>
              <a:t>điểm</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chiếm</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hữu</a:t>
            </a:r>
            <a:r>
              <a:rPr lang="en-US" altLang="ko-KR" sz="1600" b="1" smtClean="0">
                <a:latin typeface="Times New Roman" panose="02020603050405020304" pitchFamily="18" charset="0"/>
                <a:cs typeface="Times New Roman" panose="02020603050405020304" pitchFamily="18" charset="0"/>
              </a:rPr>
              <a:t>)</a:t>
            </a:r>
            <a:endParaRPr lang="ko-KR" altLang="en-US" sz="1600" b="1">
              <a:latin typeface="Times New Roman" panose="02020603050405020304" pitchFamily="18" charset="0"/>
              <a:cs typeface="Times New Roman" panose="02020603050405020304" pitchFamily="18" charset="0"/>
            </a:endParaRPr>
          </a:p>
        </p:txBody>
      </p:sp>
      <p:sp>
        <p:nvSpPr>
          <p:cNvPr id="22" name="Rectangle 7"/>
          <p:cNvSpPr>
            <a:spLocks noChangeArrowheads="1"/>
          </p:cNvSpPr>
          <p:nvPr/>
        </p:nvSpPr>
        <p:spPr bwMode="auto">
          <a:xfrm>
            <a:off x="1833563" y="4483100"/>
            <a:ext cx="693738" cy="11430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90000"/>
              </a:lnSpc>
              <a:spcBef>
                <a:spcPct val="5000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23" name="Rectangle 7"/>
          <p:cNvSpPr>
            <a:spLocks noChangeArrowheads="1"/>
          </p:cNvSpPr>
          <p:nvPr/>
        </p:nvSpPr>
        <p:spPr bwMode="auto">
          <a:xfrm>
            <a:off x="1133475" y="4483101"/>
            <a:ext cx="693738" cy="11430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90000"/>
              </a:lnSpc>
              <a:spcBef>
                <a:spcPct val="50000"/>
              </a:spcBef>
              <a:buFontTx/>
              <a:buNone/>
            </a:pPr>
            <a:endParaRPr lang="ko-KR" altLang="en-US" sz="1200">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6"/>
          <p:cNvSpPr>
            <a:spLocks noChangeArrowheads="1"/>
          </p:cNvSpPr>
          <p:nvPr/>
        </p:nvSpPr>
        <p:spPr bwMode="auto">
          <a:xfrm>
            <a:off x="158729" y="944563"/>
            <a:ext cx="62103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b="1" err="1" smtClean="0">
                <a:solidFill>
                  <a:srgbClr val="000000"/>
                </a:solidFill>
                <a:latin typeface="Times New Roman" panose="02020603050405020304" pitchFamily="18" charset="0"/>
                <a:cs typeface="Times New Roman" panose="02020603050405020304" pitchFamily="18" charset="0"/>
              </a:rPr>
              <a:t>Luyện</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tập</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Hãy</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tìm</a:t>
            </a:r>
            <a:r>
              <a:rPr lang="en-US" altLang="ko-KR" sz="1200" smtClean="0">
                <a:solidFill>
                  <a:srgbClr val="000000"/>
                </a:solidFill>
                <a:latin typeface="Times New Roman" panose="02020603050405020304" pitchFamily="18" charset="0"/>
                <a:cs typeface="Times New Roman" panose="02020603050405020304" pitchFamily="18" charset="0"/>
              </a:rPr>
              <a:t> I/O </a:t>
            </a:r>
            <a:r>
              <a:rPr lang="en-US" altLang="ko-KR" sz="1200" err="1" smtClean="0">
                <a:solidFill>
                  <a:srgbClr val="000000"/>
                </a:solidFill>
                <a:latin typeface="Times New Roman" panose="02020603050405020304" pitchFamily="18" charset="0"/>
                <a:cs typeface="Times New Roman" panose="02020603050405020304" pitchFamily="18" charset="0"/>
              </a:rPr>
              <a:t>và</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số</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tiếp</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điểm</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được</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tạo</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ra</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trong</a:t>
            </a:r>
            <a:r>
              <a:rPr lang="en-US" altLang="ko-KR" sz="1200" smtClean="0">
                <a:solidFill>
                  <a:srgbClr val="000000"/>
                </a:solidFill>
                <a:latin typeface="Times New Roman" panose="02020603050405020304" pitchFamily="18" charset="0"/>
                <a:cs typeface="Times New Roman" panose="02020603050405020304" pitchFamily="18" charset="0"/>
              </a:rPr>
              <a:t> PLC System </a:t>
            </a:r>
            <a:r>
              <a:rPr lang="en-US" altLang="ko-KR" sz="1200" err="1" smtClean="0">
                <a:solidFill>
                  <a:srgbClr val="000000"/>
                </a:solidFill>
                <a:latin typeface="Times New Roman" panose="02020603050405020304" pitchFamily="18" charset="0"/>
                <a:cs typeface="Times New Roman" panose="02020603050405020304" pitchFamily="18" charset="0"/>
              </a:rPr>
              <a:t>được</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cấu</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tạo</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như</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hình</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dưới</a:t>
            </a:r>
            <a:r>
              <a:rPr lang="en-US" altLang="ko-KR" sz="1200" smtClean="0">
                <a:solidFill>
                  <a:srgbClr val="000000"/>
                </a:solidFill>
                <a:latin typeface="Times New Roman" panose="02020603050405020304" pitchFamily="18" charset="0"/>
                <a:cs typeface="Times New Roman" panose="02020603050405020304" pitchFamily="18" charset="0"/>
              </a:rPr>
              <a:t>.</a:t>
            </a:r>
            <a:endParaRPr lang="en-US" altLang="ko-KR" sz="1200">
              <a:solidFill>
                <a:srgbClr val="000000"/>
              </a:solidFill>
              <a:latin typeface="Times New Roman" panose="02020603050405020304" pitchFamily="18" charset="0"/>
              <a:cs typeface="Times New Roman" panose="02020603050405020304" pitchFamily="18" charset="0"/>
            </a:endParaRPr>
          </a:p>
        </p:txBody>
      </p:sp>
      <p:sp>
        <p:nvSpPr>
          <p:cNvPr id="48131" name="Rectangle 27"/>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grpSp>
        <p:nvGrpSpPr>
          <p:cNvPr id="48132" name="Group 29"/>
          <p:cNvGrpSpPr>
            <a:grpSpLocks/>
          </p:cNvGrpSpPr>
          <p:nvPr/>
        </p:nvGrpSpPr>
        <p:grpSpPr bwMode="auto">
          <a:xfrm>
            <a:off x="912813" y="1371600"/>
            <a:ext cx="7424737" cy="1981200"/>
            <a:chOff x="416" y="864"/>
            <a:chExt cx="4677" cy="1248"/>
          </a:xfrm>
        </p:grpSpPr>
        <p:pic>
          <p:nvPicPr>
            <p:cNvPr id="48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6" y="866"/>
              <a:ext cx="4677" cy="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4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38" y="864"/>
              <a:ext cx="421" cy="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4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2" y="866"/>
              <a:ext cx="416" cy="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50" name="Rectangle 6"/>
            <p:cNvSpPr>
              <a:spLocks noChangeArrowheads="1"/>
            </p:cNvSpPr>
            <p:nvPr/>
          </p:nvSpPr>
          <p:spPr bwMode="auto">
            <a:xfrm>
              <a:off x="1796" y="864"/>
              <a:ext cx="414" cy="203"/>
            </a:xfrm>
            <a:prstGeom prst="rect">
              <a:avLst/>
            </a:prstGeom>
            <a:solidFill>
              <a:schemeClr val="bg1"/>
            </a:solidFill>
            <a:ln w="9525">
              <a:solidFill>
                <a:schemeClr val="tx1"/>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a:latin typeface="Times New Roman" panose="02020603050405020304" pitchFamily="18" charset="0"/>
                  <a:cs typeface="Times New Roman" panose="02020603050405020304" pitchFamily="18" charset="0"/>
                </a:rPr>
                <a:t>QX  42</a:t>
              </a:r>
            </a:p>
          </p:txBody>
        </p:sp>
        <p:sp>
          <p:nvSpPr>
            <p:cNvPr id="48151" name="Rectangle 7"/>
            <p:cNvSpPr>
              <a:spLocks noChangeArrowheads="1"/>
            </p:cNvSpPr>
            <p:nvPr/>
          </p:nvSpPr>
          <p:spPr bwMode="auto">
            <a:xfrm>
              <a:off x="2210" y="866"/>
              <a:ext cx="414" cy="197"/>
            </a:xfrm>
            <a:prstGeom prst="rect">
              <a:avLst/>
            </a:prstGeom>
            <a:solidFill>
              <a:schemeClr val="bg1"/>
            </a:solidFill>
            <a:ln w="9525">
              <a:solidFill>
                <a:schemeClr val="tx1"/>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a:latin typeface="Times New Roman" panose="02020603050405020304" pitchFamily="18" charset="0"/>
                  <a:cs typeface="Times New Roman" panose="02020603050405020304" pitchFamily="18" charset="0"/>
                </a:rPr>
                <a:t>QY  42</a:t>
              </a:r>
            </a:p>
          </p:txBody>
        </p:sp>
        <p:sp>
          <p:nvSpPr>
            <p:cNvPr id="48152" name="Rectangle 8"/>
            <p:cNvSpPr>
              <a:spLocks noChangeArrowheads="1"/>
            </p:cNvSpPr>
            <p:nvPr/>
          </p:nvSpPr>
          <p:spPr bwMode="auto">
            <a:xfrm>
              <a:off x="2616" y="866"/>
              <a:ext cx="414" cy="197"/>
            </a:xfrm>
            <a:prstGeom prst="rect">
              <a:avLst/>
            </a:prstGeom>
            <a:solidFill>
              <a:schemeClr val="bg1"/>
            </a:solidFill>
            <a:ln w="9525">
              <a:solidFill>
                <a:schemeClr val="tx1"/>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a:latin typeface="Times New Roman" panose="02020603050405020304" pitchFamily="18" charset="0"/>
                  <a:cs typeface="Times New Roman" panose="02020603050405020304" pitchFamily="18" charset="0"/>
                </a:rPr>
                <a:t>Q64 AD</a:t>
              </a:r>
            </a:p>
          </p:txBody>
        </p:sp>
        <p:sp>
          <p:nvSpPr>
            <p:cNvPr id="48153" name="Rectangle 9"/>
            <p:cNvSpPr>
              <a:spLocks noChangeArrowheads="1"/>
            </p:cNvSpPr>
            <p:nvPr/>
          </p:nvSpPr>
          <p:spPr bwMode="auto">
            <a:xfrm>
              <a:off x="3444" y="866"/>
              <a:ext cx="414" cy="197"/>
            </a:xfrm>
            <a:prstGeom prst="rect">
              <a:avLst/>
            </a:prstGeom>
            <a:solidFill>
              <a:schemeClr val="bg1"/>
            </a:solidFill>
            <a:ln w="9525">
              <a:solidFill>
                <a:schemeClr val="tx1"/>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ko-KR" altLang="en-US" sz="1000" smtClean="0">
                  <a:latin typeface="Times New Roman" panose="02020603050405020304" pitchFamily="18" charset="0"/>
                  <a:cs typeface="Times New Roman" panose="02020603050405020304" pitchFamily="18" charset="0"/>
                </a:rPr>
                <a:t> </a:t>
              </a:r>
              <a:r>
                <a:rPr lang="en-US" altLang="ko-KR" sz="1000" smtClean="0">
                  <a:latin typeface="Times New Roman" panose="02020603050405020304" pitchFamily="18" charset="0"/>
                  <a:cs typeface="Times New Roman" panose="02020603050405020304" pitchFamily="18" charset="0"/>
                </a:rPr>
                <a:t>Slot </a:t>
              </a:r>
              <a:r>
                <a:rPr lang="en-US" altLang="ko-KR" sz="1000" err="1" smtClean="0">
                  <a:latin typeface="Times New Roman" panose="02020603050405020304" pitchFamily="18" charset="0"/>
                  <a:cs typeface="Times New Roman" panose="02020603050405020304" pitchFamily="18" charset="0"/>
                </a:rPr>
                <a:t>trống</a:t>
              </a:r>
              <a:endParaRPr lang="en-US" altLang="ko-KR" sz="1000">
                <a:latin typeface="Times New Roman" panose="02020603050405020304" pitchFamily="18" charset="0"/>
                <a:cs typeface="Times New Roman" panose="02020603050405020304" pitchFamily="18" charset="0"/>
              </a:endParaRPr>
            </a:p>
          </p:txBody>
        </p:sp>
        <p:sp>
          <p:nvSpPr>
            <p:cNvPr id="48154" name="Rectangle 10"/>
            <p:cNvSpPr>
              <a:spLocks noChangeArrowheads="1"/>
            </p:cNvSpPr>
            <p:nvPr/>
          </p:nvSpPr>
          <p:spPr bwMode="auto">
            <a:xfrm>
              <a:off x="3858" y="866"/>
              <a:ext cx="413" cy="197"/>
            </a:xfrm>
            <a:prstGeom prst="rect">
              <a:avLst/>
            </a:prstGeom>
            <a:solidFill>
              <a:schemeClr val="bg1"/>
            </a:solidFill>
            <a:ln w="9525">
              <a:solidFill>
                <a:schemeClr val="tx1"/>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a:latin typeface="Times New Roman" panose="02020603050405020304" pitchFamily="18" charset="0"/>
                  <a:cs typeface="Times New Roman" panose="02020603050405020304" pitchFamily="18" charset="0"/>
                </a:rPr>
                <a:t>QX  40</a:t>
              </a:r>
            </a:p>
          </p:txBody>
        </p:sp>
        <p:sp>
          <p:nvSpPr>
            <p:cNvPr id="48155" name="Rectangle 11"/>
            <p:cNvSpPr>
              <a:spLocks noChangeArrowheads="1"/>
            </p:cNvSpPr>
            <p:nvPr/>
          </p:nvSpPr>
          <p:spPr bwMode="auto">
            <a:xfrm>
              <a:off x="4264" y="866"/>
              <a:ext cx="413" cy="197"/>
            </a:xfrm>
            <a:prstGeom prst="rect">
              <a:avLst/>
            </a:prstGeom>
            <a:solidFill>
              <a:schemeClr val="bg1"/>
            </a:solidFill>
            <a:ln w="9525">
              <a:solidFill>
                <a:schemeClr val="tx1"/>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a:latin typeface="Times New Roman" panose="02020603050405020304" pitchFamily="18" charset="0"/>
                  <a:cs typeface="Times New Roman" panose="02020603050405020304" pitchFamily="18" charset="0"/>
                </a:rPr>
                <a:t>QY  41</a:t>
              </a:r>
            </a:p>
          </p:txBody>
        </p:sp>
        <p:pic>
          <p:nvPicPr>
            <p:cNvPr id="48156" name="Picture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24" y="866"/>
              <a:ext cx="422" cy="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57"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71" y="864"/>
              <a:ext cx="422" cy="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58" name="Rectangle 14"/>
            <p:cNvSpPr>
              <a:spLocks noChangeArrowheads="1"/>
            </p:cNvSpPr>
            <p:nvPr/>
          </p:nvSpPr>
          <p:spPr bwMode="auto">
            <a:xfrm>
              <a:off x="3030" y="866"/>
              <a:ext cx="414" cy="197"/>
            </a:xfrm>
            <a:prstGeom prst="rect">
              <a:avLst/>
            </a:prstGeom>
            <a:solidFill>
              <a:schemeClr val="bg1"/>
            </a:solidFill>
            <a:ln w="9525">
              <a:solidFill>
                <a:schemeClr val="tx1"/>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a:latin typeface="Times New Roman" panose="02020603050405020304" pitchFamily="18" charset="0"/>
                  <a:cs typeface="Times New Roman" panose="02020603050405020304" pitchFamily="18" charset="0"/>
                </a:rPr>
                <a:t>Q62 DA</a:t>
              </a:r>
            </a:p>
          </p:txBody>
        </p:sp>
        <p:sp>
          <p:nvSpPr>
            <p:cNvPr id="48159" name="Rectangle 15"/>
            <p:cNvSpPr>
              <a:spLocks noChangeArrowheads="1"/>
            </p:cNvSpPr>
            <p:nvPr/>
          </p:nvSpPr>
          <p:spPr bwMode="auto">
            <a:xfrm>
              <a:off x="4677" y="866"/>
              <a:ext cx="414" cy="197"/>
            </a:xfrm>
            <a:prstGeom prst="rect">
              <a:avLst/>
            </a:prstGeom>
            <a:solidFill>
              <a:schemeClr val="bg1"/>
            </a:solidFill>
            <a:ln w="9525">
              <a:solidFill>
                <a:schemeClr val="tx1"/>
              </a:solidFill>
              <a:miter lim="800000"/>
              <a:headEnd/>
              <a:tailEnd/>
            </a:ln>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000">
                  <a:latin typeface="Times New Roman" panose="02020603050405020304" pitchFamily="18" charset="0"/>
                  <a:cs typeface="Times New Roman" panose="02020603050405020304" pitchFamily="18" charset="0"/>
                </a:rPr>
                <a:t>QX  41</a:t>
              </a:r>
            </a:p>
          </p:txBody>
        </p:sp>
      </p:grpSp>
      <p:grpSp>
        <p:nvGrpSpPr>
          <p:cNvPr id="48133" name="Group 37"/>
          <p:cNvGrpSpPr>
            <a:grpSpLocks/>
          </p:cNvGrpSpPr>
          <p:nvPr/>
        </p:nvGrpSpPr>
        <p:grpSpPr bwMode="auto">
          <a:xfrm>
            <a:off x="957263" y="3924300"/>
            <a:ext cx="7345362" cy="2133600"/>
            <a:chOff x="444" y="2319"/>
            <a:chExt cx="4627" cy="1344"/>
          </a:xfrm>
        </p:grpSpPr>
        <p:sp>
          <p:nvSpPr>
            <p:cNvPr id="48137" name="Rectangle 17"/>
            <p:cNvSpPr>
              <a:spLocks noChangeArrowheads="1"/>
            </p:cNvSpPr>
            <p:nvPr/>
          </p:nvSpPr>
          <p:spPr bwMode="auto">
            <a:xfrm>
              <a:off x="1374" y="2319"/>
              <a:ext cx="420" cy="13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C</a:t>
              </a:r>
            </a:p>
            <a:p>
              <a:pPr algn="ct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P</a:t>
              </a:r>
            </a:p>
            <a:p>
              <a:pPr algn="ct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U</a:t>
              </a:r>
            </a:p>
          </p:txBody>
        </p:sp>
        <p:sp>
          <p:nvSpPr>
            <p:cNvPr id="48138" name="Rectangle 18"/>
            <p:cNvSpPr>
              <a:spLocks noChangeArrowheads="1"/>
            </p:cNvSpPr>
            <p:nvPr/>
          </p:nvSpPr>
          <p:spPr bwMode="auto">
            <a:xfrm>
              <a:off x="1792" y="2319"/>
              <a:ext cx="421" cy="13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endParaRPr lang="ko-KR" altLang="ko-KR" sz="1200">
                <a:latin typeface="Times New Roman" panose="02020603050405020304" pitchFamily="18" charset="0"/>
                <a:cs typeface="Times New Roman" panose="02020603050405020304" pitchFamily="18" charset="0"/>
              </a:endParaRPr>
            </a:p>
          </p:txBody>
        </p:sp>
        <p:sp>
          <p:nvSpPr>
            <p:cNvPr id="48139" name="Rectangle 25"/>
            <p:cNvSpPr>
              <a:spLocks noChangeArrowheads="1"/>
            </p:cNvSpPr>
            <p:nvPr/>
          </p:nvSpPr>
          <p:spPr bwMode="auto">
            <a:xfrm>
              <a:off x="444" y="2319"/>
              <a:ext cx="930" cy="13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err="1" smtClean="0">
                  <a:latin typeface="Times New Roman" panose="02020603050405020304" pitchFamily="18" charset="0"/>
                  <a:cs typeface="Times New Roman" panose="02020603050405020304" pitchFamily="18" charset="0"/>
                </a:rPr>
                <a:t>Nguồn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điện</a:t>
              </a:r>
              <a:endParaRPr lang="ko-KR" altLang="en-US" sz="1200">
                <a:latin typeface="Times New Roman" panose="02020603050405020304" pitchFamily="18" charset="0"/>
                <a:cs typeface="Times New Roman" panose="02020603050405020304" pitchFamily="18" charset="0"/>
              </a:endParaRPr>
            </a:p>
          </p:txBody>
        </p:sp>
        <p:sp>
          <p:nvSpPr>
            <p:cNvPr id="48140" name="Rectangle 30"/>
            <p:cNvSpPr>
              <a:spLocks noChangeArrowheads="1"/>
            </p:cNvSpPr>
            <p:nvPr/>
          </p:nvSpPr>
          <p:spPr bwMode="auto">
            <a:xfrm>
              <a:off x="2213" y="2319"/>
              <a:ext cx="409" cy="13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endParaRPr lang="ko-KR" altLang="ko-KR" sz="1200">
                <a:latin typeface="Times New Roman" panose="02020603050405020304" pitchFamily="18" charset="0"/>
                <a:cs typeface="Times New Roman" panose="02020603050405020304" pitchFamily="18" charset="0"/>
              </a:endParaRPr>
            </a:p>
          </p:txBody>
        </p:sp>
        <p:sp>
          <p:nvSpPr>
            <p:cNvPr id="48141" name="Rectangle 31"/>
            <p:cNvSpPr>
              <a:spLocks noChangeArrowheads="1"/>
            </p:cNvSpPr>
            <p:nvPr/>
          </p:nvSpPr>
          <p:spPr bwMode="auto">
            <a:xfrm>
              <a:off x="2621" y="2319"/>
              <a:ext cx="409" cy="13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endParaRPr lang="ko-KR" altLang="ko-KR" sz="1200">
                <a:latin typeface="Times New Roman" panose="02020603050405020304" pitchFamily="18" charset="0"/>
                <a:cs typeface="Times New Roman" panose="02020603050405020304" pitchFamily="18" charset="0"/>
              </a:endParaRPr>
            </a:p>
          </p:txBody>
        </p:sp>
        <p:sp>
          <p:nvSpPr>
            <p:cNvPr id="48142" name="Rectangle 32"/>
            <p:cNvSpPr>
              <a:spLocks noChangeArrowheads="1"/>
            </p:cNvSpPr>
            <p:nvPr/>
          </p:nvSpPr>
          <p:spPr bwMode="auto">
            <a:xfrm>
              <a:off x="3029" y="2319"/>
              <a:ext cx="409" cy="13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endParaRPr lang="ko-KR" altLang="ko-KR" sz="1200">
                <a:latin typeface="Times New Roman" panose="02020603050405020304" pitchFamily="18" charset="0"/>
                <a:cs typeface="Times New Roman" panose="02020603050405020304" pitchFamily="18" charset="0"/>
              </a:endParaRPr>
            </a:p>
          </p:txBody>
        </p:sp>
        <p:sp>
          <p:nvSpPr>
            <p:cNvPr id="48143" name="Rectangle 33"/>
            <p:cNvSpPr>
              <a:spLocks noChangeArrowheads="1"/>
            </p:cNvSpPr>
            <p:nvPr/>
          </p:nvSpPr>
          <p:spPr bwMode="auto">
            <a:xfrm>
              <a:off x="3437" y="2319"/>
              <a:ext cx="409" cy="13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endParaRPr lang="ko-KR" altLang="ko-KR" sz="1200">
                <a:latin typeface="Times New Roman" panose="02020603050405020304" pitchFamily="18" charset="0"/>
                <a:cs typeface="Times New Roman" panose="02020603050405020304" pitchFamily="18" charset="0"/>
              </a:endParaRPr>
            </a:p>
          </p:txBody>
        </p:sp>
        <p:sp>
          <p:nvSpPr>
            <p:cNvPr id="48144" name="Rectangle 34"/>
            <p:cNvSpPr>
              <a:spLocks noChangeArrowheads="1"/>
            </p:cNvSpPr>
            <p:nvPr/>
          </p:nvSpPr>
          <p:spPr bwMode="auto">
            <a:xfrm>
              <a:off x="3846" y="2319"/>
              <a:ext cx="409" cy="13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endParaRPr lang="ko-KR" altLang="ko-KR" sz="1200">
                <a:latin typeface="Times New Roman" panose="02020603050405020304" pitchFamily="18" charset="0"/>
                <a:cs typeface="Times New Roman" panose="02020603050405020304" pitchFamily="18" charset="0"/>
              </a:endParaRPr>
            </a:p>
          </p:txBody>
        </p:sp>
        <p:sp>
          <p:nvSpPr>
            <p:cNvPr id="48145" name="Rectangle 35"/>
            <p:cNvSpPr>
              <a:spLocks noChangeArrowheads="1"/>
            </p:cNvSpPr>
            <p:nvPr/>
          </p:nvSpPr>
          <p:spPr bwMode="auto">
            <a:xfrm>
              <a:off x="4254" y="2319"/>
              <a:ext cx="409" cy="13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endParaRPr lang="ko-KR" altLang="ko-KR" sz="1200">
                <a:latin typeface="Times New Roman" panose="02020603050405020304" pitchFamily="18" charset="0"/>
                <a:cs typeface="Times New Roman" panose="02020603050405020304" pitchFamily="18" charset="0"/>
              </a:endParaRPr>
            </a:p>
          </p:txBody>
        </p:sp>
        <p:sp>
          <p:nvSpPr>
            <p:cNvPr id="48146" name="Rectangle 36"/>
            <p:cNvSpPr>
              <a:spLocks noChangeArrowheads="1"/>
            </p:cNvSpPr>
            <p:nvPr/>
          </p:nvSpPr>
          <p:spPr bwMode="auto">
            <a:xfrm>
              <a:off x="4662" y="2319"/>
              <a:ext cx="409" cy="13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endParaRPr lang="ko-KR" altLang="ko-KR" sz="1200">
                <a:latin typeface="Times New Roman" panose="02020603050405020304" pitchFamily="18" charset="0"/>
                <a:cs typeface="Times New Roman" panose="02020603050405020304" pitchFamily="18" charset="0"/>
              </a:endParaRPr>
            </a:p>
          </p:txBody>
        </p:sp>
      </p:grpSp>
      <p:sp>
        <p:nvSpPr>
          <p:cNvPr id="48134" name="AutoShape 38"/>
          <p:cNvSpPr>
            <a:spLocks noChangeArrowheads="1"/>
          </p:cNvSpPr>
          <p:nvPr/>
        </p:nvSpPr>
        <p:spPr bwMode="auto">
          <a:xfrm>
            <a:off x="3657600" y="3377481"/>
            <a:ext cx="342476" cy="495151"/>
          </a:xfrm>
          <a:prstGeom prst="downArrow">
            <a:avLst>
              <a:gd name="adj1" fmla="val 50000"/>
              <a:gd name="adj2" fmla="val 25000"/>
            </a:avLst>
          </a:prstGeom>
          <a:solidFill>
            <a:srgbClr val="CCCCFF"/>
          </a:solidFill>
          <a:ln w="9525" algn="ctr">
            <a:solidFill>
              <a:schemeClr val="tx1"/>
            </a:solidFill>
            <a:miter lim="800000"/>
            <a:headEnd/>
            <a:tailEnd/>
          </a:ln>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48135" name="Text Box 39"/>
          <p:cNvSpPr txBox="1">
            <a:spLocks noChangeArrowheads="1"/>
          </p:cNvSpPr>
          <p:nvPr/>
        </p:nvSpPr>
        <p:spPr bwMode="auto">
          <a:xfrm>
            <a:off x="3303588" y="3930650"/>
            <a:ext cx="4737693" cy="45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2000">
                <a:latin typeface="Times New Roman" panose="02020603050405020304" pitchFamily="18" charset="0"/>
                <a:ea typeface="HY견고딕" pitchFamily="18" charset="-127"/>
                <a:cs typeface="Times New Roman" panose="02020603050405020304" pitchFamily="18" charset="0"/>
              </a:rPr>
              <a:t>?     </a:t>
            </a:r>
            <a:r>
              <a:rPr lang="en-US" altLang="ko-KR" sz="2000" smtClean="0">
                <a:latin typeface="Times New Roman" panose="02020603050405020304" pitchFamily="18" charset="0"/>
                <a:ea typeface="HY견고딕" pitchFamily="18" charset="-127"/>
                <a:cs typeface="Times New Roman" panose="02020603050405020304" pitchFamily="18" charset="0"/>
              </a:rPr>
              <a:t>    ?       ?         ?         ?        </a:t>
            </a:r>
            <a:r>
              <a:rPr lang="en-US" altLang="ko-KR" sz="2000">
                <a:latin typeface="Times New Roman" panose="02020603050405020304" pitchFamily="18" charset="0"/>
                <a:ea typeface="HY견고딕" pitchFamily="18" charset="-127"/>
                <a:cs typeface="Times New Roman" panose="02020603050405020304" pitchFamily="18" charset="0"/>
              </a:rPr>
              <a:t>?     </a:t>
            </a:r>
            <a:r>
              <a:rPr lang="en-US" altLang="ko-KR" sz="2000" smtClean="0">
                <a:latin typeface="Times New Roman" panose="02020603050405020304" pitchFamily="18" charset="0"/>
                <a:ea typeface="HY견고딕" pitchFamily="18" charset="-127"/>
                <a:cs typeface="Times New Roman" panose="02020603050405020304" pitchFamily="18" charset="0"/>
              </a:rPr>
              <a:t>    ?      </a:t>
            </a:r>
            <a:r>
              <a:rPr lang="en-US" altLang="ko-KR" sz="2000">
                <a:latin typeface="Times New Roman" panose="02020603050405020304" pitchFamily="18" charset="0"/>
                <a:ea typeface="HY견고딕" pitchFamily="18" charset="-127"/>
                <a:cs typeface="Times New Roman" panose="02020603050405020304" pitchFamily="18" charset="0"/>
              </a:rPr>
              <a:t>?</a:t>
            </a:r>
          </a:p>
        </p:txBody>
      </p:sp>
      <p:sp>
        <p:nvSpPr>
          <p:cNvPr id="48136" name="Rectangle 41"/>
          <p:cNvSpPr>
            <a:spLocks noChangeArrowheads="1"/>
          </p:cNvSpPr>
          <p:nvPr/>
        </p:nvSpPr>
        <p:spPr bwMode="auto">
          <a:xfrm>
            <a:off x="6707895" y="79375"/>
            <a:ext cx="301396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600" b="1">
                <a:latin typeface="Times New Roman" panose="02020603050405020304" pitchFamily="18" charset="0"/>
                <a:cs typeface="Times New Roman" panose="02020603050405020304" pitchFamily="18" charset="0"/>
              </a:rPr>
              <a:t>4. </a:t>
            </a:r>
            <a:r>
              <a:rPr lang="en-US" altLang="ko-KR" sz="1600" b="1" err="1" smtClean="0">
                <a:latin typeface="Times New Roman" panose="02020603050405020304" pitchFamily="18" charset="0"/>
                <a:cs typeface="Times New Roman" panose="02020603050405020304" pitchFamily="18" charset="0"/>
              </a:rPr>
              <a:t>Phân</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bổ</a:t>
            </a:r>
            <a:r>
              <a:rPr lang="en-US" altLang="ko-KR" sz="1600" b="1" smtClean="0">
                <a:latin typeface="Times New Roman" panose="02020603050405020304" pitchFamily="18" charset="0"/>
                <a:cs typeface="Times New Roman" panose="02020603050405020304" pitchFamily="18" charset="0"/>
              </a:rPr>
              <a:t> I/O(</a:t>
            </a:r>
            <a:r>
              <a:rPr lang="en-US" altLang="ko-KR" sz="1600" b="1" err="1" smtClean="0">
                <a:latin typeface="Times New Roman" panose="02020603050405020304" pitchFamily="18" charset="0"/>
                <a:cs typeface="Times New Roman" panose="02020603050405020304" pitchFamily="18" charset="0"/>
              </a:rPr>
              <a:t>điểm</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chiếm</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hữu</a:t>
            </a:r>
            <a:r>
              <a:rPr lang="en-US" altLang="ko-KR" sz="1600" b="1" smtClean="0">
                <a:latin typeface="Times New Roman" panose="02020603050405020304" pitchFamily="18" charset="0"/>
                <a:cs typeface="Times New Roman" panose="02020603050405020304" pitchFamily="18" charset="0"/>
              </a:rPr>
              <a:t>)</a:t>
            </a:r>
            <a:endParaRPr lang="ko-KR" altLang="en-US" sz="1600" b="1">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p:cNvSpPr>
            <a:spLocks noChangeArrowheads="1"/>
          </p:cNvSpPr>
          <p:nvPr/>
        </p:nvSpPr>
        <p:spPr bwMode="auto">
          <a:xfrm>
            <a:off x="577850" y="1031875"/>
            <a:ext cx="8750300" cy="496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400" b="1">
                <a:solidFill>
                  <a:srgbClr val="000000"/>
                </a:solidFill>
                <a:latin typeface="Times New Roman" panose="02020603050405020304" pitchFamily="18" charset="0"/>
                <a:cs typeface="Times New Roman" panose="02020603050405020304" pitchFamily="18" charset="0"/>
              </a:rPr>
              <a:t>5-1. </a:t>
            </a:r>
            <a:r>
              <a:rPr lang="en-US" altLang="ko-KR" sz="1400" b="1" err="1" smtClean="0">
                <a:solidFill>
                  <a:srgbClr val="000000"/>
                </a:solidFill>
                <a:latin typeface="Times New Roman" panose="02020603050405020304" pitchFamily="18" charset="0"/>
                <a:cs typeface="Times New Roman" panose="02020603050405020304" pitchFamily="18" charset="0"/>
              </a:rPr>
              <a:t>Biểu</a:t>
            </a:r>
            <a:r>
              <a:rPr lang="en-US" altLang="ko-KR" sz="1400" b="1" smtClean="0">
                <a:solidFill>
                  <a:srgbClr val="000000"/>
                </a:solidFill>
                <a:latin typeface="Times New Roman" panose="02020603050405020304" pitchFamily="18" charset="0"/>
                <a:cs typeface="Times New Roman" panose="02020603050405020304" pitchFamily="18" charset="0"/>
              </a:rPr>
              <a:t> </a:t>
            </a:r>
            <a:r>
              <a:rPr lang="en-US" altLang="ko-KR" sz="1400" b="1" err="1" smtClean="0">
                <a:solidFill>
                  <a:srgbClr val="000000"/>
                </a:solidFill>
                <a:latin typeface="Times New Roman" panose="02020603050405020304" pitchFamily="18" charset="0"/>
                <a:cs typeface="Times New Roman" panose="02020603050405020304" pitchFamily="18" charset="0"/>
              </a:rPr>
              <a:t>thị</a:t>
            </a:r>
            <a:r>
              <a:rPr lang="en-US" altLang="ko-KR" sz="1400" b="1" smtClean="0">
                <a:solidFill>
                  <a:srgbClr val="000000"/>
                </a:solidFill>
                <a:latin typeface="Times New Roman" panose="02020603050405020304" pitchFamily="18" charset="0"/>
                <a:cs typeface="Times New Roman" panose="02020603050405020304" pitchFamily="18" charset="0"/>
              </a:rPr>
              <a:t> </a:t>
            </a:r>
            <a:r>
              <a:rPr lang="en-US" altLang="ko-KR" sz="1400" b="1" err="1" smtClean="0">
                <a:solidFill>
                  <a:srgbClr val="000000"/>
                </a:solidFill>
                <a:latin typeface="Times New Roman" panose="02020603050405020304" pitchFamily="18" charset="0"/>
                <a:cs typeface="Times New Roman" panose="02020603050405020304" pitchFamily="18" charset="0"/>
              </a:rPr>
              <a:t>Hệ</a:t>
            </a:r>
            <a:r>
              <a:rPr lang="en-US" altLang="ko-KR" sz="1400" b="1" smtClean="0">
                <a:solidFill>
                  <a:srgbClr val="000000"/>
                </a:solidFill>
                <a:latin typeface="Times New Roman" panose="02020603050405020304" pitchFamily="18" charset="0"/>
                <a:cs typeface="Times New Roman" panose="02020603050405020304" pitchFamily="18" charset="0"/>
              </a:rPr>
              <a:t> </a:t>
            </a:r>
            <a:r>
              <a:rPr lang="en-US" altLang="ko-KR" sz="1400" b="1" err="1" smtClean="0">
                <a:solidFill>
                  <a:srgbClr val="000000"/>
                </a:solidFill>
                <a:latin typeface="Times New Roman" panose="02020603050405020304" pitchFamily="18" charset="0"/>
                <a:cs typeface="Times New Roman" panose="02020603050405020304" pitchFamily="18" charset="0"/>
              </a:rPr>
              <a:t>số</a:t>
            </a:r>
            <a:endParaRPr lang="ko-KR" altLang="en-US" sz="1400" b="1">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ko-KR" altLang="en-US" sz="1400" b="1">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400" b="1">
                <a:solidFill>
                  <a:srgbClr val="000000"/>
                </a:solidFill>
                <a:latin typeface="Times New Roman" panose="02020603050405020304" pitchFamily="18" charset="0"/>
                <a:cs typeface="Times New Roman" panose="02020603050405020304" pitchFamily="18" charset="0"/>
              </a:rPr>
              <a:t> </a:t>
            </a:r>
            <a:r>
              <a:rPr lang="en-US" altLang="ko-KR" sz="1200" b="1">
                <a:solidFill>
                  <a:srgbClr val="000000"/>
                </a:solidFill>
                <a:latin typeface="Times New Roman" panose="02020603050405020304" pitchFamily="18" charset="0"/>
                <a:cs typeface="Times New Roman" panose="02020603050405020304" pitchFamily="18" charset="0"/>
              </a:rPr>
              <a:t>(1) </a:t>
            </a:r>
            <a:r>
              <a:rPr lang="en-US" altLang="ko-KR" sz="1200" b="1" err="1" smtClean="0">
                <a:solidFill>
                  <a:srgbClr val="000000"/>
                </a:solidFill>
                <a:latin typeface="Times New Roman" panose="02020603050405020304" pitchFamily="18" charset="0"/>
                <a:cs typeface="Times New Roman" panose="02020603050405020304" pitchFamily="18" charset="0"/>
              </a:rPr>
              <a:t>Hệ</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đếm</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thập</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phân</a:t>
            </a:r>
            <a:r>
              <a:rPr lang="en-US" altLang="ko-KR" sz="1200" b="1" smtClean="0">
                <a:solidFill>
                  <a:srgbClr val="000000"/>
                </a:solidFill>
                <a:latin typeface="Times New Roman" panose="02020603050405020304" pitchFamily="18" charset="0"/>
                <a:cs typeface="Times New Roman" panose="02020603050405020304" pitchFamily="18" charset="0"/>
              </a:rPr>
              <a:t> (Decimal</a:t>
            </a:r>
            <a:r>
              <a:rPr lang="en-US" altLang="ko-KR" sz="1200" b="1">
                <a:solidFill>
                  <a:srgbClr val="000000"/>
                </a:solidFill>
                <a:latin typeface="Times New Roman" panose="02020603050405020304" pitchFamily="18" charset="0"/>
                <a:cs typeface="Times New Roman" panose="02020603050405020304" pitchFamily="18" charset="0"/>
              </a:rPr>
              <a:t>)</a:t>
            </a:r>
          </a:p>
          <a:p>
            <a:pPr eaLnBrk="1" hangingPunct="1">
              <a:lnSpc>
                <a:spcPct val="210000"/>
              </a:lnSpc>
              <a:spcBef>
                <a:spcPct val="0"/>
              </a:spcBef>
              <a:buFontTx/>
              <a:buNone/>
            </a:pP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Trong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cuộc</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hàng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ngày</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chúng</a:t>
            </a:r>
            <a:r>
              <a:rPr lang="en-US" altLang="ko-KR" sz="1000" smtClean="0">
                <a:solidFill>
                  <a:srgbClr val="000000"/>
                </a:solidFill>
                <a:latin typeface="Times New Roman" panose="02020603050405020304" pitchFamily="18" charset="0"/>
                <a:cs typeface="Times New Roman" panose="02020603050405020304" pitchFamily="18" charset="0"/>
              </a:rPr>
              <a:t> ta </a:t>
            </a:r>
            <a:r>
              <a:rPr lang="en-US" altLang="ko-KR" sz="1000" err="1" smtClean="0">
                <a:solidFill>
                  <a:srgbClr val="000000"/>
                </a:solidFill>
                <a:latin typeface="Times New Roman" panose="02020603050405020304" pitchFamily="18" charset="0"/>
                <a:cs typeface="Times New Roman" panose="02020603050405020304" pitchFamily="18" charset="0"/>
              </a:rPr>
              <a:t>sử</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dụng</a:t>
            </a:r>
            <a:r>
              <a:rPr lang="en-US" altLang="ko-KR" sz="1000" smtClean="0">
                <a:solidFill>
                  <a:srgbClr val="000000"/>
                </a:solidFill>
                <a:latin typeface="Times New Roman" panose="02020603050405020304" pitchFamily="18" charset="0"/>
                <a:cs typeface="Times New Roman" panose="02020603050405020304" pitchFamily="18" charset="0"/>
              </a:rPr>
              <a:t> 10 </a:t>
            </a:r>
            <a:r>
              <a:rPr lang="en-US" altLang="ko-KR" sz="1000" err="1" smtClean="0">
                <a:solidFill>
                  <a:srgbClr val="000000"/>
                </a:solidFill>
                <a:latin typeface="Times New Roman" panose="02020603050405020304" pitchFamily="18" charset="0"/>
                <a:cs typeface="Times New Roman" panose="02020603050405020304" pitchFamily="18" charset="0"/>
              </a:rPr>
              <a:t>chữ</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từ</a:t>
            </a:r>
            <a:r>
              <a:rPr lang="en-US" altLang="ko-KR" sz="1000" smtClean="0">
                <a:solidFill>
                  <a:srgbClr val="000000"/>
                </a:solidFill>
                <a:latin typeface="Times New Roman" panose="02020603050405020304" pitchFamily="18" charset="0"/>
                <a:cs typeface="Times New Roman" panose="02020603050405020304" pitchFamily="18" charset="0"/>
              </a:rPr>
              <a:t> 0 </a:t>
            </a:r>
            <a:r>
              <a:rPr lang="en-US" altLang="ko-KR" sz="1000" err="1" smtClean="0">
                <a:solidFill>
                  <a:srgbClr val="000000"/>
                </a:solidFill>
                <a:latin typeface="Times New Roman" panose="02020603050405020304" pitchFamily="18" charset="0"/>
                <a:cs typeface="Times New Roman" panose="02020603050405020304" pitchFamily="18" charset="0"/>
              </a:rPr>
              <a:t>đến</a:t>
            </a:r>
            <a:r>
              <a:rPr lang="en-US" altLang="ko-KR" sz="1000" smtClean="0">
                <a:solidFill>
                  <a:srgbClr val="000000"/>
                </a:solidFill>
                <a:latin typeface="Times New Roman" panose="02020603050405020304" pitchFamily="18" charset="0"/>
                <a:cs typeface="Times New Roman" panose="02020603050405020304" pitchFamily="18" charset="0"/>
              </a:rPr>
              <a:t> 9, </a:t>
            </a:r>
            <a:r>
              <a:rPr lang="en-US" altLang="ko-KR" sz="1000" err="1" smtClean="0">
                <a:solidFill>
                  <a:srgbClr val="000000"/>
                </a:solidFill>
                <a:latin typeface="Times New Roman" panose="02020603050405020304" pitchFamily="18" charset="0"/>
                <a:cs typeface="Times New Roman" panose="02020603050405020304" pitchFamily="18" charset="0"/>
              </a:rPr>
              <a:t>và</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sử</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dụng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hệ</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đếm</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thập</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phân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để</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biểu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thị</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độ</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lớn</a:t>
            </a:r>
            <a:r>
              <a:rPr lang="en-US" altLang="ko-KR" sz="1000" smtClean="0">
                <a:solidFill>
                  <a:srgbClr val="000000"/>
                </a:solidFill>
                <a:latin typeface="Times New Roman" panose="02020603050405020304" pitchFamily="18" charset="0"/>
                <a:cs typeface="Times New Roman" panose="02020603050405020304" pitchFamily="18" charset="0"/>
              </a:rPr>
              <a:t>.</a:t>
            </a: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ví</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dụ</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như</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324 </a:t>
            </a:r>
            <a:r>
              <a:rPr lang="en-US" altLang="ko-KR" sz="1000" err="1" smtClean="0">
                <a:solidFill>
                  <a:srgbClr val="000000"/>
                </a:solidFill>
                <a:latin typeface="Times New Roman" panose="02020603050405020304" pitchFamily="18" charset="0"/>
                <a:cs typeface="Times New Roman" panose="02020603050405020304" pitchFamily="18" charset="0"/>
              </a:rPr>
              <a:t>là</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tổng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của</a:t>
            </a:r>
            <a:r>
              <a:rPr lang="en-US" altLang="ko-KR" sz="1000" smtClean="0">
                <a:solidFill>
                  <a:srgbClr val="000000"/>
                </a:solidFill>
                <a:latin typeface="Times New Roman" panose="02020603050405020304" pitchFamily="18" charset="0"/>
                <a:cs typeface="Times New Roman" panose="02020603050405020304" pitchFamily="18" charset="0"/>
              </a:rPr>
              <a:t> 100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3, 10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2, 1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4.</a:t>
            </a: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Thông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thường</a:t>
            </a:r>
            <a:r>
              <a:rPr lang="en-US" altLang="ko-KR" sz="1000" smtClean="0">
                <a:solidFill>
                  <a:srgbClr val="000000"/>
                </a:solidFill>
                <a:latin typeface="Times New Roman" panose="02020603050405020304" pitchFamily="18" charset="0"/>
                <a:cs typeface="Times New Roman" panose="02020603050405020304" pitchFamily="18" charset="0"/>
              </a:rPr>
              <a:t> , </a:t>
            </a:r>
            <a:r>
              <a:rPr lang="en-US" altLang="ko-KR" sz="1000" err="1" smtClean="0">
                <a:solidFill>
                  <a:srgbClr val="000000"/>
                </a:solidFill>
                <a:latin typeface="Times New Roman" panose="02020603050405020304" pitchFamily="18" charset="0"/>
                <a:cs typeface="Times New Roman" panose="02020603050405020304" pitchFamily="18" charset="0"/>
              </a:rPr>
              <a:t>gọi</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ký</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hiệu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sử</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dụng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trong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từng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hệ</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đếm</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là</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cơ</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sở</a:t>
            </a:r>
            <a:r>
              <a:rPr lang="en-US" altLang="ko-KR" sz="1000" smtClean="0">
                <a:solidFill>
                  <a:srgbClr val="000000"/>
                </a:solidFill>
                <a:latin typeface="Times New Roman" panose="02020603050405020304" pitchFamily="18" charset="0"/>
                <a:cs typeface="Times New Roman" panose="02020603050405020304" pitchFamily="18" charset="0"/>
              </a:rPr>
              <a:t>(base), </a:t>
            </a:r>
            <a:r>
              <a:rPr lang="en-US" altLang="ko-KR" sz="1000" err="1" smtClean="0">
                <a:solidFill>
                  <a:srgbClr val="000000"/>
                </a:solidFill>
                <a:latin typeface="Times New Roman" panose="02020603050405020304" pitchFamily="18" charset="0"/>
                <a:cs typeface="Times New Roman" panose="02020603050405020304" pitchFamily="18" charset="0"/>
              </a:rPr>
              <a:t>thì</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trong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hệ</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đếm</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thập</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phân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sử</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dụng</a:t>
            </a:r>
            <a:r>
              <a:rPr lang="en-US" altLang="ko-KR" sz="1000" smtClean="0">
                <a:solidFill>
                  <a:srgbClr val="000000"/>
                </a:solidFill>
                <a:latin typeface="Times New Roman" panose="02020603050405020304" pitchFamily="18" charset="0"/>
                <a:cs typeface="Times New Roman" panose="02020603050405020304" pitchFamily="18" charset="0"/>
              </a:rPr>
              <a:t> 10 </a:t>
            </a:r>
            <a:r>
              <a:rPr lang="en-US" altLang="ko-KR" sz="1000" err="1" smtClean="0">
                <a:solidFill>
                  <a:srgbClr val="000000"/>
                </a:solidFill>
                <a:latin typeface="Times New Roman" panose="02020603050405020304" pitchFamily="18" charset="0"/>
                <a:cs typeface="Times New Roman" panose="02020603050405020304" pitchFamily="18" charset="0"/>
              </a:rPr>
              <a:t>chữ</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và</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cơ</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sở</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là</a:t>
            </a:r>
            <a:r>
              <a:rPr lang="en-US" altLang="ko-KR" sz="1000" smtClean="0">
                <a:solidFill>
                  <a:srgbClr val="000000"/>
                </a:solidFill>
                <a:latin typeface="Times New Roman" panose="02020603050405020304" pitchFamily="18" charset="0"/>
                <a:cs typeface="Times New Roman" panose="02020603050405020304" pitchFamily="18" charset="0"/>
              </a:rPr>
              <a:t> 10.</a:t>
            </a: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b="1">
                <a:solidFill>
                  <a:srgbClr val="000000"/>
                </a:solidFill>
                <a:latin typeface="Times New Roman" panose="02020603050405020304" pitchFamily="18" charset="0"/>
                <a:cs typeface="Times New Roman" panose="02020603050405020304" pitchFamily="18" charset="0"/>
              </a:rPr>
              <a:t> (2) </a:t>
            </a:r>
            <a:r>
              <a:rPr lang="en-US" altLang="ko-KR" sz="1200" b="1" err="1" smtClean="0">
                <a:solidFill>
                  <a:srgbClr val="000000"/>
                </a:solidFill>
                <a:latin typeface="Times New Roman" panose="02020603050405020304" pitchFamily="18" charset="0"/>
                <a:cs typeface="Times New Roman" panose="02020603050405020304" pitchFamily="18" charset="0"/>
              </a:rPr>
              <a:t>Hệ</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đếm</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nhị</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phân</a:t>
            </a:r>
            <a:r>
              <a:rPr lang="en-US" altLang="ko-KR" sz="1200" b="1" smtClean="0">
                <a:solidFill>
                  <a:srgbClr val="000000"/>
                </a:solidFill>
                <a:latin typeface="Times New Roman" panose="02020603050405020304" pitchFamily="18" charset="0"/>
                <a:cs typeface="Times New Roman" panose="02020603050405020304" pitchFamily="18" charset="0"/>
              </a:rPr>
              <a:t> (Binary</a:t>
            </a:r>
            <a:r>
              <a:rPr lang="en-US" altLang="ko-KR" sz="1200" b="1">
                <a:solidFill>
                  <a:srgbClr val="000000"/>
                </a:solidFill>
                <a:latin typeface="Times New Roman" panose="02020603050405020304" pitchFamily="18" charset="0"/>
                <a:cs typeface="Times New Roman" panose="02020603050405020304" pitchFamily="18" charset="0"/>
              </a:rPr>
              <a:t>)</a:t>
            </a:r>
          </a:p>
          <a:p>
            <a:pPr eaLnBrk="1" hangingPunct="1">
              <a:lnSpc>
                <a:spcPct val="210000"/>
              </a:lnSpc>
              <a:spcBef>
                <a:spcPct val="0"/>
              </a:spcBef>
              <a:buFontTx/>
              <a:buNone/>
            </a:pP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Hệ</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nhị</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phân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gồm</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có</a:t>
            </a:r>
            <a:r>
              <a:rPr lang="en-US" altLang="ko-KR" sz="1000" smtClean="0">
                <a:solidFill>
                  <a:srgbClr val="000000"/>
                </a:solidFill>
                <a:latin typeface="Times New Roman" panose="02020603050405020304" pitchFamily="18" charset="0"/>
                <a:cs typeface="Times New Roman" panose="02020603050405020304" pitchFamily="18" charset="0"/>
              </a:rPr>
              <a:t> 0 </a:t>
            </a:r>
            <a:r>
              <a:rPr lang="en-US" altLang="ko-KR" sz="1000" err="1" smtClean="0">
                <a:solidFill>
                  <a:srgbClr val="000000"/>
                </a:solidFill>
                <a:latin typeface="Times New Roman" panose="02020603050405020304" pitchFamily="18" charset="0"/>
                <a:cs typeface="Times New Roman" panose="02020603050405020304" pitchFamily="18" charset="0"/>
              </a:rPr>
              <a:t>và</a:t>
            </a:r>
            <a:r>
              <a:rPr lang="en-US" altLang="ko-KR" sz="1000" smtClean="0">
                <a:solidFill>
                  <a:srgbClr val="000000"/>
                </a:solidFill>
                <a:latin typeface="Times New Roman" panose="02020603050405020304" pitchFamily="18" charset="0"/>
                <a:cs typeface="Times New Roman" panose="02020603050405020304" pitchFamily="18" charset="0"/>
              </a:rPr>
              <a:t> 1, </a:t>
            </a:r>
            <a:r>
              <a:rPr lang="en-US" altLang="ko-KR" sz="1000" err="1" smtClean="0">
                <a:solidFill>
                  <a:srgbClr val="000000"/>
                </a:solidFill>
                <a:latin typeface="Times New Roman" panose="02020603050405020304" pitchFamily="18" charset="0"/>
                <a:cs typeface="Times New Roman" panose="02020603050405020304" pitchFamily="18" charset="0"/>
              </a:rPr>
              <a:t>tức</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là</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phương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pháp</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biểu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thị</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tất</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cả</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lượng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bằng</a:t>
            </a:r>
            <a:r>
              <a:rPr lang="en-US" altLang="ko-KR" sz="1000" smtClean="0">
                <a:solidFill>
                  <a:srgbClr val="000000"/>
                </a:solidFill>
                <a:latin typeface="Times New Roman" panose="02020603050405020304" pitchFamily="18" charset="0"/>
                <a:cs typeface="Times New Roman" panose="02020603050405020304" pitchFamily="18" charset="0"/>
              </a:rPr>
              <a:t> 2 </a:t>
            </a:r>
            <a:r>
              <a:rPr lang="en-US" altLang="ko-KR" sz="1000" err="1" smtClean="0">
                <a:solidFill>
                  <a:srgbClr val="000000"/>
                </a:solidFill>
                <a:latin typeface="Times New Roman" panose="02020603050405020304" pitchFamily="18" charset="0"/>
                <a:cs typeface="Times New Roman" panose="02020603050405020304" pitchFamily="18" charset="0"/>
              </a:rPr>
              <a:t>chữ</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Và</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một</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vị</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trí</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nhị</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phân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bao</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giờ</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cũng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chỉ</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thể</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hiện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bằng</a:t>
            </a:r>
            <a:r>
              <a:rPr lang="en-US" altLang="ko-KR" sz="1000" smtClean="0">
                <a:solidFill>
                  <a:srgbClr val="000000"/>
                </a:solidFill>
                <a:latin typeface="Times New Roman" panose="02020603050405020304" pitchFamily="18" charset="0"/>
                <a:cs typeface="Times New Roman" panose="02020603050405020304" pitchFamily="18" charset="0"/>
              </a:rPr>
              <a:t>  0 </a:t>
            </a:r>
            <a:r>
              <a:rPr lang="en-US" altLang="ko-KR" sz="1000" err="1" smtClean="0">
                <a:solidFill>
                  <a:srgbClr val="000000"/>
                </a:solidFill>
                <a:latin typeface="Times New Roman" panose="02020603050405020304" pitchFamily="18" charset="0"/>
                <a:cs typeface="Times New Roman" panose="02020603050405020304" pitchFamily="18" charset="0"/>
              </a:rPr>
              <a:t>hoạc</a:t>
            </a:r>
            <a:r>
              <a:rPr lang="en-US" altLang="ko-KR" sz="1000" smtClean="0">
                <a:solidFill>
                  <a:srgbClr val="000000"/>
                </a:solidFill>
                <a:latin typeface="Times New Roman" panose="02020603050405020304" pitchFamily="18" charset="0"/>
                <a:cs typeface="Times New Roman" panose="02020603050405020304" pitchFamily="18" charset="0"/>
              </a:rPr>
              <a:t> 1 </a:t>
            </a:r>
            <a:r>
              <a:rPr lang="en-US" altLang="ko-KR" sz="1000" err="1" smtClean="0">
                <a:solidFill>
                  <a:srgbClr val="000000"/>
                </a:solidFill>
                <a:latin typeface="Times New Roman" panose="02020603050405020304" pitchFamily="18" charset="0"/>
                <a:cs typeface="Times New Roman" panose="02020603050405020304" pitchFamily="18" charset="0"/>
              </a:rPr>
              <a:t>và</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cái</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đó</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gọi</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là</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Bít</a:t>
            </a: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smtClean="0">
                <a:solidFill>
                  <a:srgbClr val="000000"/>
                </a:solidFill>
                <a:latin typeface="Times New Roman" panose="02020603050405020304" pitchFamily="18" charset="0"/>
                <a:cs typeface="Times New Roman" panose="02020603050405020304" pitchFamily="18" charset="0"/>
              </a:rPr>
              <a:t>(bit).</a:t>
            </a: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ví</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dụ</a:t>
            </a:r>
            <a:r>
              <a:rPr lang="en-US" altLang="ko-KR" sz="1000" smtClean="0">
                <a:solidFill>
                  <a:srgbClr val="000000"/>
                </a:solidFill>
                <a:latin typeface="Times New Roman" panose="02020603050405020304" pitchFamily="18" charset="0"/>
                <a:cs typeface="Times New Roman" panose="02020603050405020304" pitchFamily="18" charset="0"/>
              </a:rPr>
              <a:t>, ý </a:t>
            </a:r>
            <a:r>
              <a:rPr lang="en-US" altLang="ko-KR" sz="1000" err="1" smtClean="0">
                <a:solidFill>
                  <a:srgbClr val="000000"/>
                </a:solidFill>
                <a:latin typeface="Times New Roman" panose="02020603050405020304" pitchFamily="18" charset="0"/>
                <a:cs typeface="Times New Roman" panose="02020603050405020304" pitchFamily="18" charset="0"/>
              </a:rPr>
              <a:t>nghĩa</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của</a:t>
            </a:r>
            <a:r>
              <a:rPr lang="en-US" altLang="ko-KR" sz="1000" smtClean="0">
                <a:solidFill>
                  <a:srgbClr val="000000"/>
                </a:solidFill>
                <a:latin typeface="Times New Roman" panose="02020603050405020304" pitchFamily="18" charset="0"/>
                <a:cs typeface="Times New Roman" panose="02020603050405020304" pitchFamily="18" charset="0"/>
              </a:rPr>
              <a:t> 1010 </a:t>
            </a:r>
            <a:r>
              <a:rPr lang="en-US" altLang="ko-KR" sz="1000" err="1" smtClean="0">
                <a:solidFill>
                  <a:srgbClr val="000000"/>
                </a:solidFill>
                <a:latin typeface="Times New Roman" panose="02020603050405020304" pitchFamily="18" charset="0"/>
                <a:cs typeface="Times New Roman" panose="02020603050405020304" pitchFamily="18" charset="0"/>
              </a:rPr>
              <a:t>được</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biểu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hiện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bằng</a:t>
            </a:r>
            <a:r>
              <a:rPr lang="en-US" altLang="ko-KR" sz="1000" smtClean="0">
                <a:solidFill>
                  <a:srgbClr val="000000"/>
                </a:solidFill>
                <a:latin typeface="Times New Roman" panose="02020603050405020304" pitchFamily="18" charset="0"/>
                <a:cs typeface="Times New Roman" panose="02020603050405020304" pitchFamily="18" charset="0"/>
              </a:rPr>
              <a:t> 4 </a:t>
            </a:r>
            <a:r>
              <a:rPr lang="en-US" altLang="ko-KR" sz="1000" err="1" smtClean="0">
                <a:solidFill>
                  <a:srgbClr val="000000"/>
                </a:solidFill>
                <a:latin typeface="Times New Roman" panose="02020603050405020304" pitchFamily="18" charset="0"/>
                <a:cs typeface="Times New Roman" panose="02020603050405020304" pitchFamily="18" charset="0"/>
              </a:rPr>
              <a:t>vị</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trí</a:t>
            </a:r>
            <a:r>
              <a:rPr lang="en-US" altLang="ko-KR" sz="1000" smtClean="0">
                <a:solidFill>
                  <a:srgbClr val="000000"/>
                </a:solidFill>
                <a:latin typeface="Times New Roman" panose="02020603050405020304" pitchFamily="18" charset="0"/>
                <a:cs typeface="Times New Roman" panose="02020603050405020304" pitchFamily="18" charset="0"/>
              </a:rPr>
              <a:t> (4 bit)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nhị</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phân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là</a:t>
            </a:r>
            <a:r>
              <a:rPr lang="en-US" altLang="ko-KR" sz="1000" smtClean="0">
                <a:solidFill>
                  <a:srgbClr val="000000"/>
                </a:solidFill>
                <a:latin typeface="Times New Roman" panose="02020603050405020304" pitchFamily="18" charset="0"/>
                <a:cs typeface="Times New Roman" panose="02020603050405020304" pitchFamily="18" charset="0"/>
              </a:rPr>
              <a:t> :</a:t>
            </a: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7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90000"/>
              </a:lnSpc>
              <a:spcBef>
                <a:spcPct val="0"/>
              </a:spcBef>
              <a:buFontTx/>
              <a:buNone/>
            </a:pP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Lũy</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thừa</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của</a:t>
            </a:r>
            <a:r>
              <a:rPr lang="en-US" altLang="ko-KR" sz="1000" smtClean="0">
                <a:solidFill>
                  <a:srgbClr val="000000"/>
                </a:solidFill>
                <a:latin typeface="Times New Roman" panose="02020603050405020304" pitchFamily="18" charset="0"/>
                <a:cs typeface="Times New Roman" panose="02020603050405020304" pitchFamily="18" charset="0"/>
              </a:rPr>
              <a:t> 2.</a:t>
            </a:r>
            <a:endParaRPr lang="ko-KR" altLang="en-US" sz="1000">
              <a:solidFill>
                <a:srgbClr val="000000"/>
              </a:solidFill>
              <a:latin typeface="Times New Roman" panose="02020603050405020304" pitchFamily="18" charset="0"/>
              <a:cs typeface="Times New Roman" panose="02020603050405020304" pitchFamily="18" charset="0"/>
            </a:endParaRPr>
          </a:p>
        </p:txBody>
      </p:sp>
      <p:sp>
        <p:nvSpPr>
          <p:cNvPr id="49155" name="Text Box 3"/>
          <p:cNvSpPr txBox="1">
            <a:spLocks noChangeArrowheads="1"/>
          </p:cNvSpPr>
          <p:nvPr/>
        </p:nvSpPr>
        <p:spPr bwMode="auto">
          <a:xfrm>
            <a:off x="444500" y="665163"/>
            <a:ext cx="222849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cs typeface="Times New Roman" panose="02020603050405020304" pitchFamily="18" charset="0"/>
              </a:rPr>
              <a:t>5. </a:t>
            </a:r>
            <a:r>
              <a:rPr lang="en-US" altLang="ko-KR" sz="1600" b="1" err="1" smtClean="0">
                <a:latin typeface="Times New Roman" panose="02020603050405020304" pitchFamily="18" charset="0"/>
                <a:cs typeface="Times New Roman" panose="02020603050405020304" pitchFamily="18" charset="0"/>
              </a:rPr>
              <a:t>Biểu</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thị</a:t>
            </a:r>
            <a:r>
              <a:rPr lang="en-US" altLang="ko-KR" sz="1600" b="1" smtClean="0">
                <a:latin typeface="Times New Roman" panose="02020603050405020304" pitchFamily="18" charset="0"/>
                <a:cs typeface="Times New Roman" panose="02020603050405020304" pitchFamily="18" charset="0"/>
              </a:rPr>
              <a:t> Data(</a:t>
            </a:r>
            <a:r>
              <a:rPr lang="en-US" altLang="ko-KR" sz="1600" b="1" err="1" smtClean="0">
                <a:latin typeface="Times New Roman" panose="02020603050405020304" pitchFamily="18" charset="0"/>
                <a:cs typeface="Times New Roman" panose="02020603050405020304" pitchFamily="18" charset="0"/>
              </a:rPr>
              <a:t>Hệ</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số</a:t>
            </a:r>
            <a:r>
              <a:rPr lang="en-US" altLang="ko-KR" sz="1600" b="1" smtClean="0">
                <a:latin typeface="Times New Roman" panose="02020603050405020304" pitchFamily="18" charset="0"/>
                <a:cs typeface="Times New Roman" panose="02020603050405020304" pitchFamily="18" charset="0"/>
              </a:rPr>
              <a:t>) </a:t>
            </a:r>
            <a:endParaRPr lang="en-US" altLang="en-US" sz="1600" b="1">
              <a:latin typeface="Times New Roman" panose="02020603050405020304" pitchFamily="18" charset="0"/>
              <a:cs typeface="Times New Roman" panose="02020603050405020304" pitchFamily="18" charset="0"/>
            </a:endParaRPr>
          </a:p>
        </p:txBody>
      </p:sp>
      <p:graphicFrame>
        <p:nvGraphicFramePr>
          <p:cNvPr id="49156" name="Object 6"/>
          <p:cNvGraphicFramePr>
            <a:graphicFrameLocks noChangeAspect="1"/>
          </p:cNvGraphicFramePr>
          <p:nvPr>
            <p:extLst>
              <p:ext uri="{D42A27DB-BD31-4B8C-83A1-F6EECF244321}">
                <p14:modId xmlns:p14="http://schemas.microsoft.com/office/powerpoint/2010/main" val="1406945623"/>
              </p:ext>
            </p:extLst>
          </p:nvPr>
        </p:nvGraphicFramePr>
        <p:xfrm>
          <a:off x="2289175" y="2493963"/>
          <a:ext cx="3549650" cy="647700"/>
        </p:xfrm>
        <a:graphic>
          <a:graphicData uri="http://schemas.openxmlformats.org/presentationml/2006/ole">
            <mc:AlternateContent xmlns:mc="http://schemas.openxmlformats.org/markup-compatibility/2006">
              <mc:Choice xmlns:v="urn:schemas-microsoft-com:vml" Requires="v">
                <p:oleObj spid="_x0000_s210950" name="수식" r:id="rId4" imgW="2247900" imgH="444500" progId="Equation.3">
                  <p:embed/>
                </p:oleObj>
              </mc:Choice>
              <mc:Fallback>
                <p:oleObj name="수식" r:id="rId4" imgW="2247900" imgH="444500" progId="Equation.3">
                  <p:embed/>
                  <p:pic>
                    <p:nvPicPr>
                      <p:cNvPr id="0"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89175" y="2493963"/>
                        <a:ext cx="3549650" cy="647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9157" name="Object 7"/>
          <p:cNvGraphicFramePr>
            <a:graphicFrameLocks noChangeAspect="1"/>
          </p:cNvGraphicFramePr>
          <p:nvPr>
            <p:extLst>
              <p:ext uri="{D42A27DB-BD31-4B8C-83A1-F6EECF244321}">
                <p14:modId xmlns:p14="http://schemas.microsoft.com/office/powerpoint/2010/main" val="1367981156"/>
              </p:ext>
            </p:extLst>
          </p:nvPr>
        </p:nvGraphicFramePr>
        <p:xfrm>
          <a:off x="2243138" y="4764088"/>
          <a:ext cx="4257675" cy="317500"/>
        </p:xfrm>
        <a:graphic>
          <a:graphicData uri="http://schemas.openxmlformats.org/presentationml/2006/ole">
            <mc:AlternateContent xmlns:mc="http://schemas.openxmlformats.org/markup-compatibility/2006">
              <mc:Choice xmlns:v="urn:schemas-microsoft-com:vml" Requires="v">
                <p:oleObj spid="_x0000_s210951" name="수식" r:id="rId6" imgW="2832100" imgH="228600" progId="Equation.3">
                  <p:embed/>
                </p:oleObj>
              </mc:Choice>
              <mc:Fallback>
                <p:oleObj name="수식" r:id="rId6" imgW="2832100" imgH="228600" progId="Equation.3">
                  <p:embed/>
                  <p:pic>
                    <p:nvPicPr>
                      <p:cNvPr id="0" name="Object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43138" y="4764088"/>
                        <a:ext cx="4257675" cy="317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9158" name="Object 8"/>
          <p:cNvGraphicFramePr>
            <a:graphicFrameLocks noChangeAspect="1"/>
          </p:cNvGraphicFramePr>
          <p:nvPr>
            <p:extLst>
              <p:ext uri="{D42A27DB-BD31-4B8C-83A1-F6EECF244321}">
                <p14:modId xmlns:p14="http://schemas.microsoft.com/office/powerpoint/2010/main" val="3643770119"/>
              </p:ext>
            </p:extLst>
          </p:nvPr>
        </p:nvGraphicFramePr>
        <p:xfrm>
          <a:off x="1155700" y="5536716"/>
          <a:ext cx="7526338" cy="736600"/>
        </p:xfrm>
        <a:graphic>
          <a:graphicData uri="http://schemas.openxmlformats.org/presentationml/2006/ole">
            <mc:AlternateContent xmlns:mc="http://schemas.openxmlformats.org/markup-compatibility/2006">
              <mc:Choice xmlns:v="urn:schemas-microsoft-com:vml" Requires="v">
                <p:oleObj spid="_x0000_s210952" name="수식" r:id="rId8" imgW="6946900" imgH="736600" progId="Equation.3">
                  <p:embed/>
                </p:oleObj>
              </mc:Choice>
              <mc:Fallback>
                <p:oleObj name="수식" r:id="rId8" imgW="6946900" imgH="736600" progId="Equation.3">
                  <p:embed/>
                  <p:pic>
                    <p:nvPicPr>
                      <p:cNvPr id="0" name="Object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55700" y="5536716"/>
                        <a:ext cx="7526338" cy="736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9159" name="Rectangle 9"/>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49160" name="Text Box 12"/>
          <p:cNvSpPr txBox="1">
            <a:spLocks noChangeArrowheads="1"/>
          </p:cNvSpPr>
          <p:nvPr/>
        </p:nvSpPr>
        <p:spPr bwMode="auto">
          <a:xfrm>
            <a:off x="6933220" y="77788"/>
            <a:ext cx="21259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smtClean="0">
                <a:latin typeface="Times New Roman" panose="02020603050405020304" pitchFamily="18" charset="0"/>
                <a:cs typeface="Times New Roman" panose="02020603050405020304" pitchFamily="18" charset="0"/>
              </a:rPr>
              <a:t>5.Biểu </a:t>
            </a:r>
            <a:r>
              <a:rPr lang="en-US" altLang="ko-KR" sz="1600" b="1" err="1" smtClean="0">
                <a:latin typeface="Times New Roman" panose="02020603050405020304" pitchFamily="18" charset="0"/>
                <a:cs typeface="Times New Roman" panose="02020603050405020304" pitchFamily="18" charset="0"/>
              </a:rPr>
              <a:t>thị</a:t>
            </a:r>
            <a:r>
              <a:rPr lang="en-US" altLang="ko-KR" sz="1600" b="1" smtClean="0">
                <a:latin typeface="Times New Roman" panose="02020603050405020304" pitchFamily="18" charset="0"/>
                <a:cs typeface="Times New Roman" panose="02020603050405020304" pitchFamily="18" charset="0"/>
              </a:rPr>
              <a:t> Data(</a:t>
            </a:r>
            <a:r>
              <a:rPr lang="en-US" altLang="ko-KR" sz="1600" b="1" err="1" smtClean="0">
                <a:latin typeface="Times New Roman" panose="02020603050405020304" pitchFamily="18" charset="0"/>
                <a:cs typeface="Times New Roman" panose="02020603050405020304" pitchFamily="18" charset="0"/>
              </a:rPr>
              <a:t>Hệ</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số</a:t>
            </a:r>
            <a:r>
              <a:rPr lang="en-US" altLang="ko-KR" sz="1600" b="1" smtClean="0">
                <a:latin typeface="Times New Roman" panose="02020603050405020304" pitchFamily="18" charset="0"/>
                <a:cs typeface="Times New Roman" panose="02020603050405020304" pitchFamily="18" charset="0"/>
              </a:rPr>
              <a:t>)</a:t>
            </a:r>
            <a:endParaRPr lang="en-US" altLang="en-US" sz="1600" b="1">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5"/>
          <p:cNvSpPr>
            <a:spLocks noChangeArrowheads="1"/>
          </p:cNvSpPr>
          <p:nvPr/>
        </p:nvSpPr>
        <p:spPr bwMode="auto">
          <a:xfrm>
            <a:off x="776288" y="993775"/>
            <a:ext cx="8007350"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just">
              <a:lnSpc>
                <a:spcPct val="100000"/>
              </a:lnSpc>
              <a:defRPr/>
            </a:pPr>
            <a:r>
              <a:rPr lang="en-US" altLang="ko-KR" sz="1000" b="1">
                <a:solidFill>
                  <a:srgbClr val="000000"/>
                </a:solidFill>
                <a:latin typeface="Times New Roman" panose="02020603050405020304" pitchFamily="18" charset="0"/>
                <a:ea typeface="굴림" pitchFamily="50" charset="-127"/>
                <a:cs typeface="Times New Roman" panose="02020603050405020304" pitchFamily="18" charset="0"/>
              </a:rPr>
              <a:t>( </a:t>
            </a:r>
            <a:r>
              <a:rPr lang="en-US" altLang="ko-KR" sz="1000" b="1" err="1" smtClean="0">
                <a:solidFill>
                  <a:srgbClr val="000000"/>
                </a:solidFill>
                <a:latin typeface="Times New Roman" panose="02020603050405020304" pitchFamily="18" charset="0"/>
                <a:ea typeface="굴림" pitchFamily="50" charset="-127"/>
                <a:cs typeface="Times New Roman" panose="02020603050405020304" pitchFamily="18" charset="0"/>
              </a:rPr>
              <a:t>Luyện</a:t>
            </a:r>
            <a:r>
              <a:rPr lang="en-US" altLang="ko-KR" sz="1000" b="1" smtClean="0">
                <a:solidFill>
                  <a:srgbClr val="000000"/>
                </a:solidFill>
                <a:latin typeface="Times New Roman" panose="02020603050405020304" pitchFamily="18" charset="0"/>
                <a:ea typeface="굴림" pitchFamily="50" charset="-127"/>
                <a:cs typeface="Times New Roman" panose="02020603050405020304" pitchFamily="18" charset="0"/>
              </a:rPr>
              <a:t> </a:t>
            </a:r>
            <a:r>
              <a:rPr lang="en-US" altLang="ko-KR" sz="1000" b="1" err="1" smtClean="0">
                <a:solidFill>
                  <a:srgbClr val="000000"/>
                </a:solidFill>
                <a:latin typeface="Times New Roman" panose="02020603050405020304" pitchFamily="18" charset="0"/>
                <a:ea typeface="굴림" pitchFamily="50" charset="-127"/>
                <a:cs typeface="Times New Roman" panose="02020603050405020304" pitchFamily="18" charset="0"/>
              </a:rPr>
              <a:t>tập</a:t>
            </a:r>
            <a:r>
              <a:rPr lang="ko-KR" altLang="en-US" sz="1000" b="1" smtClean="0">
                <a:solidFill>
                  <a:srgbClr val="000000"/>
                </a:solidFill>
                <a:latin typeface="Times New Roman" panose="02020603050405020304" pitchFamily="18" charset="0"/>
                <a:ea typeface="굴림" pitchFamily="50" charset="-127"/>
                <a:cs typeface="Times New Roman" panose="02020603050405020304" pitchFamily="18" charset="0"/>
              </a:rPr>
              <a:t> </a:t>
            </a:r>
            <a:r>
              <a:rPr lang="en-US" altLang="ko-KR" sz="1000" b="1">
                <a:solidFill>
                  <a:srgbClr val="000000"/>
                </a:solidFill>
                <a:latin typeface="Times New Roman" panose="02020603050405020304" pitchFamily="18" charset="0"/>
                <a:ea typeface="굴림" pitchFamily="50" charset="-127"/>
                <a:cs typeface="Times New Roman" panose="02020603050405020304" pitchFamily="18" charset="0"/>
              </a:rPr>
              <a:t>)</a:t>
            </a:r>
          </a:p>
          <a:p>
            <a:pPr marL="457200" indent="-457200" algn="just">
              <a:lnSpc>
                <a:spcPct val="100000"/>
              </a:lnSpc>
              <a:defRPr/>
            </a:pPr>
            <a:endParaRPr lang="en-US" altLang="ko-KR" sz="1000" b="1">
              <a:solidFill>
                <a:srgbClr val="000000"/>
              </a:solidFill>
              <a:latin typeface="Times New Roman" panose="02020603050405020304" pitchFamily="18" charset="0"/>
              <a:ea typeface="굴림" pitchFamily="50" charset="-127"/>
              <a:cs typeface="Times New Roman" panose="02020603050405020304" pitchFamily="18" charset="0"/>
            </a:endParaRPr>
          </a:p>
          <a:p>
            <a:pPr marL="457200" indent="-457200" algn="just">
              <a:lnSpc>
                <a:spcPct val="100000"/>
              </a:lnSpc>
              <a:defRPr/>
            </a:pPr>
            <a:r>
              <a:rPr lang="en-US" altLang="ko-KR" sz="1000" b="1">
                <a:solidFill>
                  <a:srgbClr val="000000"/>
                </a:solidFill>
                <a:latin typeface="Times New Roman" panose="02020603050405020304" pitchFamily="18" charset="0"/>
                <a:ea typeface="굴림" pitchFamily="50" charset="-127"/>
                <a:cs typeface="Times New Roman" panose="02020603050405020304" pitchFamily="18" charset="0"/>
              </a:rPr>
              <a:t>1. </a:t>
            </a:r>
            <a:r>
              <a:rPr lang="en-US" altLang="ko-KR" sz="1000" b="1" err="1" smtClean="0">
                <a:solidFill>
                  <a:srgbClr val="000000"/>
                </a:solidFill>
                <a:latin typeface="Times New Roman" panose="02020603050405020304" pitchFamily="18" charset="0"/>
                <a:ea typeface="굴림" pitchFamily="50" charset="-127"/>
                <a:cs typeface="Times New Roman" panose="02020603050405020304" pitchFamily="18" charset="0"/>
              </a:rPr>
              <a:t>Hãy</a:t>
            </a:r>
            <a:r>
              <a:rPr lang="en-US" altLang="ko-KR" sz="1000" b="1" smtClean="0">
                <a:solidFill>
                  <a:srgbClr val="000000"/>
                </a:solidFill>
                <a:latin typeface="Times New Roman" panose="02020603050405020304" pitchFamily="18" charset="0"/>
                <a:ea typeface="굴림" pitchFamily="50" charset="-127"/>
                <a:cs typeface="Times New Roman" panose="02020603050405020304" pitchFamily="18" charset="0"/>
              </a:rPr>
              <a:t> </a:t>
            </a:r>
            <a:r>
              <a:rPr lang="en-US" altLang="ko-KR" sz="1000" b="1" err="1" smtClean="0">
                <a:solidFill>
                  <a:srgbClr val="000000"/>
                </a:solidFill>
                <a:latin typeface="Times New Roman" panose="02020603050405020304" pitchFamily="18" charset="0"/>
                <a:ea typeface="굴림" pitchFamily="50" charset="-127"/>
                <a:cs typeface="Times New Roman" panose="02020603050405020304" pitchFamily="18" charset="0"/>
              </a:rPr>
              <a:t>biến</a:t>
            </a:r>
            <a:r>
              <a:rPr lang="en-US" altLang="ko-KR" sz="1000" b="1" smtClean="0">
                <a:solidFill>
                  <a:srgbClr val="000000"/>
                </a:solidFill>
                <a:latin typeface="Times New Roman" panose="02020603050405020304" pitchFamily="18" charset="0"/>
                <a:ea typeface="굴림" pitchFamily="50" charset="-127"/>
                <a:cs typeface="Times New Roman" panose="02020603050405020304" pitchFamily="18" charset="0"/>
              </a:rPr>
              <a:t> </a:t>
            </a:r>
            <a:r>
              <a:rPr lang="en-US" altLang="ko-KR" sz="1000" b="1" err="1" smtClean="0">
                <a:solidFill>
                  <a:srgbClr val="000000"/>
                </a:solidFill>
                <a:latin typeface="Times New Roman" panose="02020603050405020304" pitchFamily="18" charset="0"/>
                <a:ea typeface="굴림" pitchFamily="50" charset="-127"/>
                <a:cs typeface="Times New Roman" panose="02020603050405020304" pitchFamily="18" charset="0"/>
              </a:rPr>
              <a:t>đổi</a:t>
            </a:r>
            <a:r>
              <a:rPr lang="en-US" altLang="ko-KR" sz="1000" b="1" smtClean="0">
                <a:solidFill>
                  <a:srgbClr val="000000"/>
                </a:solidFill>
                <a:latin typeface="Times New Roman" panose="02020603050405020304" pitchFamily="18" charset="0"/>
                <a:ea typeface="굴림" pitchFamily="50" charset="-127"/>
                <a:cs typeface="Times New Roman" panose="02020603050405020304" pitchFamily="18" charset="0"/>
              </a:rPr>
              <a:t> (1101</a:t>
            </a:r>
            <a:r>
              <a:rPr lang="en-US" altLang="ko-KR" sz="1000" b="1">
                <a:solidFill>
                  <a:srgbClr val="000000"/>
                </a:solidFill>
                <a:latin typeface="Times New Roman" panose="02020603050405020304" pitchFamily="18" charset="0"/>
                <a:ea typeface="굴림" pitchFamily="50" charset="-127"/>
                <a:cs typeface="Times New Roman" panose="02020603050405020304" pitchFamily="18" charset="0"/>
              </a:rPr>
              <a:t>)₂ </a:t>
            </a:r>
            <a:r>
              <a:rPr lang="en-US" altLang="ko-KR" sz="1000" b="1" smtClean="0">
                <a:solidFill>
                  <a:srgbClr val="000000"/>
                </a:solidFill>
                <a:latin typeface="Times New Roman" panose="02020603050405020304" pitchFamily="18" charset="0"/>
                <a:ea typeface="굴림" pitchFamily="50" charset="-127"/>
                <a:cs typeface="Times New Roman" panose="02020603050405020304" pitchFamily="18" charset="0"/>
              </a:rPr>
              <a:t>sang </a:t>
            </a:r>
            <a:r>
              <a:rPr lang="en-US" altLang="ko-KR" sz="1000" b="1" err="1" smtClean="0">
                <a:solidFill>
                  <a:srgbClr val="000000"/>
                </a:solidFill>
                <a:latin typeface="Times New Roman" panose="02020603050405020304" pitchFamily="18" charset="0"/>
                <a:ea typeface="굴림" pitchFamily="50" charset="-127"/>
                <a:cs typeface="Times New Roman" panose="02020603050405020304" pitchFamily="18" charset="0"/>
              </a:rPr>
              <a:t>hệ</a:t>
            </a:r>
            <a:r>
              <a:rPr lang="en-US" altLang="ko-KR" sz="1000" b="1" smtClean="0">
                <a:solidFill>
                  <a:srgbClr val="000000"/>
                </a:solidFill>
                <a:latin typeface="Times New Roman" panose="02020603050405020304" pitchFamily="18" charset="0"/>
                <a:ea typeface="굴림" pitchFamily="50" charset="-127"/>
                <a:cs typeface="Times New Roman" panose="02020603050405020304" pitchFamily="18" charset="0"/>
              </a:rPr>
              <a:t> </a:t>
            </a:r>
            <a:r>
              <a:rPr lang="en-US" altLang="ko-KR" sz="1000" b="1" err="1" smtClean="0">
                <a:solidFill>
                  <a:srgbClr val="000000"/>
                </a:solidFill>
                <a:latin typeface="Times New Roman" panose="02020603050405020304" pitchFamily="18" charset="0"/>
                <a:ea typeface="굴림" pitchFamily="50" charset="-127"/>
                <a:cs typeface="Times New Roman" panose="02020603050405020304" pitchFamily="18" charset="0"/>
              </a:rPr>
              <a:t>số</a:t>
            </a:r>
            <a:r>
              <a:rPr lang="en-US" altLang="ko-KR" sz="1000" b="1" smtClean="0">
                <a:solidFill>
                  <a:srgbClr val="000000"/>
                </a:solidFill>
                <a:latin typeface="Times New Roman" panose="02020603050405020304" pitchFamily="18" charset="0"/>
                <a:ea typeface="굴림" pitchFamily="50" charset="-127"/>
                <a:cs typeface="Times New Roman" panose="02020603050405020304" pitchFamily="18" charset="0"/>
              </a:rPr>
              <a:t> </a:t>
            </a:r>
            <a:r>
              <a:rPr lang="en-US" altLang="ko-KR" sz="1000" b="1" err="1" smtClean="0">
                <a:solidFill>
                  <a:srgbClr val="000000"/>
                </a:solidFill>
                <a:latin typeface="Times New Roman" panose="02020603050405020304" pitchFamily="18" charset="0"/>
                <a:ea typeface="굴림" pitchFamily="50" charset="-127"/>
                <a:cs typeface="Times New Roman" panose="02020603050405020304" pitchFamily="18" charset="0"/>
              </a:rPr>
              <a:t>thập</a:t>
            </a:r>
            <a:r>
              <a:rPr lang="en-US" altLang="ko-KR" sz="1000" b="1" smtClean="0">
                <a:solidFill>
                  <a:srgbClr val="000000"/>
                </a:solidFill>
                <a:latin typeface="Times New Roman" panose="02020603050405020304" pitchFamily="18" charset="0"/>
                <a:ea typeface="굴림" pitchFamily="50" charset="-127"/>
                <a:cs typeface="Times New Roman" panose="02020603050405020304" pitchFamily="18" charset="0"/>
              </a:rPr>
              <a:t> </a:t>
            </a:r>
            <a:r>
              <a:rPr lang="en-US" altLang="ko-KR" sz="1000" b="1" err="1" smtClean="0">
                <a:solidFill>
                  <a:srgbClr val="000000"/>
                </a:solidFill>
                <a:latin typeface="Times New Roman" panose="02020603050405020304" pitchFamily="18" charset="0"/>
                <a:ea typeface="굴림" pitchFamily="50" charset="-127"/>
                <a:cs typeface="Times New Roman" panose="02020603050405020304" pitchFamily="18" charset="0"/>
              </a:rPr>
              <a:t>phân</a:t>
            </a:r>
            <a:r>
              <a:rPr lang="en-US" altLang="ko-KR" sz="1000" b="1" smtClean="0">
                <a:solidFill>
                  <a:srgbClr val="000000"/>
                </a:solidFill>
                <a:latin typeface="Times New Roman" panose="02020603050405020304" pitchFamily="18" charset="0"/>
                <a:ea typeface="굴림" pitchFamily="50" charset="-127"/>
                <a:cs typeface="Times New Roman" panose="02020603050405020304" pitchFamily="18" charset="0"/>
              </a:rPr>
              <a:t>.</a:t>
            </a:r>
            <a:endParaRPr lang="en-US" altLang="ko-KR" sz="1000" b="1">
              <a:solidFill>
                <a:srgbClr val="000000"/>
              </a:solidFill>
              <a:latin typeface="Times New Roman" panose="02020603050405020304" pitchFamily="18" charset="0"/>
              <a:ea typeface="굴림" pitchFamily="50" charset="-127"/>
              <a:cs typeface="Times New Roman" panose="02020603050405020304" pitchFamily="18" charset="0"/>
            </a:endParaRPr>
          </a:p>
          <a:p>
            <a:pPr marL="457200" indent="-457200" algn="just">
              <a:lnSpc>
                <a:spcPct val="100000"/>
              </a:lnSpc>
              <a:buFontTx/>
              <a:buAutoNum type="arabicPeriod"/>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marL="457200" indent="-457200" algn="just">
              <a:lnSpc>
                <a:spcPct val="100000"/>
              </a:lnSpc>
              <a:buFontTx/>
              <a:buAutoNum type="arabicPeriod"/>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marL="457200" indent="-457200" algn="just">
              <a:lnSpc>
                <a:spcPct val="100000"/>
              </a:lnSpc>
              <a:buFontTx/>
              <a:buAutoNum type="arabicPeriod"/>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marL="457200" indent="-457200" algn="just">
              <a:lnSpc>
                <a:spcPct val="100000"/>
              </a:lnSpc>
              <a:buFontTx/>
              <a:buAutoNum type="arabicPeriod"/>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marL="457200" indent="-457200" algn="just">
              <a:lnSpc>
                <a:spcPct val="100000"/>
              </a:lnSpc>
              <a:buFontTx/>
              <a:buAutoNum type="arabicPeriod"/>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marL="457200" indent="-457200" algn="just">
              <a:lnSpc>
                <a:spcPct val="100000"/>
              </a:lnSpc>
              <a:buFontTx/>
              <a:buAutoNum type="arabicPeriod"/>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marL="457200" indent="-457200" algn="just">
              <a:lnSpc>
                <a:spcPct val="100000"/>
              </a:lnSpc>
              <a:buFontTx/>
              <a:buAutoNum type="arabicPeriod"/>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marL="457200" indent="-457200" algn="just">
              <a:lnSpc>
                <a:spcPct val="100000"/>
              </a:lnSpc>
              <a:buFontTx/>
              <a:buAutoNum type="arabicPeriod"/>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marL="457200" indent="-457200" algn="just">
              <a:lnSpc>
                <a:spcPct val="100000"/>
              </a:lnSpc>
              <a:buFontTx/>
              <a:buAutoNum type="arabicPeriod"/>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marL="457200" indent="-457200" algn="just">
              <a:lnSpc>
                <a:spcPct val="100000"/>
              </a:lnSpc>
              <a:buFontTx/>
              <a:buAutoNum type="arabicPeriod"/>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algn="just">
              <a:lnSpc>
                <a:spcPct val="100000"/>
              </a:lnSpc>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algn="just">
              <a:lnSpc>
                <a:spcPct val="100000"/>
              </a:lnSpc>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algn="just">
              <a:lnSpc>
                <a:spcPct val="100000"/>
              </a:lnSpc>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algn="just">
              <a:lnSpc>
                <a:spcPct val="100000"/>
              </a:lnSpc>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algn="just">
              <a:lnSpc>
                <a:spcPct val="100000"/>
              </a:lnSpc>
              <a:defRPr/>
            </a:pPr>
            <a:endParaRPr lang="en-US" altLang="ko-KR" sz="1000" b="1">
              <a:latin typeface="Times New Roman" panose="02020603050405020304" pitchFamily="18" charset="0"/>
              <a:ea typeface="굴림" pitchFamily="50" charset="-127"/>
              <a:cs typeface="Times New Roman" panose="02020603050405020304" pitchFamily="18" charset="0"/>
            </a:endParaRPr>
          </a:p>
          <a:p>
            <a:pPr algn="just">
              <a:lnSpc>
                <a:spcPct val="100000"/>
              </a:lnSpc>
              <a:defRPr/>
            </a:pPr>
            <a:r>
              <a:rPr lang="en-US" altLang="ko-KR" sz="1000" b="1">
                <a:latin typeface="Times New Roman" panose="02020603050405020304" pitchFamily="18" charset="0"/>
                <a:ea typeface="굴림" pitchFamily="50" charset="-127"/>
                <a:cs typeface="Times New Roman" panose="02020603050405020304" pitchFamily="18" charset="0"/>
              </a:rPr>
              <a:t>2</a:t>
            </a:r>
            <a:r>
              <a:rPr lang="en-US" altLang="ko-KR" sz="1000" b="1" smtClean="0">
                <a:latin typeface="Times New Roman" panose="02020603050405020304" pitchFamily="18" charset="0"/>
                <a:ea typeface="굴림" pitchFamily="50" charset="-127"/>
                <a:cs typeface="Times New Roman" panose="02020603050405020304" pitchFamily="18" charset="0"/>
              </a:rPr>
              <a:t>. </a:t>
            </a:r>
            <a:r>
              <a:rPr lang="en-US" altLang="ko-KR" sz="1000" b="1" err="1" smtClean="0">
                <a:latin typeface="Times New Roman" panose="02020603050405020304" pitchFamily="18" charset="0"/>
                <a:ea typeface="굴림" pitchFamily="50" charset="-127"/>
                <a:cs typeface="Times New Roman" panose="02020603050405020304" pitchFamily="18" charset="0"/>
              </a:rPr>
              <a:t>Hãy</a:t>
            </a:r>
            <a:r>
              <a:rPr lang="en-US" altLang="ko-KR" sz="1000" b="1" smtClean="0">
                <a:latin typeface="Times New Roman" panose="02020603050405020304" pitchFamily="18" charset="0"/>
                <a:ea typeface="굴림" pitchFamily="50" charset="-127"/>
                <a:cs typeface="Times New Roman" panose="02020603050405020304" pitchFamily="18" charset="0"/>
              </a:rPr>
              <a:t> </a:t>
            </a:r>
            <a:r>
              <a:rPr lang="en-US" altLang="ko-KR" sz="1000" b="1" err="1" smtClean="0">
                <a:latin typeface="Times New Roman" panose="02020603050405020304" pitchFamily="18" charset="0"/>
                <a:ea typeface="굴림" pitchFamily="50" charset="-127"/>
                <a:cs typeface="Times New Roman" panose="02020603050405020304" pitchFamily="18" charset="0"/>
              </a:rPr>
              <a:t>biến</a:t>
            </a:r>
            <a:r>
              <a:rPr lang="en-US" altLang="ko-KR" sz="1000" b="1" smtClean="0">
                <a:latin typeface="Times New Roman" panose="02020603050405020304" pitchFamily="18" charset="0"/>
                <a:ea typeface="굴림" pitchFamily="50" charset="-127"/>
                <a:cs typeface="Times New Roman" panose="02020603050405020304" pitchFamily="18" charset="0"/>
              </a:rPr>
              <a:t> </a:t>
            </a:r>
            <a:r>
              <a:rPr lang="en-US" altLang="ko-KR" sz="1000" b="1" err="1" smtClean="0">
                <a:latin typeface="Times New Roman" panose="02020603050405020304" pitchFamily="18" charset="0"/>
                <a:ea typeface="굴림" pitchFamily="50" charset="-127"/>
                <a:cs typeface="Times New Roman" panose="02020603050405020304" pitchFamily="18" charset="0"/>
              </a:rPr>
              <a:t>đổi</a:t>
            </a:r>
            <a:r>
              <a:rPr lang="en-US" altLang="ko-KR" sz="1000" b="1" smtClean="0">
                <a:latin typeface="Times New Roman" panose="02020603050405020304" pitchFamily="18" charset="0"/>
                <a:ea typeface="굴림" pitchFamily="50" charset="-127"/>
                <a:cs typeface="Times New Roman" panose="02020603050405020304" pitchFamily="18" charset="0"/>
              </a:rPr>
              <a:t>  </a:t>
            </a:r>
            <a:r>
              <a:rPr lang="en-US" altLang="ko-KR" sz="1000" b="1">
                <a:latin typeface="Times New Roman" panose="02020603050405020304" pitchFamily="18" charset="0"/>
                <a:ea typeface="굴림" pitchFamily="50" charset="-127"/>
                <a:cs typeface="Times New Roman" panose="02020603050405020304" pitchFamily="18" charset="0"/>
              </a:rPr>
              <a:t>(1011011)</a:t>
            </a:r>
            <a:r>
              <a:rPr lang="en-US" altLang="ko-KR" sz="1000" b="1" smtClean="0">
                <a:latin typeface="Times New Roman" panose="02020603050405020304" pitchFamily="18" charset="0"/>
                <a:ea typeface="굴림" pitchFamily="50" charset="-127"/>
                <a:cs typeface="Times New Roman" panose="02020603050405020304" pitchFamily="18" charset="0"/>
              </a:rPr>
              <a:t>₂sang </a:t>
            </a:r>
            <a:r>
              <a:rPr lang="en-US" altLang="ko-KR" sz="1000" b="1" err="1" smtClean="0">
                <a:latin typeface="Times New Roman" panose="02020603050405020304" pitchFamily="18" charset="0"/>
                <a:ea typeface="굴림" pitchFamily="50" charset="-127"/>
                <a:cs typeface="Times New Roman" panose="02020603050405020304" pitchFamily="18" charset="0"/>
              </a:rPr>
              <a:t>hệ</a:t>
            </a:r>
            <a:r>
              <a:rPr lang="en-US" altLang="ko-KR" sz="1000" b="1" smtClean="0">
                <a:latin typeface="Times New Roman" panose="02020603050405020304" pitchFamily="18" charset="0"/>
                <a:ea typeface="굴림" pitchFamily="50" charset="-127"/>
                <a:cs typeface="Times New Roman" panose="02020603050405020304" pitchFamily="18" charset="0"/>
              </a:rPr>
              <a:t> </a:t>
            </a:r>
            <a:r>
              <a:rPr lang="en-US" altLang="ko-KR" sz="1000" b="1" err="1" smtClean="0">
                <a:latin typeface="Times New Roman" panose="02020603050405020304" pitchFamily="18" charset="0"/>
                <a:ea typeface="굴림" pitchFamily="50" charset="-127"/>
                <a:cs typeface="Times New Roman" panose="02020603050405020304" pitchFamily="18" charset="0"/>
              </a:rPr>
              <a:t>số</a:t>
            </a:r>
            <a:r>
              <a:rPr lang="en-US" altLang="ko-KR" sz="1000" b="1" smtClean="0">
                <a:latin typeface="Times New Roman" panose="02020603050405020304" pitchFamily="18" charset="0"/>
                <a:ea typeface="굴림" pitchFamily="50" charset="-127"/>
                <a:cs typeface="Times New Roman" panose="02020603050405020304" pitchFamily="18" charset="0"/>
              </a:rPr>
              <a:t> </a:t>
            </a:r>
            <a:r>
              <a:rPr lang="en-US" altLang="ko-KR" sz="1000" b="1" err="1" smtClean="0">
                <a:latin typeface="Times New Roman" panose="02020603050405020304" pitchFamily="18" charset="0"/>
                <a:ea typeface="굴림" pitchFamily="50" charset="-127"/>
                <a:cs typeface="Times New Roman" panose="02020603050405020304" pitchFamily="18" charset="0"/>
              </a:rPr>
              <a:t>thập</a:t>
            </a:r>
            <a:r>
              <a:rPr lang="en-US" altLang="ko-KR" sz="1000" b="1" smtClean="0">
                <a:latin typeface="Times New Roman" panose="02020603050405020304" pitchFamily="18" charset="0"/>
                <a:ea typeface="굴림" pitchFamily="50" charset="-127"/>
                <a:cs typeface="Times New Roman" panose="02020603050405020304" pitchFamily="18" charset="0"/>
              </a:rPr>
              <a:t> </a:t>
            </a:r>
            <a:r>
              <a:rPr lang="en-US" altLang="ko-KR" sz="1000" b="1" err="1" smtClean="0">
                <a:latin typeface="Times New Roman" panose="02020603050405020304" pitchFamily="18" charset="0"/>
                <a:ea typeface="굴림" pitchFamily="50" charset="-127"/>
                <a:cs typeface="Times New Roman" panose="02020603050405020304" pitchFamily="18" charset="0"/>
              </a:rPr>
              <a:t>phân</a:t>
            </a:r>
            <a:r>
              <a:rPr lang="en-US" altLang="ko-KR" sz="1000" b="1" smtClean="0">
                <a:latin typeface="Times New Roman" panose="02020603050405020304" pitchFamily="18" charset="0"/>
                <a:ea typeface="굴림" pitchFamily="50" charset="-127"/>
                <a:cs typeface="Times New Roman" panose="02020603050405020304" pitchFamily="18" charset="0"/>
              </a:rPr>
              <a:t>.</a:t>
            </a:r>
            <a:endParaRPr lang="en-US" altLang="ko-KR" sz="1000" b="1">
              <a:latin typeface="Times New Roman" panose="02020603050405020304" pitchFamily="18" charset="0"/>
              <a:ea typeface="굴림" pitchFamily="50" charset="-127"/>
              <a:cs typeface="Times New Roman" panose="02020603050405020304" pitchFamily="18" charset="0"/>
            </a:endParaRPr>
          </a:p>
        </p:txBody>
      </p:sp>
      <p:sp>
        <p:nvSpPr>
          <p:cNvPr id="50179" name="Rectangle 7"/>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50180" name="Text Box 9"/>
          <p:cNvSpPr txBox="1">
            <a:spLocks noChangeArrowheads="1"/>
          </p:cNvSpPr>
          <p:nvPr/>
        </p:nvSpPr>
        <p:spPr bwMode="auto">
          <a:xfrm>
            <a:off x="7545288" y="77788"/>
            <a:ext cx="21771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cs typeface="Times New Roman" panose="02020603050405020304" pitchFamily="18" charset="0"/>
              </a:rPr>
              <a:t>5. </a:t>
            </a:r>
            <a:r>
              <a:rPr lang="en-US" altLang="ko-KR" sz="1600" b="1" err="1" smtClean="0">
                <a:latin typeface="Times New Roman" panose="02020603050405020304" pitchFamily="18" charset="0"/>
                <a:cs typeface="Times New Roman" panose="02020603050405020304" pitchFamily="18" charset="0"/>
              </a:rPr>
              <a:t>Biểu</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thị</a:t>
            </a:r>
            <a:r>
              <a:rPr lang="en-US" altLang="ko-KR" sz="1600" b="1" smtClean="0">
                <a:latin typeface="Times New Roman" panose="02020603050405020304" pitchFamily="18" charset="0"/>
                <a:cs typeface="Times New Roman" panose="02020603050405020304" pitchFamily="18" charset="0"/>
              </a:rPr>
              <a:t> Data(</a:t>
            </a:r>
            <a:r>
              <a:rPr lang="en-US" altLang="ko-KR" sz="1600" b="1" err="1" smtClean="0">
                <a:latin typeface="Times New Roman" panose="02020603050405020304" pitchFamily="18" charset="0"/>
                <a:cs typeface="Times New Roman" panose="02020603050405020304" pitchFamily="18" charset="0"/>
              </a:rPr>
              <a:t>Hệ</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số</a:t>
            </a:r>
            <a:r>
              <a:rPr lang="en-US" altLang="ko-KR" sz="1600" b="1" smtClean="0">
                <a:latin typeface="Times New Roman" panose="02020603050405020304" pitchFamily="18" charset="0"/>
                <a:cs typeface="Times New Roman" panose="02020603050405020304" pitchFamily="18" charset="0"/>
              </a:rPr>
              <a:t>)</a:t>
            </a:r>
            <a:endParaRPr lang="en-US" altLang="en-US" sz="1600" b="1">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2"/>
          <p:cNvSpPr>
            <a:spLocks noChangeArrowheads="1"/>
          </p:cNvSpPr>
          <p:nvPr/>
        </p:nvSpPr>
        <p:spPr bwMode="auto">
          <a:xfrm>
            <a:off x="577850" y="981075"/>
            <a:ext cx="8750300" cy="496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b="1">
                <a:solidFill>
                  <a:srgbClr val="000000"/>
                </a:solidFill>
                <a:latin typeface="Times New Roman" panose="02020603050405020304" pitchFamily="18" charset="0"/>
                <a:cs typeface="Times New Roman" panose="02020603050405020304" pitchFamily="18" charset="0"/>
              </a:rPr>
              <a:t>(4) </a:t>
            </a:r>
            <a:r>
              <a:rPr lang="en-US" altLang="ko-KR" sz="1200" b="1" err="1" smtClean="0">
                <a:solidFill>
                  <a:srgbClr val="000000"/>
                </a:solidFill>
                <a:latin typeface="Times New Roman" panose="02020603050405020304" pitchFamily="18" charset="0"/>
                <a:cs typeface="Times New Roman" panose="02020603050405020304" pitchFamily="18" charset="0"/>
              </a:rPr>
              <a:t>Hệ</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thập</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lục</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phân</a:t>
            </a:r>
            <a:r>
              <a:rPr lang="en-US" altLang="ko-KR" sz="1200" b="1" smtClean="0">
                <a:solidFill>
                  <a:srgbClr val="000000"/>
                </a:solidFill>
                <a:latin typeface="Times New Roman" panose="02020603050405020304" pitchFamily="18" charset="0"/>
                <a:cs typeface="Times New Roman" panose="02020603050405020304" pitchFamily="18" charset="0"/>
              </a:rPr>
              <a:t>(Hexadecimal</a:t>
            </a:r>
            <a:r>
              <a:rPr lang="en-US" altLang="ko-KR" sz="1200" b="1">
                <a:solidFill>
                  <a:srgbClr val="000000"/>
                </a:solidFill>
                <a:latin typeface="Times New Roman" panose="02020603050405020304" pitchFamily="18" charset="0"/>
                <a:cs typeface="Times New Roman" panose="02020603050405020304" pitchFamily="18" charset="0"/>
              </a:rPr>
              <a:t>)</a:t>
            </a:r>
          </a:p>
          <a:p>
            <a:pPr eaLnBrk="1" hangingPunct="1">
              <a:lnSpc>
                <a:spcPct val="160000"/>
              </a:lnSpc>
              <a:spcBef>
                <a:spcPct val="0"/>
              </a:spcBef>
              <a:buFontTx/>
              <a:buNone/>
            </a:pP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Được</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cấu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tạo</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bởi</a:t>
            </a:r>
            <a:r>
              <a:rPr lang="en-US" altLang="ko-KR" sz="1000" smtClean="0">
                <a:solidFill>
                  <a:srgbClr val="000000"/>
                </a:solidFill>
                <a:latin typeface="Times New Roman" panose="02020603050405020304" pitchFamily="18" charset="0"/>
                <a:cs typeface="Times New Roman" panose="02020603050405020304" pitchFamily="18" charset="0"/>
              </a:rPr>
              <a:t> 16 </a:t>
            </a:r>
            <a:r>
              <a:rPr lang="en-US" altLang="ko-KR" sz="1000" err="1" smtClean="0">
                <a:solidFill>
                  <a:srgbClr val="000000"/>
                </a:solidFill>
                <a:latin typeface="Times New Roman" panose="02020603050405020304" pitchFamily="18" charset="0"/>
                <a:cs typeface="Times New Roman" panose="02020603050405020304" pitchFamily="18" charset="0"/>
              </a:rPr>
              <a:t>chữ</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từ</a:t>
            </a:r>
            <a:r>
              <a:rPr lang="en-US" altLang="ko-KR" sz="1000" smtClean="0">
                <a:solidFill>
                  <a:srgbClr val="000000"/>
                </a:solidFill>
                <a:latin typeface="Times New Roman" panose="02020603050405020304" pitchFamily="18" charset="0"/>
                <a:cs typeface="Times New Roman" panose="02020603050405020304" pitchFamily="18" charset="0"/>
              </a:rPr>
              <a:t> 0 </a:t>
            </a:r>
            <a:r>
              <a:rPr lang="en-US" altLang="ko-KR" sz="1000" err="1" smtClean="0">
                <a:solidFill>
                  <a:srgbClr val="000000"/>
                </a:solidFill>
                <a:latin typeface="Times New Roman" panose="02020603050405020304" pitchFamily="18" charset="0"/>
                <a:cs typeface="Times New Roman" panose="02020603050405020304" pitchFamily="18" charset="0"/>
              </a:rPr>
              <a:t>đến</a:t>
            </a:r>
            <a:r>
              <a:rPr lang="en-US" altLang="ko-KR" sz="1000" smtClean="0">
                <a:solidFill>
                  <a:srgbClr val="000000"/>
                </a:solidFill>
                <a:latin typeface="Times New Roman" panose="02020603050405020304" pitchFamily="18" charset="0"/>
                <a:cs typeface="Times New Roman" panose="02020603050405020304" pitchFamily="18" charset="0"/>
              </a:rPr>
              <a:t> </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smtClean="0">
                <a:solidFill>
                  <a:srgbClr val="000000"/>
                </a:solidFill>
                <a:latin typeface="Times New Roman" panose="02020603050405020304" pitchFamily="18" charset="0"/>
                <a:cs typeface="Times New Roman" panose="02020603050405020304" pitchFamily="18" charset="0"/>
              </a:rPr>
              <a:t>F.</a:t>
            </a: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biểu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hiện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từ</a:t>
            </a:r>
            <a:r>
              <a:rPr lang="en-US" altLang="ko-KR" sz="1000" smtClean="0">
                <a:solidFill>
                  <a:srgbClr val="000000"/>
                </a:solidFill>
                <a:latin typeface="Times New Roman" panose="02020603050405020304" pitchFamily="18" charset="0"/>
                <a:cs typeface="Times New Roman" panose="02020603050405020304" pitchFamily="18" charset="0"/>
              </a:rPr>
              <a:t> 0 </a:t>
            </a:r>
            <a:r>
              <a:rPr lang="en-US" altLang="ko-KR" sz="1000" err="1" smtClean="0">
                <a:solidFill>
                  <a:srgbClr val="000000"/>
                </a:solidFill>
                <a:latin typeface="Times New Roman" panose="02020603050405020304" pitchFamily="18" charset="0"/>
                <a:cs typeface="Times New Roman" panose="02020603050405020304" pitchFamily="18" charset="0"/>
              </a:rPr>
              <a:t>đến</a:t>
            </a:r>
            <a:r>
              <a:rPr lang="en-US" altLang="ko-KR" sz="1000" smtClean="0">
                <a:solidFill>
                  <a:srgbClr val="000000"/>
                </a:solidFill>
                <a:latin typeface="Times New Roman" panose="02020603050405020304" pitchFamily="18" charset="0"/>
                <a:cs typeface="Times New Roman" panose="02020603050405020304" pitchFamily="18" charset="0"/>
              </a:rPr>
              <a:t> 9 </a:t>
            </a:r>
            <a:r>
              <a:rPr lang="en-US" altLang="ko-KR" sz="1000" err="1" smtClean="0">
                <a:solidFill>
                  <a:srgbClr val="000000"/>
                </a:solidFill>
                <a:latin typeface="Times New Roman" panose="02020603050405020304" pitchFamily="18" charset="0"/>
                <a:cs typeface="Times New Roman" panose="02020603050405020304" pitchFamily="18" charset="0"/>
              </a:rPr>
              <a:t>giống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như</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hệ</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thập</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phân</a:t>
            </a:r>
            <a:r>
              <a:rPr lang="en-US" altLang="ko-KR" sz="1000" smtClean="0">
                <a:solidFill>
                  <a:srgbClr val="000000"/>
                </a:solidFill>
                <a:latin typeface="Times New Roman" panose="02020603050405020304" pitchFamily="18" charset="0"/>
                <a:cs typeface="Times New Roman" panose="02020603050405020304" pitchFamily="18" charset="0"/>
              </a:rPr>
              <a:t> , </a:t>
            </a:r>
            <a:r>
              <a:rPr lang="en-US" altLang="ko-KR" sz="1000" err="1" smtClean="0">
                <a:solidFill>
                  <a:srgbClr val="000000"/>
                </a:solidFill>
                <a:latin typeface="Times New Roman" panose="02020603050405020304" pitchFamily="18" charset="0"/>
                <a:cs typeface="Times New Roman" panose="02020603050405020304" pitchFamily="18" charset="0"/>
              </a:rPr>
              <a:t>và</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các</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sau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dduwwocj</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biểu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hiện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bằng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chữ</a:t>
            </a:r>
            <a:r>
              <a:rPr lang="en-US" altLang="ko-KR" sz="1000" smtClean="0">
                <a:solidFill>
                  <a:srgbClr val="000000"/>
                </a:solidFill>
                <a:latin typeface="Times New Roman" panose="02020603050405020304" pitchFamily="18" charset="0"/>
                <a:cs typeface="Times New Roman" panose="02020603050405020304" pitchFamily="18" charset="0"/>
              </a:rPr>
              <a:t> </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A , B , C , D , E , </a:t>
            </a:r>
            <a:r>
              <a:rPr lang="en-US" altLang="ko-KR" sz="1000" smtClean="0">
                <a:solidFill>
                  <a:srgbClr val="000000"/>
                </a:solidFill>
                <a:latin typeface="Times New Roman" panose="02020603050405020304" pitchFamily="18" charset="0"/>
                <a:cs typeface="Times New Roman" panose="02020603050405020304" pitchFamily="18" charset="0"/>
              </a:rPr>
              <a:t>F.</a:t>
            </a: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Hệ</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bát</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phân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cũng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vậy</a:t>
            </a:r>
            <a:r>
              <a:rPr lang="en-US" altLang="ko-KR" sz="1000" smtClean="0">
                <a:solidFill>
                  <a:srgbClr val="000000"/>
                </a:solidFill>
                <a:latin typeface="Times New Roman" panose="02020603050405020304" pitchFamily="18" charset="0"/>
                <a:cs typeface="Times New Roman" panose="02020603050405020304" pitchFamily="18" charset="0"/>
              </a:rPr>
              <a:t>,  so </a:t>
            </a:r>
            <a:r>
              <a:rPr lang="en-US" altLang="ko-KR" sz="1000" err="1" smtClean="0">
                <a:solidFill>
                  <a:srgbClr val="000000"/>
                </a:solidFill>
                <a:latin typeface="Times New Roman" panose="02020603050405020304" pitchFamily="18" charset="0"/>
                <a:cs typeface="Times New Roman" panose="02020603050405020304" pitchFamily="18" charset="0"/>
              </a:rPr>
              <a:t>với</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hệ</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nhị</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phân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thì</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được</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biểu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thị</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ngắn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hơn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và</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có</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thể</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biểu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thị</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dưới</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dạng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số</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nhị</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phân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tương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ứng</a:t>
            </a:r>
            <a:r>
              <a:rPr lang="en-US" altLang="ko-KR" sz="1000" smtClean="0">
                <a:solidFill>
                  <a:srgbClr val="000000"/>
                </a:solidFill>
                <a:latin typeface="Times New Roman" panose="02020603050405020304" pitchFamily="18" charset="0"/>
                <a:cs typeface="Times New Roman" panose="02020603050405020304" pitchFamily="18" charset="0"/>
              </a:rPr>
              <a:t>.</a:t>
            </a: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p:txBody>
      </p:sp>
      <p:graphicFrame>
        <p:nvGraphicFramePr>
          <p:cNvPr id="51203" name="Object 5"/>
          <p:cNvGraphicFramePr>
            <a:graphicFrameLocks noChangeAspect="1"/>
          </p:cNvGraphicFramePr>
          <p:nvPr>
            <p:extLst>
              <p:ext uri="{D42A27DB-BD31-4B8C-83A1-F6EECF244321}">
                <p14:modId xmlns:p14="http://schemas.microsoft.com/office/powerpoint/2010/main" val="3402997544"/>
              </p:ext>
            </p:extLst>
          </p:nvPr>
        </p:nvGraphicFramePr>
        <p:xfrm>
          <a:off x="2884488" y="2132013"/>
          <a:ext cx="2963862" cy="865187"/>
        </p:xfrm>
        <a:graphic>
          <a:graphicData uri="http://schemas.openxmlformats.org/presentationml/2006/ole">
            <mc:AlternateContent xmlns:mc="http://schemas.openxmlformats.org/markup-compatibility/2006">
              <mc:Choice xmlns:v="urn:schemas-microsoft-com:vml" Requires="v">
                <p:oleObj spid="_x0000_s51548" name="Equation" r:id="rId4" imgW="2209680" imgH="698400" progId="Equation.3">
                  <p:embed/>
                </p:oleObj>
              </mc:Choice>
              <mc:Fallback>
                <p:oleObj name="Equation" r:id="rId4" imgW="2209680" imgH="698400" progId="Equation.3">
                  <p:embed/>
                  <p:pic>
                    <p:nvPicPr>
                      <p:cNvPr id="0" name="Object 5"/>
                      <p:cNvPicPr>
                        <a:picLocks noChangeAspect="1" noChangeArrowheads="1"/>
                      </p:cNvPicPr>
                      <p:nvPr/>
                    </p:nvPicPr>
                    <p:blipFill>
                      <a:blip r:embed="rId5"/>
                      <a:srcRect/>
                      <a:stretch>
                        <a:fillRect/>
                      </a:stretch>
                    </p:blipFill>
                    <p:spPr bwMode="auto">
                      <a:xfrm>
                        <a:off x="2884488" y="2132013"/>
                        <a:ext cx="2963862" cy="865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1204" name="Rectangle 6"/>
          <p:cNvSpPr>
            <a:spLocks noChangeArrowheads="1"/>
          </p:cNvSpPr>
          <p:nvPr/>
        </p:nvSpPr>
        <p:spPr bwMode="auto">
          <a:xfrm>
            <a:off x="812800" y="3465513"/>
            <a:ext cx="800735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0"/>
              </a:spcBef>
              <a:buFontTx/>
              <a:buNone/>
            </a:pPr>
            <a:r>
              <a:rPr lang="en-US" altLang="ko-KR" sz="1000" b="1">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Luyện</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tập</a:t>
            </a:r>
            <a:r>
              <a:rPr lang="en-US" altLang="ko-KR" sz="1000" b="1" smtClean="0">
                <a:solidFill>
                  <a:srgbClr val="000000"/>
                </a:solidFill>
                <a:latin typeface="Times New Roman" panose="02020603050405020304" pitchFamily="18" charset="0"/>
                <a:cs typeface="Times New Roman" panose="02020603050405020304" pitchFamily="18" charset="0"/>
              </a:rPr>
              <a:t> )</a:t>
            </a: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lnSpc>
                <a:spcPct val="100000"/>
              </a:lnSpc>
              <a:spcBef>
                <a:spcPct val="0"/>
              </a:spcBef>
              <a:buFontTx/>
              <a:buNone/>
            </a:pP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lnSpc>
                <a:spcPct val="100000"/>
              </a:lnSpc>
              <a:spcBef>
                <a:spcPct val="0"/>
              </a:spcBef>
              <a:buFontTx/>
              <a:buAutoNum type="arabicPeriod"/>
            </a:pPr>
            <a:r>
              <a:rPr lang="en-US" altLang="ko-KR" sz="1000" b="1" err="1" smtClean="0">
                <a:latin typeface="Times New Roman" panose="02020603050405020304" pitchFamily="18" charset="0"/>
                <a:cs typeface="Times New Roman" panose="02020603050405020304" pitchFamily="18" charset="0"/>
              </a:rPr>
              <a:t>Hãy</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chuyển</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đổi</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số</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thập</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lục</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phân</a:t>
            </a:r>
            <a:r>
              <a:rPr lang="en-US" altLang="ko-KR" sz="1000" b="1" smtClean="0">
                <a:latin typeface="Times New Roman" panose="02020603050405020304" pitchFamily="18" charset="0"/>
                <a:cs typeface="Times New Roman" panose="02020603050405020304" pitchFamily="18" charset="0"/>
              </a:rPr>
              <a:t> D59 </a:t>
            </a:r>
            <a:r>
              <a:rPr lang="en-US" altLang="ko-KR" sz="1000" b="1" err="1" smtClean="0">
                <a:latin typeface="Times New Roman" panose="02020603050405020304" pitchFamily="18" charset="0"/>
                <a:cs typeface="Times New Roman" panose="02020603050405020304" pitchFamily="18" charset="0"/>
              </a:rPr>
              <a:t>thành</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số</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thập</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phân</a:t>
            </a:r>
            <a:r>
              <a:rPr lang="en-US" altLang="ko-KR" sz="1000" b="1" smtClean="0">
                <a:latin typeface="Times New Roman" panose="02020603050405020304" pitchFamily="18" charset="0"/>
                <a:cs typeface="Times New Roman" panose="02020603050405020304" pitchFamily="18" charset="0"/>
              </a:rPr>
              <a:t>.</a:t>
            </a:r>
            <a:endParaRPr lang="en-US" altLang="ko-KR" sz="1000" b="1">
              <a:latin typeface="Times New Roman" panose="02020603050405020304" pitchFamily="18" charset="0"/>
              <a:cs typeface="Times New Roman" panose="02020603050405020304" pitchFamily="18" charset="0"/>
            </a:endParaRPr>
          </a:p>
        </p:txBody>
      </p:sp>
      <p:sp>
        <p:nvSpPr>
          <p:cNvPr id="51205" name="Rectangle 7"/>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51206" name="Text Box 9"/>
          <p:cNvSpPr txBox="1">
            <a:spLocks noChangeArrowheads="1"/>
          </p:cNvSpPr>
          <p:nvPr/>
        </p:nvSpPr>
        <p:spPr bwMode="auto">
          <a:xfrm>
            <a:off x="7437276" y="77788"/>
            <a:ext cx="21771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cs typeface="Times New Roman" panose="02020603050405020304" pitchFamily="18" charset="0"/>
              </a:rPr>
              <a:t>5. </a:t>
            </a:r>
            <a:r>
              <a:rPr lang="en-US" altLang="ko-KR" sz="1600" b="1" err="1" smtClean="0">
                <a:latin typeface="Times New Roman" panose="02020603050405020304" pitchFamily="18" charset="0"/>
                <a:cs typeface="Times New Roman" panose="02020603050405020304" pitchFamily="18" charset="0"/>
              </a:rPr>
              <a:t>Biểu</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thi</a:t>
            </a:r>
            <a:r>
              <a:rPr lang="en-US" altLang="ko-KR" sz="1600" b="1" smtClean="0">
                <a:latin typeface="Times New Roman" panose="02020603050405020304" pitchFamily="18" charset="0"/>
                <a:cs typeface="Times New Roman" panose="02020603050405020304" pitchFamily="18" charset="0"/>
              </a:rPr>
              <a:t> Data(</a:t>
            </a:r>
            <a:r>
              <a:rPr lang="en-US" altLang="ko-KR" sz="1600" b="1" err="1" smtClean="0">
                <a:latin typeface="Times New Roman" panose="02020603050405020304" pitchFamily="18" charset="0"/>
                <a:cs typeface="Times New Roman" panose="02020603050405020304" pitchFamily="18" charset="0"/>
              </a:rPr>
              <a:t>Hệ</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số</a:t>
            </a:r>
            <a:r>
              <a:rPr lang="en-US" altLang="ko-KR" sz="1600" b="1" smtClean="0">
                <a:latin typeface="Times New Roman" panose="02020603050405020304" pitchFamily="18" charset="0"/>
                <a:cs typeface="Times New Roman" panose="02020603050405020304" pitchFamily="18" charset="0"/>
              </a:rPr>
              <a:t>)</a:t>
            </a:r>
            <a:endParaRPr lang="en-US" altLang="en-US" sz="1600" b="1">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p:cNvSpPr>
            <a:spLocks noChangeArrowheads="1"/>
          </p:cNvSpPr>
          <p:nvPr/>
        </p:nvSpPr>
        <p:spPr bwMode="auto">
          <a:xfrm>
            <a:off x="577850" y="1268413"/>
            <a:ext cx="8750300" cy="4967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400" b="1">
                <a:solidFill>
                  <a:srgbClr val="000000"/>
                </a:solidFill>
                <a:latin typeface="Times New Roman" panose="02020603050405020304" pitchFamily="18" charset="0"/>
                <a:cs typeface="Times New Roman" panose="02020603050405020304" pitchFamily="18" charset="0"/>
              </a:rPr>
              <a:t>6-1. </a:t>
            </a:r>
            <a:r>
              <a:rPr lang="en-US" altLang="ko-KR" sz="1400" b="1" err="1" smtClean="0">
                <a:solidFill>
                  <a:srgbClr val="000000"/>
                </a:solidFill>
                <a:latin typeface="Times New Roman" panose="02020603050405020304" pitchFamily="18" charset="0"/>
                <a:cs typeface="Times New Roman" panose="02020603050405020304" pitchFamily="18" charset="0"/>
              </a:rPr>
              <a:t>Chuyển</a:t>
            </a:r>
            <a:r>
              <a:rPr lang="en-US" altLang="ko-KR" sz="1400" b="1" smtClean="0">
                <a:solidFill>
                  <a:srgbClr val="000000"/>
                </a:solidFill>
                <a:latin typeface="Times New Roman" panose="02020603050405020304" pitchFamily="18" charset="0"/>
                <a:cs typeface="Times New Roman" panose="02020603050405020304" pitchFamily="18" charset="0"/>
              </a:rPr>
              <a:t> </a:t>
            </a:r>
            <a:r>
              <a:rPr lang="en-US" altLang="ko-KR" sz="1400" b="1" err="1" smtClean="0">
                <a:solidFill>
                  <a:srgbClr val="000000"/>
                </a:solidFill>
                <a:latin typeface="Times New Roman" panose="02020603050405020304" pitchFamily="18" charset="0"/>
                <a:cs typeface="Times New Roman" panose="02020603050405020304" pitchFamily="18" charset="0"/>
              </a:rPr>
              <a:t>đổi</a:t>
            </a:r>
            <a:r>
              <a:rPr lang="en-US" altLang="ko-KR" sz="1400" b="1" smtClean="0">
                <a:solidFill>
                  <a:srgbClr val="000000"/>
                </a:solidFill>
                <a:latin typeface="Times New Roman" panose="02020603050405020304" pitchFamily="18" charset="0"/>
                <a:cs typeface="Times New Roman" panose="02020603050405020304" pitchFamily="18" charset="0"/>
              </a:rPr>
              <a:t> </a:t>
            </a:r>
            <a:r>
              <a:rPr lang="en-US" altLang="ko-KR" sz="1400" b="1" err="1" smtClean="0">
                <a:solidFill>
                  <a:srgbClr val="000000"/>
                </a:solidFill>
                <a:latin typeface="Times New Roman" panose="02020603050405020304" pitchFamily="18" charset="0"/>
                <a:cs typeface="Times New Roman" panose="02020603050405020304" pitchFamily="18" charset="0"/>
              </a:rPr>
              <a:t>hệ</a:t>
            </a:r>
            <a:r>
              <a:rPr lang="en-US" altLang="ko-KR" sz="1400" b="1" smtClean="0">
                <a:solidFill>
                  <a:srgbClr val="000000"/>
                </a:solidFill>
                <a:latin typeface="Times New Roman" panose="02020603050405020304" pitchFamily="18" charset="0"/>
                <a:cs typeface="Times New Roman" panose="02020603050405020304" pitchFamily="18" charset="0"/>
              </a:rPr>
              <a:t> </a:t>
            </a:r>
            <a:r>
              <a:rPr lang="en-US" altLang="ko-KR" sz="1400" b="1" err="1" smtClean="0">
                <a:solidFill>
                  <a:srgbClr val="000000"/>
                </a:solidFill>
                <a:latin typeface="Times New Roman" panose="02020603050405020304" pitchFamily="18" charset="0"/>
                <a:cs typeface="Times New Roman" panose="02020603050405020304" pitchFamily="18" charset="0"/>
              </a:rPr>
              <a:t>số</a:t>
            </a:r>
            <a:endParaRPr lang="ko-KR" altLang="en-US" sz="1400" b="1">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000" b="1">
                <a:solidFill>
                  <a:srgbClr val="000000"/>
                </a:solidFill>
                <a:latin typeface="Times New Roman" panose="02020603050405020304" pitchFamily="18" charset="0"/>
                <a:cs typeface="Times New Roman" panose="02020603050405020304" pitchFamily="18" charset="0"/>
              </a:rPr>
              <a:t>     </a:t>
            </a:r>
          </a:p>
          <a:p>
            <a:pPr eaLnBrk="1" hangingPunct="1">
              <a:lnSpc>
                <a:spcPct val="110000"/>
              </a:lnSpc>
              <a:spcBef>
                <a:spcPct val="0"/>
              </a:spcBef>
              <a:buFontTx/>
              <a:buNone/>
            </a:pPr>
            <a:r>
              <a:rPr lang="ko-KR" altLang="en-US" sz="1000" b="1">
                <a:solidFill>
                  <a:srgbClr val="000000"/>
                </a:solidFill>
                <a:latin typeface="Times New Roman" panose="02020603050405020304" pitchFamily="18" charset="0"/>
                <a:cs typeface="Times New Roman" panose="02020603050405020304" pitchFamily="18" charset="0"/>
              </a:rPr>
              <a:t>     </a:t>
            </a:r>
            <a:r>
              <a:rPr lang="en-US" altLang="ko-KR" sz="1200" b="1">
                <a:solidFill>
                  <a:srgbClr val="000000"/>
                </a:solidFill>
                <a:latin typeface="Times New Roman" panose="02020603050405020304" pitchFamily="18" charset="0"/>
                <a:cs typeface="Times New Roman" panose="02020603050405020304" pitchFamily="18" charset="0"/>
              </a:rPr>
              <a:t>(1)</a:t>
            </a:r>
            <a:r>
              <a:rPr lang="ko-KR" altLang="ko-KR" sz="1200" b="1">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Hệ</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số</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nhị</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phân</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và</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hệ</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số</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thập</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phân</a:t>
            </a:r>
            <a:endParaRPr lang="ko-KR" altLang="en-US" sz="1200" b="1">
              <a:solidFill>
                <a:srgbClr val="000000"/>
              </a:solidFill>
              <a:latin typeface="Times New Roman" panose="02020603050405020304" pitchFamily="18" charset="0"/>
              <a:cs typeface="Times New Roman" panose="02020603050405020304" pitchFamily="18" charset="0"/>
            </a:endParaRPr>
          </a:p>
        </p:txBody>
      </p:sp>
      <p:grpSp>
        <p:nvGrpSpPr>
          <p:cNvPr id="52227" name="Group 5"/>
          <p:cNvGrpSpPr>
            <a:grpSpLocks/>
          </p:cNvGrpSpPr>
          <p:nvPr/>
        </p:nvGrpSpPr>
        <p:grpSpPr bwMode="auto">
          <a:xfrm>
            <a:off x="1965325" y="2614613"/>
            <a:ext cx="577850" cy="228600"/>
            <a:chOff x="2160" y="1920"/>
            <a:chExt cx="336" cy="144"/>
          </a:xfrm>
        </p:grpSpPr>
        <p:sp>
          <p:nvSpPr>
            <p:cNvPr id="52251" name="Line 6"/>
            <p:cNvSpPr>
              <a:spLocks noChangeShapeType="1"/>
            </p:cNvSpPr>
            <p:nvPr/>
          </p:nvSpPr>
          <p:spPr bwMode="auto">
            <a:xfrm>
              <a:off x="2160" y="2064"/>
              <a:ext cx="33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2252" name="Arc 7"/>
            <p:cNvSpPr>
              <a:spLocks/>
            </p:cNvSpPr>
            <p:nvPr/>
          </p:nvSpPr>
          <p:spPr bwMode="auto">
            <a:xfrm>
              <a:off x="2160" y="1920"/>
              <a:ext cx="48" cy="144"/>
            </a:xfrm>
            <a:custGeom>
              <a:avLst/>
              <a:gdLst>
                <a:gd name="T0" fmla="*/ 0 w 21600"/>
                <a:gd name="T1" fmla="*/ 0 h 43160"/>
                <a:gd name="T2" fmla="*/ 0 w 21600"/>
                <a:gd name="T3" fmla="*/ 0 h 43160"/>
                <a:gd name="T4" fmla="*/ 0 w 21600"/>
                <a:gd name="T5" fmla="*/ 0 h 43160"/>
                <a:gd name="T6" fmla="*/ 0 60000 65536"/>
                <a:gd name="T7" fmla="*/ 0 60000 65536"/>
                <a:gd name="T8" fmla="*/ 0 60000 65536"/>
                <a:gd name="T9" fmla="*/ 0 w 21600"/>
                <a:gd name="T10" fmla="*/ 0 h 43160"/>
                <a:gd name="T11" fmla="*/ 21600 w 21600"/>
                <a:gd name="T12" fmla="*/ 43160 h 43160"/>
              </a:gdLst>
              <a:ahLst/>
              <a:cxnLst>
                <a:cxn ang="T6">
                  <a:pos x="T0" y="T1"/>
                </a:cxn>
                <a:cxn ang="T7">
                  <a:pos x="T2" y="T3"/>
                </a:cxn>
                <a:cxn ang="T8">
                  <a:pos x="T4" y="T5"/>
                </a:cxn>
              </a:cxnLst>
              <a:rect l="T9" t="T10" r="T11" b="T12"/>
              <a:pathLst>
                <a:path w="21600" h="43160" fill="none" extrusionOk="0">
                  <a:moveTo>
                    <a:pt x="-1" y="0"/>
                  </a:moveTo>
                  <a:cubicBezTo>
                    <a:pt x="11929" y="0"/>
                    <a:pt x="21600" y="9670"/>
                    <a:pt x="21600" y="21600"/>
                  </a:cubicBezTo>
                  <a:cubicBezTo>
                    <a:pt x="21600" y="33017"/>
                    <a:pt x="12713" y="42463"/>
                    <a:pt x="1316" y="43159"/>
                  </a:cubicBezTo>
                </a:path>
                <a:path w="21600" h="43160" stroke="0" extrusionOk="0">
                  <a:moveTo>
                    <a:pt x="-1" y="0"/>
                  </a:moveTo>
                  <a:cubicBezTo>
                    <a:pt x="11929" y="0"/>
                    <a:pt x="21600" y="9670"/>
                    <a:pt x="21600" y="21600"/>
                  </a:cubicBezTo>
                  <a:cubicBezTo>
                    <a:pt x="21600" y="33017"/>
                    <a:pt x="12713" y="42463"/>
                    <a:pt x="1316" y="43159"/>
                  </a:cubicBezTo>
                  <a:lnTo>
                    <a:pt x="0" y="21600"/>
                  </a:lnTo>
                  <a:lnTo>
                    <a:pt x="-1" y="0"/>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
        <p:nvSpPr>
          <p:cNvPr id="52228" name="Text Box 8"/>
          <p:cNvSpPr txBox="1">
            <a:spLocks noChangeArrowheads="1"/>
          </p:cNvSpPr>
          <p:nvPr/>
        </p:nvSpPr>
        <p:spPr bwMode="auto">
          <a:xfrm>
            <a:off x="2092910" y="2473325"/>
            <a:ext cx="338554" cy="2160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37</a:t>
            </a:r>
          </a:p>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18</a:t>
            </a:r>
          </a:p>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9</a:t>
            </a:r>
          </a:p>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4</a:t>
            </a:r>
          </a:p>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2</a:t>
            </a:r>
          </a:p>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1</a:t>
            </a:r>
          </a:p>
          <a:p>
            <a:pPr algn="ctr" eaLnBrk="1" hangingPunct="1">
              <a:lnSpc>
                <a:spcPct val="160000"/>
              </a:lnSpc>
              <a:spcBef>
                <a:spcPct val="0"/>
              </a:spcBef>
              <a:buFontTx/>
              <a:buNone/>
            </a:pPr>
            <a:endParaRPr lang="en-US" altLang="ko-KR" sz="1200">
              <a:latin typeface="Times New Roman" panose="02020603050405020304" pitchFamily="18" charset="0"/>
              <a:cs typeface="Times New Roman" panose="02020603050405020304" pitchFamily="18" charset="0"/>
            </a:endParaRPr>
          </a:p>
        </p:txBody>
      </p:sp>
      <p:sp>
        <p:nvSpPr>
          <p:cNvPr id="52229" name="Text Box 9"/>
          <p:cNvSpPr txBox="1">
            <a:spLocks noChangeArrowheads="1"/>
          </p:cNvSpPr>
          <p:nvPr/>
        </p:nvSpPr>
        <p:spPr bwMode="auto">
          <a:xfrm>
            <a:off x="1671801" y="2473325"/>
            <a:ext cx="261610" cy="2160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2</a:t>
            </a:r>
          </a:p>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2</a:t>
            </a:r>
          </a:p>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2</a:t>
            </a:r>
          </a:p>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2</a:t>
            </a:r>
          </a:p>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2</a:t>
            </a:r>
          </a:p>
          <a:p>
            <a:pPr algn="ctr" eaLnBrk="1" hangingPunct="1">
              <a:lnSpc>
                <a:spcPct val="160000"/>
              </a:lnSpc>
              <a:spcBef>
                <a:spcPct val="0"/>
              </a:spcBef>
              <a:buFontTx/>
              <a:buNone/>
            </a:pPr>
            <a:endParaRPr lang="en-US" altLang="ko-KR" sz="1200">
              <a:latin typeface="Times New Roman" panose="02020603050405020304" pitchFamily="18" charset="0"/>
              <a:cs typeface="Times New Roman" panose="02020603050405020304" pitchFamily="18" charset="0"/>
            </a:endParaRPr>
          </a:p>
          <a:p>
            <a:pPr algn="ctr" eaLnBrk="1" hangingPunct="1">
              <a:lnSpc>
                <a:spcPct val="160000"/>
              </a:lnSpc>
              <a:spcBef>
                <a:spcPct val="0"/>
              </a:spcBef>
              <a:buFontTx/>
              <a:buNone/>
            </a:pPr>
            <a:endParaRPr lang="en-US" altLang="ko-KR" sz="1200">
              <a:latin typeface="Times New Roman" panose="02020603050405020304" pitchFamily="18" charset="0"/>
              <a:cs typeface="Times New Roman" panose="02020603050405020304" pitchFamily="18" charset="0"/>
            </a:endParaRPr>
          </a:p>
        </p:txBody>
      </p:sp>
      <p:grpSp>
        <p:nvGrpSpPr>
          <p:cNvPr id="52230" name="Group 10"/>
          <p:cNvGrpSpPr>
            <a:grpSpLocks/>
          </p:cNvGrpSpPr>
          <p:nvPr/>
        </p:nvGrpSpPr>
        <p:grpSpPr bwMode="auto">
          <a:xfrm>
            <a:off x="1965325" y="2900363"/>
            <a:ext cx="577850" cy="228600"/>
            <a:chOff x="2160" y="1920"/>
            <a:chExt cx="336" cy="144"/>
          </a:xfrm>
        </p:grpSpPr>
        <p:sp>
          <p:nvSpPr>
            <p:cNvPr id="52249" name="Line 11"/>
            <p:cNvSpPr>
              <a:spLocks noChangeShapeType="1"/>
            </p:cNvSpPr>
            <p:nvPr/>
          </p:nvSpPr>
          <p:spPr bwMode="auto">
            <a:xfrm>
              <a:off x="2160" y="2064"/>
              <a:ext cx="33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2250" name="Arc 12"/>
            <p:cNvSpPr>
              <a:spLocks/>
            </p:cNvSpPr>
            <p:nvPr/>
          </p:nvSpPr>
          <p:spPr bwMode="auto">
            <a:xfrm>
              <a:off x="2160" y="1920"/>
              <a:ext cx="48" cy="144"/>
            </a:xfrm>
            <a:custGeom>
              <a:avLst/>
              <a:gdLst>
                <a:gd name="T0" fmla="*/ 0 w 21600"/>
                <a:gd name="T1" fmla="*/ 0 h 43160"/>
                <a:gd name="T2" fmla="*/ 0 w 21600"/>
                <a:gd name="T3" fmla="*/ 0 h 43160"/>
                <a:gd name="T4" fmla="*/ 0 w 21600"/>
                <a:gd name="T5" fmla="*/ 0 h 43160"/>
                <a:gd name="T6" fmla="*/ 0 60000 65536"/>
                <a:gd name="T7" fmla="*/ 0 60000 65536"/>
                <a:gd name="T8" fmla="*/ 0 60000 65536"/>
                <a:gd name="T9" fmla="*/ 0 w 21600"/>
                <a:gd name="T10" fmla="*/ 0 h 43160"/>
                <a:gd name="T11" fmla="*/ 21600 w 21600"/>
                <a:gd name="T12" fmla="*/ 43160 h 43160"/>
              </a:gdLst>
              <a:ahLst/>
              <a:cxnLst>
                <a:cxn ang="T6">
                  <a:pos x="T0" y="T1"/>
                </a:cxn>
                <a:cxn ang="T7">
                  <a:pos x="T2" y="T3"/>
                </a:cxn>
                <a:cxn ang="T8">
                  <a:pos x="T4" y="T5"/>
                </a:cxn>
              </a:cxnLst>
              <a:rect l="T9" t="T10" r="T11" b="T12"/>
              <a:pathLst>
                <a:path w="21600" h="43160" fill="none" extrusionOk="0">
                  <a:moveTo>
                    <a:pt x="-1" y="0"/>
                  </a:moveTo>
                  <a:cubicBezTo>
                    <a:pt x="11929" y="0"/>
                    <a:pt x="21600" y="9670"/>
                    <a:pt x="21600" y="21600"/>
                  </a:cubicBezTo>
                  <a:cubicBezTo>
                    <a:pt x="21600" y="33017"/>
                    <a:pt x="12713" y="42463"/>
                    <a:pt x="1316" y="43159"/>
                  </a:cubicBezTo>
                </a:path>
                <a:path w="21600" h="43160" stroke="0" extrusionOk="0">
                  <a:moveTo>
                    <a:pt x="-1" y="0"/>
                  </a:moveTo>
                  <a:cubicBezTo>
                    <a:pt x="11929" y="0"/>
                    <a:pt x="21600" y="9670"/>
                    <a:pt x="21600" y="21600"/>
                  </a:cubicBezTo>
                  <a:cubicBezTo>
                    <a:pt x="21600" y="33017"/>
                    <a:pt x="12713" y="42463"/>
                    <a:pt x="1316" y="43159"/>
                  </a:cubicBezTo>
                  <a:lnTo>
                    <a:pt x="0" y="21600"/>
                  </a:lnTo>
                  <a:lnTo>
                    <a:pt x="-1" y="0"/>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grpSp>
        <p:nvGrpSpPr>
          <p:cNvPr id="52231" name="Group 13"/>
          <p:cNvGrpSpPr>
            <a:grpSpLocks/>
          </p:cNvGrpSpPr>
          <p:nvPr/>
        </p:nvGrpSpPr>
        <p:grpSpPr bwMode="auto">
          <a:xfrm>
            <a:off x="1965325" y="3192463"/>
            <a:ext cx="577850" cy="228600"/>
            <a:chOff x="2160" y="1920"/>
            <a:chExt cx="336" cy="144"/>
          </a:xfrm>
        </p:grpSpPr>
        <p:sp>
          <p:nvSpPr>
            <p:cNvPr id="52247" name="Line 14"/>
            <p:cNvSpPr>
              <a:spLocks noChangeShapeType="1"/>
            </p:cNvSpPr>
            <p:nvPr/>
          </p:nvSpPr>
          <p:spPr bwMode="auto">
            <a:xfrm>
              <a:off x="2160" y="2064"/>
              <a:ext cx="33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2248" name="Arc 15"/>
            <p:cNvSpPr>
              <a:spLocks/>
            </p:cNvSpPr>
            <p:nvPr/>
          </p:nvSpPr>
          <p:spPr bwMode="auto">
            <a:xfrm>
              <a:off x="2160" y="1920"/>
              <a:ext cx="48" cy="144"/>
            </a:xfrm>
            <a:custGeom>
              <a:avLst/>
              <a:gdLst>
                <a:gd name="T0" fmla="*/ 0 w 21600"/>
                <a:gd name="T1" fmla="*/ 0 h 43160"/>
                <a:gd name="T2" fmla="*/ 0 w 21600"/>
                <a:gd name="T3" fmla="*/ 0 h 43160"/>
                <a:gd name="T4" fmla="*/ 0 w 21600"/>
                <a:gd name="T5" fmla="*/ 0 h 43160"/>
                <a:gd name="T6" fmla="*/ 0 60000 65536"/>
                <a:gd name="T7" fmla="*/ 0 60000 65536"/>
                <a:gd name="T8" fmla="*/ 0 60000 65536"/>
                <a:gd name="T9" fmla="*/ 0 w 21600"/>
                <a:gd name="T10" fmla="*/ 0 h 43160"/>
                <a:gd name="T11" fmla="*/ 21600 w 21600"/>
                <a:gd name="T12" fmla="*/ 43160 h 43160"/>
              </a:gdLst>
              <a:ahLst/>
              <a:cxnLst>
                <a:cxn ang="T6">
                  <a:pos x="T0" y="T1"/>
                </a:cxn>
                <a:cxn ang="T7">
                  <a:pos x="T2" y="T3"/>
                </a:cxn>
                <a:cxn ang="T8">
                  <a:pos x="T4" y="T5"/>
                </a:cxn>
              </a:cxnLst>
              <a:rect l="T9" t="T10" r="T11" b="T12"/>
              <a:pathLst>
                <a:path w="21600" h="43160" fill="none" extrusionOk="0">
                  <a:moveTo>
                    <a:pt x="-1" y="0"/>
                  </a:moveTo>
                  <a:cubicBezTo>
                    <a:pt x="11929" y="0"/>
                    <a:pt x="21600" y="9670"/>
                    <a:pt x="21600" y="21600"/>
                  </a:cubicBezTo>
                  <a:cubicBezTo>
                    <a:pt x="21600" y="33017"/>
                    <a:pt x="12713" y="42463"/>
                    <a:pt x="1316" y="43159"/>
                  </a:cubicBezTo>
                </a:path>
                <a:path w="21600" h="43160" stroke="0" extrusionOk="0">
                  <a:moveTo>
                    <a:pt x="-1" y="0"/>
                  </a:moveTo>
                  <a:cubicBezTo>
                    <a:pt x="11929" y="0"/>
                    <a:pt x="21600" y="9670"/>
                    <a:pt x="21600" y="21600"/>
                  </a:cubicBezTo>
                  <a:cubicBezTo>
                    <a:pt x="21600" y="33017"/>
                    <a:pt x="12713" y="42463"/>
                    <a:pt x="1316" y="43159"/>
                  </a:cubicBezTo>
                  <a:lnTo>
                    <a:pt x="0" y="21600"/>
                  </a:lnTo>
                  <a:lnTo>
                    <a:pt x="-1" y="0"/>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grpSp>
        <p:nvGrpSpPr>
          <p:cNvPr id="52232" name="Group 16"/>
          <p:cNvGrpSpPr>
            <a:grpSpLocks/>
          </p:cNvGrpSpPr>
          <p:nvPr/>
        </p:nvGrpSpPr>
        <p:grpSpPr bwMode="auto">
          <a:xfrm>
            <a:off x="1965325" y="3484563"/>
            <a:ext cx="577850" cy="228600"/>
            <a:chOff x="2160" y="1920"/>
            <a:chExt cx="336" cy="144"/>
          </a:xfrm>
        </p:grpSpPr>
        <p:sp>
          <p:nvSpPr>
            <p:cNvPr id="52245" name="Line 17"/>
            <p:cNvSpPr>
              <a:spLocks noChangeShapeType="1"/>
            </p:cNvSpPr>
            <p:nvPr/>
          </p:nvSpPr>
          <p:spPr bwMode="auto">
            <a:xfrm>
              <a:off x="2160" y="2064"/>
              <a:ext cx="33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2246" name="Arc 18"/>
            <p:cNvSpPr>
              <a:spLocks/>
            </p:cNvSpPr>
            <p:nvPr/>
          </p:nvSpPr>
          <p:spPr bwMode="auto">
            <a:xfrm>
              <a:off x="2160" y="1920"/>
              <a:ext cx="48" cy="144"/>
            </a:xfrm>
            <a:custGeom>
              <a:avLst/>
              <a:gdLst>
                <a:gd name="T0" fmla="*/ 0 w 21600"/>
                <a:gd name="T1" fmla="*/ 0 h 43160"/>
                <a:gd name="T2" fmla="*/ 0 w 21600"/>
                <a:gd name="T3" fmla="*/ 0 h 43160"/>
                <a:gd name="T4" fmla="*/ 0 w 21600"/>
                <a:gd name="T5" fmla="*/ 0 h 43160"/>
                <a:gd name="T6" fmla="*/ 0 60000 65536"/>
                <a:gd name="T7" fmla="*/ 0 60000 65536"/>
                <a:gd name="T8" fmla="*/ 0 60000 65536"/>
                <a:gd name="T9" fmla="*/ 0 w 21600"/>
                <a:gd name="T10" fmla="*/ 0 h 43160"/>
                <a:gd name="T11" fmla="*/ 21600 w 21600"/>
                <a:gd name="T12" fmla="*/ 43160 h 43160"/>
              </a:gdLst>
              <a:ahLst/>
              <a:cxnLst>
                <a:cxn ang="T6">
                  <a:pos x="T0" y="T1"/>
                </a:cxn>
                <a:cxn ang="T7">
                  <a:pos x="T2" y="T3"/>
                </a:cxn>
                <a:cxn ang="T8">
                  <a:pos x="T4" y="T5"/>
                </a:cxn>
              </a:cxnLst>
              <a:rect l="T9" t="T10" r="T11" b="T12"/>
              <a:pathLst>
                <a:path w="21600" h="43160" fill="none" extrusionOk="0">
                  <a:moveTo>
                    <a:pt x="-1" y="0"/>
                  </a:moveTo>
                  <a:cubicBezTo>
                    <a:pt x="11929" y="0"/>
                    <a:pt x="21600" y="9670"/>
                    <a:pt x="21600" y="21600"/>
                  </a:cubicBezTo>
                  <a:cubicBezTo>
                    <a:pt x="21600" y="33017"/>
                    <a:pt x="12713" y="42463"/>
                    <a:pt x="1316" y="43159"/>
                  </a:cubicBezTo>
                </a:path>
                <a:path w="21600" h="43160" stroke="0" extrusionOk="0">
                  <a:moveTo>
                    <a:pt x="-1" y="0"/>
                  </a:moveTo>
                  <a:cubicBezTo>
                    <a:pt x="11929" y="0"/>
                    <a:pt x="21600" y="9670"/>
                    <a:pt x="21600" y="21600"/>
                  </a:cubicBezTo>
                  <a:cubicBezTo>
                    <a:pt x="21600" y="33017"/>
                    <a:pt x="12713" y="42463"/>
                    <a:pt x="1316" y="43159"/>
                  </a:cubicBezTo>
                  <a:lnTo>
                    <a:pt x="0" y="21600"/>
                  </a:lnTo>
                  <a:lnTo>
                    <a:pt x="-1" y="0"/>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grpSp>
        <p:nvGrpSpPr>
          <p:cNvPr id="52233" name="Group 19"/>
          <p:cNvGrpSpPr>
            <a:grpSpLocks/>
          </p:cNvGrpSpPr>
          <p:nvPr/>
        </p:nvGrpSpPr>
        <p:grpSpPr bwMode="auto">
          <a:xfrm>
            <a:off x="1965325" y="3776663"/>
            <a:ext cx="577850" cy="228600"/>
            <a:chOff x="2160" y="1920"/>
            <a:chExt cx="336" cy="144"/>
          </a:xfrm>
        </p:grpSpPr>
        <p:sp>
          <p:nvSpPr>
            <p:cNvPr id="52243" name="Line 20"/>
            <p:cNvSpPr>
              <a:spLocks noChangeShapeType="1"/>
            </p:cNvSpPr>
            <p:nvPr/>
          </p:nvSpPr>
          <p:spPr bwMode="auto">
            <a:xfrm>
              <a:off x="2160" y="2064"/>
              <a:ext cx="33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2244" name="Arc 21"/>
            <p:cNvSpPr>
              <a:spLocks/>
            </p:cNvSpPr>
            <p:nvPr/>
          </p:nvSpPr>
          <p:spPr bwMode="auto">
            <a:xfrm>
              <a:off x="2160" y="1920"/>
              <a:ext cx="48" cy="144"/>
            </a:xfrm>
            <a:custGeom>
              <a:avLst/>
              <a:gdLst>
                <a:gd name="T0" fmla="*/ 0 w 21600"/>
                <a:gd name="T1" fmla="*/ 0 h 43160"/>
                <a:gd name="T2" fmla="*/ 0 w 21600"/>
                <a:gd name="T3" fmla="*/ 0 h 43160"/>
                <a:gd name="T4" fmla="*/ 0 w 21600"/>
                <a:gd name="T5" fmla="*/ 0 h 43160"/>
                <a:gd name="T6" fmla="*/ 0 60000 65536"/>
                <a:gd name="T7" fmla="*/ 0 60000 65536"/>
                <a:gd name="T8" fmla="*/ 0 60000 65536"/>
                <a:gd name="T9" fmla="*/ 0 w 21600"/>
                <a:gd name="T10" fmla="*/ 0 h 43160"/>
                <a:gd name="T11" fmla="*/ 21600 w 21600"/>
                <a:gd name="T12" fmla="*/ 43160 h 43160"/>
              </a:gdLst>
              <a:ahLst/>
              <a:cxnLst>
                <a:cxn ang="T6">
                  <a:pos x="T0" y="T1"/>
                </a:cxn>
                <a:cxn ang="T7">
                  <a:pos x="T2" y="T3"/>
                </a:cxn>
                <a:cxn ang="T8">
                  <a:pos x="T4" y="T5"/>
                </a:cxn>
              </a:cxnLst>
              <a:rect l="T9" t="T10" r="T11" b="T12"/>
              <a:pathLst>
                <a:path w="21600" h="43160" fill="none" extrusionOk="0">
                  <a:moveTo>
                    <a:pt x="-1" y="0"/>
                  </a:moveTo>
                  <a:cubicBezTo>
                    <a:pt x="11929" y="0"/>
                    <a:pt x="21600" y="9670"/>
                    <a:pt x="21600" y="21600"/>
                  </a:cubicBezTo>
                  <a:cubicBezTo>
                    <a:pt x="21600" y="33017"/>
                    <a:pt x="12713" y="42463"/>
                    <a:pt x="1316" y="43159"/>
                  </a:cubicBezTo>
                </a:path>
                <a:path w="21600" h="43160" stroke="0" extrusionOk="0">
                  <a:moveTo>
                    <a:pt x="-1" y="0"/>
                  </a:moveTo>
                  <a:cubicBezTo>
                    <a:pt x="11929" y="0"/>
                    <a:pt x="21600" y="9670"/>
                    <a:pt x="21600" y="21600"/>
                  </a:cubicBezTo>
                  <a:cubicBezTo>
                    <a:pt x="21600" y="33017"/>
                    <a:pt x="12713" y="42463"/>
                    <a:pt x="1316" y="43159"/>
                  </a:cubicBezTo>
                  <a:lnTo>
                    <a:pt x="0" y="21600"/>
                  </a:lnTo>
                  <a:lnTo>
                    <a:pt x="-1" y="0"/>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
        <p:nvSpPr>
          <p:cNvPr id="52234" name="Text Box 25"/>
          <p:cNvSpPr txBox="1">
            <a:spLocks noChangeArrowheads="1"/>
          </p:cNvSpPr>
          <p:nvPr/>
        </p:nvSpPr>
        <p:spPr bwMode="auto">
          <a:xfrm>
            <a:off x="2584450" y="2473325"/>
            <a:ext cx="1210588" cy="2160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60000"/>
              </a:lnSpc>
              <a:spcBef>
                <a:spcPct val="0"/>
              </a:spcBef>
              <a:buFontTx/>
              <a:buNone/>
            </a:pPr>
            <a:endParaRPr lang="en-US" altLang="ko-KR" sz="1200">
              <a:latin typeface="Times New Roman" panose="02020603050405020304" pitchFamily="18" charset="0"/>
              <a:cs typeface="Times New Roman" panose="02020603050405020304" pitchFamily="18" charset="0"/>
            </a:endParaRPr>
          </a:p>
          <a:p>
            <a:pP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 · · · · </a:t>
            </a:r>
            <a:r>
              <a:rPr lang="en-US" altLang="ko-KR" sz="1200" err="1" smtClean="0">
                <a:latin typeface="Times New Roman" panose="02020603050405020304" pitchFamily="18" charset="0"/>
                <a:cs typeface="Times New Roman" panose="02020603050405020304" pitchFamily="18" charset="0"/>
              </a:rPr>
              <a:t>còn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a:t>
            </a:r>
          </a:p>
          <a:p>
            <a:pP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 · · · </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còn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0</a:t>
            </a:r>
          </a:p>
          <a:p>
            <a:pP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 · · · · </a:t>
            </a:r>
            <a:r>
              <a:rPr lang="en-US" altLang="ko-KR" sz="1200" err="1" smtClean="0">
                <a:latin typeface="Times New Roman" panose="02020603050405020304" pitchFamily="18" charset="0"/>
                <a:cs typeface="Times New Roman" panose="02020603050405020304" pitchFamily="18" charset="0"/>
              </a:rPr>
              <a:t>còn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en-US" altLang="ko-KR" sz="1200" smtClean="0">
                <a:latin typeface="Times New Roman" panose="02020603050405020304" pitchFamily="18" charset="0"/>
                <a:cs typeface="Times New Roman" panose="02020603050405020304" pitchFamily="18" charset="0"/>
              </a:rPr>
              <a:t> 1</a:t>
            </a:r>
            <a:endParaRPr lang="en-US" altLang="ko-KR" sz="1200">
              <a:latin typeface="Times New Roman" panose="02020603050405020304" pitchFamily="18" charset="0"/>
              <a:cs typeface="Times New Roman" panose="02020603050405020304" pitchFamily="18" charset="0"/>
            </a:endParaRPr>
          </a:p>
          <a:p>
            <a:pP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 · · · · </a:t>
            </a:r>
            <a:r>
              <a:rPr lang="en-US" altLang="ko-KR" sz="1200" err="1" smtClean="0">
                <a:latin typeface="Times New Roman" panose="02020603050405020304" pitchFamily="18" charset="0"/>
                <a:cs typeface="Times New Roman" panose="02020603050405020304" pitchFamily="18" charset="0"/>
              </a:rPr>
              <a:t>còn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0</a:t>
            </a:r>
          </a:p>
          <a:p>
            <a:pP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 · · · · </a:t>
            </a:r>
            <a:r>
              <a:rPr lang="en-US" altLang="ko-KR" sz="1200" err="1" smtClean="0">
                <a:latin typeface="Times New Roman" panose="02020603050405020304" pitchFamily="18" charset="0"/>
                <a:cs typeface="Times New Roman" panose="02020603050405020304" pitchFamily="18" charset="0"/>
              </a:rPr>
              <a:t>còn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0</a:t>
            </a:r>
          </a:p>
          <a:p>
            <a:pPr eaLnBrk="1" hangingPunct="1">
              <a:lnSpc>
                <a:spcPct val="160000"/>
              </a:lnSpc>
              <a:spcBef>
                <a:spcPct val="0"/>
              </a:spcBef>
              <a:buFontTx/>
              <a:buNone/>
            </a:pPr>
            <a:endParaRPr lang="en-US" altLang="ko-KR" sz="1200">
              <a:latin typeface="Times New Roman" panose="02020603050405020304" pitchFamily="18" charset="0"/>
              <a:cs typeface="Times New Roman" panose="02020603050405020304" pitchFamily="18" charset="0"/>
            </a:endParaRPr>
          </a:p>
        </p:txBody>
      </p:sp>
      <p:sp>
        <p:nvSpPr>
          <p:cNvPr id="52235" name="Line 26"/>
          <p:cNvSpPr>
            <a:spLocks noChangeShapeType="1"/>
          </p:cNvSpPr>
          <p:nvPr/>
        </p:nvSpPr>
        <p:spPr bwMode="auto">
          <a:xfrm flipV="1">
            <a:off x="4132263" y="2824163"/>
            <a:ext cx="0" cy="1689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2236" name="Text Box 27"/>
          <p:cNvSpPr txBox="1">
            <a:spLocks noChangeArrowheads="1"/>
          </p:cNvSpPr>
          <p:nvPr/>
        </p:nvSpPr>
        <p:spPr bwMode="auto">
          <a:xfrm>
            <a:off x="1143000" y="2097088"/>
            <a:ext cx="352853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Ví</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dụ</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Hãy</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chuyển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hệ</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số</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thập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a:t>
            </a:r>
            <a:r>
              <a:rPr lang="ko-KR" altLang="en-US" sz="1000" smtClean="0">
                <a:latin typeface="Times New Roman" panose="02020603050405020304" pitchFamily="18" charset="0"/>
                <a:cs typeface="Times New Roman" panose="02020603050405020304" pitchFamily="18" charset="0"/>
              </a:rPr>
              <a:t> </a:t>
            </a:r>
            <a:r>
              <a:rPr lang="en-US" altLang="ko-KR" sz="1000">
                <a:latin typeface="Times New Roman" panose="02020603050405020304" pitchFamily="18" charset="0"/>
                <a:cs typeface="Times New Roman" panose="02020603050405020304" pitchFamily="18" charset="0"/>
              </a:rPr>
              <a:t>37</a:t>
            </a:r>
            <a:r>
              <a:rPr lang="en-US" altLang="ko-KR" sz="600">
                <a:latin typeface="Times New Roman" panose="02020603050405020304" pitchFamily="18" charset="0"/>
                <a:cs typeface="Times New Roman" panose="02020603050405020304" pitchFamily="18" charset="0"/>
              </a:rPr>
              <a:t>10 </a:t>
            </a:r>
            <a:r>
              <a:rPr lang="ko-KR" altLang="en-US" sz="1000" smtClean="0">
                <a:latin typeface="Times New Roman" panose="02020603050405020304" pitchFamily="18" charset="0"/>
                <a:cs typeface="Times New Roman" panose="02020603050405020304" pitchFamily="18" charset="0"/>
              </a:rPr>
              <a:t> </a:t>
            </a:r>
            <a:r>
              <a:rPr lang="en-US" altLang="ko-KR" sz="1000" smtClean="0">
                <a:latin typeface="Times New Roman" panose="02020603050405020304" pitchFamily="18" charset="0"/>
                <a:cs typeface="Times New Roman" panose="02020603050405020304" pitchFamily="18" charset="0"/>
              </a:rPr>
              <a:t>sang </a:t>
            </a:r>
            <a:r>
              <a:rPr lang="en-US" altLang="ko-KR" sz="1000" err="1" smtClean="0">
                <a:latin typeface="Times New Roman" panose="02020603050405020304" pitchFamily="18" charset="0"/>
                <a:cs typeface="Times New Roman" panose="02020603050405020304" pitchFamily="18" charset="0"/>
              </a:rPr>
              <a:t>hệ</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số</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nhị</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a:t>
            </a:r>
            <a:endParaRPr lang="en-US" altLang="ko-KR" sz="1000">
              <a:latin typeface="Times New Roman" panose="02020603050405020304" pitchFamily="18" charset="0"/>
              <a:cs typeface="Times New Roman" panose="02020603050405020304" pitchFamily="18" charset="0"/>
            </a:endParaRPr>
          </a:p>
        </p:txBody>
      </p:sp>
      <p:sp>
        <p:nvSpPr>
          <p:cNvPr id="52237" name="Text Box 28"/>
          <p:cNvSpPr txBox="1">
            <a:spLocks noChangeArrowheads="1"/>
          </p:cNvSpPr>
          <p:nvPr/>
        </p:nvSpPr>
        <p:spPr bwMode="auto">
          <a:xfrm>
            <a:off x="4412940" y="3346450"/>
            <a:ext cx="5577168" cy="499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Nếu</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thể</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hiện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hệ</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số</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thập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a:t>
            </a:r>
            <a:r>
              <a:rPr lang="ko-KR" altLang="en-US" sz="1000" smtClean="0">
                <a:latin typeface="Times New Roman" panose="02020603050405020304" pitchFamily="18" charset="0"/>
                <a:cs typeface="Times New Roman" panose="02020603050405020304" pitchFamily="18" charset="0"/>
              </a:rPr>
              <a:t> </a:t>
            </a:r>
            <a:r>
              <a:rPr lang="en-US" altLang="ko-KR" sz="1000">
                <a:latin typeface="Times New Roman" panose="02020603050405020304" pitchFamily="18" charset="0"/>
                <a:cs typeface="Times New Roman" panose="02020603050405020304" pitchFamily="18" charset="0"/>
              </a:rPr>
              <a:t>37</a:t>
            </a:r>
            <a:r>
              <a:rPr lang="en-US" altLang="ko-KR" sz="600">
                <a:latin typeface="Times New Roman" panose="02020603050405020304" pitchFamily="18" charset="0"/>
                <a:cs typeface="Times New Roman" panose="02020603050405020304" pitchFamily="18" charset="0"/>
              </a:rPr>
              <a:t>10</a:t>
            </a:r>
            <a:r>
              <a:rPr lang="en-US" altLang="ko-KR" sz="400">
                <a:latin typeface="Times New Roman" panose="02020603050405020304" pitchFamily="18" charset="0"/>
                <a:cs typeface="Times New Roman" panose="02020603050405020304" pitchFamily="18" charset="0"/>
              </a:rPr>
              <a:t> </a:t>
            </a:r>
            <a:r>
              <a:rPr lang="ko-KR" altLang="en-US"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thành</a:t>
            </a:r>
            <a:r>
              <a:rPr lang="ko-KR" altLang="en-US"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hệ</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số</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nhị</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thì</a:t>
            </a:r>
            <a:r>
              <a:rPr lang="en-US" altLang="ko-KR" sz="1000" smtClean="0">
                <a:latin typeface="Times New Roman" panose="02020603050405020304" pitchFamily="18" charset="0"/>
                <a:cs typeface="Times New Roman" panose="02020603050405020304" pitchFamily="18" charset="0"/>
              </a:rPr>
              <a:t> ta </a:t>
            </a:r>
            <a:r>
              <a:rPr lang="en-US" altLang="ko-KR" sz="1000" err="1" smtClean="0">
                <a:latin typeface="Times New Roman" panose="02020603050405020304" pitchFamily="18" charset="0"/>
                <a:cs typeface="Times New Roman" panose="02020603050405020304" pitchFamily="18" charset="0"/>
              </a:rPr>
              <a:t>được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kết</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quả</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như</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tính</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toán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của</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cột</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bên</a:t>
            </a:r>
            <a:r>
              <a:rPr lang="en-US" altLang="ko-KR" sz="1000" smtClean="0">
                <a:latin typeface="Times New Roman" panose="02020603050405020304" pitchFamily="18" charset="0"/>
                <a:cs typeface="Times New Roman" panose="02020603050405020304" pitchFamily="18" charset="0"/>
              </a:rPr>
              <a:t>, </a:t>
            </a:r>
          </a:p>
          <a:p>
            <a:pPr eaLnBrk="1" hangingPunct="1">
              <a:lnSpc>
                <a:spcPct val="14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khi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đọc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thì</a:t>
            </a:r>
            <a:r>
              <a:rPr lang="en-US" altLang="ko-KR" sz="1000" smtClean="0">
                <a:latin typeface="Times New Roman" panose="02020603050405020304" pitchFamily="18" charset="0"/>
                <a:cs typeface="Times New Roman" panose="02020603050405020304" pitchFamily="18" charset="0"/>
              </a:rPr>
              <a:t> ta </a:t>
            </a:r>
            <a:r>
              <a:rPr lang="en-US" altLang="ko-KR" sz="1000" err="1" smtClean="0">
                <a:latin typeface="Times New Roman" panose="02020603050405020304" pitchFamily="18" charset="0"/>
                <a:cs typeface="Times New Roman" panose="02020603050405020304" pitchFamily="18" charset="0"/>
              </a:rPr>
              <a:t>đọc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số</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dư</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còn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lại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và</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theo</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hướng</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như</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hướng</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mũi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tên</a:t>
            </a:r>
            <a:r>
              <a:rPr lang="en-US" altLang="ko-KR" sz="1000" smtClean="0">
                <a:latin typeface="Times New Roman" panose="02020603050405020304" pitchFamily="18" charset="0"/>
                <a:cs typeface="Times New Roman" panose="02020603050405020304" pitchFamily="18" charset="0"/>
              </a:rPr>
              <a:t> . </a:t>
            </a:r>
            <a:r>
              <a:rPr lang="en-US" altLang="ko-KR" sz="1000" err="1" smtClean="0">
                <a:latin typeface="Times New Roman" panose="02020603050405020304" pitchFamily="18" charset="0"/>
                <a:cs typeface="Times New Roman" panose="02020603050405020304" pitchFamily="18" charset="0"/>
              </a:rPr>
              <a:t>Tức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là</a:t>
            </a:r>
            <a:r>
              <a:rPr lang="en-US" altLang="ko-KR" sz="1000" smtClean="0">
                <a:latin typeface="Times New Roman" panose="02020603050405020304" pitchFamily="18" charset="0"/>
                <a:cs typeface="Times New Roman" panose="02020603050405020304" pitchFamily="18" charset="0"/>
              </a:rPr>
              <a:t> ta </a:t>
            </a:r>
            <a:r>
              <a:rPr lang="en-US" altLang="ko-KR" sz="1000" err="1" smtClean="0">
                <a:latin typeface="Times New Roman" panose="02020603050405020304" pitchFamily="18" charset="0"/>
                <a:cs typeface="Times New Roman" panose="02020603050405020304" pitchFamily="18" charset="0"/>
              </a:rPr>
              <a:t>được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kết</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quả</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là</a:t>
            </a:r>
            <a:r>
              <a:rPr lang="en-US" altLang="ko-KR" sz="1000" smtClean="0">
                <a:latin typeface="Times New Roman" panose="02020603050405020304" pitchFamily="18" charset="0"/>
                <a:cs typeface="Times New Roman" panose="02020603050405020304" pitchFamily="18" charset="0"/>
              </a:rPr>
              <a:t> </a:t>
            </a:r>
            <a:r>
              <a:rPr lang="ko-KR" altLang="en-US" sz="1000" smtClean="0">
                <a:latin typeface="Times New Roman" panose="02020603050405020304" pitchFamily="18" charset="0"/>
                <a:cs typeface="Times New Roman" panose="02020603050405020304" pitchFamily="18" charset="0"/>
              </a:rPr>
              <a:t> </a:t>
            </a:r>
            <a:r>
              <a:rPr lang="en-US" altLang="ko-KR" sz="1000">
                <a:latin typeface="Times New Roman" panose="02020603050405020304" pitchFamily="18" charset="0"/>
                <a:cs typeface="Times New Roman" panose="02020603050405020304" pitchFamily="18" charset="0"/>
              </a:rPr>
              <a:t>100101</a:t>
            </a:r>
            <a:r>
              <a:rPr lang="en-US" altLang="ko-KR" sz="700">
                <a:latin typeface="Times New Roman" panose="02020603050405020304" pitchFamily="18" charset="0"/>
                <a:cs typeface="Times New Roman" panose="02020603050405020304" pitchFamily="18" charset="0"/>
              </a:rPr>
              <a:t>2</a:t>
            </a:r>
            <a:r>
              <a:rPr lang="en-US" altLang="ko-KR" sz="500">
                <a:latin typeface="Times New Roman" panose="02020603050405020304" pitchFamily="18" charset="0"/>
                <a:cs typeface="Times New Roman" panose="02020603050405020304" pitchFamily="18" charset="0"/>
              </a:rPr>
              <a:t> </a:t>
            </a:r>
            <a:r>
              <a:rPr lang="en-US" altLang="ko-KR" sz="1000" smtClean="0">
                <a:latin typeface="Times New Roman" panose="02020603050405020304" pitchFamily="18" charset="0"/>
                <a:cs typeface="Times New Roman" panose="02020603050405020304" pitchFamily="18" charset="0"/>
              </a:rPr>
              <a:t>.</a:t>
            </a:r>
            <a:endParaRPr lang="en-US" altLang="ko-KR" sz="1000">
              <a:latin typeface="Times New Roman" panose="02020603050405020304" pitchFamily="18" charset="0"/>
              <a:cs typeface="Times New Roman" panose="02020603050405020304" pitchFamily="18" charset="0"/>
            </a:endParaRPr>
          </a:p>
        </p:txBody>
      </p:sp>
      <p:sp>
        <p:nvSpPr>
          <p:cNvPr id="52238" name="Rectangle 29"/>
          <p:cNvSpPr>
            <a:spLocks noChangeArrowheads="1"/>
          </p:cNvSpPr>
          <p:nvPr/>
        </p:nvSpPr>
        <p:spPr bwMode="auto">
          <a:xfrm>
            <a:off x="906463" y="4833938"/>
            <a:ext cx="8007350"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0"/>
              </a:spcBef>
              <a:buFontTx/>
              <a:buNone/>
            </a:pPr>
            <a:r>
              <a:rPr lang="en-US" altLang="ko-KR" sz="1000" b="1">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Luyện</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tập</a:t>
            </a:r>
            <a:r>
              <a:rPr lang="en-US" altLang="ko-KR" sz="1000" b="1" smtClean="0">
                <a:solidFill>
                  <a:srgbClr val="000000"/>
                </a:solidFill>
                <a:latin typeface="Times New Roman" panose="02020603050405020304" pitchFamily="18" charset="0"/>
                <a:cs typeface="Times New Roman" panose="02020603050405020304" pitchFamily="18" charset="0"/>
              </a:rPr>
              <a:t> )</a:t>
            </a: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lnSpc>
                <a:spcPct val="100000"/>
              </a:lnSpc>
              <a:spcBef>
                <a:spcPct val="0"/>
              </a:spcBef>
              <a:buFontTx/>
              <a:buNone/>
            </a:pP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lnSpc>
                <a:spcPct val="100000"/>
              </a:lnSpc>
              <a:spcBef>
                <a:spcPct val="0"/>
              </a:spcBef>
              <a:buFontTx/>
              <a:buAutoNum type="arabicPeriod"/>
            </a:pPr>
            <a:r>
              <a:rPr lang="en-US" altLang="ko-KR" sz="1000" b="1" err="1" smtClean="0">
                <a:solidFill>
                  <a:srgbClr val="000000"/>
                </a:solidFill>
                <a:latin typeface="Times New Roman" panose="02020603050405020304" pitchFamily="18" charset="0"/>
                <a:cs typeface="Times New Roman" panose="02020603050405020304" pitchFamily="18" charset="0"/>
              </a:rPr>
              <a:t>Hãy</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chuyển</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đổi</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số</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thập</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của</a:t>
            </a:r>
            <a:r>
              <a:rPr lang="ko-KR" altLang="en-US" sz="1000" b="1" smtClean="0">
                <a:solidFill>
                  <a:srgbClr val="000000"/>
                </a:solidFill>
                <a:latin typeface="Times New Roman" panose="02020603050405020304" pitchFamily="18" charset="0"/>
                <a:cs typeface="Times New Roman" panose="02020603050405020304" pitchFamily="18" charset="0"/>
              </a:rPr>
              <a:t> </a:t>
            </a:r>
            <a:r>
              <a:rPr lang="en-US" altLang="ko-KR" sz="1000" b="1" smtClean="0">
                <a:solidFill>
                  <a:srgbClr val="000000"/>
                </a:solidFill>
                <a:latin typeface="Times New Roman" panose="02020603050405020304" pitchFamily="18" charset="0"/>
                <a:cs typeface="Times New Roman" panose="02020603050405020304" pitchFamily="18" charset="0"/>
              </a:rPr>
              <a:t>42 sang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số</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nhị</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en-US" altLang="ko-KR" sz="1000" b="1" smtClean="0">
                <a:solidFill>
                  <a:srgbClr val="000000"/>
                </a:solidFill>
                <a:latin typeface="Times New Roman" panose="02020603050405020304" pitchFamily="18" charset="0"/>
                <a:cs typeface="Times New Roman" panose="02020603050405020304" pitchFamily="18" charset="0"/>
              </a:rPr>
              <a:t>.</a:t>
            </a: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lnSpc>
                <a:spcPct val="100000"/>
              </a:lnSpc>
              <a:spcBef>
                <a:spcPct val="0"/>
              </a:spcBef>
              <a:buFontTx/>
              <a:buAutoNum type="arabicPeriod"/>
            </a:pPr>
            <a:endParaRPr lang="en-US" altLang="ko-KR" sz="1000" b="1">
              <a:latin typeface="Times New Roman" panose="02020603050405020304" pitchFamily="18" charset="0"/>
              <a:cs typeface="Times New Roman" panose="02020603050405020304" pitchFamily="18" charset="0"/>
            </a:endParaRPr>
          </a:p>
          <a:p>
            <a:pPr algn="just" eaLnBrk="1" hangingPunct="1">
              <a:lnSpc>
                <a:spcPct val="100000"/>
              </a:lnSpc>
              <a:spcBef>
                <a:spcPct val="0"/>
              </a:spcBef>
              <a:buFontTx/>
              <a:buAutoNum type="arabicPeriod"/>
            </a:pPr>
            <a:endParaRPr lang="en-US" altLang="ko-KR" sz="1000" b="1">
              <a:latin typeface="Times New Roman" panose="02020603050405020304" pitchFamily="18" charset="0"/>
              <a:cs typeface="Times New Roman" panose="02020603050405020304" pitchFamily="18" charset="0"/>
            </a:endParaRPr>
          </a:p>
          <a:p>
            <a:pPr algn="just" eaLnBrk="1" hangingPunct="1">
              <a:lnSpc>
                <a:spcPct val="100000"/>
              </a:lnSpc>
              <a:spcBef>
                <a:spcPct val="0"/>
              </a:spcBef>
              <a:buFontTx/>
              <a:buAutoNum type="arabicPeriod"/>
            </a:pP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lnSpc>
                <a:spcPct val="100000"/>
              </a:lnSpc>
              <a:spcBef>
                <a:spcPct val="0"/>
              </a:spcBef>
              <a:buFontTx/>
              <a:buAutoNum type="arabicPeriod"/>
            </a:pPr>
            <a:r>
              <a:rPr lang="en-US" altLang="ko-KR" sz="1000" b="1" err="1" smtClean="0">
                <a:solidFill>
                  <a:srgbClr val="000000"/>
                </a:solidFill>
                <a:latin typeface="Times New Roman" panose="02020603050405020304" pitchFamily="18" charset="0"/>
                <a:cs typeface="Times New Roman" panose="02020603050405020304" pitchFamily="18" charset="0"/>
              </a:rPr>
              <a:t>Hãy</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chuyển</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đổi</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số</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thập</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của</a:t>
            </a:r>
            <a:r>
              <a:rPr lang="en-US" altLang="ko-KR" sz="1000" b="1" smtClean="0">
                <a:solidFill>
                  <a:srgbClr val="000000"/>
                </a:solidFill>
                <a:latin typeface="Times New Roman" panose="02020603050405020304" pitchFamily="18" charset="0"/>
                <a:cs typeface="Times New Roman" panose="02020603050405020304" pitchFamily="18" charset="0"/>
              </a:rPr>
              <a:t> 152</a:t>
            </a:r>
            <a:r>
              <a:rPr lang="ko-KR" altLang="en-US" sz="1000" b="1">
                <a:solidFill>
                  <a:srgbClr val="000000"/>
                </a:solidFill>
                <a:latin typeface="Times New Roman" panose="02020603050405020304" pitchFamily="18" charset="0"/>
                <a:cs typeface="Times New Roman" panose="02020603050405020304" pitchFamily="18" charset="0"/>
              </a:rPr>
              <a:t> </a:t>
            </a:r>
            <a:r>
              <a:rPr lang="en-US" altLang="ko-KR" sz="1000" b="1" smtClean="0">
                <a:solidFill>
                  <a:srgbClr val="000000"/>
                </a:solidFill>
                <a:latin typeface="Times New Roman" panose="02020603050405020304" pitchFamily="18" charset="0"/>
                <a:cs typeface="Times New Roman" panose="02020603050405020304" pitchFamily="18" charset="0"/>
              </a:rPr>
              <a:t>sang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số</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nhị</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en-US" altLang="ko-KR" sz="1000" b="1" smtClean="0">
                <a:solidFill>
                  <a:srgbClr val="000000"/>
                </a:solidFill>
                <a:latin typeface="Times New Roman" panose="02020603050405020304" pitchFamily="18" charset="0"/>
                <a:cs typeface="Times New Roman" panose="02020603050405020304" pitchFamily="18" charset="0"/>
              </a:rPr>
              <a:t>.</a:t>
            </a:r>
            <a:endParaRPr lang="en-US" altLang="ko-KR" sz="1000" b="1">
              <a:solidFill>
                <a:srgbClr val="000000"/>
              </a:solidFill>
              <a:latin typeface="Times New Roman" panose="02020603050405020304" pitchFamily="18" charset="0"/>
              <a:cs typeface="Times New Roman" panose="02020603050405020304" pitchFamily="18" charset="0"/>
            </a:endParaRPr>
          </a:p>
        </p:txBody>
      </p:sp>
      <p:sp>
        <p:nvSpPr>
          <p:cNvPr id="52239" name="Text Box 30"/>
          <p:cNvSpPr txBox="1">
            <a:spLocks noChangeArrowheads="1"/>
          </p:cNvSpPr>
          <p:nvPr/>
        </p:nvSpPr>
        <p:spPr bwMode="auto">
          <a:xfrm>
            <a:off x="488036" y="828675"/>
            <a:ext cx="18886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cs typeface="Times New Roman" panose="02020603050405020304" pitchFamily="18" charset="0"/>
              </a:rPr>
              <a:t>6. </a:t>
            </a:r>
            <a:r>
              <a:rPr lang="en-US" altLang="ko-KR" sz="1600" b="1" err="1" smtClean="0">
                <a:latin typeface="Times New Roman" panose="02020603050405020304" pitchFamily="18" charset="0"/>
                <a:cs typeface="Times New Roman" panose="02020603050405020304" pitchFamily="18" charset="0"/>
              </a:rPr>
              <a:t>Chuyển</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đổi</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hệ</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số</a:t>
            </a:r>
            <a:endParaRPr lang="ko-KR" altLang="en-US" sz="1600" b="1">
              <a:latin typeface="Times New Roman" panose="02020603050405020304" pitchFamily="18" charset="0"/>
              <a:cs typeface="Times New Roman" panose="02020603050405020304" pitchFamily="18" charset="0"/>
            </a:endParaRPr>
          </a:p>
        </p:txBody>
      </p:sp>
      <p:sp>
        <p:nvSpPr>
          <p:cNvPr id="52240" name="Rectangle 31"/>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52241" name="Text Box 32"/>
          <p:cNvSpPr txBox="1">
            <a:spLocks noChangeArrowheads="1"/>
          </p:cNvSpPr>
          <p:nvPr/>
        </p:nvSpPr>
        <p:spPr bwMode="auto">
          <a:xfrm>
            <a:off x="7797316" y="77788"/>
            <a:ext cx="18886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cs typeface="Times New Roman" panose="02020603050405020304" pitchFamily="18" charset="0"/>
              </a:rPr>
              <a:t>6. </a:t>
            </a:r>
            <a:r>
              <a:rPr lang="en-US" altLang="ko-KR" sz="1600" b="1" err="1" smtClean="0">
                <a:latin typeface="Times New Roman" panose="02020603050405020304" pitchFamily="18" charset="0"/>
                <a:cs typeface="Times New Roman" panose="02020603050405020304" pitchFamily="18" charset="0"/>
              </a:rPr>
              <a:t>Chuyển</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đổi</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hệ</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số</a:t>
            </a:r>
            <a:endParaRPr lang="en-US" altLang="en-US" sz="1600" b="1">
              <a:latin typeface="Times New Roman" panose="02020603050405020304" pitchFamily="18" charset="0"/>
              <a:cs typeface="Times New Roman" panose="02020603050405020304" pitchFamily="18" charset="0"/>
            </a:endParaRPr>
          </a:p>
        </p:txBody>
      </p:sp>
      <p:sp>
        <p:nvSpPr>
          <p:cNvPr id="52242" name="Line 33"/>
          <p:cNvSpPr>
            <a:spLocks noChangeShapeType="1"/>
          </p:cNvSpPr>
          <p:nvPr/>
        </p:nvSpPr>
        <p:spPr bwMode="auto">
          <a:xfrm>
            <a:off x="2324100" y="4508500"/>
            <a:ext cx="180022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p:cNvSpPr>
            <a:spLocks noChangeArrowheads="1"/>
          </p:cNvSpPr>
          <p:nvPr/>
        </p:nvSpPr>
        <p:spPr bwMode="auto">
          <a:xfrm>
            <a:off x="577850" y="944563"/>
            <a:ext cx="8750300" cy="4967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b="1">
                <a:solidFill>
                  <a:srgbClr val="000000"/>
                </a:solidFill>
                <a:latin typeface="Times New Roman" panose="02020603050405020304" pitchFamily="18" charset="0"/>
                <a:cs typeface="Times New Roman" panose="02020603050405020304" pitchFamily="18" charset="0"/>
              </a:rPr>
              <a:t>(2) </a:t>
            </a:r>
            <a:r>
              <a:rPr lang="en-US" altLang="ko-KR" sz="1200" b="1" err="1" smtClean="0">
                <a:solidFill>
                  <a:srgbClr val="000000"/>
                </a:solidFill>
                <a:latin typeface="Times New Roman" panose="02020603050405020304" pitchFamily="18" charset="0"/>
                <a:cs typeface="Times New Roman" panose="02020603050405020304" pitchFamily="18" charset="0"/>
              </a:rPr>
              <a:t>Hệ</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số</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thập</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lục</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phân</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và</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hệ</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số</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thập</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phân</a:t>
            </a:r>
            <a:endParaRPr lang="ko-KR" altLang="en-US" sz="1200" b="1">
              <a:solidFill>
                <a:srgbClr val="000000"/>
              </a:solidFill>
              <a:latin typeface="Times New Roman" panose="02020603050405020304" pitchFamily="18" charset="0"/>
              <a:cs typeface="Times New Roman" panose="02020603050405020304" pitchFamily="18" charset="0"/>
            </a:endParaRPr>
          </a:p>
        </p:txBody>
      </p:sp>
      <p:grpSp>
        <p:nvGrpSpPr>
          <p:cNvPr id="53251" name="Group 19"/>
          <p:cNvGrpSpPr>
            <a:grpSpLocks/>
          </p:cNvGrpSpPr>
          <p:nvPr/>
        </p:nvGrpSpPr>
        <p:grpSpPr bwMode="auto">
          <a:xfrm>
            <a:off x="1779588" y="1909763"/>
            <a:ext cx="577850" cy="228600"/>
            <a:chOff x="2160" y="1920"/>
            <a:chExt cx="336" cy="144"/>
          </a:xfrm>
        </p:grpSpPr>
        <p:sp>
          <p:nvSpPr>
            <p:cNvPr id="53265" name="Line 20"/>
            <p:cNvSpPr>
              <a:spLocks noChangeShapeType="1"/>
            </p:cNvSpPr>
            <p:nvPr/>
          </p:nvSpPr>
          <p:spPr bwMode="auto">
            <a:xfrm>
              <a:off x="2160" y="2064"/>
              <a:ext cx="33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3266" name="Arc 21"/>
            <p:cNvSpPr>
              <a:spLocks/>
            </p:cNvSpPr>
            <p:nvPr/>
          </p:nvSpPr>
          <p:spPr bwMode="auto">
            <a:xfrm>
              <a:off x="2160" y="1920"/>
              <a:ext cx="48" cy="144"/>
            </a:xfrm>
            <a:custGeom>
              <a:avLst/>
              <a:gdLst>
                <a:gd name="T0" fmla="*/ 0 w 21600"/>
                <a:gd name="T1" fmla="*/ 0 h 43160"/>
                <a:gd name="T2" fmla="*/ 0 w 21600"/>
                <a:gd name="T3" fmla="*/ 0 h 43160"/>
                <a:gd name="T4" fmla="*/ 0 w 21600"/>
                <a:gd name="T5" fmla="*/ 0 h 43160"/>
                <a:gd name="T6" fmla="*/ 0 60000 65536"/>
                <a:gd name="T7" fmla="*/ 0 60000 65536"/>
                <a:gd name="T8" fmla="*/ 0 60000 65536"/>
                <a:gd name="T9" fmla="*/ 0 w 21600"/>
                <a:gd name="T10" fmla="*/ 0 h 43160"/>
                <a:gd name="T11" fmla="*/ 21600 w 21600"/>
                <a:gd name="T12" fmla="*/ 43160 h 43160"/>
              </a:gdLst>
              <a:ahLst/>
              <a:cxnLst>
                <a:cxn ang="T6">
                  <a:pos x="T0" y="T1"/>
                </a:cxn>
                <a:cxn ang="T7">
                  <a:pos x="T2" y="T3"/>
                </a:cxn>
                <a:cxn ang="T8">
                  <a:pos x="T4" y="T5"/>
                </a:cxn>
              </a:cxnLst>
              <a:rect l="T9" t="T10" r="T11" b="T12"/>
              <a:pathLst>
                <a:path w="21600" h="43160" fill="none" extrusionOk="0">
                  <a:moveTo>
                    <a:pt x="-1" y="0"/>
                  </a:moveTo>
                  <a:cubicBezTo>
                    <a:pt x="11929" y="0"/>
                    <a:pt x="21600" y="9670"/>
                    <a:pt x="21600" y="21600"/>
                  </a:cubicBezTo>
                  <a:cubicBezTo>
                    <a:pt x="21600" y="33017"/>
                    <a:pt x="12713" y="42463"/>
                    <a:pt x="1316" y="43159"/>
                  </a:cubicBezTo>
                </a:path>
                <a:path w="21600" h="43160" stroke="0" extrusionOk="0">
                  <a:moveTo>
                    <a:pt x="-1" y="0"/>
                  </a:moveTo>
                  <a:cubicBezTo>
                    <a:pt x="11929" y="0"/>
                    <a:pt x="21600" y="9670"/>
                    <a:pt x="21600" y="21600"/>
                  </a:cubicBezTo>
                  <a:cubicBezTo>
                    <a:pt x="21600" y="33017"/>
                    <a:pt x="12713" y="42463"/>
                    <a:pt x="1316" y="43159"/>
                  </a:cubicBezTo>
                  <a:lnTo>
                    <a:pt x="0" y="21600"/>
                  </a:lnTo>
                  <a:lnTo>
                    <a:pt x="-1" y="0"/>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
        <p:nvSpPr>
          <p:cNvPr id="53252" name="Text Box 22"/>
          <p:cNvSpPr txBox="1">
            <a:spLocks noChangeArrowheads="1"/>
          </p:cNvSpPr>
          <p:nvPr/>
        </p:nvSpPr>
        <p:spPr bwMode="auto">
          <a:xfrm>
            <a:off x="1869495" y="1768475"/>
            <a:ext cx="415498" cy="1274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975</a:t>
            </a:r>
          </a:p>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60</a:t>
            </a:r>
          </a:p>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3</a:t>
            </a:r>
          </a:p>
          <a:p>
            <a:pPr algn="ctr" eaLnBrk="1" hangingPunct="1">
              <a:lnSpc>
                <a:spcPct val="160000"/>
              </a:lnSpc>
              <a:spcBef>
                <a:spcPct val="0"/>
              </a:spcBef>
              <a:buFontTx/>
              <a:buNone/>
            </a:pPr>
            <a:endParaRPr lang="en-US" altLang="ko-KR" sz="1200">
              <a:latin typeface="Times New Roman" panose="02020603050405020304" pitchFamily="18" charset="0"/>
              <a:cs typeface="Times New Roman" panose="02020603050405020304" pitchFamily="18" charset="0"/>
            </a:endParaRPr>
          </a:p>
        </p:txBody>
      </p:sp>
      <p:sp>
        <p:nvSpPr>
          <p:cNvPr id="53253" name="Text Box 23"/>
          <p:cNvSpPr txBox="1">
            <a:spLocks noChangeArrowheads="1"/>
          </p:cNvSpPr>
          <p:nvPr/>
        </p:nvSpPr>
        <p:spPr bwMode="auto">
          <a:xfrm>
            <a:off x="1448385" y="1768475"/>
            <a:ext cx="338554"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16</a:t>
            </a:r>
          </a:p>
          <a:p>
            <a:pPr algn="ct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16</a:t>
            </a:r>
          </a:p>
          <a:p>
            <a:pPr algn="ctr" eaLnBrk="1" hangingPunct="1">
              <a:lnSpc>
                <a:spcPct val="160000"/>
              </a:lnSpc>
              <a:spcBef>
                <a:spcPct val="0"/>
              </a:spcBef>
              <a:buFontTx/>
              <a:buNone/>
            </a:pPr>
            <a:endParaRPr lang="en-US" altLang="ko-KR" sz="1200">
              <a:latin typeface="Times New Roman" panose="02020603050405020304" pitchFamily="18" charset="0"/>
              <a:cs typeface="Times New Roman" panose="02020603050405020304" pitchFamily="18" charset="0"/>
            </a:endParaRPr>
          </a:p>
        </p:txBody>
      </p:sp>
      <p:grpSp>
        <p:nvGrpSpPr>
          <p:cNvPr id="53254" name="Group 24"/>
          <p:cNvGrpSpPr>
            <a:grpSpLocks/>
          </p:cNvGrpSpPr>
          <p:nvPr/>
        </p:nvGrpSpPr>
        <p:grpSpPr bwMode="auto">
          <a:xfrm>
            <a:off x="1779588" y="2195513"/>
            <a:ext cx="577850" cy="228600"/>
            <a:chOff x="2160" y="1920"/>
            <a:chExt cx="336" cy="144"/>
          </a:xfrm>
        </p:grpSpPr>
        <p:sp>
          <p:nvSpPr>
            <p:cNvPr id="53263" name="Line 25"/>
            <p:cNvSpPr>
              <a:spLocks noChangeShapeType="1"/>
            </p:cNvSpPr>
            <p:nvPr/>
          </p:nvSpPr>
          <p:spPr bwMode="auto">
            <a:xfrm>
              <a:off x="2160" y="2064"/>
              <a:ext cx="33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3264" name="Arc 26"/>
            <p:cNvSpPr>
              <a:spLocks/>
            </p:cNvSpPr>
            <p:nvPr/>
          </p:nvSpPr>
          <p:spPr bwMode="auto">
            <a:xfrm>
              <a:off x="2160" y="1920"/>
              <a:ext cx="48" cy="144"/>
            </a:xfrm>
            <a:custGeom>
              <a:avLst/>
              <a:gdLst>
                <a:gd name="T0" fmla="*/ 0 w 21600"/>
                <a:gd name="T1" fmla="*/ 0 h 43160"/>
                <a:gd name="T2" fmla="*/ 0 w 21600"/>
                <a:gd name="T3" fmla="*/ 0 h 43160"/>
                <a:gd name="T4" fmla="*/ 0 w 21600"/>
                <a:gd name="T5" fmla="*/ 0 h 43160"/>
                <a:gd name="T6" fmla="*/ 0 60000 65536"/>
                <a:gd name="T7" fmla="*/ 0 60000 65536"/>
                <a:gd name="T8" fmla="*/ 0 60000 65536"/>
                <a:gd name="T9" fmla="*/ 0 w 21600"/>
                <a:gd name="T10" fmla="*/ 0 h 43160"/>
                <a:gd name="T11" fmla="*/ 21600 w 21600"/>
                <a:gd name="T12" fmla="*/ 43160 h 43160"/>
              </a:gdLst>
              <a:ahLst/>
              <a:cxnLst>
                <a:cxn ang="T6">
                  <a:pos x="T0" y="T1"/>
                </a:cxn>
                <a:cxn ang="T7">
                  <a:pos x="T2" y="T3"/>
                </a:cxn>
                <a:cxn ang="T8">
                  <a:pos x="T4" y="T5"/>
                </a:cxn>
              </a:cxnLst>
              <a:rect l="T9" t="T10" r="T11" b="T12"/>
              <a:pathLst>
                <a:path w="21600" h="43160" fill="none" extrusionOk="0">
                  <a:moveTo>
                    <a:pt x="-1" y="0"/>
                  </a:moveTo>
                  <a:cubicBezTo>
                    <a:pt x="11929" y="0"/>
                    <a:pt x="21600" y="9670"/>
                    <a:pt x="21600" y="21600"/>
                  </a:cubicBezTo>
                  <a:cubicBezTo>
                    <a:pt x="21600" y="33017"/>
                    <a:pt x="12713" y="42463"/>
                    <a:pt x="1316" y="43159"/>
                  </a:cubicBezTo>
                </a:path>
                <a:path w="21600" h="43160" stroke="0" extrusionOk="0">
                  <a:moveTo>
                    <a:pt x="-1" y="0"/>
                  </a:moveTo>
                  <a:cubicBezTo>
                    <a:pt x="11929" y="0"/>
                    <a:pt x="21600" y="9670"/>
                    <a:pt x="21600" y="21600"/>
                  </a:cubicBezTo>
                  <a:cubicBezTo>
                    <a:pt x="21600" y="33017"/>
                    <a:pt x="12713" y="42463"/>
                    <a:pt x="1316" y="43159"/>
                  </a:cubicBezTo>
                  <a:lnTo>
                    <a:pt x="0" y="21600"/>
                  </a:lnTo>
                  <a:lnTo>
                    <a:pt x="-1" y="0"/>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
        <p:nvSpPr>
          <p:cNvPr id="53255" name="Text Box 30"/>
          <p:cNvSpPr txBox="1">
            <a:spLocks noChangeArrowheads="1"/>
          </p:cNvSpPr>
          <p:nvPr/>
        </p:nvSpPr>
        <p:spPr bwMode="auto">
          <a:xfrm>
            <a:off x="2398713" y="1768475"/>
            <a:ext cx="1928733"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60000"/>
              </a:lnSpc>
              <a:spcBef>
                <a:spcPct val="0"/>
              </a:spcBef>
              <a:buFontTx/>
              <a:buNone/>
            </a:pPr>
            <a:endParaRPr lang="en-US" altLang="ko-KR" sz="1200">
              <a:latin typeface="Times New Roman" panose="02020603050405020304" pitchFamily="18" charset="0"/>
              <a:cs typeface="Times New Roman" panose="02020603050405020304" pitchFamily="18" charset="0"/>
            </a:endParaRPr>
          </a:p>
          <a:p>
            <a:pP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 · · · · </a:t>
            </a:r>
            <a:r>
              <a:rPr lang="en-US" altLang="ko-KR" sz="1200" err="1" smtClean="0">
                <a:latin typeface="Times New Roman" panose="02020603050405020304" pitchFamily="18" charset="0"/>
                <a:cs typeface="Times New Roman" panose="02020603050405020304" pitchFamily="18" charset="0"/>
              </a:rPr>
              <a:t>còn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15, </a:t>
            </a:r>
            <a:r>
              <a:rPr lang="en-US" altLang="ko-KR" sz="1200" err="1" smtClean="0">
                <a:latin typeface="Times New Roman" panose="02020603050405020304" pitchFamily="18" charset="0"/>
                <a:cs typeface="Times New Roman" panose="02020603050405020304" pitchFamily="18" charset="0"/>
              </a:rPr>
              <a:t>tức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F</a:t>
            </a:r>
            <a:r>
              <a:rPr lang="en-US" altLang="ko-KR" sz="600">
                <a:latin typeface="Times New Roman" panose="02020603050405020304" pitchFamily="18" charset="0"/>
                <a:cs typeface="Times New Roman" panose="02020603050405020304" pitchFamily="18" charset="0"/>
              </a:rPr>
              <a:t>16</a:t>
            </a:r>
            <a:endParaRPr lang="en-US" altLang="ko-KR" sz="1200">
              <a:latin typeface="Times New Roman" panose="02020603050405020304" pitchFamily="18" charset="0"/>
              <a:cs typeface="Times New Roman" panose="02020603050405020304" pitchFamily="18" charset="0"/>
            </a:endParaRPr>
          </a:p>
          <a:p>
            <a:pPr eaLnBrk="1" hangingPunct="1">
              <a:lnSpc>
                <a:spcPct val="160000"/>
              </a:lnSpc>
              <a:spcBef>
                <a:spcPct val="0"/>
              </a:spcBef>
              <a:buFontTx/>
              <a:buNone/>
            </a:pPr>
            <a:r>
              <a:rPr lang="en-US" altLang="ko-KR" sz="1200">
                <a:latin typeface="Times New Roman" panose="02020603050405020304" pitchFamily="18" charset="0"/>
                <a:cs typeface="Times New Roman" panose="02020603050405020304" pitchFamily="18" charset="0"/>
              </a:rPr>
              <a:t>· · · · · </a:t>
            </a:r>
            <a:r>
              <a:rPr lang="en-US" altLang="ko-KR" sz="1200" err="1" smtClean="0">
                <a:latin typeface="Times New Roman" panose="02020603050405020304" pitchFamily="18" charset="0"/>
                <a:cs typeface="Times New Roman" panose="02020603050405020304" pitchFamily="18" charset="0"/>
              </a:rPr>
              <a:t>còn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lại</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12, </a:t>
            </a:r>
            <a:r>
              <a:rPr lang="en-US" altLang="ko-KR" sz="1200" err="1" smtClean="0">
                <a:latin typeface="Times New Roman" panose="02020603050405020304" pitchFamily="18" charset="0"/>
                <a:cs typeface="Times New Roman" panose="02020603050405020304" pitchFamily="18" charset="0"/>
              </a:rPr>
              <a:t>tức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ko-KR" altLang="en-US"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C</a:t>
            </a:r>
            <a:r>
              <a:rPr lang="en-US" altLang="ko-KR" sz="600">
                <a:latin typeface="Times New Roman" panose="02020603050405020304" pitchFamily="18" charset="0"/>
                <a:cs typeface="Times New Roman" panose="02020603050405020304" pitchFamily="18" charset="0"/>
              </a:rPr>
              <a:t>16</a:t>
            </a:r>
          </a:p>
        </p:txBody>
      </p:sp>
      <p:sp>
        <p:nvSpPr>
          <p:cNvPr id="53256" name="Line 31"/>
          <p:cNvSpPr>
            <a:spLocks noChangeShapeType="1"/>
          </p:cNvSpPr>
          <p:nvPr/>
        </p:nvSpPr>
        <p:spPr bwMode="auto">
          <a:xfrm flipV="1">
            <a:off x="4489450" y="2090738"/>
            <a:ext cx="0" cy="79375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3257" name="Text Box 32"/>
          <p:cNvSpPr txBox="1">
            <a:spLocks noChangeArrowheads="1"/>
          </p:cNvSpPr>
          <p:nvPr/>
        </p:nvSpPr>
        <p:spPr bwMode="auto">
          <a:xfrm>
            <a:off x="957263" y="1484313"/>
            <a:ext cx="329449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Ví</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dụ</a:t>
            </a:r>
            <a:r>
              <a:rPr lang="en-US" altLang="ko-KR" sz="1000" smtClean="0">
                <a:latin typeface="Times New Roman" panose="02020603050405020304" pitchFamily="18" charset="0"/>
                <a:cs typeface="Times New Roman" panose="02020603050405020304" pitchFamily="18" charset="0"/>
              </a:rPr>
              <a:t> ) </a:t>
            </a:r>
            <a:r>
              <a:rPr lang="en-US" altLang="ko-KR" sz="1000" err="1" smtClean="0">
                <a:latin typeface="Times New Roman" panose="02020603050405020304" pitchFamily="18" charset="0"/>
                <a:cs typeface="Times New Roman" panose="02020603050405020304" pitchFamily="18" charset="0"/>
              </a:rPr>
              <a:t>Hãy</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đổi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hệ</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thập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của</a:t>
            </a:r>
            <a:r>
              <a:rPr lang="ko-KR" altLang="en-US" sz="1000" smtClean="0">
                <a:latin typeface="Times New Roman" panose="02020603050405020304" pitchFamily="18" charset="0"/>
                <a:cs typeface="Times New Roman" panose="02020603050405020304" pitchFamily="18" charset="0"/>
              </a:rPr>
              <a:t> </a:t>
            </a:r>
            <a:r>
              <a:rPr lang="en-US" altLang="ko-KR" sz="1000" smtClean="0">
                <a:latin typeface="Times New Roman" panose="02020603050405020304" pitchFamily="18" charset="0"/>
                <a:cs typeface="Times New Roman" panose="02020603050405020304" pitchFamily="18" charset="0"/>
              </a:rPr>
              <a:t>975 sang </a:t>
            </a:r>
            <a:r>
              <a:rPr lang="en-US" altLang="ko-KR" sz="1000" err="1" smtClean="0">
                <a:latin typeface="Times New Roman" panose="02020603050405020304" pitchFamily="18" charset="0"/>
                <a:cs typeface="Times New Roman" panose="02020603050405020304" pitchFamily="18" charset="0"/>
              </a:rPr>
              <a:t>hệ</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thập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lục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a:t>
            </a:r>
            <a:endParaRPr lang="en-US" altLang="ko-KR" sz="1000">
              <a:latin typeface="Times New Roman" panose="02020603050405020304" pitchFamily="18" charset="0"/>
              <a:cs typeface="Times New Roman" panose="02020603050405020304" pitchFamily="18" charset="0"/>
            </a:endParaRPr>
          </a:p>
        </p:txBody>
      </p:sp>
      <p:sp>
        <p:nvSpPr>
          <p:cNvPr id="53258" name="Text Box 34"/>
          <p:cNvSpPr txBox="1">
            <a:spLocks noChangeArrowheads="1"/>
          </p:cNvSpPr>
          <p:nvPr/>
        </p:nvSpPr>
        <p:spPr bwMode="auto">
          <a:xfrm>
            <a:off x="4700588" y="2349500"/>
            <a:ext cx="531908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Trường</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hợp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thể</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hiện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hệ</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thập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của</a:t>
            </a:r>
            <a:r>
              <a:rPr lang="ko-KR" altLang="en-US" sz="1000" smtClean="0">
                <a:latin typeface="Times New Roman" panose="02020603050405020304" pitchFamily="18" charset="0"/>
                <a:cs typeface="Times New Roman" panose="02020603050405020304" pitchFamily="18" charset="0"/>
              </a:rPr>
              <a:t> </a:t>
            </a:r>
            <a:r>
              <a:rPr lang="en-US" altLang="ko-KR" sz="1000">
                <a:latin typeface="Times New Roman" panose="02020603050405020304" pitchFamily="18" charset="0"/>
                <a:cs typeface="Times New Roman" panose="02020603050405020304" pitchFamily="18" charset="0"/>
              </a:rPr>
              <a:t>975</a:t>
            </a:r>
            <a:r>
              <a:rPr lang="en-US" altLang="ko-KR" sz="600">
                <a:latin typeface="Times New Roman" panose="02020603050405020304" pitchFamily="18" charset="0"/>
                <a:cs typeface="Times New Roman" panose="02020603050405020304" pitchFamily="18" charset="0"/>
              </a:rPr>
              <a:t>10</a:t>
            </a:r>
            <a:r>
              <a:rPr lang="en-US" altLang="ko-KR" sz="500">
                <a:latin typeface="Times New Roman" panose="02020603050405020304" pitchFamily="18" charset="0"/>
                <a:cs typeface="Times New Roman" panose="02020603050405020304" pitchFamily="18" charset="0"/>
              </a:rPr>
              <a:t> </a:t>
            </a:r>
            <a:r>
              <a:rPr lang="ko-KR" altLang="en-US" sz="100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bằng</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hệ</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thập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lục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thì</a:t>
            </a:r>
            <a:r>
              <a:rPr lang="en-US" altLang="ko-KR" sz="1000" smtClean="0">
                <a:latin typeface="Times New Roman" panose="02020603050405020304" pitchFamily="18" charset="0"/>
                <a:cs typeface="Times New Roman" panose="02020603050405020304" pitchFamily="18" charset="0"/>
              </a:rPr>
              <a:t> ta </a:t>
            </a:r>
            <a:r>
              <a:rPr lang="en-US" altLang="ko-KR" sz="1000" err="1" smtClean="0">
                <a:latin typeface="Times New Roman" panose="02020603050405020304" pitchFamily="18" charset="0"/>
                <a:cs typeface="Times New Roman" panose="02020603050405020304" pitchFamily="18" charset="0"/>
              </a:rPr>
              <a:t>được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kết</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quả</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là</a:t>
            </a:r>
            <a:r>
              <a:rPr lang="en-US" altLang="ko-KR" sz="1000" smtClean="0">
                <a:latin typeface="Times New Roman" panose="02020603050405020304" pitchFamily="18" charset="0"/>
                <a:cs typeface="Times New Roman" panose="02020603050405020304" pitchFamily="18" charset="0"/>
              </a:rPr>
              <a:t> </a:t>
            </a:r>
            <a:r>
              <a:rPr lang="ko-KR" altLang="en-US" sz="1000" smtClean="0">
                <a:latin typeface="Times New Roman" panose="02020603050405020304" pitchFamily="18" charset="0"/>
                <a:cs typeface="Times New Roman" panose="02020603050405020304" pitchFamily="18" charset="0"/>
              </a:rPr>
              <a:t> </a:t>
            </a:r>
            <a:r>
              <a:rPr lang="en-US" altLang="ko-KR" sz="1000" smtClean="0">
                <a:latin typeface="Times New Roman" panose="02020603050405020304" pitchFamily="18" charset="0"/>
                <a:cs typeface="Times New Roman" panose="02020603050405020304" pitchFamily="18" charset="0"/>
              </a:rPr>
              <a:t>3CF</a:t>
            </a:r>
            <a:r>
              <a:rPr lang="en-US" altLang="ko-KR" sz="600" smtClean="0">
                <a:latin typeface="Times New Roman" panose="02020603050405020304" pitchFamily="18" charset="0"/>
                <a:cs typeface="Times New Roman" panose="02020603050405020304" pitchFamily="18" charset="0"/>
              </a:rPr>
              <a:t>16</a:t>
            </a:r>
            <a:r>
              <a:rPr lang="en-US" altLang="ko-KR" sz="1000" smtClean="0">
                <a:latin typeface="Times New Roman" panose="02020603050405020304" pitchFamily="18" charset="0"/>
                <a:cs typeface="Times New Roman" panose="02020603050405020304" pitchFamily="18" charset="0"/>
              </a:rPr>
              <a:t>.</a:t>
            </a:r>
            <a:endParaRPr lang="en-US" altLang="ko-KR" sz="1000">
              <a:latin typeface="Times New Roman" panose="02020603050405020304" pitchFamily="18" charset="0"/>
              <a:cs typeface="Times New Roman" panose="02020603050405020304" pitchFamily="18" charset="0"/>
            </a:endParaRPr>
          </a:p>
        </p:txBody>
      </p:sp>
      <p:sp>
        <p:nvSpPr>
          <p:cNvPr id="53259" name="Rectangle 35"/>
          <p:cNvSpPr>
            <a:spLocks noChangeArrowheads="1"/>
          </p:cNvSpPr>
          <p:nvPr/>
        </p:nvSpPr>
        <p:spPr bwMode="auto">
          <a:xfrm>
            <a:off x="895350" y="4184650"/>
            <a:ext cx="7045325"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0"/>
              </a:spcBef>
              <a:buFontTx/>
              <a:buNone/>
            </a:pPr>
            <a:r>
              <a:rPr lang="en-US" altLang="ko-KR" sz="1000" b="1">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Luyện</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tập</a:t>
            </a:r>
            <a:r>
              <a:rPr lang="ko-KR" altLang="en-US" sz="1000" b="1" smtClean="0">
                <a:solidFill>
                  <a:srgbClr val="000000"/>
                </a:solidFill>
                <a:latin typeface="Times New Roman" panose="02020603050405020304" pitchFamily="18" charset="0"/>
                <a:cs typeface="Times New Roman" panose="02020603050405020304" pitchFamily="18" charset="0"/>
              </a:rPr>
              <a:t> </a:t>
            </a:r>
            <a:r>
              <a:rPr lang="en-US" altLang="ko-KR" sz="1000" b="1">
                <a:solidFill>
                  <a:srgbClr val="000000"/>
                </a:solidFill>
                <a:latin typeface="Times New Roman" panose="02020603050405020304" pitchFamily="18" charset="0"/>
                <a:cs typeface="Times New Roman" panose="02020603050405020304" pitchFamily="18" charset="0"/>
              </a:rPr>
              <a:t>)</a:t>
            </a:r>
          </a:p>
          <a:p>
            <a:pPr algn="just" eaLnBrk="1" hangingPunct="1">
              <a:spcBef>
                <a:spcPct val="0"/>
              </a:spcBef>
              <a:buFontTx/>
              <a:buNone/>
            </a:pP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spcBef>
                <a:spcPct val="0"/>
              </a:spcBef>
              <a:buFontTx/>
              <a:buAutoNum type="arabicPeriod"/>
            </a:pPr>
            <a:r>
              <a:rPr lang="en-US" altLang="ko-KR" sz="1000" b="1" err="1" smtClean="0">
                <a:solidFill>
                  <a:srgbClr val="000000"/>
                </a:solidFill>
                <a:latin typeface="Times New Roman" panose="02020603050405020304" pitchFamily="18" charset="0"/>
                <a:cs typeface="Times New Roman" panose="02020603050405020304" pitchFamily="18" charset="0"/>
              </a:rPr>
              <a:t>Hãy</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chuyển</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đổi</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thập</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en-US" altLang="ko-KR" sz="1000" b="1" smtClean="0">
                <a:solidFill>
                  <a:srgbClr val="000000"/>
                </a:solidFill>
                <a:latin typeface="Times New Roman" panose="02020603050405020304" pitchFamily="18" charset="0"/>
                <a:cs typeface="Times New Roman" panose="02020603050405020304" pitchFamily="18" charset="0"/>
              </a:rPr>
              <a:t> 138 sang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thập</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lục</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en-US" altLang="ko-KR" sz="1000" b="1" smtClean="0">
                <a:solidFill>
                  <a:srgbClr val="000000"/>
                </a:solidFill>
                <a:latin typeface="Times New Roman" panose="02020603050405020304" pitchFamily="18" charset="0"/>
                <a:cs typeface="Times New Roman" panose="02020603050405020304" pitchFamily="18" charset="0"/>
              </a:rPr>
              <a:t>.</a:t>
            </a: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spcBef>
                <a:spcPct val="0"/>
              </a:spcBef>
              <a:buFontTx/>
              <a:buAutoNum type="arabicPeriod"/>
            </a:pP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spcBef>
                <a:spcPct val="0"/>
              </a:spcBef>
              <a:buFontTx/>
              <a:buAutoNum type="arabicPeriod"/>
            </a:pP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spcBef>
                <a:spcPct val="0"/>
              </a:spcBef>
              <a:buFontTx/>
              <a:buAutoNum type="arabicPeriod"/>
            </a:pP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spcBef>
                <a:spcPct val="0"/>
              </a:spcBef>
              <a:buFontTx/>
              <a:buAutoNum type="arabicPeriod"/>
            </a:pPr>
            <a:r>
              <a:rPr lang="en-US" altLang="ko-KR" sz="1000" b="1" err="1" smtClean="0">
                <a:solidFill>
                  <a:srgbClr val="000000"/>
                </a:solidFill>
                <a:latin typeface="Times New Roman" panose="02020603050405020304" pitchFamily="18" charset="0"/>
                <a:cs typeface="Times New Roman" panose="02020603050405020304" pitchFamily="18" charset="0"/>
              </a:rPr>
              <a:t>Hãy</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chuyển</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đổi</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thập</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ko-KR" altLang="en-US" sz="1000" b="1" smtClean="0">
                <a:solidFill>
                  <a:srgbClr val="000000"/>
                </a:solidFill>
                <a:latin typeface="Times New Roman" panose="02020603050405020304" pitchFamily="18" charset="0"/>
                <a:cs typeface="Times New Roman" panose="02020603050405020304" pitchFamily="18" charset="0"/>
              </a:rPr>
              <a:t> </a:t>
            </a:r>
            <a:r>
              <a:rPr lang="en-US" altLang="ko-KR" sz="1000" b="1" smtClean="0">
                <a:solidFill>
                  <a:srgbClr val="000000"/>
                </a:solidFill>
                <a:latin typeface="Times New Roman" panose="02020603050405020304" pitchFamily="18" charset="0"/>
                <a:cs typeface="Times New Roman" panose="02020603050405020304" pitchFamily="18" charset="0"/>
              </a:rPr>
              <a:t>5927</a:t>
            </a:r>
            <a:r>
              <a:rPr lang="ko-KR" altLang="en-US" sz="1000" b="1">
                <a:solidFill>
                  <a:srgbClr val="000000"/>
                </a:solidFill>
                <a:latin typeface="Times New Roman" panose="02020603050405020304" pitchFamily="18" charset="0"/>
                <a:cs typeface="Times New Roman" panose="02020603050405020304" pitchFamily="18" charset="0"/>
              </a:rPr>
              <a:t> </a:t>
            </a:r>
            <a:r>
              <a:rPr lang="en-US" altLang="ko-KR" sz="1000" b="1" smtClean="0">
                <a:solidFill>
                  <a:srgbClr val="000000"/>
                </a:solidFill>
                <a:latin typeface="Times New Roman" panose="02020603050405020304" pitchFamily="18" charset="0"/>
                <a:cs typeface="Times New Roman" panose="02020603050405020304" pitchFamily="18" charset="0"/>
              </a:rPr>
              <a:t>sang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thập</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lục</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en-US" altLang="ko-KR" sz="1000" b="1" smtClean="0">
                <a:solidFill>
                  <a:srgbClr val="000000"/>
                </a:solidFill>
                <a:latin typeface="Times New Roman" panose="02020603050405020304" pitchFamily="18" charset="0"/>
                <a:cs typeface="Times New Roman" panose="02020603050405020304" pitchFamily="18" charset="0"/>
              </a:rPr>
              <a:t>.</a:t>
            </a:r>
            <a:endParaRPr lang="en-US" altLang="ko-KR" sz="1000" b="1">
              <a:solidFill>
                <a:srgbClr val="000000"/>
              </a:solidFill>
              <a:latin typeface="Times New Roman" panose="02020603050405020304" pitchFamily="18" charset="0"/>
              <a:cs typeface="Times New Roman" panose="02020603050405020304" pitchFamily="18" charset="0"/>
            </a:endParaRPr>
          </a:p>
        </p:txBody>
      </p:sp>
      <p:sp>
        <p:nvSpPr>
          <p:cNvPr id="53260" name="Rectangle 36"/>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53261" name="Text Box 37"/>
          <p:cNvSpPr txBox="1">
            <a:spLocks noChangeArrowheads="1"/>
          </p:cNvSpPr>
          <p:nvPr/>
        </p:nvSpPr>
        <p:spPr bwMode="auto">
          <a:xfrm>
            <a:off x="7617296" y="91103"/>
            <a:ext cx="18886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cs typeface="Times New Roman" panose="02020603050405020304" pitchFamily="18" charset="0"/>
              </a:rPr>
              <a:t>6. </a:t>
            </a:r>
            <a:r>
              <a:rPr lang="en-US" altLang="ko-KR" sz="1600" b="1" err="1" smtClean="0">
                <a:latin typeface="Times New Roman" panose="02020603050405020304" pitchFamily="18" charset="0"/>
                <a:cs typeface="Times New Roman" panose="02020603050405020304" pitchFamily="18" charset="0"/>
              </a:rPr>
              <a:t>Chuyển</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đổi</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hệ</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số</a:t>
            </a:r>
            <a:endParaRPr lang="en-US" altLang="en-US" sz="1600" b="1">
              <a:latin typeface="Times New Roman" panose="02020603050405020304" pitchFamily="18" charset="0"/>
              <a:cs typeface="Times New Roman" panose="02020603050405020304" pitchFamily="18" charset="0"/>
            </a:endParaRPr>
          </a:p>
        </p:txBody>
      </p:sp>
      <p:sp>
        <p:nvSpPr>
          <p:cNvPr id="53262" name="Line 38"/>
          <p:cNvSpPr>
            <a:spLocks noChangeShapeType="1"/>
          </p:cNvSpPr>
          <p:nvPr/>
        </p:nvSpPr>
        <p:spPr bwMode="auto">
          <a:xfrm>
            <a:off x="2252663" y="2881313"/>
            <a:ext cx="223202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ext Box 4"/>
          <p:cNvSpPr txBox="1">
            <a:spLocks noChangeArrowheads="1"/>
          </p:cNvSpPr>
          <p:nvPr/>
        </p:nvSpPr>
        <p:spPr bwMode="auto">
          <a:xfrm>
            <a:off x="895350" y="1174750"/>
            <a:ext cx="35830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Chuyển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đổi</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giữa</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hệ</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thập</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lục</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phân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và</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hệ</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nhị</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phân</a:t>
            </a:r>
            <a:endParaRPr lang="ko-KR" altLang="en-US" sz="1200" b="1">
              <a:latin typeface="Times New Roman" panose="02020603050405020304" pitchFamily="18" charset="0"/>
              <a:cs typeface="Times New Roman" panose="02020603050405020304" pitchFamily="18" charset="0"/>
            </a:endParaRPr>
          </a:p>
        </p:txBody>
      </p:sp>
      <p:sp>
        <p:nvSpPr>
          <p:cNvPr id="54275" name="AutoShape 5"/>
          <p:cNvSpPr>
            <a:spLocks noChangeArrowheads="1"/>
          </p:cNvSpPr>
          <p:nvPr/>
        </p:nvSpPr>
        <p:spPr bwMode="auto">
          <a:xfrm>
            <a:off x="1155700" y="1604963"/>
            <a:ext cx="4210050" cy="990600"/>
          </a:xfrm>
          <a:prstGeom prst="cloudCallout">
            <a:avLst>
              <a:gd name="adj1" fmla="val 36602"/>
              <a:gd name="adj2" fmla="val 6153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b="1" err="1" smtClean="0">
                <a:latin typeface="Times New Roman" panose="02020603050405020304" pitchFamily="18" charset="0"/>
                <a:cs typeface="Times New Roman" panose="02020603050405020304" pitchFamily="18" charset="0"/>
              </a:rPr>
              <a:t>Hình</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như</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có</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phương</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thức</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chuyển</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đổi</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giữa</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hệ</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thập</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lục</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phân</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và</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hệ</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nhị</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phân</a:t>
            </a:r>
            <a:r>
              <a:rPr lang="en-US" altLang="ko-KR" sz="1000" b="1" smtClean="0">
                <a:latin typeface="Times New Roman" panose="02020603050405020304" pitchFamily="18" charset="0"/>
                <a:cs typeface="Times New Roman" panose="02020603050405020304" pitchFamily="18" charset="0"/>
              </a:rPr>
              <a:t>..??</a:t>
            </a:r>
            <a:endParaRPr lang="en-US" altLang="ko-KR" sz="1000" b="1">
              <a:latin typeface="Times New Roman" panose="02020603050405020304" pitchFamily="18" charset="0"/>
              <a:cs typeface="Times New Roman" panose="02020603050405020304" pitchFamily="18" charset="0"/>
            </a:endParaRPr>
          </a:p>
        </p:txBody>
      </p:sp>
      <p:sp>
        <p:nvSpPr>
          <p:cNvPr id="54276" name="AutoShape 6"/>
          <p:cNvSpPr>
            <a:spLocks noChangeArrowheads="1"/>
          </p:cNvSpPr>
          <p:nvPr/>
        </p:nvSpPr>
        <p:spPr bwMode="auto">
          <a:xfrm>
            <a:off x="5200649" y="1313249"/>
            <a:ext cx="3540995" cy="1435123"/>
          </a:xfrm>
          <a:prstGeom prst="irregularSeal2">
            <a:avLst/>
          </a:prstGeom>
          <a:solidFill>
            <a:srgbClr val="FFFF00"/>
          </a:solidFill>
          <a:ln w="19050">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b="1" err="1" smtClean="0">
                <a:latin typeface="Times New Roman" panose="02020603050405020304" pitchFamily="18" charset="0"/>
                <a:cs typeface="Times New Roman" panose="02020603050405020304" pitchFamily="18" charset="0"/>
              </a:rPr>
              <a:t>Đương</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nhiên</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rồi</a:t>
            </a:r>
            <a:r>
              <a:rPr lang="en-US" altLang="ko-KR" sz="1000" b="1" smtClean="0">
                <a:latin typeface="Times New Roman" panose="02020603050405020304" pitchFamily="18" charset="0"/>
                <a:cs typeface="Times New Roman" panose="02020603050405020304" pitchFamily="18" charset="0"/>
              </a:rPr>
              <a:t>!!</a:t>
            </a:r>
          </a:p>
          <a:p>
            <a:pPr algn="ctr" eaLnBrk="1" hangingPunct="1">
              <a:lnSpc>
                <a:spcPct val="100000"/>
              </a:lnSpc>
              <a:spcBef>
                <a:spcPct val="0"/>
              </a:spcBef>
              <a:buFontTx/>
              <a:buNone/>
            </a:pPr>
            <a:endParaRPr lang="en-US" altLang="ko-KR" sz="1000" b="1">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000" b="1" err="1" smtClean="0">
                <a:latin typeface="Times New Roman" panose="02020603050405020304" pitchFamily="18" charset="0"/>
                <a:cs typeface="Times New Roman" panose="02020603050405020304" pitchFamily="18" charset="0"/>
              </a:rPr>
              <a:t>Chỉ</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cần</a:t>
            </a:r>
            <a:r>
              <a:rPr lang="en-US" altLang="ko-KR" sz="1000" b="1" smtClean="0">
                <a:latin typeface="Times New Roman" panose="02020603050405020304" pitchFamily="18" charset="0"/>
                <a:cs typeface="Times New Roman" panose="02020603050405020304" pitchFamily="18" charset="0"/>
              </a:rPr>
              <a:t> chia </a:t>
            </a:r>
            <a:r>
              <a:rPr lang="en-US" altLang="ko-KR" sz="1000" b="1" err="1" smtClean="0">
                <a:latin typeface="Times New Roman" panose="02020603050405020304" pitchFamily="18" charset="0"/>
                <a:cs typeface="Times New Roman" panose="02020603050405020304" pitchFamily="18" charset="0"/>
              </a:rPr>
              <a:t>ra</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thành</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từng</a:t>
            </a:r>
            <a:r>
              <a:rPr lang="en-US" altLang="ko-KR" sz="1000" b="1" smtClean="0">
                <a:latin typeface="Times New Roman" panose="02020603050405020304" pitchFamily="18" charset="0"/>
                <a:cs typeface="Times New Roman" panose="02020603050405020304" pitchFamily="18" charset="0"/>
              </a:rPr>
              <a:t> 4 </a:t>
            </a:r>
            <a:r>
              <a:rPr lang="en-US" altLang="ko-KR" sz="1000" b="1" err="1" smtClean="0">
                <a:latin typeface="Times New Roman" panose="02020603050405020304" pitchFamily="18" charset="0"/>
                <a:cs typeface="Times New Roman" panose="02020603050405020304" pitchFamily="18" charset="0"/>
              </a:rPr>
              <a:t>vị</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trí</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là</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được</a:t>
            </a:r>
            <a:r>
              <a:rPr lang="en-US" altLang="ko-KR" sz="1000" b="1" smtClean="0">
                <a:latin typeface="Times New Roman" panose="02020603050405020304" pitchFamily="18" charset="0"/>
                <a:cs typeface="Times New Roman" panose="02020603050405020304" pitchFamily="18" charset="0"/>
              </a:rPr>
              <a:t>.</a:t>
            </a:r>
            <a:endParaRPr lang="en-US" altLang="ko-KR" sz="1000" b="1">
              <a:latin typeface="Times New Roman" panose="02020603050405020304" pitchFamily="18" charset="0"/>
              <a:cs typeface="Times New Roman" panose="02020603050405020304" pitchFamily="18" charset="0"/>
            </a:endParaRPr>
          </a:p>
        </p:txBody>
      </p:sp>
      <p:sp>
        <p:nvSpPr>
          <p:cNvPr id="54277" name="Text Box 7"/>
          <p:cNvSpPr txBox="1">
            <a:spLocks noChangeArrowheads="1"/>
          </p:cNvSpPr>
          <p:nvPr/>
        </p:nvSpPr>
        <p:spPr bwMode="auto">
          <a:xfrm>
            <a:off x="1073150" y="3076575"/>
            <a:ext cx="31325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Ví</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dụ</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Hãy</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đổi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hệ</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thập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lục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ko-KR" altLang="en-US" sz="1000" smtClean="0">
                <a:latin typeface="Times New Roman" panose="02020603050405020304" pitchFamily="18" charset="0"/>
                <a:cs typeface="Times New Roman" panose="02020603050405020304" pitchFamily="18" charset="0"/>
              </a:rPr>
              <a:t> </a:t>
            </a:r>
            <a:r>
              <a:rPr lang="en-US" altLang="ko-KR" sz="1000">
                <a:latin typeface="Times New Roman" panose="02020603050405020304" pitchFamily="18" charset="0"/>
                <a:cs typeface="Times New Roman" panose="02020603050405020304" pitchFamily="18" charset="0"/>
              </a:rPr>
              <a:t>8E5</a:t>
            </a:r>
            <a:r>
              <a:rPr lang="en-US" altLang="ko-KR" sz="600">
                <a:latin typeface="Times New Roman" panose="02020603050405020304" pitchFamily="18" charset="0"/>
                <a:cs typeface="Times New Roman" panose="02020603050405020304" pitchFamily="18" charset="0"/>
              </a:rPr>
              <a:t>16</a:t>
            </a:r>
            <a:r>
              <a:rPr lang="en-US" altLang="ko-KR" sz="500">
                <a:latin typeface="Times New Roman" panose="02020603050405020304" pitchFamily="18" charset="0"/>
                <a:cs typeface="Times New Roman" panose="02020603050405020304" pitchFamily="18" charset="0"/>
              </a:rPr>
              <a:t> </a:t>
            </a:r>
            <a:r>
              <a:rPr lang="ko-KR" altLang="en-US" sz="1000" smtClean="0">
                <a:latin typeface="Times New Roman" panose="02020603050405020304" pitchFamily="18" charset="0"/>
                <a:cs typeface="Times New Roman" panose="02020603050405020304" pitchFamily="18" charset="0"/>
              </a:rPr>
              <a:t> </a:t>
            </a:r>
            <a:r>
              <a:rPr lang="en-US" altLang="ko-KR" sz="1000" smtClean="0">
                <a:latin typeface="Times New Roman" panose="02020603050405020304" pitchFamily="18" charset="0"/>
                <a:cs typeface="Times New Roman" panose="02020603050405020304" pitchFamily="18" charset="0"/>
              </a:rPr>
              <a:t>sang </a:t>
            </a:r>
            <a:r>
              <a:rPr lang="ko-KR" altLang="en-US"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hệ</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nhị</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a:t>
            </a:r>
            <a:endParaRPr lang="en-US" altLang="ko-KR" sz="1000">
              <a:latin typeface="Times New Roman" panose="02020603050405020304" pitchFamily="18" charset="0"/>
              <a:cs typeface="Times New Roman" panose="02020603050405020304" pitchFamily="18" charset="0"/>
            </a:endParaRPr>
          </a:p>
        </p:txBody>
      </p:sp>
      <p:sp>
        <p:nvSpPr>
          <p:cNvPr id="54278" name="Text Box 8"/>
          <p:cNvSpPr txBox="1">
            <a:spLocks noChangeArrowheads="1"/>
          </p:cNvSpPr>
          <p:nvPr/>
        </p:nvSpPr>
        <p:spPr bwMode="auto">
          <a:xfrm>
            <a:off x="1898650" y="3457575"/>
            <a:ext cx="103265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8          E          5</a:t>
            </a:r>
          </a:p>
        </p:txBody>
      </p:sp>
      <p:sp>
        <p:nvSpPr>
          <p:cNvPr id="54279" name="Text Box 9"/>
          <p:cNvSpPr txBox="1">
            <a:spLocks noChangeArrowheads="1"/>
          </p:cNvSpPr>
          <p:nvPr/>
        </p:nvSpPr>
        <p:spPr bwMode="auto">
          <a:xfrm>
            <a:off x="1758950" y="4021138"/>
            <a:ext cx="133882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1000      1110      0101</a:t>
            </a:r>
          </a:p>
        </p:txBody>
      </p:sp>
      <p:sp>
        <p:nvSpPr>
          <p:cNvPr id="54280" name="Line 10"/>
          <p:cNvSpPr>
            <a:spLocks noChangeShapeType="1"/>
          </p:cNvSpPr>
          <p:nvPr/>
        </p:nvSpPr>
        <p:spPr bwMode="auto">
          <a:xfrm>
            <a:off x="2046288" y="3770313"/>
            <a:ext cx="0" cy="228600"/>
          </a:xfrm>
          <a:prstGeom prst="line">
            <a:avLst/>
          </a:prstGeom>
          <a:noFill/>
          <a:ln w="9525">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4281" name="Line 11"/>
          <p:cNvSpPr>
            <a:spLocks noChangeShapeType="1"/>
          </p:cNvSpPr>
          <p:nvPr/>
        </p:nvSpPr>
        <p:spPr bwMode="auto">
          <a:xfrm>
            <a:off x="2578100" y="3770313"/>
            <a:ext cx="0" cy="228600"/>
          </a:xfrm>
          <a:prstGeom prst="line">
            <a:avLst/>
          </a:prstGeom>
          <a:noFill/>
          <a:ln w="9525">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4282" name="Line 12"/>
          <p:cNvSpPr>
            <a:spLocks noChangeShapeType="1"/>
          </p:cNvSpPr>
          <p:nvPr/>
        </p:nvSpPr>
        <p:spPr bwMode="auto">
          <a:xfrm>
            <a:off x="3133725" y="3770313"/>
            <a:ext cx="0" cy="228600"/>
          </a:xfrm>
          <a:prstGeom prst="line">
            <a:avLst/>
          </a:prstGeom>
          <a:noFill/>
          <a:ln w="9525">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4283" name="Text Box 13"/>
          <p:cNvSpPr txBox="1">
            <a:spLocks noChangeArrowheads="1"/>
          </p:cNvSpPr>
          <p:nvPr/>
        </p:nvSpPr>
        <p:spPr bwMode="auto">
          <a:xfrm>
            <a:off x="56456" y="4371975"/>
            <a:ext cx="50321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ko-KR" altLang="en-US" sz="1000" b="1" smtClean="0">
                <a:latin typeface="Times New Roman" panose="02020603050405020304" pitchFamily="18" charset="0"/>
                <a:cs typeface="Times New Roman" panose="02020603050405020304" pitchFamily="18" charset="0"/>
              </a:rPr>
              <a:t>＊</a:t>
            </a:r>
            <a:r>
              <a:rPr lang="en-US" altLang="ko-KR" sz="1000" b="1" err="1" smtClean="0">
                <a:latin typeface="Times New Roman" panose="02020603050405020304" pitchFamily="18" charset="0"/>
                <a:cs typeface="Times New Roman" panose="02020603050405020304" pitchFamily="18" charset="0"/>
              </a:rPr>
              <a:t>Hệ</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thập</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lục</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phân</a:t>
            </a:r>
            <a:r>
              <a:rPr lang="en-US" altLang="ko-KR" sz="1000" b="1" smtClean="0">
                <a:latin typeface="Times New Roman" panose="02020603050405020304" pitchFamily="18" charset="0"/>
                <a:cs typeface="Times New Roman" panose="02020603050405020304" pitchFamily="18" charset="0"/>
              </a:rPr>
              <a:t> 8E5</a:t>
            </a:r>
            <a:r>
              <a:rPr lang="en-US" altLang="ko-KR" sz="600" b="1" smtClean="0">
                <a:latin typeface="Times New Roman" panose="02020603050405020304" pitchFamily="18" charset="0"/>
                <a:cs typeface="Times New Roman" panose="02020603050405020304" pitchFamily="18" charset="0"/>
              </a:rPr>
              <a:t>16</a:t>
            </a:r>
            <a:r>
              <a:rPr lang="ko-KR" altLang="en-US"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được</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chuyển</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thành</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hệ</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nhị</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phân</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tương</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ứng</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là</a:t>
            </a:r>
            <a:r>
              <a:rPr lang="ko-KR" altLang="en-US" sz="1000" b="1" smtClean="0">
                <a:latin typeface="Times New Roman" panose="02020603050405020304" pitchFamily="18" charset="0"/>
                <a:cs typeface="Times New Roman" panose="02020603050405020304" pitchFamily="18" charset="0"/>
              </a:rPr>
              <a:t> </a:t>
            </a:r>
            <a:r>
              <a:rPr lang="en-US" altLang="ko-KR" sz="1000" b="1">
                <a:latin typeface="Times New Roman" panose="02020603050405020304" pitchFamily="18" charset="0"/>
                <a:cs typeface="Times New Roman" panose="02020603050405020304" pitchFamily="18" charset="0"/>
              </a:rPr>
              <a:t>100011100101</a:t>
            </a:r>
            <a:r>
              <a:rPr lang="en-US" altLang="ko-KR" sz="600" b="1">
                <a:latin typeface="Times New Roman" panose="02020603050405020304" pitchFamily="18" charset="0"/>
                <a:cs typeface="Times New Roman" panose="02020603050405020304" pitchFamily="18" charset="0"/>
              </a:rPr>
              <a:t>2</a:t>
            </a:r>
          </a:p>
        </p:txBody>
      </p:sp>
      <p:sp>
        <p:nvSpPr>
          <p:cNvPr id="54284" name="Text Box 14"/>
          <p:cNvSpPr txBox="1">
            <a:spLocks noChangeArrowheads="1"/>
          </p:cNvSpPr>
          <p:nvPr/>
        </p:nvSpPr>
        <p:spPr bwMode="auto">
          <a:xfrm>
            <a:off x="4997450" y="3076575"/>
            <a:ext cx="368883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err="1" smtClean="0">
                <a:latin typeface="Times New Roman" panose="02020603050405020304" pitchFamily="18" charset="0"/>
                <a:cs typeface="Times New Roman" panose="02020603050405020304" pitchFamily="18" charset="0"/>
              </a:rPr>
              <a:t>Ví</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dụ</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Hãy</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đổi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hệ</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nhị</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101110100110</a:t>
            </a:r>
            <a:r>
              <a:rPr lang="en-US" altLang="ko-KR" sz="600" smtClean="0">
                <a:latin typeface="Times New Roman" panose="02020603050405020304" pitchFamily="18" charset="0"/>
                <a:cs typeface="Times New Roman" panose="02020603050405020304" pitchFamily="18" charset="0"/>
              </a:rPr>
              <a:t>2</a:t>
            </a:r>
            <a:r>
              <a:rPr lang="en-US" altLang="ko-KR" sz="500" smtClean="0">
                <a:latin typeface="Times New Roman" panose="02020603050405020304" pitchFamily="18" charset="0"/>
                <a:cs typeface="Times New Roman" panose="02020603050405020304" pitchFamily="18" charset="0"/>
              </a:rPr>
              <a:t> </a:t>
            </a:r>
            <a:r>
              <a:rPr lang="ko-KR" altLang="en-US" sz="1000" smtClean="0">
                <a:latin typeface="Times New Roman" panose="02020603050405020304" pitchFamily="18" charset="0"/>
                <a:cs typeface="Times New Roman" panose="02020603050405020304" pitchFamily="18" charset="0"/>
              </a:rPr>
              <a:t> </a:t>
            </a:r>
            <a:r>
              <a:rPr lang="en-US" altLang="ko-KR" sz="1000" smtClean="0">
                <a:latin typeface="Times New Roman" panose="02020603050405020304" pitchFamily="18" charset="0"/>
                <a:cs typeface="Times New Roman" panose="02020603050405020304" pitchFamily="18" charset="0"/>
              </a:rPr>
              <a:t>sang</a:t>
            </a:r>
            <a:r>
              <a:rPr lang="ko-KR" altLang="en-US"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hệ</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thập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lục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a:t>
            </a:r>
            <a:endParaRPr lang="en-US" altLang="ko-KR" sz="1000">
              <a:latin typeface="Times New Roman" panose="02020603050405020304" pitchFamily="18" charset="0"/>
              <a:cs typeface="Times New Roman" panose="02020603050405020304" pitchFamily="18" charset="0"/>
            </a:endParaRPr>
          </a:p>
        </p:txBody>
      </p:sp>
      <p:sp>
        <p:nvSpPr>
          <p:cNvPr id="54285" name="Text Box 15"/>
          <p:cNvSpPr txBox="1">
            <a:spLocks noChangeArrowheads="1"/>
          </p:cNvSpPr>
          <p:nvPr/>
        </p:nvSpPr>
        <p:spPr bwMode="auto">
          <a:xfrm>
            <a:off x="5822950" y="3457575"/>
            <a:ext cx="127470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1011     1010     0110</a:t>
            </a:r>
          </a:p>
        </p:txBody>
      </p:sp>
      <p:sp>
        <p:nvSpPr>
          <p:cNvPr id="54286" name="Line 16"/>
          <p:cNvSpPr>
            <a:spLocks noChangeShapeType="1"/>
          </p:cNvSpPr>
          <p:nvPr/>
        </p:nvSpPr>
        <p:spPr bwMode="auto">
          <a:xfrm>
            <a:off x="6088063" y="3770313"/>
            <a:ext cx="0" cy="228600"/>
          </a:xfrm>
          <a:prstGeom prst="line">
            <a:avLst/>
          </a:prstGeom>
          <a:noFill/>
          <a:ln w="9525">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4287" name="Line 17"/>
          <p:cNvSpPr>
            <a:spLocks noChangeShapeType="1"/>
          </p:cNvSpPr>
          <p:nvPr/>
        </p:nvSpPr>
        <p:spPr bwMode="auto">
          <a:xfrm>
            <a:off x="6643688" y="3770313"/>
            <a:ext cx="0" cy="228600"/>
          </a:xfrm>
          <a:prstGeom prst="line">
            <a:avLst/>
          </a:prstGeom>
          <a:noFill/>
          <a:ln w="9525">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4288" name="Line 18"/>
          <p:cNvSpPr>
            <a:spLocks noChangeShapeType="1"/>
          </p:cNvSpPr>
          <p:nvPr/>
        </p:nvSpPr>
        <p:spPr bwMode="auto">
          <a:xfrm>
            <a:off x="7188200" y="3770313"/>
            <a:ext cx="0" cy="228600"/>
          </a:xfrm>
          <a:prstGeom prst="line">
            <a:avLst/>
          </a:prstGeom>
          <a:noFill/>
          <a:ln w="9525">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54289" name="Text Box 19"/>
          <p:cNvSpPr txBox="1">
            <a:spLocks noChangeArrowheads="1"/>
          </p:cNvSpPr>
          <p:nvPr/>
        </p:nvSpPr>
        <p:spPr bwMode="auto">
          <a:xfrm>
            <a:off x="5957888" y="4021138"/>
            <a:ext cx="1516062"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B           A          6</a:t>
            </a:r>
          </a:p>
        </p:txBody>
      </p:sp>
      <p:sp>
        <p:nvSpPr>
          <p:cNvPr id="54290" name="Text Box 20"/>
          <p:cNvSpPr txBox="1">
            <a:spLocks noChangeArrowheads="1"/>
          </p:cNvSpPr>
          <p:nvPr/>
        </p:nvSpPr>
        <p:spPr bwMode="auto">
          <a:xfrm>
            <a:off x="5080000" y="4371975"/>
            <a:ext cx="38988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ko-KR" altLang="en-US" sz="1000" b="1">
                <a:latin typeface="Times New Roman" panose="02020603050405020304" pitchFamily="18" charset="0"/>
                <a:cs typeface="Times New Roman" panose="02020603050405020304" pitchFamily="18" charset="0"/>
              </a:rPr>
              <a:t>＊ </a:t>
            </a:r>
            <a:r>
              <a:rPr lang="en-US" altLang="ko-KR" sz="1000" b="1">
                <a:latin typeface="Times New Roman" panose="02020603050405020304" pitchFamily="18" charset="0"/>
                <a:cs typeface="Times New Roman" panose="02020603050405020304" pitchFamily="18" charset="0"/>
              </a:rPr>
              <a:t>101110100110</a:t>
            </a:r>
            <a:r>
              <a:rPr lang="en-US" altLang="ko-KR" sz="600" b="1">
                <a:latin typeface="Times New Roman" panose="02020603050405020304" pitchFamily="18" charset="0"/>
                <a:cs typeface="Times New Roman" panose="02020603050405020304" pitchFamily="18" charset="0"/>
              </a:rPr>
              <a:t>2</a:t>
            </a:r>
            <a:r>
              <a:rPr lang="en-US" altLang="ko-KR" sz="500" b="1">
                <a:latin typeface="Times New Roman" panose="02020603050405020304" pitchFamily="18" charset="0"/>
                <a:cs typeface="Times New Roman" panose="02020603050405020304" pitchFamily="18" charset="0"/>
              </a:rPr>
              <a:t> </a:t>
            </a:r>
            <a:r>
              <a:rPr lang="ko-KR" altLang="en-US" sz="1000" b="1">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chuyển</a:t>
            </a:r>
            <a:r>
              <a:rPr lang="en-US" altLang="ko-KR" sz="1000" b="1" smtClean="0">
                <a:latin typeface="Times New Roman" panose="02020603050405020304" pitchFamily="18" charset="0"/>
                <a:cs typeface="Times New Roman" panose="02020603050405020304" pitchFamily="18" charset="0"/>
              </a:rPr>
              <a:t> sang </a:t>
            </a:r>
            <a:r>
              <a:rPr lang="en-US" altLang="ko-KR" sz="1000" b="1" err="1" smtClean="0">
                <a:latin typeface="Times New Roman" panose="02020603050405020304" pitchFamily="18" charset="0"/>
                <a:cs typeface="Times New Roman" panose="02020603050405020304" pitchFamily="18" charset="0"/>
              </a:rPr>
              <a:t>hệ</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thập</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lục</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phân</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tương</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ứng</a:t>
            </a:r>
            <a:r>
              <a:rPr lang="en-US" altLang="ko-KR" sz="1000" b="1" smtClean="0">
                <a:latin typeface="Times New Roman" panose="02020603050405020304" pitchFamily="18" charset="0"/>
                <a:cs typeface="Times New Roman" panose="02020603050405020304" pitchFamily="18" charset="0"/>
              </a:rPr>
              <a:t> </a:t>
            </a:r>
            <a:r>
              <a:rPr lang="en-US" altLang="ko-KR" sz="1000" b="1" err="1" smtClean="0">
                <a:latin typeface="Times New Roman" panose="02020603050405020304" pitchFamily="18" charset="0"/>
                <a:cs typeface="Times New Roman" panose="02020603050405020304" pitchFamily="18" charset="0"/>
              </a:rPr>
              <a:t>là</a:t>
            </a:r>
            <a:r>
              <a:rPr lang="ko-KR" altLang="en-US" sz="1000" b="1" smtClean="0">
                <a:latin typeface="Times New Roman" panose="02020603050405020304" pitchFamily="18" charset="0"/>
                <a:cs typeface="Times New Roman" panose="02020603050405020304" pitchFamily="18" charset="0"/>
              </a:rPr>
              <a:t> </a:t>
            </a:r>
            <a:r>
              <a:rPr lang="en-US" altLang="ko-KR" sz="1000" b="1" smtClean="0">
                <a:latin typeface="Times New Roman" panose="02020603050405020304" pitchFamily="18" charset="0"/>
                <a:cs typeface="Times New Roman" panose="02020603050405020304" pitchFamily="18" charset="0"/>
              </a:rPr>
              <a:t>BA6</a:t>
            </a:r>
            <a:r>
              <a:rPr lang="en-US" altLang="ko-KR" sz="600" b="1" smtClean="0">
                <a:latin typeface="Times New Roman" panose="02020603050405020304" pitchFamily="18" charset="0"/>
                <a:cs typeface="Times New Roman" panose="02020603050405020304" pitchFamily="18" charset="0"/>
              </a:rPr>
              <a:t>16</a:t>
            </a:r>
            <a:endParaRPr lang="ko-KR" altLang="en-US" sz="1000" b="1">
              <a:latin typeface="Times New Roman" panose="02020603050405020304" pitchFamily="18" charset="0"/>
              <a:cs typeface="Times New Roman" panose="02020603050405020304" pitchFamily="18" charset="0"/>
            </a:endParaRPr>
          </a:p>
        </p:txBody>
      </p:sp>
      <p:sp>
        <p:nvSpPr>
          <p:cNvPr id="54291" name="Rectangle 21"/>
          <p:cNvSpPr>
            <a:spLocks noChangeArrowheads="1"/>
          </p:cNvSpPr>
          <p:nvPr/>
        </p:nvSpPr>
        <p:spPr bwMode="auto">
          <a:xfrm>
            <a:off x="990600" y="5110163"/>
            <a:ext cx="800735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0"/>
              </a:spcBef>
              <a:buFontTx/>
              <a:buNone/>
            </a:pPr>
            <a:r>
              <a:rPr lang="en-US" altLang="ko-KR" sz="1000" b="1">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Luyện</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tập</a:t>
            </a:r>
            <a:r>
              <a:rPr lang="ko-KR" altLang="en-US" sz="1000" b="1" smtClean="0">
                <a:solidFill>
                  <a:srgbClr val="000000"/>
                </a:solidFill>
                <a:latin typeface="Times New Roman" panose="02020603050405020304" pitchFamily="18" charset="0"/>
                <a:cs typeface="Times New Roman" panose="02020603050405020304" pitchFamily="18" charset="0"/>
              </a:rPr>
              <a:t> </a:t>
            </a:r>
            <a:r>
              <a:rPr lang="en-US" altLang="ko-KR" sz="1000" b="1">
                <a:solidFill>
                  <a:srgbClr val="000000"/>
                </a:solidFill>
                <a:latin typeface="Times New Roman" panose="02020603050405020304" pitchFamily="18" charset="0"/>
                <a:cs typeface="Times New Roman" panose="02020603050405020304" pitchFamily="18" charset="0"/>
              </a:rPr>
              <a:t>)</a:t>
            </a:r>
          </a:p>
          <a:p>
            <a:pPr algn="just" eaLnBrk="1" hangingPunct="1">
              <a:lnSpc>
                <a:spcPct val="100000"/>
              </a:lnSpc>
              <a:spcBef>
                <a:spcPct val="0"/>
              </a:spcBef>
              <a:buFontTx/>
              <a:buNone/>
            </a:pP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lnSpc>
                <a:spcPct val="100000"/>
              </a:lnSpc>
              <a:spcBef>
                <a:spcPct val="0"/>
              </a:spcBef>
              <a:buFontTx/>
              <a:buAutoNum type="arabicPeriod"/>
            </a:pPr>
            <a:r>
              <a:rPr lang="en-US" altLang="ko-KR" sz="1000" b="1" err="1" smtClean="0">
                <a:solidFill>
                  <a:srgbClr val="000000"/>
                </a:solidFill>
                <a:latin typeface="Times New Roman" panose="02020603050405020304" pitchFamily="18" charset="0"/>
                <a:cs typeface="Times New Roman" panose="02020603050405020304" pitchFamily="18" charset="0"/>
              </a:rPr>
              <a:t>Hãy</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đổi</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thập</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lục</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en-US" altLang="ko-KR" sz="1000" b="1" smtClean="0">
                <a:solidFill>
                  <a:srgbClr val="000000"/>
                </a:solidFill>
                <a:latin typeface="Times New Roman" panose="02020603050405020304" pitchFamily="18" charset="0"/>
                <a:cs typeface="Times New Roman" panose="02020603050405020304" pitchFamily="18" charset="0"/>
              </a:rPr>
              <a:t> 4FD sang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nhị</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en-US" altLang="ko-KR" sz="1000" b="1" smtClean="0">
                <a:solidFill>
                  <a:srgbClr val="000000"/>
                </a:solidFill>
                <a:latin typeface="Times New Roman" panose="02020603050405020304" pitchFamily="18" charset="0"/>
                <a:cs typeface="Times New Roman" panose="02020603050405020304" pitchFamily="18" charset="0"/>
              </a:rPr>
              <a:t>.</a:t>
            </a:r>
            <a:endParaRPr lang="en-US" altLang="ko-KR" sz="1000" b="1">
              <a:solidFill>
                <a:srgbClr val="000000"/>
              </a:solidFill>
              <a:latin typeface="Times New Roman" panose="02020603050405020304" pitchFamily="18" charset="0"/>
              <a:cs typeface="Times New Roman" panose="02020603050405020304" pitchFamily="18" charset="0"/>
            </a:endParaRPr>
          </a:p>
          <a:p>
            <a:pPr algn="just" eaLnBrk="1" hangingPunct="1">
              <a:lnSpc>
                <a:spcPct val="100000"/>
              </a:lnSpc>
              <a:spcBef>
                <a:spcPct val="0"/>
              </a:spcBef>
              <a:buFontTx/>
              <a:buAutoNum type="arabicPeriod"/>
            </a:pPr>
            <a:endParaRPr lang="en-US" altLang="ko-KR" sz="1000" b="1">
              <a:latin typeface="Times New Roman" panose="02020603050405020304" pitchFamily="18" charset="0"/>
              <a:cs typeface="Times New Roman" panose="02020603050405020304" pitchFamily="18" charset="0"/>
            </a:endParaRPr>
          </a:p>
          <a:p>
            <a:pPr algn="just" eaLnBrk="1" hangingPunct="1">
              <a:lnSpc>
                <a:spcPct val="100000"/>
              </a:lnSpc>
              <a:spcBef>
                <a:spcPct val="0"/>
              </a:spcBef>
              <a:buFontTx/>
              <a:buAutoNum type="arabicPeriod"/>
            </a:pPr>
            <a:endParaRPr lang="en-US" altLang="ko-KR" sz="1000" b="1">
              <a:latin typeface="Times New Roman" panose="02020603050405020304" pitchFamily="18" charset="0"/>
              <a:cs typeface="Times New Roman" panose="02020603050405020304" pitchFamily="18" charset="0"/>
            </a:endParaRPr>
          </a:p>
          <a:p>
            <a:pPr algn="just" eaLnBrk="1" hangingPunct="1">
              <a:lnSpc>
                <a:spcPct val="100000"/>
              </a:lnSpc>
              <a:spcBef>
                <a:spcPct val="0"/>
              </a:spcBef>
              <a:buFontTx/>
              <a:buAutoNum type="arabicPeriod"/>
            </a:pPr>
            <a:r>
              <a:rPr lang="en-US" altLang="ko-KR" sz="1000" b="1" err="1" smtClean="0">
                <a:solidFill>
                  <a:srgbClr val="000000"/>
                </a:solidFill>
                <a:latin typeface="Times New Roman" panose="02020603050405020304" pitchFamily="18" charset="0"/>
                <a:cs typeface="Times New Roman" panose="02020603050405020304" pitchFamily="18" charset="0"/>
              </a:rPr>
              <a:t>Hãy</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đổi</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nhị</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ko-KR" altLang="en-US" sz="1000" b="1" smtClean="0">
                <a:solidFill>
                  <a:srgbClr val="000000"/>
                </a:solidFill>
                <a:latin typeface="Times New Roman" panose="02020603050405020304" pitchFamily="18" charset="0"/>
                <a:cs typeface="Times New Roman" panose="02020603050405020304" pitchFamily="18" charset="0"/>
              </a:rPr>
              <a:t> </a:t>
            </a:r>
            <a:r>
              <a:rPr lang="en-US" altLang="ko-KR" sz="1000" b="1">
                <a:solidFill>
                  <a:srgbClr val="000000"/>
                </a:solidFill>
                <a:latin typeface="Times New Roman" panose="02020603050405020304" pitchFamily="18" charset="0"/>
                <a:cs typeface="Times New Roman" panose="02020603050405020304" pitchFamily="18" charset="0"/>
              </a:rPr>
              <a:t>101111101011100 </a:t>
            </a:r>
            <a:r>
              <a:rPr lang="en-US" altLang="ko-KR" sz="1000" b="1" smtClean="0">
                <a:solidFill>
                  <a:srgbClr val="000000"/>
                </a:solidFill>
                <a:latin typeface="Times New Roman" panose="02020603050405020304" pitchFamily="18" charset="0"/>
                <a:cs typeface="Times New Roman" panose="02020603050405020304" pitchFamily="18" charset="0"/>
              </a:rPr>
              <a:t> sang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thập</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lục</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en-US" altLang="ko-KR" sz="1000" b="1" smtClean="0">
                <a:solidFill>
                  <a:srgbClr val="000000"/>
                </a:solidFill>
                <a:latin typeface="Times New Roman" panose="02020603050405020304" pitchFamily="18" charset="0"/>
                <a:cs typeface="Times New Roman" panose="02020603050405020304" pitchFamily="18" charset="0"/>
              </a:rPr>
              <a:t>.</a:t>
            </a:r>
            <a:endParaRPr lang="en-US" altLang="ko-KR" sz="1000" b="1">
              <a:solidFill>
                <a:srgbClr val="000000"/>
              </a:solidFill>
              <a:latin typeface="Times New Roman" panose="02020603050405020304" pitchFamily="18" charset="0"/>
              <a:cs typeface="Times New Roman" panose="02020603050405020304" pitchFamily="18" charset="0"/>
            </a:endParaRPr>
          </a:p>
        </p:txBody>
      </p:sp>
      <p:sp>
        <p:nvSpPr>
          <p:cNvPr id="54292" name="Rectangle 22"/>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54293" name="Text Box 23"/>
          <p:cNvSpPr txBox="1">
            <a:spLocks noChangeArrowheads="1"/>
          </p:cNvSpPr>
          <p:nvPr/>
        </p:nvSpPr>
        <p:spPr bwMode="auto">
          <a:xfrm>
            <a:off x="7797316" y="77788"/>
            <a:ext cx="18886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cs typeface="Times New Roman" panose="02020603050405020304" pitchFamily="18" charset="0"/>
              </a:rPr>
              <a:t>6. </a:t>
            </a:r>
            <a:r>
              <a:rPr lang="en-US" altLang="ko-KR" sz="1600" b="1" err="1" smtClean="0">
                <a:latin typeface="Times New Roman" panose="02020603050405020304" pitchFamily="18" charset="0"/>
                <a:cs typeface="Times New Roman" panose="02020603050405020304" pitchFamily="18" charset="0"/>
              </a:rPr>
              <a:t>Chuyển</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đổi</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hệ</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số</a:t>
            </a:r>
            <a:endParaRPr lang="en-US" altLang="en-US" sz="1600" b="1">
              <a:latin typeface="Times New Roman" panose="02020603050405020304" pitchFamily="18" charset="0"/>
              <a:cs typeface="Times New Roman" panose="02020603050405020304" pitchFamily="18" charset="0"/>
            </a:endParaRPr>
          </a:p>
        </p:txBody>
      </p:sp>
      <p:sp>
        <p:nvSpPr>
          <p:cNvPr id="54294" name="Text Box 24"/>
          <p:cNvSpPr txBox="1">
            <a:spLocks noChangeArrowheads="1"/>
          </p:cNvSpPr>
          <p:nvPr/>
        </p:nvSpPr>
        <p:spPr bwMode="auto">
          <a:xfrm>
            <a:off x="711200" y="784225"/>
            <a:ext cx="2567227"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a:latin typeface="Times New Roman" panose="02020603050405020304" pitchFamily="18" charset="0"/>
                <a:cs typeface="Times New Roman" panose="02020603050405020304" pitchFamily="18" charset="0"/>
              </a:rPr>
              <a:t>(3) </a:t>
            </a:r>
            <a:r>
              <a:rPr lang="en-US" altLang="ko-KR" sz="1200" b="1" err="1" smtClean="0">
                <a:latin typeface="Times New Roman" panose="02020603050405020304" pitchFamily="18" charset="0"/>
                <a:cs typeface="Times New Roman" panose="02020603050405020304" pitchFamily="18" charset="0"/>
              </a:rPr>
              <a:t>Hệ</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thập</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lục</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phân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và</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hệ</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nhị</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phân</a:t>
            </a:r>
            <a:endParaRPr lang="ko-KR" altLang="en-US" sz="1200" b="1">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p:cNvSpPr>
            <a:spLocks noChangeArrowheads="1"/>
          </p:cNvSpPr>
          <p:nvPr/>
        </p:nvSpPr>
        <p:spPr bwMode="auto">
          <a:xfrm>
            <a:off x="577850" y="1341438"/>
            <a:ext cx="9163050" cy="4967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000" b="1">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Hệ</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số</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thập</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hóa</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nhị</a:t>
            </a:r>
            <a:r>
              <a:rPr lang="en-US" altLang="ko-KR" sz="1000" b="1" smtClean="0">
                <a:solidFill>
                  <a:srgbClr val="000000"/>
                </a:solidFill>
                <a:latin typeface="Times New Roman" panose="02020603050405020304" pitchFamily="18" charset="0"/>
                <a:cs typeface="Times New Roman" panose="02020603050405020304" pitchFamily="18" charset="0"/>
              </a:rPr>
              <a:t> </a:t>
            </a:r>
            <a:r>
              <a:rPr lang="en-US" altLang="ko-KR" sz="1000" b="1" err="1" smtClean="0">
                <a:solidFill>
                  <a:srgbClr val="000000"/>
                </a:solidFill>
                <a:latin typeface="Times New Roman" panose="02020603050405020304" pitchFamily="18" charset="0"/>
                <a:cs typeface="Times New Roman" panose="02020603050405020304" pitchFamily="18" charset="0"/>
              </a:rPr>
              <a:t>phân</a:t>
            </a:r>
            <a:r>
              <a:rPr lang="en-US" altLang="ko-KR" sz="1000" b="1" smtClean="0">
                <a:solidFill>
                  <a:srgbClr val="000000"/>
                </a:solidFill>
                <a:latin typeface="Times New Roman" panose="02020603050405020304" pitchFamily="18" charset="0"/>
                <a:cs typeface="Times New Roman" panose="02020603050405020304" pitchFamily="18" charset="0"/>
              </a:rPr>
              <a:t>(BCD </a:t>
            </a:r>
            <a:r>
              <a:rPr lang="en-US" altLang="ko-KR" sz="1000" b="1">
                <a:solidFill>
                  <a:srgbClr val="000000"/>
                </a:solidFill>
                <a:latin typeface="Times New Roman" panose="02020603050405020304" pitchFamily="18" charset="0"/>
                <a:cs typeface="Times New Roman" panose="02020603050405020304" pitchFamily="18" charset="0"/>
              </a:rPr>
              <a:t>: Binary Coded Decimal)</a:t>
            </a: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smtClean="0">
                <a:latin typeface="Times New Roman" panose="02020603050405020304" pitchFamily="18" charset="0"/>
                <a:cs typeface="Times New Roman" panose="02020603050405020304" pitchFamily="18" charset="0"/>
              </a:rPr>
              <a:t>BCD </a:t>
            </a:r>
            <a:r>
              <a:rPr lang="en-US" altLang="ko-KR" sz="1000" err="1" smtClean="0">
                <a:latin typeface="Times New Roman" panose="02020603050405020304" pitchFamily="18" charset="0"/>
                <a:cs typeface="Times New Roman" panose="02020603050405020304" pitchFamily="18" charset="0"/>
              </a:rPr>
              <a:t>là</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cái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thể</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hiện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số</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thập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bằng</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nhị</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a:t>
            </a:r>
            <a:r>
              <a:rPr lang="en-US" altLang="ko-KR" sz="1000">
                <a:latin typeface="Times New Roman" panose="02020603050405020304" pitchFamily="18" charset="0"/>
                <a:cs typeface="Times New Roman" panose="02020603050405020304" pitchFamily="18" charset="0"/>
              </a:rPr>
              <a:t> </a:t>
            </a:r>
          </a:p>
          <a:p>
            <a:pPr eaLnBrk="1" hangingPunct="1">
              <a:spcBef>
                <a:spcPct val="0"/>
              </a:spcBef>
              <a:buFontTx/>
              <a:buNone/>
            </a:pPr>
            <a:r>
              <a:rPr lang="en-US" altLang="ko-KR" sz="1000" err="1" smtClean="0">
                <a:latin typeface="Times New Roman" panose="02020603050405020304" pitchFamily="18" charset="0"/>
                <a:cs typeface="Times New Roman" panose="02020603050405020304" pitchFamily="18" charset="0"/>
              </a:rPr>
              <a:t>Nói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chung</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mã</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hóa</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là</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để</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biểu</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thị</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thông</a:t>
            </a:r>
            <a:r>
              <a:rPr lang="en-US" altLang="ko-KR" sz="1000" smtClean="0">
                <a:latin typeface="Times New Roman" panose="02020603050405020304" pitchFamily="18" charset="0"/>
                <a:cs typeface="Times New Roman" panose="02020603050405020304" pitchFamily="18" charset="0"/>
              </a:rPr>
              <a:t> tin </a:t>
            </a:r>
            <a:r>
              <a:rPr lang="en-US" altLang="ko-KR" sz="1000" err="1" smtClean="0">
                <a:latin typeface="Times New Roman" panose="02020603050405020304" pitchFamily="18" charset="0"/>
                <a:cs typeface="Times New Roman" panose="02020603050405020304" pitchFamily="18" charset="0"/>
              </a:rPr>
              <a:t>bằng</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ký</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hiệu</a:t>
            </a:r>
            <a:r>
              <a:rPr lang="en-US" altLang="ko-KR" sz="1000" smtClean="0">
                <a:latin typeface="Times New Roman" panose="02020603050405020304" pitchFamily="18" charset="0"/>
                <a:cs typeface="Times New Roman" panose="02020603050405020304" pitchFamily="18" charset="0"/>
              </a:rPr>
              <a:t>, tin </a:t>
            </a:r>
            <a:r>
              <a:rPr lang="en-US" altLang="ko-KR" sz="1000" err="1" smtClean="0">
                <a:latin typeface="Times New Roman" panose="02020603050405020304" pitchFamily="18" charset="0"/>
                <a:cs typeface="Times New Roman" panose="02020603050405020304" pitchFamily="18" charset="0"/>
              </a:rPr>
              <a:t>nhắn</a:t>
            </a:r>
            <a:r>
              <a:rPr lang="en-US" altLang="ko-KR" sz="1000" smtClean="0">
                <a:latin typeface="Times New Roman" panose="02020603050405020304" pitchFamily="18" charset="0"/>
                <a:cs typeface="Times New Roman" panose="02020603050405020304" pitchFamily="18" charset="0"/>
              </a:rPr>
              <a:t> hay </a:t>
            </a:r>
            <a:r>
              <a:rPr lang="en-US" altLang="ko-KR" sz="1000" err="1" smtClean="0">
                <a:latin typeface="Times New Roman" panose="02020603050405020304" pitchFamily="18" charset="0"/>
                <a:cs typeface="Times New Roman" panose="02020603050405020304" pitchFamily="18" charset="0"/>
              </a:rPr>
              <a:t>số</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thập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và</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được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quy</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ước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là</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mã</a:t>
            </a:r>
            <a:r>
              <a:rPr lang="en-US" altLang="ko-KR" sz="1000" smtClean="0">
                <a:latin typeface="Times New Roman" panose="02020603050405020304" pitchFamily="18" charset="0"/>
                <a:cs typeface="Times New Roman" panose="02020603050405020304" pitchFamily="18" charset="0"/>
              </a:rPr>
              <a:t> BCD ,</a:t>
            </a:r>
            <a:r>
              <a:rPr lang="en-US" altLang="ko-KR" sz="1000" err="1" smtClean="0">
                <a:latin typeface="Times New Roman" panose="02020603050405020304" pitchFamily="18" charset="0"/>
                <a:cs typeface="Times New Roman" panose="02020603050405020304" pitchFamily="18" charset="0"/>
              </a:rPr>
              <a:t>là</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mã</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thập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hóa</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nhị</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thường</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được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sử</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dụng</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trong</a:t>
            </a:r>
            <a:r>
              <a:rPr lang="en-US" altLang="ko-KR" sz="1000" smtClean="0">
                <a:latin typeface="Times New Roman" panose="02020603050405020304" pitchFamily="18" charset="0"/>
                <a:cs typeface="Times New Roman" panose="02020603050405020304" pitchFamily="18" charset="0"/>
              </a:rPr>
              <a:t> 4 </a:t>
            </a:r>
            <a:r>
              <a:rPr lang="en-US" altLang="ko-KR" sz="1000" err="1" smtClean="0">
                <a:latin typeface="Times New Roman" panose="02020603050405020304" pitchFamily="18" charset="0"/>
                <a:cs typeface="Times New Roman" panose="02020603050405020304" pitchFamily="18" charset="0"/>
              </a:rPr>
              <a:t>phép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tính</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căn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bản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mã</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tạo</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thành</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số</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thập</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từ</a:t>
            </a:r>
            <a:r>
              <a:rPr lang="en-US" altLang="ko-KR" sz="1000" smtClean="0">
                <a:latin typeface="Times New Roman" panose="02020603050405020304" pitchFamily="18" charset="0"/>
                <a:cs typeface="Times New Roman" panose="02020603050405020304" pitchFamily="18" charset="0"/>
              </a:rPr>
              <a:t> 0 ~ 9 </a:t>
            </a:r>
            <a:r>
              <a:rPr lang="en-US" altLang="ko-KR" sz="1000" err="1" smtClean="0">
                <a:latin typeface="Times New Roman" panose="02020603050405020304" pitchFamily="18" charset="0"/>
                <a:cs typeface="Times New Roman" panose="02020603050405020304" pitchFamily="18" charset="0"/>
              </a:rPr>
              <a:t>bằng</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số</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nhị</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phân</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của</a:t>
            </a:r>
            <a:r>
              <a:rPr lang="en-US" altLang="ko-KR" sz="1000" smtClean="0">
                <a:latin typeface="Times New Roman" panose="02020603050405020304" pitchFamily="18" charset="0"/>
                <a:cs typeface="Times New Roman" panose="02020603050405020304" pitchFamily="18" charset="0"/>
              </a:rPr>
              <a:t> 4 </a:t>
            </a:r>
            <a:r>
              <a:rPr lang="en-US" altLang="ko-KR" sz="1000" err="1" smtClean="0">
                <a:latin typeface="Times New Roman" panose="02020603050405020304" pitchFamily="18" charset="0"/>
                <a:cs typeface="Times New Roman" panose="02020603050405020304" pitchFamily="18" charset="0"/>
              </a:rPr>
              <a:t>số</a:t>
            </a:r>
            <a:r>
              <a:rPr lang="en-US" altLang="ko-KR" sz="1000" smtClean="0">
                <a:latin typeface="Times New Roman" panose="02020603050405020304" pitchFamily="18" charset="0"/>
                <a:cs typeface="Times New Roman" panose="02020603050405020304" pitchFamily="18" charset="0"/>
              </a:rPr>
              <a:t> . </a:t>
            </a:r>
            <a:r>
              <a:rPr lang="en-US" altLang="ko-KR" sz="1000" err="1" smtClean="0">
                <a:latin typeface="Times New Roman" panose="02020603050405020304" pitchFamily="18" charset="0"/>
                <a:cs typeface="Times New Roman" panose="02020603050405020304" pitchFamily="18" charset="0"/>
              </a:rPr>
              <a:t>Mã</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này</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cũng</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được</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gọi</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là</a:t>
            </a:r>
            <a:r>
              <a:rPr lang="en-US" altLang="ko-KR" sz="100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mã</a:t>
            </a:r>
            <a:r>
              <a:rPr lang="en-US" altLang="ko-KR" sz="1000" smtClean="0">
                <a:latin typeface="Times New Roman" panose="02020603050405020304" pitchFamily="18" charset="0"/>
                <a:cs typeface="Times New Roman" panose="02020603050405020304" pitchFamily="18" charset="0"/>
              </a:rPr>
              <a:t> 8421.</a:t>
            </a:r>
            <a:r>
              <a:rPr lang="en-US" altLang="ko-KR" sz="1000" smtClean="0">
                <a:solidFill>
                  <a:srgbClr val="000000"/>
                </a:solidFill>
                <a:latin typeface="Times New Roman" panose="02020603050405020304" pitchFamily="18" charset="0"/>
                <a:cs typeface="Times New Roman" panose="02020603050405020304" pitchFamily="18" charset="0"/>
              </a:rPr>
              <a:t> </a:t>
            </a: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a:solidFill>
                <a:srgbClr val="000000"/>
              </a:solidFill>
              <a:latin typeface="Times New Roman" panose="02020603050405020304" pitchFamily="18" charset="0"/>
              <a:cs typeface="Times New Roman" panose="02020603050405020304" pitchFamily="18" charset="0"/>
            </a:endParaRPr>
          </a:p>
        </p:txBody>
      </p:sp>
      <p:sp>
        <p:nvSpPr>
          <p:cNvPr id="55299" name="Text Box 5"/>
          <p:cNvSpPr txBox="1">
            <a:spLocks noChangeArrowheads="1"/>
          </p:cNvSpPr>
          <p:nvPr/>
        </p:nvSpPr>
        <p:spPr bwMode="auto">
          <a:xfrm>
            <a:off x="407988" y="908050"/>
            <a:ext cx="27991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(4) </a:t>
            </a:r>
            <a:r>
              <a:rPr lang="en-US" altLang="ko-KR" sz="1200" b="1" err="1" smtClean="0">
                <a:latin typeface="Times New Roman" panose="02020603050405020304" pitchFamily="18" charset="0"/>
                <a:cs typeface="Times New Roman" panose="02020603050405020304" pitchFamily="18" charset="0"/>
              </a:rPr>
              <a:t>Hệ</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số</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thập</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phân</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hóa</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nhị</a:t>
            </a:r>
            <a:r>
              <a:rPr lang="en-US" altLang="ko-KR" sz="1200" b="1" smtClean="0">
                <a:latin typeface="Times New Roman" panose="02020603050405020304" pitchFamily="18" charset="0"/>
                <a:cs typeface="Times New Roman" panose="02020603050405020304" pitchFamily="18" charset="0"/>
              </a:rPr>
              <a:t> </a:t>
            </a:r>
            <a:r>
              <a:rPr lang="en-US" altLang="ko-KR" sz="1200" b="1" err="1" smtClean="0">
                <a:latin typeface="Times New Roman" panose="02020603050405020304" pitchFamily="18" charset="0"/>
                <a:cs typeface="Times New Roman" panose="02020603050405020304" pitchFamily="18" charset="0"/>
              </a:rPr>
              <a:t>phân</a:t>
            </a:r>
            <a:r>
              <a:rPr lang="en-US" altLang="ko-KR" sz="1200" b="1" smtClean="0">
                <a:latin typeface="Times New Roman" panose="02020603050405020304" pitchFamily="18" charset="0"/>
                <a:cs typeface="Times New Roman" panose="02020603050405020304" pitchFamily="18" charset="0"/>
              </a:rPr>
              <a:t>(BCD</a:t>
            </a:r>
            <a:r>
              <a:rPr lang="en-US" altLang="ko-KR" sz="1200" b="1">
                <a:latin typeface="Times New Roman" panose="02020603050405020304" pitchFamily="18" charset="0"/>
                <a:cs typeface="Times New Roman" panose="02020603050405020304" pitchFamily="18" charset="0"/>
              </a:rPr>
              <a:t>)</a:t>
            </a:r>
          </a:p>
        </p:txBody>
      </p:sp>
      <p:sp>
        <p:nvSpPr>
          <p:cNvPr id="55300" name="Rectangle 6"/>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55301" name="Text Box 7"/>
          <p:cNvSpPr txBox="1">
            <a:spLocks noChangeArrowheads="1"/>
          </p:cNvSpPr>
          <p:nvPr/>
        </p:nvSpPr>
        <p:spPr bwMode="auto">
          <a:xfrm>
            <a:off x="7761312" y="77788"/>
            <a:ext cx="18886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cs typeface="Times New Roman" panose="02020603050405020304" pitchFamily="18" charset="0"/>
              </a:rPr>
              <a:t>6</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Chuyển</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đổi</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hệ</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số</a:t>
            </a:r>
            <a:endParaRPr lang="en-US" altLang="en-US" sz="1600" b="1">
              <a:latin typeface="Times New Roman" panose="02020603050405020304" pitchFamily="18" charset="0"/>
              <a:cs typeface="Times New Roman" panose="02020603050405020304" pitchFamily="18" charset="0"/>
            </a:endParaRPr>
          </a:p>
        </p:txBody>
      </p:sp>
      <p:sp>
        <p:nvSpPr>
          <p:cNvPr id="55302" name="Rectangle 8"/>
          <p:cNvSpPr>
            <a:spLocks noChangeArrowheads="1"/>
          </p:cNvSpPr>
          <p:nvPr/>
        </p:nvSpPr>
        <p:spPr bwMode="auto">
          <a:xfrm>
            <a:off x="308484" y="2888940"/>
            <a:ext cx="5457316"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solidFill>
                  <a:srgbClr val="000000"/>
                </a:solidFill>
                <a:latin typeface="Times New Roman" panose="02020603050405020304" pitchFamily="18" charset="0"/>
                <a:cs typeface="Times New Roman" panose="02020603050405020304" pitchFamily="18" charset="0"/>
              </a:rPr>
              <a:t>Ex) </a:t>
            </a:r>
            <a:r>
              <a:rPr lang="en-US" altLang="ko-KR" sz="1200" b="1" err="1" smtClean="0">
                <a:solidFill>
                  <a:srgbClr val="000000"/>
                </a:solidFill>
                <a:latin typeface="Times New Roman" panose="02020603050405020304" pitchFamily="18" charset="0"/>
                <a:cs typeface="Times New Roman" panose="02020603050405020304" pitchFamily="18" charset="0"/>
              </a:rPr>
              <a:t>Chuyển</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đổi</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số</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thập</a:t>
            </a:r>
            <a:r>
              <a:rPr lang="en-US" altLang="ko-KR" sz="1200" b="1" smtClean="0">
                <a:solidFill>
                  <a:srgbClr val="000000"/>
                </a:solidFill>
                <a:latin typeface="Times New Roman" panose="02020603050405020304" pitchFamily="18" charset="0"/>
                <a:cs typeface="Times New Roman" panose="02020603050405020304" pitchFamily="18" charset="0"/>
              </a:rPr>
              <a:t> </a:t>
            </a:r>
            <a:r>
              <a:rPr lang="en-US" altLang="ko-KR" sz="1200" b="1" err="1" smtClean="0">
                <a:solidFill>
                  <a:srgbClr val="000000"/>
                </a:solidFill>
                <a:latin typeface="Times New Roman" panose="02020603050405020304" pitchFamily="18" charset="0"/>
                <a:cs typeface="Times New Roman" panose="02020603050405020304" pitchFamily="18" charset="0"/>
              </a:rPr>
              <a:t>phân</a:t>
            </a:r>
            <a:r>
              <a:rPr lang="ko-KR" altLang="en-US" sz="1200" b="1" smtClean="0">
                <a:solidFill>
                  <a:srgbClr val="000000"/>
                </a:solidFill>
                <a:latin typeface="Times New Roman" panose="02020603050405020304" pitchFamily="18" charset="0"/>
                <a:cs typeface="Times New Roman" panose="02020603050405020304" pitchFamily="18" charset="0"/>
              </a:rPr>
              <a:t> </a:t>
            </a:r>
            <a:r>
              <a:rPr lang="ko-KR" altLang="en-US" sz="1200" b="1">
                <a:solidFill>
                  <a:srgbClr val="000000"/>
                </a:solidFill>
                <a:latin typeface="Times New Roman" panose="02020603050405020304" pitchFamily="18" charset="0"/>
                <a:cs typeface="Times New Roman" panose="02020603050405020304" pitchFamily="18" charset="0"/>
              </a:rPr>
              <a:t>→ </a:t>
            </a:r>
            <a:r>
              <a:rPr lang="en-US" altLang="ko-KR" sz="1200" b="1" smtClean="0">
                <a:solidFill>
                  <a:srgbClr val="000000"/>
                </a:solidFill>
                <a:latin typeface="Times New Roman" panose="02020603050405020304" pitchFamily="18" charset="0"/>
                <a:cs typeface="Times New Roman" panose="02020603050405020304" pitchFamily="18" charset="0"/>
              </a:rPr>
              <a:t>BCD</a:t>
            </a:r>
            <a:endParaRPr lang="ko-KR" altLang="en-US" sz="1200" b="1">
              <a:solidFill>
                <a:srgbClr val="00000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a:solidFill>
                  <a:srgbClr val="000000"/>
                </a:solidFill>
                <a:latin typeface="Times New Roman" panose="02020603050405020304" pitchFamily="18" charset="0"/>
                <a:cs typeface="Times New Roman" panose="02020603050405020304" pitchFamily="18" charset="0"/>
              </a:rPr>
              <a:t>     </a:t>
            </a:r>
            <a:r>
              <a:rPr lang="en-US" altLang="ko-KR" sz="1200">
                <a:solidFill>
                  <a:srgbClr val="000000"/>
                </a:solidFill>
                <a:latin typeface="Times New Roman" panose="02020603050405020304" pitchFamily="18" charset="0"/>
                <a:cs typeface="Times New Roman" panose="02020603050405020304" pitchFamily="18" charset="0"/>
              </a:rPr>
              <a:t>247 = ???</a:t>
            </a:r>
          </a:p>
          <a:p>
            <a:pPr eaLnBrk="1" hangingPunct="1">
              <a:lnSpc>
                <a:spcPct val="100000"/>
              </a:lnSpc>
              <a:spcBef>
                <a:spcPct val="50000"/>
              </a:spcBef>
              <a:buFontTx/>
              <a:buNone/>
            </a:pPr>
            <a:r>
              <a:rPr lang="en-US" altLang="ko-KR" sz="1200">
                <a:solidFill>
                  <a:srgbClr val="000000"/>
                </a:solidFill>
                <a:latin typeface="Times New Roman" panose="02020603050405020304" pitchFamily="18" charset="0"/>
                <a:cs typeface="Times New Roman" panose="02020603050405020304" pitchFamily="18" charset="0"/>
              </a:rPr>
              <a:t>   2         4        7      = </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Chuyển</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đổi</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từng</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vị</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trí</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của</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số</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thập</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phân</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thành</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số</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nhị</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phân</a:t>
            </a:r>
            <a:r>
              <a:rPr lang="ko-KR" altLang="en-US" sz="1200" smtClean="0">
                <a:solidFill>
                  <a:srgbClr val="000000"/>
                </a:solidFill>
                <a:latin typeface="Times New Roman" panose="02020603050405020304" pitchFamily="18" charset="0"/>
                <a:cs typeface="Times New Roman" panose="02020603050405020304" pitchFamily="18" charset="0"/>
              </a:rPr>
              <a:t> </a:t>
            </a:r>
            <a:endParaRPr lang="ko-KR" altLang="en-US" sz="1200">
              <a:solidFill>
                <a:srgbClr val="00000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solidFill>
                  <a:srgbClr val="000000"/>
                </a:solidFill>
                <a:latin typeface="Times New Roman" panose="02020603050405020304" pitchFamily="18" charset="0"/>
                <a:cs typeface="Times New Roman" panose="02020603050405020304" pitchFamily="18" charset="0"/>
              </a:rPr>
              <a:t>0010    0100   0111    ∴ 0010 0100 0111 </a:t>
            </a:r>
            <a:r>
              <a:rPr lang="en-US" altLang="ko-KR" sz="1200" err="1" smtClean="0">
                <a:solidFill>
                  <a:srgbClr val="000000"/>
                </a:solidFill>
                <a:latin typeface="Times New Roman" panose="02020603050405020304" pitchFamily="18" charset="0"/>
                <a:cs typeface="Times New Roman" panose="02020603050405020304" pitchFamily="18" charset="0"/>
              </a:rPr>
              <a:t>là</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giá</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trị</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biến</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đổi</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hệ</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số</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thập</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phân</a:t>
            </a:r>
            <a:r>
              <a:rPr lang="en-US" altLang="ko-KR" sz="1200" smtClean="0">
                <a:solidFill>
                  <a:srgbClr val="000000"/>
                </a:solidFill>
                <a:latin typeface="Times New Roman" panose="02020603050405020304" pitchFamily="18" charset="0"/>
                <a:cs typeface="Times New Roman" panose="02020603050405020304" pitchFamily="18" charset="0"/>
              </a:rPr>
              <a:t> </a:t>
            </a:r>
            <a:r>
              <a:rPr lang="en-US" altLang="ko-KR" sz="1200" err="1" smtClean="0">
                <a:solidFill>
                  <a:srgbClr val="000000"/>
                </a:solidFill>
                <a:latin typeface="Times New Roman" panose="02020603050405020304" pitchFamily="18" charset="0"/>
                <a:cs typeface="Times New Roman" panose="02020603050405020304" pitchFamily="18" charset="0"/>
              </a:rPr>
              <a:t>của</a:t>
            </a:r>
            <a:r>
              <a:rPr lang="en-US" altLang="ko-KR" sz="1200" smtClean="0">
                <a:solidFill>
                  <a:srgbClr val="000000"/>
                </a:solidFill>
                <a:latin typeface="Times New Roman" panose="02020603050405020304" pitchFamily="18" charset="0"/>
                <a:cs typeface="Times New Roman" panose="02020603050405020304" pitchFamily="18" charset="0"/>
              </a:rPr>
              <a:t>  247.</a:t>
            </a:r>
            <a:r>
              <a:rPr lang="ko-KR" altLang="en-US" sz="1200" smtClean="0">
                <a:solidFill>
                  <a:srgbClr val="000000"/>
                </a:solidFill>
                <a:latin typeface="Times New Roman" panose="02020603050405020304" pitchFamily="18" charset="0"/>
                <a:cs typeface="Times New Roman" panose="02020603050405020304" pitchFamily="18" charset="0"/>
              </a:rPr>
              <a:t>                       </a:t>
            </a:r>
            <a:endParaRPr lang="en-US" altLang="ko-KR" sz="1200">
              <a:solidFill>
                <a:srgbClr val="000000"/>
              </a:solidFill>
              <a:latin typeface="Times New Roman" panose="02020603050405020304" pitchFamily="18" charset="0"/>
              <a:cs typeface="Times New Roman" panose="02020603050405020304" pitchFamily="18" charset="0"/>
            </a:endParaRPr>
          </a:p>
        </p:txBody>
      </p:sp>
      <p:sp>
        <p:nvSpPr>
          <p:cNvPr id="55303" name="AutoShape 9"/>
          <p:cNvSpPr>
            <a:spLocks noChangeArrowheads="1"/>
          </p:cNvSpPr>
          <p:nvPr/>
        </p:nvSpPr>
        <p:spPr bwMode="auto">
          <a:xfrm>
            <a:off x="6191250" y="3235325"/>
            <a:ext cx="3136900" cy="912813"/>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(1) 255</a:t>
            </a:r>
            <a:endParaRPr lang="en-US" altLang="ko-KR" sz="1200" baseline="-300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(2) 3587</a:t>
            </a:r>
            <a:endParaRPr lang="en-US" altLang="ko-KR" sz="1200" baseline="-300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(3) 22478</a:t>
            </a:r>
            <a:endParaRPr lang="en-US" altLang="ko-KR" sz="1200" baseline="-30000">
              <a:latin typeface="Times New Roman" panose="02020603050405020304" pitchFamily="18" charset="0"/>
              <a:cs typeface="Times New Roman" panose="02020603050405020304" pitchFamily="18" charset="0"/>
            </a:endParaRPr>
          </a:p>
        </p:txBody>
      </p:sp>
      <p:sp>
        <p:nvSpPr>
          <p:cNvPr id="55304" name="Text Box 10"/>
          <p:cNvSpPr txBox="1">
            <a:spLocks noChangeArrowheads="1"/>
          </p:cNvSpPr>
          <p:nvPr/>
        </p:nvSpPr>
        <p:spPr bwMode="auto">
          <a:xfrm>
            <a:off x="5765800" y="3184525"/>
            <a:ext cx="42068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Ex)</a:t>
            </a:r>
          </a:p>
        </p:txBody>
      </p:sp>
    </p:spTree>
  </p:cSld>
  <p:clrMapOvr>
    <a:masterClrMapping/>
  </p:clrMapOvr>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08914" name="Group 146"/>
          <p:cNvGraphicFramePr>
            <a:graphicFrameLocks noGrp="1"/>
          </p:cNvGraphicFramePr>
          <p:nvPr>
            <p:extLst>
              <p:ext uri="{D42A27DB-BD31-4B8C-83A1-F6EECF244321}">
                <p14:modId xmlns:p14="http://schemas.microsoft.com/office/powerpoint/2010/main" val="2535426694"/>
              </p:ext>
            </p:extLst>
          </p:nvPr>
        </p:nvGraphicFramePr>
        <p:xfrm>
          <a:off x="1238250" y="1089025"/>
          <a:ext cx="7181850" cy="5194294"/>
        </p:xfrm>
        <a:graphic>
          <a:graphicData uri="http://schemas.openxmlformats.org/drawingml/2006/table">
            <a:tbl>
              <a:tblPr/>
              <a:tblGrid>
                <a:gridCol w="1436688"/>
                <a:gridCol w="1435100"/>
                <a:gridCol w="1438275"/>
                <a:gridCol w="1435100"/>
                <a:gridCol w="1436687"/>
              </a:tblGrid>
              <a:tr h="39323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Hệ</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thập</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phân</a:t>
                      </a:r>
                      <a:endParaRPr kumimoji="1" lang="ko-KR" altLang="en-US"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(Decimal)</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Hệ</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nhị</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phân</a:t>
                      </a:r>
                      <a:endParaRPr kumimoji="1" lang="ko-KR" altLang="en-US"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(Binary)</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Hệ</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bát</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phân</a:t>
                      </a:r>
                      <a:endParaRPr kumimoji="1" lang="ko-KR" altLang="en-US"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(Octal)</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Hệ</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thập</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lục</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phân</a:t>
                      </a:r>
                      <a:endParaRPr kumimoji="1" lang="ko-KR" altLang="en-US"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(Hexadecimal)</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Hệ</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thập</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phân</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hóa</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nhị</a:t>
                      </a: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phân</a:t>
                      </a:r>
                      <a:endParaRPr kumimoji="1" lang="ko-KR" altLang="en-US"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endParaRPr>
                    </a:p>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(BCD)</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00000000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0000  0000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00000001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0000  0001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2</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00000010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02</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02</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0000  0010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3</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00000011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03</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03</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0000  0011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4</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00000100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04</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04</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0000  0100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5</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00000101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05</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05</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0000  0101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6</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00000110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06</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06</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0000 0110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7</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00000111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07</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07</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0000 0111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8</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00001000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08</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0000 1000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9</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00001001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09</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0000 1001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00001010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12</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0A</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0001 0000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00001011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13</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0B</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0001  0001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12</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00001100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14</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0C</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0001  0010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13</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00001101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15</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0D</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0001  0011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14</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00001110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16</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0E</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0001 0100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15</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00001111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17</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0F</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0001 0101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16</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0010000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20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0001 0110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17</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00100001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21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0001  0111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18</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00100010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22</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12</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0001 1000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19</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00100011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23</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13</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0001 1001</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862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20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00100100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24</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14</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rgbClr val="000000"/>
                          </a:solidFill>
                          <a:effectLst/>
                          <a:latin typeface="Times New Roman" panose="02020603050405020304" pitchFamily="18" charset="0"/>
                          <a:ea typeface="굴림" pitchFamily="50" charset="-127"/>
                          <a:cs typeface="Times New Roman" panose="02020603050405020304" pitchFamily="18" charset="0"/>
                        </a:rPr>
                        <a:t>0010  0000</a:t>
                      </a:r>
                    </a:p>
                  </a:txBody>
                  <a:tcPr marT="45724" marB="4572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bl>
          </a:graphicData>
        </a:graphic>
      </p:graphicFrame>
      <p:sp>
        <p:nvSpPr>
          <p:cNvPr id="56462" name="Text Box 144"/>
          <p:cNvSpPr txBox="1">
            <a:spLocks noChangeArrowheads="1"/>
          </p:cNvSpPr>
          <p:nvPr/>
        </p:nvSpPr>
        <p:spPr bwMode="auto">
          <a:xfrm>
            <a:off x="1820652" y="692150"/>
            <a:ext cx="62408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400" b="1" err="1" smtClean="0">
                <a:latin typeface="Times New Roman" panose="02020603050405020304" pitchFamily="18" charset="0"/>
                <a:cs typeface="Times New Roman" panose="02020603050405020304" pitchFamily="18" charset="0"/>
              </a:rPr>
              <a:t>Bảng</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chuyển</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đổi</a:t>
            </a:r>
            <a:r>
              <a:rPr lang="en-US" altLang="ko-KR" sz="1400" b="1" smtClean="0">
                <a:latin typeface="Times New Roman" panose="02020603050405020304" pitchFamily="18" charset="0"/>
                <a:cs typeface="Times New Roman" panose="02020603050405020304" pitchFamily="18" charset="0"/>
              </a:rPr>
              <a:t> BCD code, </a:t>
            </a:r>
            <a:r>
              <a:rPr lang="en-US" altLang="ko-KR" sz="1400" b="1" err="1" smtClean="0">
                <a:latin typeface="Times New Roman" panose="02020603050405020304" pitchFamily="18" charset="0"/>
                <a:cs typeface="Times New Roman" panose="02020603050405020304" pitchFamily="18" charset="0"/>
              </a:rPr>
              <a:t>hệ</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thập</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phân</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nhị</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phân</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bát</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phân</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và</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thập</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lục</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phân</a:t>
            </a:r>
            <a:endParaRPr lang="en-US" altLang="ko-KR" sz="1400" b="1">
              <a:latin typeface="Times New Roman" panose="02020603050405020304" pitchFamily="18" charset="0"/>
              <a:cs typeface="Times New Roman" panose="02020603050405020304" pitchFamily="18" charset="0"/>
            </a:endParaRPr>
          </a:p>
        </p:txBody>
      </p:sp>
      <p:sp>
        <p:nvSpPr>
          <p:cNvPr id="56463" name="Rectangle 147"/>
          <p:cNvSpPr>
            <a:spLocks noChangeArrowheads="1"/>
          </p:cNvSpPr>
          <p:nvPr/>
        </p:nvSpPr>
        <p:spPr bwMode="auto">
          <a:xfrm>
            <a:off x="60325" y="53975"/>
            <a:ext cx="33095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smtClean="0">
                <a:latin typeface="Times New Roman" panose="02020603050405020304" pitchFamily="18" charset="0"/>
                <a:cs typeface="Times New Roman" panose="02020603050405020304" pitchFamily="18" charset="0"/>
              </a:rPr>
              <a:t>1. Tìm hiểu cấu tạo cơ bản PLC</a:t>
            </a:r>
            <a:endParaRPr lang="ko-KR" altLang="en-US" sz="1800" b="1">
              <a:latin typeface="Times New Roman" panose="02020603050405020304" pitchFamily="18" charset="0"/>
              <a:cs typeface="Times New Roman" panose="02020603050405020304" pitchFamily="18" charset="0"/>
            </a:endParaRPr>
          </a:p>
        </p:txBody>
      </p:sp>
      <p:sp>
        <p:nvSpPr>
          <p:cNvPr id="56464" name="Text Box 151"/>
          <p:cNvSpPr txBox="1">
            <a:spLocks noChangeArrowheads="1"/>
          </p:cNvSpPr>
          <p:nvPr/>
        </p:nvSpPr>
        <p:spPr bwMode="auto">
          <a:xfrm>
            <a:off x="7653300" y="77788"/>
            <a:ext cx="18886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cs typeface="Times New Roman" panose="02020603050405020304" pitchFamily="18" charset="0"/>
              </a:rPr>
              <a:t>6. </a:t>
            </a:r>
            <a:r>
              <a:rPr lang="en-US" altLang="ko-KR" sz="1600" b="1" err="1" smtClean="0">
                <a:latin typeface="Times New Roman" panose="02020603050405020304" pitchFamily="18" charset="0"/>
                <a:cs typeface="Times New Roman" panose="02020603050405020304" pitchFamily="18" charset="0"/>
              </a:rPr>
              <a:t>Chuyển</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đổi</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hệ</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số</a:t>
            </a:r>
            <a:endParaRPr lang="en-US" altLang="en-US" sz="1600" b="1">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6" name="Picture 14"/>
          <p:cNvPicPr>
            <a:picLocks noChangeAspect="1" noChangeArrowheads="1"/>
          </p:cNvPicPr>
          <p:nvPr/>
        </p:nvPicPr>
        <p:blipFill>
          <a:blip r:embed="rId2">
            <a:lum bright="70000" contrast="-70000"/>
            <a:grayscl/>
            <a:extLst>
              <a:ext uri="{28A0092B-C50C-407E-A947-70E740481C1C}">
                <a14:useLocalDpi xmlns:a14="http://schemas.microsoft.com/office/drawing/2010/main" val="0"/>
              </a:ext>
            </a:extLst>
          </a:blip>
          <a:srcRect/>
          <a:stretch>
            <a:fillRect/>
          </a:stretch>
        </p:blipFill>
        <p:spPr bwMode="auto">
          <a:xfrm>
            <a:off x="5205413" y="3500438"/>
            <a:ext cx="4502150" cy="280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57347" name="Text Box 2"/>
          <p:cNvSpPr txBox="1">
            <a:spLocks noChangeArrowheads="1"/>
          </p:cNvSpPr>
          <p:nvPr/>
        </p:nvSpPr>
        <p:spPr bwMode="auto">
          <a:xfrm>
            <a:off x="76200" y="82550"/>
            <a:ext cx="40302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Mục</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tiêu</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đào</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tạo</a:t>
            </a:r>
            <a:r>
              <a:rPr lang="ko-KR" altLang="en-US" sz="1600" b="1" smtClean="0">
                <a:latin typeface="Times New Roman" panose="02020603050405020304" pitchFamily="18" charset="0"/>
                <a:ea typeface="돋움" pitchFamily="50" charset="-127"/>
                <a:cs typeface="Times New Roman" panose="02020603050405020304" pitchFamily="18" charset="0"/>
              </a:rPr>
              <a:t> </a:t>
            </a:r>
            <a:r>
              <a:rPr lang="en-US" altLang="ko-KR" sz="1600" b="1" smtClean="0">
                <a:latin typeface="Times New Roman" panose="02020603050405020304" pitchFamily="18" charset="0"/>
                <a:ea typeface="돋움" pitchFamily="50" charset="-127"/>
                <a:cs typeface="Times New Roman" panose="02020603050405020304" pitchFamily="18" charset="0"/>
              </a:rPr>
              <a:t>(</a:t>
            </a:r>
            <a:r>
              <a:rPr lang="en-US" altLang="ko-KR" sz="1600" b="1" err="1" smtClean="0">
                <a:latin typeface="Times New Roman" panose="02020603050405020304" pitchFamily="18" charset="0"/>
                <a:ea typeface="돋움" pitchFamily="50" charset="-127"/>
                <a:cs typeface="Times New Roman" panose="02020603050405020304" pitchFamily="18" charset="0"/>
              </a:rPr>
              <a:t>quá</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trình</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cơ</a:t>
            </a:r>
            <a:r>
              <a:rPr lang="en-US" altLang="ko-KR" sz="1600" b="1" smtClean="0">
                <a:latin typeface="Times New Roman" panose="02020603050405020304" pitchFamily="18" charset="0"/>
                <a:ea typeface="돋움" pitchFamily="50" charset="-127"/>
                <a:cs typeface="Times New Roman" panose="02020603050405020304" pitchFamily="18" charset="0"/>
              </a:rPr>
              <a:t> </a:t>
            </a:r>
            <a:r>
              <a:rPr lang="en-US" altLang="ko-KR" sz="1600" b="1" err="1" smtClean="0">
                <a:latin typeface="Times New Roman" panose="02020603050405020304" pitchFamily="18" charset="0"/>
                <a:ea typeface="돋움" pitchFamily="50" charset="-127"/>
                <a:cs typeface="Times New Roman" panose="02020603050405020304" pitchFamily="18" charset="0"/>
              </a:rPr>
              <a:t>bản</a:t>
            </a:r>
            <a:r>
              <a:rPr lang="en-US" altLang="ko-KR" sz="1600" b="1" smtClean="0">
                <a:latin typeface="Times New Roman" panose="02020603050405020304" pitchFamily="18" charset="0"/>
                <a:ea typeface="돋움" pitchFamily="50" charset="-127"/>
                <a:cs typeface="Times New Roman" panose="02020603050405020304" pitchFamily="18" charset="0"/>
              </a:rPr>
              <a:t> PLC)</a:t>
            </a:r>
            <a:endParaRPr lang="en-US" altLang="ko-KR" sz="1600" b="1">
              <a:latin typeface="Times New Roman" panose="02020603050405020304" pitchFamily="18" charset="0"/>
              <a:ea typeface="돋움" pitchFamily="50" charset="-127"/>
              <a:cs typeface="Times New Roman" panose="02020603050405020304" pitchFamily="18" charset="0"/>
            </a:endParaRPr>
          </a:p>
        </p:txBody>
      </p:sp>
      <p:sp>
        <p:nvSpPr>
          <p:cNvPr id="57348" name="Rectangle 5"/>
          <p:cNvSpPr>
            <a:spLocks noChangeArrowheads="1"/>
          </p:cNvSpPr>
          <p:nvPr/>
        </p:nvSpPr>
        <p:spPr bwMode="auto">
          <a:xfrm>
            <a:off x="2690813" y="1219200"/>
            <a:ext cx="4926483" cy="914400"/>
          </a:xfrm>
          <a:prstGeom prst="rect">
            <a:avLst/>
          </a:prstGeom>
          <a:solidFill>
            <a:schemeClr val="bg1"/>
          </a:solidFill>
          <a:ln w="19050">
            <a:solidFill>
              <a:schemeClr val="tx1"/>
            </a:solidFill>
            <a:miter lim="800000"/>
            <a:headEnd/>
            <a:tailEnd/>
          </a:ln>
          <a:effectLst>
            <a:outerShdw dist="107763" dir="2700000" algn="ctr" rotWithShape="0">
              <a:schemeClr val="bg2"/>
            </a:outerShdw>
          </a:effec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2400" b="1">
                <a:latin typeface="Times New Roman" panose="02020603050405020304" pitchFamily="18" charset="0"/>
                <a:cs typeface="Times New Roman" panose="02020603050405020304" pitchFamily="18" charset="0"/>
              </a:rPr>
              <a:t>2. PLC Device </a:t>
            </a:r>
            <a:r>
              <a:rPr lang="en-US" altLang="ko-KR" sz="2400" b="1" err="1" smtClean="0">
                <a:latin typeface="Times New Roman" panose="02020603050405020304" pitchFamily="18" charset="0"/>
                <a:cs typeface="Times New Roman" panose="02020603050405020304" pitchFamily="18" charset="0"/>
              </a:rPr>
              <a:t>và</a:t>
            </a:r>
            <a:r>
              <a:rPr lang="en-US" altLang="ko-KR" sz="2400" b="1" smtClean="0">
                <a:latin typeface="Times New Roman" panose="02020603050405020304" pitchFamily="18" charset="0"/>
                <a:cs typeface="Times New Roman" panose="02020603050405020304" pitchFamily="18" charset="0"/>
              </a:rPr>
              <a:t> Flow </a:t>
            </a:r>
            <a:r>
              <a:rPr lang="en-US" altLang="ko-KR" sz="2400" b="1" err="1" smtClean="0">
                <a:latin typeface="Times New Roman" panose="02020603050405020304" pitchFamily="18" charset="0"/>
                <a:cs typeface="Times New Roman" panose="02020603050405020304" pitchFamily="18" charset="0"/>
              </a:rPr>
              <a:t>hoạt</a:t>
            </a:r>
            <a:r>
              <a:rPr lang="en-US" altLang="ko-KR" sz="2400" b="1" smtClean="0">
                <a:latin typeface="Times New Roman" panose="02020603050405020304" pitchFamily="18" charset="0"/>
                <a:cs typeface="Times New Roman" panose="02020603050405020304" pitchFamily="18" charset="0"/>
              </a:rPr>
              <a:t> </a:t>
            </a:r>
            <a:r>
              <a:rPr lang="en-US" altLang="ko-KR" sz="2400" b="1" err="1" smtClean="0">
                <a:latin typeface="Times New Roman" panose="02020603050405020304" pitchFamily="18" charset="0"/>
                <a:cs typeface="Times New Roman" panose="02020603050405020304" pitchFamily="18" charset="0"/>
              </a:rPr>
              <a:t>động</a:t>
            </a:r>
            <a:endParaRPr lang="en-US" altLang="ko-KR" sz="2400" b="1">
              <a:latin typeface="Times New Roman" panose="02020603050405020304" pitchFamily="18" charset="0"/>
              <a:cs typeface="Times New Roman" panose="02020603050405020304" pitchFamily="18" charset="0"/>
            </a:endParaRPr>
          </a:p>
        </p:txBody>
      </p:sp>
      <p:sp>
        <p:nvSpPr>
          <p:cNvPr id="57349" name="Text Box 6"/>
          <p:cNvSpPr txBox="1">
            <a:spLocks noChangeArrowheads="1"/>
          </p:cNvSpPr>
          <p:nvPr/>
        </p:nvSpPr>
        <p:spPr bwMode="auto">
          <a:xfrm>
            <a:off x="3657600" y="2601913"/>
            <a:ext cx="2916183" cy="2191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400" b="1">
                <a:latin typeface="Times New Roman" panose="02020603050405020304" pitchFamily="18" charset="0"/>
                <a:cs typeface="Times New Roman" panose="02020603050405020304" pitchFamily="18" charset="0"/>
              </a:rPr>
              <a:t>1. </a:t>
            </a:r>
            <a:r>
              <a:rPr lang="en-US" altLang="ko-KR" sz="1400" b="1" err="1" smtClean="0">
                <a:latin typeface="Times New Roman" panose="02020603050405020304" pitchFamily="18" charset="0"/>
                <a:cs typeface="Times New Roman" panose="02020603050405020304" pitchFamily="18" charset="0"/>
              </a:rPr>
              <a:t>Phân</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loại</a:t>
            </a:r>
            <a:r>
              <a:rPr lang="en-US" altLang="ko-KR" sz="1400" b="1" smtClean="0">
                <a:latin typeface="Times New Roman" panose="02020603050405020304" pitchFamily="18" charset="0"/>
                <a:cs typeface="Times New Roman" panose="02020603050405020304" pitchFamily="18" charset="0"/>
              </a:rPr>
              <a:t> Device</a:t>
            </a:r>
            <a:endParaRPr lang="ko-KR" altLang="en-US" sz="1400" b="1">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1-1.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Device</a:t>
            </a:r>
            <a:endParaRPr lang="ko-KR" altLang="en-US" sz="120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1-2.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Bit Device</a:t>
            </a:r>
            <a:endParaRPr lang="ko-KR" altLang="en-US" sz="120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1-3.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loại</a:t>
            </a:r>
            <a:r>
              <a:rPr lang="en-US" altLang="ko-KR" sz="1200" smtClean="0">
                <a:latin typeface="Times New Roman" panose="02020603050405020304" pitchFamily="18" charset="0"/>
                <a:cs typeface="Times New Roman" panose="02020603050405020304" pitchFamily="18" charset="0"/>
              </a:rPr>
              <a:t> Word Device</a:t>
            </a:r>
            <a:endParaRPr lang="ko-KR" altLang="en-US" sz="1200">
              <a:latin typeface="Times New Roman" panose="02020603050405020304" pitchFamily="18" charset="0"/>
              <a:cs typeface="Times New Roman" panose="02020603050405020304" pitchFamily="18" charset="0"/>
            </a:endParaRPr>
          </a:p>
          <a:p>
            <a:pPr eaLnBrk="1" hangingPunct="1">
              <a:spcBef>
                <a:spcPct val="0"/>
              </a:spcBef>
              <a:buFontTx/>
              <a:buNone/>
            </a:pPr>
            <a:endParaRPr lang="ko-KR" altLang="en-US" sz="1200">
              <a:latin typeface="Times New Roman" panose="02020603050405020304" pitchFamily="18" charset="0"/>
              <a:cs typeface="Times New Roman" panose="02020603050405020304" pitchFamily="18" charset="0"/>
            </a:endParaRPr>
          </a:p>
          <a:p>
            <a:pPr eaLnBrk="1" hangingPunct="1">
              <a:spcBef>
                <a:spcPct val="0"/>
              </a:spcBef>
              <a:buFontTx/>
              <a:buNone/>
            </a:pPr>
            <a:endParaRPr lang="ko-KR" altLang="en-US" sz="1400" b="1">
              <a:latin typeface="Times New Roman" panose="02020603050405020304" pitchFamily="18" charset="0"/>
              <a:cs typeface="Times New Roman" panose="02020603050405020304" pitchFamily="18" charset="0"/>
            </a:endParaRPr>
          </a:p>
          <a:p>
            <a:pPr eaLnBrk="1" hangingPunct="1">
              <a:spcBef>
                <a:spcPct val="0"/>
              </a:spcBef>
              <a:buFontTx/>
              <a:buNone/>
            </a:pPr>
            <a:endParaRPr lang="ko-KR" altLang="en-US" sz="1400" b="1">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2. </a:t>
            </a:r>
            <a:r>
              <a:rPr lang="en-US" altLang="ko-KR" sz="1400" b="1" smtClean="0">
                <a:latin typeface="Times New Roman" panose="02020603050405020304" pitchFamily="18" charset="0"/>
                <a:cs typeface="Times New Roman" panose="02020603050405020304" pitchFamily="18" charset="0"/>
              </a:rPr>
              <a:t>Flow </a:t>
            </a:r>
            <a:r>
              <a:rPr lang="en-US" altLang="ko-KR" sz="1400" b="1" err="1" smtClean="0">
                <a:latin typeface="Times New Roman" panose="02020603050405020304" pitchFamily="18" charset="0"/>
                <a:cs typeface="Times New Roman" panose="02020603050405020304" pitchFamily="18" charset="0"/>
              </a:rPr>
              <a:t>hoạt</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động</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của</a:t>
            </a:r>
            <a:r>
              <a:rPr lang="en-US" altLang="ko-KR" sz="1400" b="1" smtClean="0">
                <a:latin typeface="Times New Roman" panose="02020603050405020304" pitchFamily="18" charset="0"/>
                <a:cs typeface="Times New Roman" panose="02020603050405020304" pitchFamily="18" charset="0"/>
              </a:rPr>
              <a:t> PLC</a:t>
            </a:r>
            <a:endParaRPr lang="en-US" altLang="ko-KR" sz="1400" b="1">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a:latin typeface="Times New Roman" panose="02020603050405020304" pitchFamily="18" charset="0"/>
                <a:cs typeface="Times New Roman" panose="02020603050405020304" pitchFamily="18" charset="0"/>
              </a:rPr>
              <a:t>   2-1. </a:t>
            </a:r>
            <a:r>
              <a:rPr lang="en-US" altLang="ko-KR" sz="1200" err="1" smtClean="0">
                <a:latin typeface="Times New Roman" panose="02020603050405020304" pitchFamily="18" charset="0"/>
                <a:cs typeface="Times New Roman" panose="02020603050405020304" pitchFamily="18" charset="0"/>
              </a:rPr>
              <a:t>Phương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pháp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lý</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tính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toán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của</a:t>
            </a:r>
            <a:r>
              <a:rPr lang="en-US" altLang="ko-KR" sz="1200" smtClean="0">
                <a:latin typeface="Times New Roman" panose="02020603050405020304" pitchFamily="18" charset="0"/>
                <a:cs typeface="Times New Roman" panose="02020603050405020304" pitchFamily="18" charset="0"/>
              </a:rPr>
              <a:t> PLC</a:t>
            </a:r>
            <a:endParaRPr lang="ko-KR" altLang="en-US" sz="1200">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p:cNvSpPr>
            <a:spLocks noChangeArrowheads="1"/>
          </p:cNvSpPr>
          <p:nvPr/>
        </p:nvSpPr>
        <p:spPr bwMode="auto">
          <a:xfrm>
            <a:off x="60325" y="53975"/>
            <a:ext cx="34034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a:latin typeface="Times New Roman" panose="02020603050405020304" pitchFamily="18" charset="0"/>
                <a:cs typeface="Times New Roman" panose="02020603050405020304" pitchFamily="18" charset="0"/>
              </a:rPr>
              <a:t>2.PLC Device </a:t>
            </a:r>
            <a:r>
              <a:rPr lang="en-US" altLang="ko-KR" sz="1800" b="1" err="1" smtClean="0">
                <a:latin typeface="Times New Roman" panose="02020603050405020304" pitchFamily="18" charset="0"/>
                <a:cs typeface="Times New Roman" panose="02020603050405020304" pitchFamily="18" charset="0"/>
              </a:rPr>
              <a:t>và</a:t>
            </a:r>
            <a:r>
              <a:rPr lang="en-US" altLang="ko-KR" sz="1800" b="1" smtClean="0">
                <a:latin typeface="Times New Roman" panose="02020603050405020304" pitchFamily="18" charset="0"/>
                <a:cs typeface="Times New Roman" panose="02020603050405020304" pitchFamily="18" charset="0"/>
              </a:rPr>
              <a:t> Flow </a:t>
            </a:r>
            <a:r>
              <a:rPr lang="en-US" altLang="ko-KR" sz="1800" b="1" err="1" smtClean="0">
                <a:latin typeface="Times New Roman" panose="02020603050405020304" pitchFamily="18" charset="0"/>
                <a:cs typeface="Times New Roman" panose="02020603050405020304" pitchFamily="18" charset="0"/>
              </a:rPr>
              <a:t>hoạt</a:t>
            </a:r>
            <a:r>
              <a:rPr lang="en-US" altLang="ko-KR" sz="1800" b="1" smtClean="0">
                <a:latin typeface="Times New Roman" panose="02020603050405020304" pitchFamily="18" charset="0"/>
                <a:cs typeface="Times New Roman" panose="02020603050405020304" pitchFamily="18" charset="0"/>
              </a:rPr>
              <a:t> </a:t>
            </a:r>
            <a:r>
              <a:rPr lang="en-US" altLang="ko-KR" sz="1800" b="1" err="1" smtClean="0">
                <a:latin typeface="Times New Roman" panose="02020603050405020304" pitchFamily="18" charset="0"/>
                <a:cs typeface="Times New Roman" panose="02020603050405020304" pitchFamily="18" charset="0"/>
              </a:rPr>
              <a:t>động</a:t>
            </a:r>
            <a:endParaRPr lang="en-US" altLang="ko-KR" sz="1800" b="1">
              <a:latin typeface="Times New Roman" panose="02020603050405020304" pitchFamily="18" charset="0"/>
              <a:cs typeface="Times New Roman" panose="02020603050405020304" pitchFamily="18" charset="0"/>
            </a:endParaRPr>
          </a:p>
        </p:txBody>
      </p:sp>
      <p:sp>
        <p:nvSpPr>
          <p:cNvPr id="58371" name="Rectangle 3"/>
          <p:cNvSpPr>
            <a:spLocks noChangeArrowheads="1"/>
          </p:cNvSpPr>
          <p:nvPr/>
        </p:nvSpPr>
        <p:spPr bwMode="auto">
          <a:xfrm>
            <a:off x="228600" y="557213"/>
            <a:ext cx="185018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Phân</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loại</a:t>
            </a:r>
            <a:r>
              <a:rPr lang="en-US" altLang="ko-KR" sz="1600" b="1" smtClean="0">
                <a:latin typeface="Times New Roman" panose="02020603050405020304" pitchFamily="18" charset="0"/>
                <a:cs typeface="Times New Roman" panose="02020603050405020304" pitchFamily="18" charset="0"/>
              </a:rPr>
              <a:t> Device</a:t>
            </a:r>
            <a:endParaRPr lang="ko-KR" altLang="en-US" sz="1600" b="1">
              <a:latin typeface="Times New Roman" panose="02020603050405020304" pitchFamily="18" charset="0"/>
              <a:cs typeface="Times New Roman" panose="02020603050405020304" pitchFamily="18" charset="0"/>
            </a:endParaRPr>
          </a:p>
        </p:txBody>
      </p:sp>
      <p:sp>
        <p:nvSpPr>
          <p:cNvPr id="58372" name="Text Box 4"/>
          <p:cNvSpPr txBox="1">
            <a:spLocks noChangeArrowheads="1"/>
          </p:cNvSpPr>
          <p:nvPr/>
        </p:nvSpPr>
        <p:spPr bwMode="auto">
          <a:xfrm>
            <a:off x="293688" y="887413"/>
            <a:ext cx="7502823" cy="190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a:solidFill>
                  <a:srgbClr val="000000"/>
                </a:solidFill>
                <a:latin typeface="Times New Roman" panose="02020603050405020304" pitchFamily="18" charset="0"/>
                <a:cs typeface="Times New Roman" panose="02020603050405020304" pitchFamily="18" charset="0"/>
              </a:rPr>
              <a:t>1-1. </a:t>
            </a:r>
            <a:r>
              <a:rPr lang="en-US" altLang="ko-KR" sz="1400" b="1" err="1" smtClean="0">
                <a:solidFill>
                  <a:srgbClr val="000000"/>
                </a:solidFill>
                <a:latin typeface="Times New Roman" panose="02020603050405020304" pitchFamily="18" charset="0"/>
                <a:cs typeface="Times New Roman" panose="02020603050405020304" pitchFamily="18" charset="0"/>
              </a:rPr>
              <a:t>Phân</a:t>
            </a:r>
            <a:r>
              <a:rPr lang="en-US" altLang="ko-KR" sz="1400" b="1" smtClean="0">
                <a:solidFill>
                  <a:srgbClr val="000000"/>
                </a:solidFill>
                <a:latin typeface="Times New Roman" panose="02020603050405020304" pitchFamily="18" charset="0"/>
                <a:cs typeface="Times New Roman" panose="02020603050405020304" pitchFamily="18" charset="0"/>
              </a:rPr>
              <a:t> </a:t>
            </a:r>
            <a:r>
              <a:rPr lang="en-US" altLang="ko-KR" sz="1400" b="1" err="1" smtClean="0">
                <a:solidFill>
                  <a:srgbClr val="000000"/>
                </a:solidFill>
                <a:latin typeface="Times New Roman" panose="02020603050405020304" pitchFamily="18" charset="0"/>
                <a:cs typeface="Times New Roman" panose="02020603050405020304" pitchFamily="18" charset="0"/>
              </a:rPr>
              <a:t>loại</a:t>
            </a:r>
            <a:r>
              <a:rPr lang="en-US" altLang="ko-KR" sz="1400" b="1" smtClean="0">
                <a:solidFill>
                  <a:srgbClr val="000000"/>
                </a:solidFill>
                <a:latin typeface="Times New Roman" panose="02020603050405020304" pitchFamily="18" charset="0"/>
                <a:cs typeface="Times New Roman" panose="02020603050405020304" pitchFamily="18" charset="0"/>
              </a:rPr>
              <a:t> Device</a:t>
            </a:r>
            <a:endParaRPr lang="ko-KR" altLang="en-US" sz="1400">
              <a:solidFill>
                <a:srgbClr val="00000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Device </a:t>
            </a:r>
            <a:r>
              <a:rPr lang="en-US" altLang="ko-KR" sz="1200" err="1" smtClean="0">
                <a:latin typeface="Times New Roman" panose="02020603050405020304" pitchFamily="18" charset="0"/>
                <a:cs typeface="Times New Roman" panose="02020603050405020304" pitchFamily="18" charset="0"/>
              </a:rPr>
              <a:t>ngoài</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Device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nhập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hoạc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xuất</a:t>
            </a:r>
            <a:r>
              <a:rPr lang="en-US" altLang="ko-KR" sz="1200">
                <a:latin typeface="Times New Roman" panose="02020603050405020304" pitchFamily="18" charset="0"/>
                <a:cs typeface="Times New Roman" panose="02020603050405020304" pitchFamily="18" charset="0"/>
              </a:rPr>
              <a:t> ở</a:t>
            </a:r>
            <a:r>
              <a:rPr lang="en-US" altLang="ko-KR" sz="1200" smtClean="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bên</a:t>
            </a:r>
            <a:r>
              <a:rPr lang="en-US" altLang="ko-KR" sz="1200">
                <a:latin typeface="Times New Roman" panose="02020603050405020304" pitchFamily="18" charset="0"/>
                <a:cs typeface="Times New Roman" panose="02020603050405020304" pitchFamily="18" charset="0"/>
              </a:rPr>
              <a:t> </a:t>
            </a:r>
            <a:r>
              <a:rPr lang="en-US" altLang="ko-KR" sz="1200" err="1">
                <a:latin typeface="Times New Roman" panose="02020603050405020304" pitchFamily="18" charset="0"/>
                <a:cs typeface="Times New Roman" panose="02020603050405020304" pitchFamily="18" charset="0"/>
              </a:rPr>
              <a:t>ngoài</a:t>
            </a:r>
            <a:r>
              <a:rPr lang="en-US" altLang="ko-KR" sz="1200">
                <a:latin typeface="Times New Roman" panose="02020603050405020304" pitchFamily="18" charset="0"/>
                <a:cs typeface="Times New Roman" panose="02020603050405020304" pitchFamily="18" charset="0"/>
              </a:rPr>
              <a:t> CPU </a:t>
            </a: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Device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Device </a:t>
            </a:r>
            <a:r>
              <a:rPr lang="en-US" altLang="ko-KR" sz="1200" err="1" smtClean="0">
                <a:latin typeface="Times New Roman" panose="02020603050405020304" pitchFamily="18" charset="0"/>
                <a:cs typeface="Times New Roman" panose="02020603050405020304" pitchFamily="18" charset="0"/>
              </a:rPr>
              <a:t>chỉ</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sử</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dụng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trong</a:t>
            </a:r>
            <a:r>
              <a:rPr lang="en-US" altLang="ko-KR" sz="1200" smtClean="0">
                <a:latin typeface="Times New Roman" panose="02020603050405020304" pitchFamily="18" charset="0"/>
                <a:cs typeface="Times New Roman" panose="02020603050405020304" pitchFamily="18" charset="0"/>
              </a:rPr>
              <a:t> CPU, </a:t>
            </a:r>
            <a:r>
              <a:rPr lang="en-US" altLang="ko-KR" sz="1200" err="1" smtClean="0">
                <a:latin typeface="Times New Roman" panose="02020603050405020304" pitchFamily="18" charset="0"/>
                <a:cs typeface="Times New Roman" panose="02020603050405020304" pitchFamily="18" charset="0"/>
              </a:rPr>
              <a:t>không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thể</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tích</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hợp</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bên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ngoài</a:t>
            </a:r>
            <a:r>
              <a:rPr lang="en-US" altLang="ko-KR" sz="1200" smtClean="0">
                <a:latin typeface="Times New Roman" panose="02020603050405020304" pitchFamily="18" charset="0"/>
                <a:cs typeface="Times New Roman" panose="02020603050405020304" pitchFamily="18" charset="0"/>
              </a:rPr>
              <a:t> CPU</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Bit Device   : </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Device </a:t>
            </a:r>
            <a:r>
              <a:rPr lang="en-US" altLang="ko-KR" sz="1200" err="1" smtClean="0">
                <a:latin typeface="Times New Roman" panose="02020603050405020304" pitchFamily="18" charset="0"/>
                <a:cs typeface="Times New Roman" panose="02020603050405020304" pitchFamily="18" charset="0"/>
              </a:rPr>
              <a:t>chỉ</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On/Off  </a:t>
            </a:r>
            <a:r>
              <a:rPr lang="en-US" altLang="ko-KR" sz="1200" err="1" smtClean="0">
                <a:latin typeface="Times New Roman" panose="02020603050405020304" pitchFamily="18" charset="0"/>
                <a:cs typeface="Times New Roman" panose="02020603050405020304" pitchFamily="18" charset="0"/>
              </a:rPr>
              <a:t>và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số</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nhị</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phân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tức</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là</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xuất</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giản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bằng</a:t>
            </a:r>
            <a:r>
              <a:rPr lang="en-US" altLang="ko-KR" sz="1200" smtClean="0">
                <a:latin typeface="Times New Roman" panose="02020603050405020304" pitchFamily="18" charset="0"/>
                <a:cs typeface="Times New Roman" panose="02020603050405020304" pitchFamily="18" charset="0"/>
              </a:rPr>
              <a:t> 0, 1 </a:t>
            </a:r>
            <a:endParaRPr lang="en-US" altLang="ko-KR" sz="120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   Word Device : </a:t>
            </a:r>
            <a:r>
              <a:rPr lang="en-US" altLang="ko-KR" sz="1200" smtClean="0">
                <a:latin typeface="Times New Roman" panose="02020603050405020304" pitchFamily="18" charset="0"/>
                <a:cs typeface="Times New Roman" panose="02020603050405020304" pitchFamily="18" charset="0"/>
              </a:rPr>
              <a:t>Device </a:t>
            </a:r>
            <a:r>
              <a:rPr lang="en-US" altLang="ko-KR" sz="1200" err="1" smtClean="0">
                <a:latin typeface="Times New Roman" panose="02020603050405020304" pitchFamily="18" charset="0"/>
                <a:cs typeface="Times New Roman" panose="02020603050405020304" pitchFamily="18" charset="0"/>
              </a:rPr>
              <a:t>có</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khả</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năng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điều</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khiển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bằng</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đơn</a:t>
            </a:r>
            <a:r>
              <a:rPr lang="en-US" altLang="ko-KR" sz="120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vị</a:t>
            </a:r>
            <a:r>
              <a:rPr lang="en-US" altLang="ko-KR" sz="1200" smtClean="0">
                <a:latin typeface="Times New Roman" panose="02020603050405020304" pitchFamily="18" charset="0"/>
                <a:cs typeface="Times New Roman" panose="02020603050405020304" pitchFamily="18" charset="0"/>
              </a:rPr>
              <a:t> Word, Bit</a:t>
            </a:r>
            <a:endParaRPr lang="en-US" altLang="ko-KR" sz="1200">
              <a:latin typeface="Times New Roman" panose="02020603050405020304" pitchFamily="18" charset="0"/>
              <a:cs typeface="Times New Roman" panose="02020603050405020304" pitchFamily="18" charset="0"/>
            </a:endParaRPr>
          </a:p>
          <a:p>
            <a:pPr eaLnBrk="1" hangingPunct="1">
              <a:lnSpc>
                <a:spcPct val="40000"/>
              </a:lnSpc>
              <a:spcBef>
                <a:spcPct val="50000"/>
              </a:spcBef>
              <a:buFontTx/>
              <a:buNone/>
            </a:pPr>
            <a:endParaRPr lang="en-US" altLang="ko-KR" sz="1200" b="1">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400" b="1">
                <a:latin typeface="Times New Roman" panose="02020603050405020304" pitchFamily="18" charset="0"/>
                <a:cs typeface="Times New Roman" panose="02020603050405020304" pitchFamily="18" charset="0"/>
              </a:rPr>
              <a:t>1-2. </a:t>
            </a:r>
            <a:r>
              <a:rPr lang="en-US" altLang="ko-KR" sz="1400" b="1" err="1" smtClean="0">
                <a:latin typeface="Times New Roman" panose="02020603050405020304" pitchFamily="18" charset="0"/>
                <a:cs typeface="Times New Roman" panose="02020603050405020304" pitchFamily="18" charset="0"/>
              </a:rPr>
              <a:t>Phân</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loại</a:t>
            </a:r>
            <a:r>
              <a:rPr lang="en-US" altLang="ko-KR" sz="1400" b="1" smtClean="0">
                <a:latin typeface="Times New Roman" panose="02020603050405020304" pitchFamily="18" charset="0"/>
                <a:cs typeface="Times New Roman" panose="02020603050405020304" pitchFamily="18" charset="0"/>
              </a:rPr>
              <a:t> Bit Device</a:t>
            </a:r>
            <a:endParaRPr lang="ko-KR" altLang="en-US" sz="1400" b="1">
              <a:latin typeface="Times New Roman" panose="02020603050405020304" pitchFamily="18" charset="0"/>
              <a:cs typeface="Times New Roman" panose="02020603050405020304" pitchFamily="18" charset="0"/>
            </a:endParaRPr>
          </a:p>
        </p:txBody>
      </p:sp>
      <p:graphicFrame>
        <p:nvGraphicFramePr>
          <p:cNvPr id="1774629" name="Group 37"/>
          <p:cNvGraphicFramePr>
            <a:graphicFrameLocks noGrp="1"/>
          </p:cNvGraphicFramePr>
          <p:nvPr>
            <p:extLst>
              <p:ext uri="{D42A27DB-BD31-4B8C-83A1-F6EECF244321}">
                <p14:modId xmlns:p14="http://schemas.microsoft.com/office/powerpoint/2010/main" val="1039593432"/>
              </p:ext>
            </p:extLst>
          </p:nvPr>
        </p:nvGraphicFramePr>
        <p:xfrm>
          <a:off x="403225" y="2816225"/>
          <a:ext cx="8870950" cy="3609975"/>
        </p:xfrm>
        <a:graphic>
          <a:graphicData uri="http://schemas.openxmlformats.org/drawingml/2006/table">
            <a:tbl>
              <a:tblPr/>
              <a:tblGrid>
                <a:gridCol w="1555750"/>
                <a:gridCol w="544513"/>
                <a:gridCol w="935037"/>
                <a:gridCol w="5835650"/>
              </a:tblGrid>
              <a:tr h="284163">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DEVICE</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900" b="1"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Giải</a:t>
                      </a:r>
                      <a:r>
                        <a:rPr kumimoji="1" lang="en-US" altLang="ko-KR" sz="900" b="1"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1"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thích</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938212">
                <a:tc rowSpan="4">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BIT</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DEVICE</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Nhập</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1.</a:t>
                      </a:r>
                      <a:r>
                        <a:rPr kumimoji="1" lang="ko-KR" altLang="en-US"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Cung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Cấp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DATA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hoạc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mệnh</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lệnh</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cho</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PLC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từ</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thiết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bị</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ngoài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DIGITAL SWITCH, LIMIT SWITCH, SWITCH CHUYỂN ĐỔI, BUTTON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ấn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v.v</a:t>
                      </a:r>
                      <a:endPar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2.Nghĩ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đang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lưu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giữ</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Relay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Xn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cái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ảo</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PLC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về</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1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điểm</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nhập</a:t>
                      </a:r>
                      <a:r>
                        <a:rPr kumimoji="1" lang="ko-KR" altLang="en-US"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tiếp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điểm</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tiếp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điểm</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B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Xn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cái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đó</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Program.</a:t>
                      </a: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3.Không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giới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hạn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về</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Program.</a:t>
                      </a:r>
                      <a:endPar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1279524">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Y</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Xuất</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1.Xuất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xuất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ra</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ngoài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(SOLENOID,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cầu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giao</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tử</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đèn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báo</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máy</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biểu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thị</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DIGITAL)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v.v</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kết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quả</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khiển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Program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nhập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a:t>
                      </a: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2.Việc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xuất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đáng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kể</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tiếp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điểm</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1A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ra</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ngoài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tốt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a:t>
                      </a: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3.Không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giới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hạn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Program.</a:t>
                      </a: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4.Y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tương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ứng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với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vực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không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trang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bị</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Unit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vực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trang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bị</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Unit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Nhập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có</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thể</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thay</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thế</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bằng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Relay M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a:t>
                      </a: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5.Y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băng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Relay M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thì</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không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thể</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duy</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trì</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tĩnh</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a:t>
                      </a:r>
                      <a:endPar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60388">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Relay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trong</a:t>
                      </a:r>
                      <a:endPar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1.Là RELAY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bổ</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trợ</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PLC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khổng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thể</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xuất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trực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tiếp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ra</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ngoài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a:t>
                      </a:r>
                      <a:endParaRPr kumimoji="1" lang="ko-KR" altLang="en-US"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0" fontAlgn="base" latinLnBrk="0" hangingPunct="0">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2.Là Relay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bổ</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trợ</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không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được</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duy</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trì</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tĩnh</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p>
                      <a:pPr marL="0" marR="0" lvl="0" indent="0" algn="l" defTabSz="914400" rtl="0" eaLnBrk="0" fontAlgn="base" latinLnBrk="0" hangingPunct="0">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3.Trường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hợp</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dưới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đây</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toàn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bộ</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sẽ</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bị</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Off.</a:t>
                      </a:r>
                    </a:p>
                    <a:p>
                      <a:pPr marL="0" marR="0" lvl="0" indent="0" algn="l" defTabSz="914400" rtl="0" eaLnBrk="0" fontAlgn="base" latinLnBrk="0" hangingPunct="0">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Trường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hợp</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ON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trạng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thái</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nguồn</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là</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Off</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0" fontAlgn="base" latinLnBrk="0" hangingPunct="0">
                        <a:lnSpc>
                          <a:spcPct val="110000"/>
                        </a:lnSpc>
                        <a:spcBef>
                          <a:spcPct val="0"/>
                        </a:spcBef>
                        <a:spcAft>
                          <a:spcPct val="0"/>
                        </a:spcAft>
                        <a:buClrTx/>
                        <a:buSzTx/>
                        <a:buFontTx/>
                        <a:buNone/>
                        <a:tabLst/>
                      </a:pPr>
                      <a:r>
                        <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Trường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hợp</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thao</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tác</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Reset</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0" fontAlgn="base" latinLnBrk="0" hangingPunct="0">
                        <a:lnSpc>
                          <a:spcPct val="110000"/>
                        </a:lnSpc>
                        <a:spcBef>
                          <a:spcPct val="0"/>
                        </a:spcBef>
                        <a:spcAft>
                          <a:spcPct val="0"/>
                        </a:spcAft>
                        <a:buClrTx/>
                        <a:buSzTx/>
                        <a:buFontTx/>
                        <a:buNone/>
                        <a:tabLst/>
                      </a:pPr>
                      <a:r>
                        <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Trường</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hợp</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thao</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tác</a:t>
                      </a: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Latch Clear</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547688">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STEP</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Relay</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tr>
            </a:tbl>
          </a:graphicData>
        </a:graphic>
      </p:graphicFrame>
      <p:sp>
        <p:nvSpPr>
          <p:cNvPr id="58400" name="Rectangle 38"/>
          <p:cNvSpPr>
            <a:spLocks noChangeArrowheads="1"/>
          </p:cNvSpPr>
          <p:nvPr/>
        </p:nvSpPr>
        <p:spPr bwMode="auto">
          <a:xfrm>
            <a:off x="8049344" y="77788"/>
            <a:ext cx="185018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Phân</a:t>
            </a:r>
            <a:r>
              <a:rPr lang="en-US" altLang="ko-KR" sz="1600" b="1" smtClean="0">
                <a:latin typeface="Times New Roman" panose="02020603050405020304" pitchFamily="18" charset="0"/>
                <a:cs typeface="Times New Roman" panose="02020603050405020304" pitchFamily="18" charset="0"/>
              </a:rPr>
              <a:t> </a:t>
            </a:r>
            <a:r>
              <a:rPr lang="en-US" altLang="ko-KR" sz="1600" b="1" err="1" smtClean="0">
                <a:latin typeface="Times New Roman" panose="02020603050405020304" pitchFamily="18" charset="0"/>
                <a:cs typeface="Times New Roman" panose="02020603050405020304" pitchFamily="18" charset="0"/>
              </a:rPr>
              <a:t>loại</a:t>
            </a:r>
            <a:r>
              <a:rPr lang="en-US" altLang="ko-KR" sz="1600" b="1" smtClean="0">
                <a:latin typeface="Times New Roman" panose="02020603050405020304" pitchFamily="18" charset="0"/>
                <a:cs typeface="Times New Roman" panose="02020603050405020304" pitchFamily="18" charset="0"/>
              </a:rPr>
              <a:t> Device</a:t>
            </a:r>
            <a:endParaRPr lang="ko-KR" altLang="en-US" sz="1600" b="1">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p:cNvSpPr>
            <a:spLocks noChangeArrowheads="1"/>
          </p:cNvSpPr>
          <p:nvPr/>
        </p:nvSpPr>
        <p:spPr bwMode="auto">
          <a:xfrm>
            <a:off x="60325" y="53975"/>
            <a:ext cx="34034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a:latin typeface="Times New Roman" panose="02020603050405020304" pitchFamily="18" charset="0"/>
                <a:cs typeface="Times New Roman" panose="02020603050405020304" pitchFamily="18" charset="0"/>
              </a:rPr>
              <a:t>2.PLC Device </a:t>
            </a:r>
            <a:r>
              <a:rPr lang="en-US" altLang="ko-KR" sz="1800" b="1" err="1" smtClean="0">
                <a:latin typeface="Times New Roman" panose="02020603050405020304" pitchFamily="18" charset="0"/>
                <a:cs typeface="Times New Roman" panose="02020603050405020304" pitchFamily="18" charset="0"/>
              </a:rPr>
              <a:t>và</a:t>
            </a:r>
            <a:r>
              <a:rPr lang="en-US" altLang="ko-KR" sz="1800" b="1" smtClean="0">
                <a:latin typeface="Times New Roman" panose="02020603050405020304" pitchFamily="18" charset="0"/>
                <a:cs typeface="Times New Roman" panose="02020603050405020304" pitchFamily="18" charset="0"/>
              </a:rPr>
              <a:t> Flow </a:t>
            </a:r>
            <a:r>
              <a:rPr lang="en-US" altLang="ko-KR" sz="1800" b="1" err="1" smtClean="0">
                <a:latin typeface="Times New Roman" panose="02020603050405020304" pitchFamily="18" charset="0"/>
                <a:cs typeface="Times New Roman" panose="02020603050405020304" pitchFamily="18" charset="0"/>
              </a:rPr>
              <a:t>hoạt</a:t>
            </a:r>
            <a:r>
              <a:rPr lang="en-US" altLang="ko-KR" sz="1800" b="1" smtClean="0">
                <a:latin typeface="Times New Roman" panose="02020603050405020304" pitchFamily="18" charset="0"/>
                <a:cs typeface="Times New Roman" panose="02020603050405020304" pitchFamily="18" charset="0"/>
              </a:rPr>
              <a:t> </a:t>
            </a:r>
            <a:r>
              <a:rPr lang="en-US" altLang="ko-KR" sz="1800" b="1" err="1" smtClean="0">
                <a:latin typeface="Times New Roman" panose="02020603050405020304" pitchFamily="18" charset="0"/>
                <a:cs typeface="Times New Roman" panose="02020603050405020304" pitchFamily="18" charset="0"/>
              </a:rPr>
              <a:t>động</a:t>
            </a:r>
            <a:endParaRPr lang="en-US" altLang="ko-KR" sz="1800" b="1">
              <a:latin typeface="Times New Roman" panose="02020603050405020304" pitchFamily="18" charset="0"/>
              <a:cs typeface="Times New Roman" panose="02020603050405020304" pitchFamily="18" charset="0"/>
            </a:endParaRPr>
          </a:p>
        </p:txBody>
      </p:sp>
      <p:graphicFrame>
        <p:nvGraphicFramePr>
          <p:cNvPr id="1775678" name="Group 62"/>
          <p:cNvGraphicFramePr>
            <a:graphicFrameLocks noGrp="1"/>
          </p:cNvGraphicFramePr>
          <p:nvPr>
            <p:extLst>
              <p:ext uri="{D42A27DB-BD31-4B8C-83A1-F6EECF244321}">
                <p14:modId xmlns:p14="http://schemas.microsoft.com/office/powerpoint/2010/main" val="1812484386"/>
              </p:ext>
            </p:extLst>
          </p:nvPr>
        </p:nvGraphicFramePr>
        <p:xfrm>
          <a:off x="415925" y="701675"/>
          <a:ext cx="9123363" cy="1581150"/>
        </p:xfrm>
        <a:graphic>
          <a:graphicData uri="http://schemas.openxmlformats.org/drawingml/2006/table">
            <a:tbl>
              <a:tblPr/>
              <a:tblGrid>
                <a:gridCol w="1600200"/>
                <a:gridCol w="560388"/>
                <a:gridCol w="960437"/>
                <a:gridCol w="6002338"/>
              </a:tblGrid>
              <a:tr h="3048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DEVICE</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900" b="1"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Giải</a:t>
                      </a:r>
                      <a:r>
                        <a:rPr kumimoji="1" lang="en-US" altLang="ko-KR" sz="900" b="1"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1"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thích</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20737">
                <a:tc row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BIT</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DEVICE</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LINK</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Relay</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1.Là Relay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dùng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cho</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Data Link,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không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thể</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xuất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ra</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ngoài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a:t>
                      </a:r>
                    </a:p>
                    <a:p>
                      <a:pPr marL="0" marR="0" lvl="0" indent="0" algn="l" defTabSz="914400" rtl="0" eaLnBrk="0" fontAlgn="base" latinLnBrk="0" hangingPunct="0">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2.Phạm vi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không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được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thiết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lập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bằng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thông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tin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thiết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lập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thời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kỳ</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Link,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bằng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Relay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a:t>
                      </a:r>
                    </a:p>
                    <a:p>
                      <a:pPr marL="0" marR="0" lvl="0" indent="0" algn="l" defTabSz="914400" rtl="0" eaLnBrk="0" fontAlgn="base" latinLnBrk="0" hangingPunct="0">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3Không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giới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hạn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về</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.Program.</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F</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ANNUNCIATOR</a:t>
                      </a:r>
                      <a:endPar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1.Viết PROGRAM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phát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hiện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lỗi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dùng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để</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kiểm</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tra</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phát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hiện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lỗi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nếu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ON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RUN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thì</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sẽ</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được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lưu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REGISTER SD 62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đặc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biệt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..(A series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là</a:t>
                      </a:r>
                      <a:r>
                        <a:rPr kumimoji="1" lang="ko-KR" altLang="en-US"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D9009)</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59415" name="Rectangle 23"/>
          <p:cNvSpPr>
            <a:spLocks noChangeArrowheads="1"/>
          </p:cNvSpPr>
          <p:nvPr/>
        </p:nvSpPr>
        <p:spPr bwMode="auto">
          <a:xfrm>
            <a:off x="289063" y="2465388"/>
            <a:ext cx="22698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400" b="1">
                <a:latin typeface="Times New Roman" panose="02020603050405020304" pitchFamily="18" charset="0"/>
                <a:cs typeface="Times New Roman" panose="02020603050405020304" pitchFamily="18" charset="0"/>
              </a:rPr>
              <a:t>1-3. </a:t>
            </a:r>
            <a:r>
              <a:rPr lang="en-US" altLang="ko-KR" sz="1400" b="1" err="1" smtClean="0">
                <a:latin typeface="Times New Roman" panose="02020603050405020304" pitchFamily="18" charset="0"/>
                <a:cs typeface="Times New Roman" panose="02020603050405020304" pitchFamily="18" charset="0"/>
              </a:rPr>
              <a:t>Phân</a:t>
            </a:r>
            <a:r>
              <a:rPr lang="en-US" altLang="ko-KR" sz="1400" b="1" smtClean="0">
                <a:latin typeface="Times New Roman" panose="02020603050405020304" pitchFamily="18" charset="0"/>
                <a:cs typeface="Times New Roman" panose="02020603050405020304" pitchFamily="18" charset="0"/>
              </a:rPr>
              <a:t> </a:t>
            </a:r>
            <a:r>
              <a:rPr lang="en-US" altLang="ko-KR" sz="1400" b="1" err="1" smtClean="0">
                <a:latin typeface="Times New Roman" panose="02020603050405020304" pitchFamily="18" charset="0"/>
                <a:cs typeface="Times New Roman" panose="02020603050405020304" pitchFamily="18" charset="0"/>
              </a:rPr>
              <a:t>loại</a:t>
            </a:r>
            <a:r>
              <a:rPr lang="en-US" altLang="ko-KR" sz="1400" b="1" smtClean="0">
                <a:latin typeface="Times New Roman" panose="02020603050405020304" pitchFamily="18" charset="0"/>
                <a:cs typeface="Times New Roman" panose="02020603050405020304" pitchFamily="18" charset="0"/>
              </a:rPr>
              <a:t> Word Device</a:t>
            </a:r>
            <a:endParaRPr lang="ko-KR" altLang="en-US" sz="1400" b="1">
              <a:latin typeface="Times New Roman" panose="02020603050405020304" pitchFamily="18" charset="0"/>
              <a:cs typeface="Times New Roman" panose="02020603050405020304" pitchFamily="18" charset="0"/>
            </a:endParaRPr>
          </a:p>
        </p:txBody>
      </p:sp>
      <p:graphicFrame>
        <p:nvGraphicFramePr>
          <p:cNvPr id="1775682" name="Group 66"/>
          <p:cNvGraphicFramePr>
            <a:graphicFrameLocks noGrp="1"/>
          </p:cNvGraphicFramePr>
          <p:nvPr>
            <p:extLst>
              <p:ext uri="{D42A27DB-BD31-4B8C-83A1-F6EECF244321}">
                <p14:modId xmlns:p14="http://schemas.microsoft.com/office/powerpoint/2010/main" val="1257763217"/>
              </p:ext>
            </p:extLst>
          </p:nvPr>
        </p:nvGraphicFramePr>
        <p:xfrm>
          <a:off x="415925" y="2816225"/>
          <a:ext cx="9123363" cy="3613150"/>
        </p:xfrm>
        <a:graphic>
          <a:graphicData uri="http://schemas.openxmlformats.org/drawingml/2006/table">
            <a:tbl>
              <a:tblPr/>
              <a:tblGrid>
                <a:gridCol w="1600200"/>
                <a:gridCol w="560388"/>
                <a:gridCol w="958850"/>
                <a:gridCol w="6003925"/>
              </a:tblGrid>
              <a:tr h="314325">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DEVICE</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900" b="1"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Giải</a:t>
                      </a:r>
                      <a:r>
                        <a:rPr kumimoji="1" lang="en-US" altLang="ko-KR" sz="900" b="1"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1"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thích</a:t>
                      </a:r>
                      <a:endParaRPr kumimoji="1" lang="ko-KR" altLang="en-US"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30213">
                <a:tc rowSpan="4">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WORD</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DEVICE</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TIMER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1.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bộ</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đếm</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thời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gian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Timer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công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thức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cộng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có</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3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loại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100ms Timer,10ms Timer,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Timer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hơn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100ms.</a:t>
                      </a:r>
                      <a:endParaRPr kumimoji="1" lang="ko-KR" altLang="en-US"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0" fontAlgn="base" latinLnBrk="0" hangingPunct="0">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2.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Có</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thể</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ở On-</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Delay,Off</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Delay.</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8788">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COUNT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Có</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2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loại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Interrupt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Interrupt Sequence Program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Counter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Sequence Program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công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thức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cộng</a:t>
                      </a:r>
                      <a:endParaRPr kumimoji="1" lang="ko-KR" altLang="en-US"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1808161">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Data Register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1.Là Memory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lưu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trữ</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Data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PLC.</a:t>
                      </a: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2.Data Register ,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vì</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được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cấu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tạo</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16Bit 1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điểm</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nên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có</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thể</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Read/Write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bằng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đơn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vị</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16Bit .</a:t>
                      </a: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3.Trường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hợp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nhận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được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Data 32Bit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thì</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2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điểm</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a:t>
                      </a: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Data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Risister</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được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chỉ</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định</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mệnh</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lệnh</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32Bit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Data Register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chỉ</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định</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16Bit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cấp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thấp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+ 1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lần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16Bit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cấp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cao</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a:t>
                      </a: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4.Duy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trì</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Data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chỉ</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định</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một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lần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Sequence Program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cho</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đến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Data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khác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được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lưu</a:t>
                      </a:r>
                      <a:endParaRPr kumimoji="1" lang="ko-KR" altLang="en-US"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5.Data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được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lưu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Data Register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sẽ</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được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Clear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nguồn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ON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hoạc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tiến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hành</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động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tác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Reset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Reset S/W.</a:t>
                      </a: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6.Data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khu</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vực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Latch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thiết</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lập</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Parameter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sẽ</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được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Clear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tiến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hành</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động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tác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Latch Clear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Reset S/W.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01663">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W</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Link Register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1.Link Register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là</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Data Register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dùng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cho</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Data Link.</a:t>
                      </a:r>
                    </a:p>
                    <a:p>
                      <a:pPr marL="0" marR="0" lvl="0" indent="0" algn="l" defTabSz="914400" rtl="0" eaLnBrk="1" fontAlgn="base" latinLnBrk="1" hangingPunct="1">
                        <a:lnSpc>
                          <a:spcPct val="110000"/>
                        </a:lnSpc>
                        <a:spcBef>
                          <a:spcPct val="0"/>
                        </a:spcBef>
                        <a:spcAft>
                          <a:spcPct val="0"/>
                        </a:spcAft>
                        <a:buClrTx/>
                        <a:buSzTx/>
                        <a:buFontTx/>
                        <a:buNone/>
                        <a:tabLst/>
                      </a:pP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2.Có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khả</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năng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hoán</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đổi</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thông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tin Data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giữa</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các</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Local Station, </a:t>
                      </a:r>
                      <a:r>
                        <a:rPr kumimoji="1" lang="ko-KR" altLang="en-US"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Master Station</a:t>
                      </a:r>
                      <a:r>
                        <a:rPr kumimoji="1" lang="ko-KR" altLang="en-US"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 </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Local Station, Local Station</a:t>
                      </a:r>
                      <a:r>
                        <a:rPr kumimoji="1" lang="ko-KR" altLang="en-US"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 </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Master Station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Link Register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59444" name="Rectangle 64"/>
          <p:cNvSpPr>
            <a:spLocks noChangeArrowheads="1"/>
          </p:cNvSpPr>
          <p:nvPr/>
        </p:nvSpPr>
        <p:spPr bwMode="auto">
          <a:xfrm>
            <a:off x="8102600" y="77788"/>
            <a:ext cx="17988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smtClean="0">
                <a:latin typeface="Times New Roman" panose="02020603050405020304" pitchFamily="18" charset="0"/>
                <a:cs typeface="Times New Roman" panose="02020603050405020304" pitchFamily="18" charset="0"/>
              </a:rPr>
              <a:t>1.Phân </a:t>
            </a:r>
            <a:r>
              <a:rPr lang="en-US" altLang="ko-KR" sz="1600" b="1" err="1" smtClean="0">
                <a:latin typeface="Times New Roman" panose="02020603050405020304" pitchFamily="18" charset="0"/>
                <a:cs typeface="Times New Roman" panose="02020603050405020304" pitchFamily="18" charset="0"/>
              </a:rPr>
              <a:t>loại</a:t>
            </a:r>
            <a:r>
              <a:rPr lang="en-US" altLang="ko-KR" sz="1600" b="1" smtClean="0">
                <a:latin typeface="Times New Roman" panose="02020603050405020304" pitchFamily="18" charset="0"/>
                <a:cs typeface="Times New Roman" panose="02020603050405020304" pitchFamily="18" charset="0"/>
              </a:rPr>
              <a:t> Device</a:t>
            </a:r>
            <a:endParaRPr lang="ko-KR" altLang="en-US" sz="1600" b="1">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76674" name="Group 34"/>
          <p:cNvGraphicFramePr>
            <a:graphicFrameLocks noGrp="1"/>
          </p:cNvGraphicFramePr>
          <p:nvPr>
            <p:extLst>
              <p:ext uri="{D42A27DB-BD31-4B8C-83A1-F6EECF244321}">
                <p14:modId xmlns:p14="http://schemas.microsoft.com/office/powerpoint/2010/main" val="2154914909"/>
              </p:ext>
            </p:extLst>
          </p:nvPr>
        </p:nvGraphicFramePr>
        <p:xfrm>
          <a:off x="330200" y="733425"/>
          <a:ext cx="9410700" cy="1809750"/>
        </p:xfrm>
        <a:graphic>
          <a:graphicData uri="http://schemas.openxmlformats.org/drawingml/2006/table">
            <a:tbl>
              <a:tblPr/>
              <a:tblGrid>
                <a:gridCol w="1485900"/>
                <a:gridCol w="577850"/>
                <a:gridCol w="1238250"/>
                <a:gridCol w="6108700"/>
              </a:tblGrid>
              <a:tr h="3048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9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DEVICE</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900" b="1"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Giải</a:t>
                      </a:r>
                      <a:r>
                        <a:rPr kumimoji="1" lang="en-US" altLang="ko-KR" sz="900" b="1"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1"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thích</a:t>
                      </a:r>
                      <a:endParaRPr kumimoji="1" lang="ko-KR" altLang="en-US" sz="9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92125">
                <a:tc rowSpan="4">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WORD</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DEVICE</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File</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Register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1.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khu</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vực</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USER MEMORY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để</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mở</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rộng</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Data Register.</a:t>
                      </a:r>
                      <a:endPar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22275">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Accumulator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1.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Là</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DATA REGISTER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lưu</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trữ</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kết</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quả</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tính</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toán</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mệnh</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lệnh</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ứng</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 </a:t>
                      </a:r>
                      <a:r>
                        <a:rPr kumimoji="1" lang="en-US" altLang="ko-KR" sz="900" b="0" i="0" u="none" strike="noStrike" cap="none" normalizeH="0" baseline="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mệnh</a:t>
                      </a:r>
                      <a:r>
                        <a:rPr kumimoji="1" lang="en-US" altLang="ko-KR" sz="900" b="0" i="0" u="none" strike="noStrike" cap="none" normalizeH="0" baseline="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lệnh cơ bản.</a:t>
                      </a:r>
                      <a:endParaRPr kumimoji="1" lang="ko-KR" altLang="en-US"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17500">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Z</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Index</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Register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1.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dạng</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900" b="0" i="0" u="none" strike="noStrike" cap="none" normalizeH="0" baseline="0" dirty="0" err="1"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rPr>
                        <a:t>  DEVICE(X,Y,M,L,B,F,T,C,D,W,R,K,H,P).</a:t>
                      </a:r>
                      <a:endParaRPr kumimoji="1" lang="ko-KR" altLang="en-US" sz="900" b="0" i="0" u="none" strike="noStrike" cap="none" normalizeH="0" baseline="0" dirty="0" smtClean="0">
                        <a:ln>
                          <a:noFill/>
                        </a:ln>
                        <a:solidFill>
                          <a:srgbClr val="404040"/>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273050">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9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tc vMerge="1">
                  <a:txBody>
                    <a:bodyPr/>
                    <a:lstStyle/>
                    <a:p>
                      <a:pPr latinLnBrk="1"/>
                      <a:endParaRPr lang="ko-KR" altLang="en-US"/>
                    </a:p>
                  </a:txBody>
                  <a:tcPr/>
                </a:tc>
              </a:tr>
            </a:tbl>
          </a:graphicData>
        </a:graphic>
      </p:graphicFrame>
      <p:sp>
        <p:nvSpPr>
          <p:cNvPr id="60444" name="Rectangle 28"/>
          <p:cNvSpPr>
            <a:spLocks noChangeArrowheads="1"/>
          </p:cNvSpPr>
          <p:nvPr/>
        </p:nvSpPr>
        <p:spPr bwMode="auto">
          <a:xfrm>
            <a:off x="60325" y="53975"/>
            <a:ext cx="34612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2.PLC Device </a:t>
            </a:r>
            <a:r>
              <a:rPr lang="en-US" altLang="ko-KR" sz="1800" b="1" dirty="0" err="1" smtClean="0">
                <a:latin typeface="Times New Roman" panose="02020603050405020304" pitchFamily="18" charset="0"/>
                <a:cs typeface="Times New Roman" panose="02020603050405020304" pitchFamily="18" charset="0"/>
              </a:rPr>
              <a:t>và</a:t>
            </a:r>
            <a:r>
              <a:rPr lang="en-US" altLang="ko-KR" sz="1800" b="1" dirty="0" smtClean="0">
                <a:latin typeface="Times New Roman" panose="02020603050405020304" pitchFamily="18" charset="0"/>
                <a:cs typeface="Times New Roman" panose="02020603050405020304" pitchFamily="18" charset="0"/>
              </a:rPr>
              <a:t> </a:t>
            </a:r>
            <a:r>
              <a:rPr lang="ko-KR" altLang="en-US" sz="1800" b="1" dirty="0" smtClean="0">
                <a:latin typeface="Times New Roman" panose="02020603050405020304" pitchFamily="18" charset="0"/>
                <a:cs typeface="Times New Roman" panose="02020603050405020304" pitchFamily="18" charset="0"/>
              </a:rPr>
              <a:t> </a:t>
            </a:r>
            <a:r>
              <a:rPr lang="en-US" altLang="ko-KR" sz="1800" b="1" dirty="0" smtClean="0">
                <a:latin typeface="Times New Roman" panose="02020603050405020304" pitchFamily="18" charset="0"/>
                <a:cs typeface="Times New Roman" panose="02020603050405020304" pitchFamily="18" charset="0"/>
              </a:rPr>
              <a:t>Flow </a:t>
            </a:r>
            <a:r>
              <a:rPr lang="en-US" altLang="ko-KR" sz="1800" b="1" dirty="0" err="1" smtClean="0">
                <a:latin typeface="Times New Roman" panose="02020603050405020304" pitchFamily="18" charset="0"/>
                <a:cs typeface="Times New Roman" panose="02020603050405020304" pitchFamily="18" charset="0"/>
              </a:rPr>
              <a:t>hoạt</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động</a:t>
            </a:r>
            <a:endParaRPr lang="en-US" altLang="ko-KR" sz="1800" b="1" dirty="0">
              <a:latin typeface="Times New Roman" panose="02020603050405020304" pitchFamily="18" charset="0"/>
              <a:cs typeface="Times New Roman" panose="02020603050405020304" pitchFamily="18" charset="0"/>
            </a:endParaRPr>
          </a:p>
        </p:txBody>
      </p:sp>
      <p:sp>
        <p:nvSpPr>
          <p:cNvPr id="60445" name="Rectangle 35"/>
          <p:cNvSpPr>
            <a:spLocks noChangeArrowheads="1"/>
          </p:cNvSpPr>
          <p:nvPr/>
        </p:nvSpPr>
        <p:spPr bwMode="auto">
          <a:xfrm>
            <a:off x="415925" y="2744788"/>
            <a:ext cx="8750300" cy="370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000" b="1" dirty="0" smtClean="0">
                <a:solidFill>
                  <a:srgbClr val="000000"/>
                </a:solidFill>
                <a:latin typeface="Times New Roman" panose="02020603050405020304" pitchFamily="18" charset="0"/>
                <a:cs typeface="Times New Roman" panose="02020603050405020304" pitchFamily="18" charset="0"/>
              </a:rPr>
              <a:t>■ Bit</a:t>
            </a:r>
            <a:endParaRPr lang="en-US" altLang="ko-KR" sz="1000" b="1" dirty="0">
              <a:solidFill>
                <a:srgbClr val="000000"/>
              </a:solidFill>
              <a:latin typeface="Times New Roman" panose="02020603050405020304" pitchFamily="18" charset="0"/>
              <a:cs typeface="Times New Roman" panose="02020603050405020304" pitchFamily="18" charset="0"/>
            </a:endParaRPr>
          </a:p>
          <a:p>
            <a:pPr eaLnBrk="1" hangingPunct="1">
              <a:lnSpc>
                <a:spcPct val="90000"/>
              </a:lnSpc>
              <a:spcBef>
                <a:spcPct val="0"/>
              </a:spcBef>
              <a:buFontTx/>
              <a:buNone/>
            </a:pPr>
            <a:endParaRPr lang="en-US" altLang="ko-KR" sz="1000"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viết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tắt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của</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từ</a:t>
            </a:r>
            <a:r>
              <a:rPr lang="en-US" altLang="ko-KR" sz="1000" dirty="0" smtClean="0">
                <a:latin typeface="Times New Roman" panose="02020603050405020304" pitchFamily="18" charset="0"/>
                <a:cs typeface="Times New Roman" panose="02020603050405020304" pitchFamily="18" charset="0"/>
              </a:rPr>
              <a:t> binary digit </a:t>
            </a:r>
            <a:r>
              <a:rPr lang="en-US" altLang="ko-KR" sz="1000" dirty="0" err="1" smtClean="0">
                <a:latin typeface="Times New Roman" panose="02020603050405020304" pitchFamily="18" charset="0"/>
                <a:cs typeface="Times New Roman" panose="02020603050405020304" pitchFamily="18" charset="0"/>
              </a:rPr>
              <a:t>và</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đơn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nhỏ</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nhất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của</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hệ</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thống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phân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trong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lĩnh</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vực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máy</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tính</a:t>
            </a:r>
            <a:r>
              <a:rPr lang="en-US" altLang="ko-KR" sz="1000" dirty="0" smtClean="0">
                <a:latin typeface="Times New Roman" panose="02020603050405020304" pitchFamily="18" charset="0"/>
                <a:cs typeface="Times New Roman" panose="02020603050405020304" pitchFamily="18" charset="0"/>
              </a:rPr>
              <a:t> hay </a:t>
            </a:r>
            <a:r>
              <a:rPr lang="en-US" altLang="ko-KR" sz="1000" dirty="0" err="1" smtClean="0">
                <a:latin typeface="Times New Roman" panose="02020603050405020304" pitchFamily="18" charset="0"/>
                <a:cs typeface="Times New Roman" panose="02020603050405020304" pitchFamily="18" charset="0"/>
              </a:rPr>
              <a:t>toán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học</a:t>
            </a:r>
            <a:r>
              <a:rPr lang="en-US" altLang="ko-KR" sz="1000" dirty="0" smtClean="0">
                <a:latin typeface="Times New Roman" panose="02020603050405020304" pitchFamily="18" charset="0"/>
                <a:cs typeface="Times New Roman" panose="02020603050405020304" pitchFamily="18" charset="0"/>
              </a:rPr>
              <a:t>.</a:t>
            </a:r>
            <a:endParaRPr lang="en-US" altLang="ko-KR" sz="1000"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dirty="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Thiết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bộ</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nhớ</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của</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máy</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tính</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chuyển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tất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cả</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các</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tín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hiệu</a:t>
            </a:r>
            <a:r>
              <a:rPr lang="en-US" altLang="ko-KR" sz="1000" dirty="0" smtClean="0">
                <a:solidFill>
                  <a:srgbClr val="000000"/>
                </a:solidFill>
                <a:latin typeface="Times New Roman" panose="02020603050405020304" pitchFamily="18" charset="0"/>
                <a:cs typeface="Times New Roman" panose="02020603050405020304" pitchFamily="18" charset="0"/>
              </a:rPr>
              <a:t> sang </a:t>
            </a:r>
            <a:r>
              <a:rPr lang="en-US" altLang="ko-KR" sz="1000" dirty="0" err="1" smtClean="0">
                <a:solidFill>
                  <a:srgbClr val="000000"/>
                </a:solidFill>
                <a:latin typeface="Times New Roman" panose="02020603050405020304" pitchFamily="18" charset="0"/>
                <a:cs typeface="Times New Roman" panose="02020603050405020304" pitchFamily="18" charset="0"/>
              </a:rPr>
              <a:t>số</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phân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rồi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mới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lưu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nhớ</a:t>
            </a:r>
            <a:r>
              <a:rPr lang="en-US" altLang="ko-KR" sz="1000" dirty="0" smtClean="0">
                <a:solidFill>
                  <a:srgbClr val="000000"/>
                </a:solidFill>
                <a:latin typeface="Times New Roman" panose="02020603050405020304" pitchFamily="18" charset="0"/>
                <a:cs typeface="Times New Roman" panose="02020603050405020304" pitchFamily="18" charset="0"/>
              </a:rPr>
              <a:t>. Bit </a:t>
            </a:r>
            <a:r>
              <a:rPr lang="en-US" altLang="ko-KR" sz="1000" dirty="0" err="1" smtClean="0">
                <a:solidFill>
                  <a:srgbClr val="000000"/>
                </a:solidFill>
                <a:latin typeface="Times New Roman" panose="02020603050405020304" pitchFamily="18" charset="0"/>
                <a:cs typeface="Times New Roman" panose="02020603050405020304" pitchFamily="18" charset="0"/>
              </a:rPr>
              <a:t>gọi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là</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đơn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nhỏ</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nhất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biểu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tín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hiệu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giống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số</a:t>
            </a:r>
            <a:r>
              <a:rPr lang="en-US" altLang="ko-KR" sz="1000" dirty="0" smtClean="0">
                <a:solidFill>
                  <a:srgbClr val="000000"/>
                </a:solidFill>
                <a:latin typeface="Times New Roman" panose="02020603050405020304" pitchFamily="18" charset="0"/>
                <a:cs typeface="Times New Roman" panose="02020603050405020304" pitchFamily="18" charset="0"/>
              </a:rPr>
              <a:t> 0, 1 </a:t>
            </a:r>
            <a:r>
              <a:rPr lang="en-US" altLang="ko-KR" sz="1000" dirty="0" err="1" smtClean="0">
                <a:solidFill>
                  <a:srgbClr val="000000"/>
                </a:solidFill>
                <a:latin typeface="Times New Roman" panose="02020603050405020304" pitchFamily="18" charset="0"/>
                <a:cs typeface="Times New Roman" panose="02020603050405020304" pitchFamily="18" charset="0"/>
              </a:rPr>
              <a:t>của</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hệ</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phân</a:t>
            </a:r>
            <a:r>
              <a:rPr lang="en-US" altLang="ko-KR" sz="1000" dirty="0" smtClean="0">
                <a:solidFill>
                  <a:srgbClr val="000000"/>
                </a:solidFill>
                <a:latin typeface="Times New Roman" panose="02020603050405020304" pitchFamily="18" charset="0"/>
                <a:cs typeface="Times New Roman" panose="02020603050405020304" pitchFamily="18" charset="0"/>
              </a:rPr>
              <a:t>.</a:t>
            </a:r>
            <a:endParaRPr lang="en-US" altLang="ko-KR" sz="1000"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dirty="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hệ</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phân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chỉ</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có</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số</a:t>
            </a:r>
            <a:r>
              <a:rPr lang="en-US" altLang="ko-KR" sz="1000" dirty="0" smtClean="0">
                <a:solidFill>
                  <a:srgbClr val="000000"/>
                </a:solidFill>
                <a:latin typeface="Times New Roman" panose="02020603050405020304" pitchFamily="18" charset="0"/>
                <a:cs typeface="Times New Roman" panose="02020603050405020304" pitchFamily="18" charset="0"/>
              </a:rPr>
              <a:t> 0 </a:t>
            </a:r>
            <a:r>
              <a:rPr lang="en-US" altLang="ko-KR" sz="1000" dirty="0" err="1" smtClean="0">
                <a:solidFill>
                  <a:srgbClr val="000000"/>
                </a:solidFill>
                <a:latin typeface="Times New Roman" panose="02020603050405020304" pitchFamily="18" charset="0"/>
                <a:cs typeface="Times New Roman" panose="02020603050405020304" pitchFamily="18" charset="0"/>
              </a:rPr>
              <a:t>và</a:t>
            </a:r>
            <a:r>
              <a:rPr lang="en-US" altLang="ko-KR" sz="1000" dirty="0" smtClean="0">
                <a:solidFill>
                  <a:srgbClr val="000000"/>
                </a:solidFill>
                <a:latin typeface="Times New Roman" panose="02020603050405020304" pitchFamily="18" charset="0"/>
                <a:cs typeface="Times New Roman" panose="02020603050405020304" pitchFamily="18" charset="0"/>
              </a:rPr>
              <a:t> 1 </a:t>
            </a:r>
            <a:r>
              <a:rPr lang="en-US" altLang="ko-KR" sz="1000" dirty="0" err="1" smtClean="0">
                <a:solidFill>
                  <a:srgbClr val="000000"/>
                </a:solidFill>
                <a:latin typeface="Times New Roman" panose="02020603050405020304" pitchFamily="18" charset="0"/>
                <a:cs typeface="Times New Roman" panose="02020603050405020304" pitchFamily="18" charset="0"/>
              </a:rPr>
              <a:t>nên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chỉ</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có</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thể</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phân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ra</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làm</a:t>
            </a:r>
            <a:r>
              <a:rPr lang="en-US" altLang="ko-KR" sz="1000" dirty="0" smtClean="0">
                <a:solidFill>
                  <a:srgbClr val="000000"/>
                </a:solidFill>
                <a:latin typeface="Times New Roman" panose="02020603050405020304" pitchFamily="18" charset="0"/>
                <a:cs typeface="Times New Roman" panose="02020603050405020304" pitchFamily="18" charset="0"/>
              </a:rPr>
              <a:t> 2 </a:t>
            </a:r>
            <a:r>
              <a:rPr lang="en-US" altLang="ko-KR" sz="1000" dirty="0" err="1" smtClean="0">
                <a:solidFill>
                  <a:srgbClr val="000000"/>
                </a:solidFill>
                <a:latin typeface="Times New Roman" panose="02020603050405020304" pitchFamily="18" charset="0"/>
                <a:cs typeface="Times New Roman" panose="02020603050405020304" pitchFamily="18" charset="0"/>
              </a:rPr>
              <a:t>loại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có</a:t>
            </a:r>
            <a:r>
              <a:rPr lang="en-US" altLang="ko-KR" sz="1000" dirty="0" smtClean="0">
                <a:solidFill>
                  <a:srgbClr val="000000"/>
                </a:solidFill>
                <a:latin typeface="Times New Roman" panose="02020603050405020304" pitchFamily="18" charset="0"/>
                <a:cs typeface="Times New Roman" panose="02020603050405020304" pitchFamily="18" charset="0"/>
              </a:rPr>
              <a:t> 1 </a:t>
            </a:r>
            <a:r>
              <a:rPr lang="en-US" altLang="ko-KR" sz="1000" dirty="0" err="1" smtClean="0">
                <a:solidFill>
                  <a:srgbClr val="000000"/>
                </a:solidFill>
                <a:latin typeface="Times New Roman" panose="02020603050405020304" pitchFamily="18" charset="0"/>
                <a:cs typeface="Times New Roman" panose="02020603050405020304" pitchFamily="18" charset="0"/>
              </a:rPr>
              <a:t>vị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trí</a:t>
            </a:r>
            <a:r>
              <a:rPr lang="en-US" altLang="ko-KR" sz="1000" dirty="0" smtClean="0">
                <a:solidFill>
                  <a:srgbClr val="000000"/>
                </a:solidFill>
                <a:latin typeface="Times New Roman" panose="02020603050405020304" pitchFamily="18" charset="0"/>
                <a:cs typeface="Times New Roman" panose="02020603050405020304" pitchFamily="18" charset="0"/>
              </a:rPr>
              <a:t>.</a:t>
            </a:r>
            <a:endParaRPr lang="en-US" altLang="ko-KR" sz="1000"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b="1" dirty="0">
                <a:solidFill>
                  <a:srgbClr val="000000"/>
                </a:solidFill>
                <a:latin typeface="Times New Roman" panose="02020603050405020304" pitchFamily="18" charset="0"/>
                <a:cs typeface="Times New Roman" panose="02020603050405020304" pitchFamily="18" charset="0"/>
              </a:rPr>
              <a:t>■ </a:t>
            </a:r>
            <a:r>
              <a:rPr lang="en-US" altLang="ko-KR" sz="1000" b="1" dirty="0" smtClean="0">
                <a:solidFill>
                  <a:srgbClr val="000000"/>
                </a:solidFill>
                <a:latin typeface="Times New Roman" panose="02020603050405020304" pitchFamily="18" charset="0"/>
                <a:cs typeface="Times New Roman" panose="02020603050405020304" pitchFamily="18" charset="0"/>
              </a:rPr>
              <a:t>Byte</a:t>
            </a:r>
            <a:endParaRPr lang="en-US" altLang="ko-KR" sz="1000" b="1"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dirty="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Việc</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sửa</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đổi</a:t>
            </a:r>
            <a:r>
              <a:rPr lang="en-US" altLang="ko-KR" sz="1000" dirty="0" smtClean="0">
                <a:solidFill>
                  <a:srgbClr val="000000"/>
                </a:solidFill>
                <a:latin typeface="Times New Roman" panose="02020603050405020304" pitchFamily="18" charset="0"/>
                <a:cs typeface="Times New Roman" panose="02020603050405020304" pitchFamily="18" charset="0"/>
              </a:rPr>
              <a:t> Data </a:t>
            </a:r>
            <a:r>
              <a:rPr lang="en-US" altLang="ko-KR" sz="1000" dirty="0" err="1" smtClean="0">
                <a:solidFill>
                  <a:srgbClr val="000000"/>
                </a:solidFill>
                <a:latin typeface="Times New Roman" panose="02020603050405020304" pitchFamily="18" charset="0"/>
                <a:cs typeface="Times New Roman" panose="02020603050405020304" pitchFamily="18" charset="0"/>
              </a:rPr>
              <a:t>thành</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trị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số</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hoạc</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biểu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bằng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số</a:t>
            </a:r>
            <a:r>
              <a:rPr lang="en-US" altLang="ko-KR" sz="1000" dirty="0" smtClean="0">
                <a:solidFill>
                  <a:srgbClr val="000000"/>
                </a:solidFill>
                <a:latin typeface="Times New Roman" panose="02020603050405020304" pitchFamily="18" charset="0"/>
                <a:cs typeface="Times New Roman" panose="02020603050405020304" pitchFamily="18" charset="0"/>
              </a:rPr>
              <a:t>. </a:t>
            </a:r>
            <a:endParaRPr lang="en-US" altLang="ko-KR" sz="1000"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000"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dirty="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Đơn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vị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nhỏ</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nhất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của</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thông</a:t>
            </a:r>
            <a:r>
              <a:rPr lang="en-US" altLang="ko-KR" sz="1000" dirty="0" smtClean="0">
                <a:solidFill>
                  <a:srgbClr val="000000"/>
                </a:solidFill>
                <a:latin typeface="Times New Roman" panose="02020603050405020304" pitchFamily="18" charset="0"/>
                <a:cs typeface="Times New Roman" panose="02020603050405020304" pitchFamily="18" charset="0"/>
              </a:rPr>
              <a:t> tin </a:t>
            </a:r>
            <a:r>
              <a:rPr lang="en-US" altLang="ko-KR" sz="1000" dirty="0" err="1" smtClean="0">
                <a:solidFill>
                  <a:srgbClr val="000000"/>
                </a:solidFill>
                <a:latin typeface="Times New Roman" panose="02020603050405020304" pitchFamily="18" charset="0"/>
                <a:cs typeface="Times New Roman" panose="02020603050405020304" pitchFamily="18" charset="0"/>
              </a:rPr>
              <a:t>trong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máy</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tính</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là</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Bít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được</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biểu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bằng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số</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vị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trí</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một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của</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hệ</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phân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Nhưng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vì</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một</a:t>
            </a:r>
            <a:r>
              <a:rPr lang="en-US" altLang="ko-KR" sz="1000" dirty="0" smtClean="0">
                <a:solidFill>
                  <a:srgbClr val="000000"/>
                </a:solidFill>
                <a:latin typeface="Times New Roman" panose="02020603050405020304" pitchFamily="18" charset="0"/>
                <a:cs typeface="Times New Roman" panose="02020603050405020304" pitchFamily="18" charset="0"/>
              </a:rPr>
              <a:t> Bit </a:t>
            </a:r>
            <a:r>
              <a:rPr lang="en-US" altLang="ko-KR" sz="1000" dirty="0" err="1" smtClean="0">
                <a:solidFill>
                  <a:srgbClr val="000000"/>
                </a:solidFill>
                <a:latin typeface="Times New Roman" panose="02020603050405020304" pitchFamily="18" charset="0"/>
                <a:cs typeface="Times New Roman" panose="02020603050405020304" pitchFamily="18" charset="0"/>
              </a:rPr>
              <a:t>không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thể</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biểu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ngoài</a:t>
            </a:r>
            <a:r>
              <a:rPr lang="en-US" altLang="ko-KR" sz="1000" dirty="0" smtClean="0">
                <a:solidFill>
                  <a:srgbClr val="000000"/>
                </a:solidFill>
                <a:latin typeface="Times New Roman" panose="02020603050405020304" pitchFamily="18" charset="0"/>
                <a:cs typeface="Times New Roman" panose="02020603050405020304" pitchFamily="18" charset="0"/>
              </a:rPr>
              <a:t> 2 </a:t>
            </a:r>
            <a:r>
              <a:rPr lang="en-US" altLang="ko-KR" sz="1000" dirty="0" err="1" smtClean="0">
                <a:solidFill>
                  <a:srgbClr val="000000"/>
                </a:solidFill>
                <a:latin typeface="Times New Roman" panose="02020603050405020304" pitchFamily="18" charset="0"/>
                <a:cs typeface="Times New Roman" panose="02020603050405020304" pitchFamily="18" charset="0"/>
              </a:rPr>
              <a:t>loại</a:t>
            </a:r>
            <a:r>
              <a:rPr lang="en-US" altLang="ko-KR" sz="1000" dirty="0" smtClean="0">
                <a:solidFill>
                  <a:srgbClr val="000000"/>
                </a:solidFill>
                <a:latin typeface="Times New Roman" panose="02020603050405020304" pitchFamily="18" charset="0"/>
                <a:cs typeface="Times New Roman" panose="02020603050405020304" pitchFamily="18" charset="0"/>
              </a:rPr>
              <a:t> 0 </a:t>
            </a:r>
            <a:r>
              <a:rPr lang="en-US" altLang="ko-KR" sz="1000" dirty="0" err="1" smtClean="0">
                <a:solidFill>
                  <a:srgbClr val="000000"/>
                </a:solidFill>
                <a:latin typeface="Times New Roman" panose="02020603050405020304" pitchFamily="18" charset="0"/>
                <a:cs typeface="Times New Roman" panose="02020603050405020304" pitchFamily="18" charset="0"/>
              </a:rPr>
              <a:t>hoạc</a:t>
            </a:r>
            <a:r>
              <a:rPr lang="en-US" altLang="ko-KR" sz="1000" dirty="0" smtClean="0">
                <a:solidFill>
                  <a:srgbClr val="000000"/>
                </a:solidFill>
                <a:latin typeface="Times New Roman" panose="02020603050405020304" pitchFamily="18" charset="0"/>
                <a:cs typeface="Times New Roman" panose="02020603050405020304" pitchFamily="18" charset="0"/>
              </a:rPr>
              <a:t> 1 </a:t>
            </a:r>
            <a:r>
              <a:rPr lang="en-US" altLang="ko-KR" sz="1000" dirty="0" err="1" smtClean="0">
                <a:solidFill>
                  <a:srgbClr val="000000"/>
                </a:solidFill>
                <a:latin typeface="Times New Roman" panose="02020603050405020304" pitchFamily="18" charset="0"/>
                <a:cs typeface="Times New Roman" panose="02020603050405020304" pitchFamily="18" charset="0"/>
              </a:rPr>
              <a:t>nên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gộp</a:t>
            </a:r>
            <a:r>
              <a:rPr lang="en-US" altLang="ko-KR" sz="1000" dirty="0" smtClean="0">
                <a:solidFill>
                  <a:srgbClr val="000000"/>
                </a:solidFill>
                <a:latin typeface="Times New Roman" panose="02020603050405020304" pitchFamily="18" charset="0"/>
                <a:cs typeface="Times New Roman" panose="02020603050405020304" pitchFamily="18" charset="0"/>
              </a:rPr>
              <a:t> 8 Bit </a:t>
            </a:r>
            <a:r>
              <a:rPr lang="en-US" altLang="ko-KR" sz="1000" dirty="0" err="1" smtClean="0">
                <a:solidFill>
                  <a:srgbClr val="000000"/>
                </a:solidFill>
                <a:latin typeface="Times New Roman" panose="02020603050405020304" pitchFamily="18" charset="0"/>
                <a:cs typeface="Times New Roman" panose="02020603050405020304" pitchFamily="18" charset="0"/>
              </a:rPr>
              <a:t>lại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và</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gọi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là</a:t>
            </a:r>
            <a:r>
              <a:rPr lang="en-US" altLang="ko-KR" sz="1000" dirty="0" smtClean="0">
                <a:solidFill>
                  <a:srgbClr val="000000"/>
                </a:solidFill>
                <a:latin typeface="Times New Roman" panose="02020603050405020304" pitchFamily="18" charset="0"/>
                <a:cs typeface="Times New Roman" panose="02020603050405020304" pitchFamily="18" charset="0"/>
              </a:rPr>
              <a:t> Byte </a:t>
            </a:r>
            <a:r>
              <a:rPr lang="en-US" altLang="ko-KR" sz="1000" dirty="0" err="1" smtClean="0">
                <a:solidFill>
                  <a:srgbClr val="000000"/>
                </a:solidFill>
                <a:latin typeface="Times New Roman" panose="02020603050405020304" pitchFamily="18" charset="0"/>
                <a:cs typeface="Times New Roman" panose="02020603050405020304" pitchFamily="18" charset="0"/>
              </a:rPr>
              <a:t>và</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coi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đó</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là</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đơn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vị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căn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bản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để</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biểu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thông</a:t>
            </a:r>
            <a:r>
              <a:rPr lang="en-US" altLang="ko-KR" sz="1000" dirty="0" smtClean="0">
                <a:solidFill>
                  <a:srgbClr val="000000"/>
                </a:solidFill>
                <a:latin typeface="Times New Roman" panose="02020603050405020304" pitchFamily="18" charset="0"/>
                <a:cs typeface="Times New Roman" panose="02020603050405020304" pitchFamily="18" charset="0"/>
              </a:rPr>
              <a:t> tin. Byte </a:t>
            </a:r>
            <a:r>
              <a:rPr lang="en-US" altLang="ko-KR" sz="1000" dirty="0" err="1" smtClean="0">
                <a:solidFill>
                  <a:srgbClr val="000000"/>
                </a:solidFill>
                <a:latin typeface="Times New Roman" panose="02020603050405020304" pitchFamily="18" charset="0"/>
                <a:cs typeface="Times New Roman" panose="02020603050405020304" pitchFamily="18" charset="0"/>
              </a:rPr>
              <a:t>có</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thể</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thể</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hiện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thông</a:t>
            </a:r>
            <a:r>
              <a:rPr lang="en-US" altLang="ko-KR" sz="1000" dirty="0" smtClean="0">
                <a:solidFill>
                  <a:srgbClr val="000000"/>
                </a:solidFill>
                <a:latin typeface="Times New Roman" panose="02020603050405020304" pitchFamily="18" charset="0"/>
                <a:cs typeface="Times New Roman" panose="02020603050405020304" pitchFamily="18" charset="0"/>
              </a:rPr>
              <a:t> tin </a:t>
            </a:r>
            <a:r>
              <a:rPr lang="en-US" altLang="ko-KR" sz="1000" dirty="0" err="1" smtClean="0">
                <a:solidFill>
                  <a:srgbClr val="000000"/>
                </a:solidFill>
                <a:latin typeface="Times New Roman" panose="02020603050405020304" pitchFamily="18" charset="0"/>
                <a:cs typeface="Times New Roman" panose="02020603050405020304" pitchFamily="18" charset="0"/>
              </a:rPr>
              <a:t>của</a:t>
            </a:r>
            <a:r>
              <a:rPr lang="en-US" altLang="ko-KR" sz="1000" dirty="0" smtClean="0">
                <a:solidFill>
                  <a:srgbClr val="000000"/>
                </a:solidFill>
                <a:latin typeface="Times New Roman" panose="02020603050405020304" pitchFamily="18" charset="0"/>
                <a:cs typeface="Times New Roman" panose="02020603050405020304" pitchFamily="18" charset="0"/>
              </a:rPr>
              <a:t> 256 </a:t>
            </a:r>
            <a:r>
              <a:rPr lang="en-US" altLang="ko-KR" sz="1000" dirty="0" err="1" smtClean="0">
                <a:solidFill>
                  <a:srgbClr val="000000"/>
                </a:solidFill>
                <a:latin typeface="Times New Roman" panose="02020603050405020304" pitchFamily="18" charset="0"/>
                <a:cs typeface="Times New Roman" panose="02020603050405020304" pitchFamily="18" charset="0"/>
              </a:rPr>
              <a:t>loại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và</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có</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thể</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biểu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tất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cả</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số</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chữ</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và</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kí</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tự</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đặc</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biệt</a:t>
            </a:r>
            <a:r>
              <a:rPr lang="en-US" altLang="ko-KR" sz="1000" dirty="0" smtClean="0">
                <a:solidFill>
                  <a:srgbClr val="000000"/>
                </a:solidFill>
                <a:latin typeface="Times New Roman" panose="02020603050405020304" pitchFamily="18" charset="0"/>
                <a:cs typeface="Times New Roman" panose="02020603050405020304" pitchFamily="18" charset="0"/>
              </a:rPr>
              <a:t>.</a:t>
            </a:r>
            <a:endParaRPr lang="en-US" altLang="ko-KR" sz="1000"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dirty="0">
                <a:solidFill>
                  <a:srgbClr val="000000"/>
                </a:solidFill>
                <a:latin typeface="Times New Roman" panose="02020603050405020304" pitchFamily="18" charset="0"/>
                <a:cs typeface="Times New Roman" panose="02020603050405020304" pitchFamily="18" charset="0"/>
              </a:rPr>
              <a:t> </a:t>
            </a:r>
            <a:r>
              <a:rPr lang="en-US" altLang="ko-KR" sz="1000" dirty="0" smtClean="0">
                <a:solidFill>
                  <a:srgbClr val="000000"/>
                </a:solidFill>
                <a:latin typeface="Times New Roman" panose="02020603050405020304" pitchFamily="18" charset="0"/>
                <a:cs typeface="Times New Roman" panose="02020603050405020304" pitchFamily="18" charset="0"/>
              </a:rPr>
              <a:t>1 Byte </a:t>
            </a:r>
            <a:r>
              <a:rPr lang="en-US" altLang="ko-KR" sz="1000" dirty="0" err="1" smtClean="0">
                <a:solidFill>
                  <a:srgbClr val="000000"/>
                </a:solidFill>
                <a:latin typeface="Times New Roman" panose="02020603050405020304" pitchFamily="18" charset="0"/>
                <a:cs typeface="Times New Roman" panose="02020603050405020304" pitchFamily="18" charset="0"/>
              </a:rPr>
              <a:t>cũng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được</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gọi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là</a:t>
            </a:r>
            <a:r>
              <a:rPr lang="en-US" altLang="ko-KR" sz="1000" dirty="0" smtClean="0">
                <a:solidFill>
                  <a:srgbClr val="000000"/>
                </a:solidFill>
                <a:latin typeface="Times New Roman" panose="02020603050405020304" pitchFamily="18" charset="0"/>
                <a:cs typeface="Times New Roman" panose="02020603050405020304" pitchFamily="18" charset="0"/>
              </a:rPr>
              <a:t> 1</a:t>
            </a:r>
            <a:r>
              <a:rPr lang="ko-KR" altLang="en-US" sz="1000" dirty="0">
                <a:solidFill>
                  <a:srgbClr val="000000"/>
                </a:solidFill>
                <a:latin typeface="Times New Roman" panose="02020603050405020304" pitchFamily="18" charset="0"/>
                <a:cs typeface="Times New Roman" panose="02020603050405020304" pitchFamily="18" charset="0"/>
              </a:rPr>
              <a:t> </a:t>
            </a:r>
            <a:r>
              <a:rPr lang="en-US" altLang="ko-KR" sz="1000" dirty="0" smtClean="0">
                <a:solidFill>
                  <a:srgbClr val="000000"/>
                </a:solidFill>
                <a:latin typeface="Times New Roman" panose="02020603050405020304" pitchFamily="18" charset="0"/>
                <a:cs typeface="Times New Roman" panose="02020603050405020304" pitchFamily="18" charset="0"/>
              </a:rPr>
              <a:t>character. </a:t>
            </a:r>
            <a:r>
              <a:rPr lang="en-US" altLang="ko-KR" sz="1000" dirty="0" err="1" smtClean="0">
                <a:solidFill>
                  <a:srgbClr val="000000"/>
                </a:solidFill>
                <a:latin typeface="Times New Roman" panose="02020603050405020304" pitchFamily="18" charset="0"/>
                <a:cs typeface="Times New Roman" panose="02020603050405020304" pitchFamily="18" charset="0"/>
              </a:rPr>
              <a:t>Một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chữ</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có</a:t>
            </a:r>
            <a:r>
              <a:rPr lang="en-US" altLang="ko-KR" sz="1000" dirty="0" smtClean="0">
                <a:solidFill>
                  <a:srgbClr val="000000"/>
                </a:solidFill>
                <a:latin typeface="Times New Roman" panose="02020603050405020304" pitchFamily="18" charset="0"/>
                <a:cs typeface="Times New Roman" panose="02020603050405020304" pitchFamily="18" charset="0"/>
              </a:rPr>
              <a:t> 1 Byte , </a:t>
            </a:r>
            <a:r>
              <a:rPr lang="en-US" altLang="ko-KR" sz="1000" dirty="0" err="1" smtClean="0">
                <a:solidFill>
                  <a:srgbClr val="000000"/>
                </a:solidFill>
                <a:latin typeface="Times New Roman" panose="02020603050405020304" pitchFamily="18" charset="0"/>
                <a:cs typeface="Times New Roman" panose="02020603050405020304" pitchFamily="18" charset="0"/>
              </a:rPr>
              <a:t>tức</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là</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vì</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có</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thể</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biểu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thị</a:t>
            </a:r>
            <a:r>
              <a:rPr lang="en-US" altLang="ko-KR" sz="1000" dirty="0" smtClean="0">
                <a:solidFill>
                  <a:srgbClr val="000000"/>
                </a:solidFill>
                <a:latin typeface="Times New Roman" panose="02020603050405020304" pitchFamily="18" charset="0"/>
                <a:cs typeface="Times New Roman" panose="02020603050405020304" pitchFamily="18" charset="0"/>
              </a:rPr>
              <a:t> character. </a:t>
            </a:r>
            <a:r>
              <a:rPr lang="en-US" altLang="ko-KR" sz="1000" dirty="0" err="1" smtClean="0">
                <a:solidFill>
                  <a:srgbClr val="000000"/>
                </a:solidFill>
                <a:latin typeface="Times New Roman" panose="02020603050405020304" pitchFamily="18" charset="0"/>
                <a:cs typeface="Times New Roman" panose="02020603050405020304" pitchFamily="18" charset="0"/>
              </a:rPr>
              <a:t>Đó</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là</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trường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hợp</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chữ</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cái</a:t>
            </a:r>
            <a:r>
              <a:rPr lang="en-US" altLang="ko-KR" sz="1000" dirty="0" smtClean="0">
                <a:solidFill>
                  <a:srgbClr val="000000"/>
                </a:solidFill>
                <a:latin typeface="Times New Roman" panose="02020603050405020304" pitchFamily="18" charset="0"/>
                <a:cs typeface="Times New Roman" panose="02020603050405020304" pitchFamily="18" charset="0"/>
              </a:rPr>
              <a:t> alphabet, </a:t>
            </a:r>
            <a:r>
              <a:rPr lang="en-US" altLang="ko-KR" sz="1000" dirty="0" err="1" smtClean="0">
                <a:solidFill>
                  <a:srgbClr val="000000"/>
                </a:solidFill>
                <a:latin typeface="Times New Roman" panose="02020603050405020304" pitchFamily="18" charset="0"/>
                <a:cs typeface="Times New Roman" panose="02020603050405020304" pitchFamily="18" charset="0"/>
              </a:rPr>
              <a:t>còn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để</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biểu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tiếng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Hàn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cũng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như</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ngôn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ngữ</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chữ</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cái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phương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đông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thì</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phải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sử</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dụng</a:t>
            </a:r>
            <a:r>
              <a:rPr lang="en-US" altLang="ko-KR" sz="1000" dirty="0" smtClean="0">
                <a:solidFill>
                  <a:srgbClr val="000000"/>
                </a:solidFill>
                <a:latin typeface="Times New Roman" panose="02020603050405020304" pitchFamily="18" charset="0"/>
                <a:cs typeface="Times New Roman" panose="02020603050405020304" pitchFamily="18" charset="0"/>
              </a:rPr>
              <a:t> 2 Byte </a:t>
            </a:r>
            <a:r>
              <a:rPr lang="en-US" altLang="ko-KR" sz="1000" dirty="0" err="1" smtClean="0">
                <a:solidFill>
                  <a:srgbClr val="000000"/>
                </a:solidFill>
                <a:latin typeface="Times New Roman" panose="02020603050405020304" pitchFamily="18" charset="0"/>
                <a:cs typeface="Times New Roman" panose="02020603050405020304" pitchFamily="18" charset="0"/>
              </a:rPr>
              <a:t>cho</a:t>
            </a:r>
            <a:r>
              <a:rPr lang="en-US" altLang="ko-KR" sz="1000" dirty="0" smtClean="0">
                <a:solidFill>
                  <a:srgbClr val="000000"/>
                </a:solidFill>
                <a:latin typeface="Times New Roman" panose="02020603050405020304" pitchFamily="18" charset="0"/>
                <a:cs typeface="Times New Roman" panose="02020603050405020304" pitchFamily="18" charset="0"/>
              </a:rPr>
              <a:t> 1 </a:t>
            </a:r>
            <a:r>
              <a:rPr lang="en-US" altLang="ko-KR" sz="1000" dirty="0" err="1" smtClean="0">
                <a:solidFill>
                  <a:srgbClr val="000000"/>
                </a:solidFill>
                <a:latin typeface="Times New Roman" panose="02020603050405020304" pitchFamily="18" charset="0"/>
                <a:cs typeface="Times New Roman" panose="02020603050405020304" pitchFamily="18" charset="0"/>
              </a:rPr>
              <a:t>chữ</a:t>
            </a:r>
            <a:r>
              <a:rPr lang="en-US" altLang="ko-KR" sz="1000" dirty="0" smtClean="0">
                <a:solidFill>
                  <a:srgbClr val="000000"/>
                </a:solidFill>
                <a:latin typeface="Times New Roman" panose="02020603050405020304" pitchFamily="18" charset="0"/>
                <a:cs typeface="Times New Roman" panose="02020603050405020304" pitchFamily="18" charset="0"/>
              </a:rPr>
              <a:t>.  </a:t>
            </a:r>
            <a:endParaRPr lang="en-US" altLang="ko-KR" sz="1000"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dirty="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Đây</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là</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lý</a:t>
            </a:r>
            <a:r>
              <a:rPr lang="en-US" altLang="ko-KR" sz="1000" dirty="0" smtClean="0">
                <a:solidFill>
                  <a:srgbClr val="000000"/>
                </a:solidFill>
                <a:latin typeface="Times New Roman" panose="02020603050405020304" pitchFamily="18" charset="0"/>
                <a:cs typeface="Times New Roman" panose="02020603050405020304" pitchFamily="18" charset="0"/>
              </a:rPr>
              <a:t> do </a:t>
            </a:r>
            <a:r>
              <a:rPr lang="en-US" altLang="ko-KR" sz="1000" dirty="0" err="1" smtClean="0">
                <a:solidFill>
                  <a:srgbClr val="000000"/>
                </a:solidFill>
                <a:latin typeface="Times New Roman" panose="02020603050405020304" pitchFamily="18" charset="0"/>
                <a:cs typeface="Times New Roman" panose="02020603050405020304" pitchFamily="18" charset="0"/>
              </a:rPr>
              <a:t>vì</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sao</a:t>
            </a:r>
            <a:r>
              <a:rPr lang="en-US" altLang="ko-KR" sz="1000" dirty="0" smtClean="0">
                <a:solidFill>
                  <a:srgbClr val="000000"/>
                </a:solidFill>
                <a:latin typeface="Times New Roman" panose="02020603050405020304" pitchFamily="18" charset="0"/>
                <a:cs typeface="Times New Roman" panose="02020603050405020304" pitchFamily="18" charset="0"/>
              </a:rPr>
              <a:t> Code </a:t>
            </a:r>
            <a:r>
              <a:rPr lang="en-US" altLang="ko-KR" sz="1000" dirty="0" err="1" smtClean="0">
                <a:solidFill>
                  <a:srgbClr val="000000"/>
                </a:solidFill>
                <a:latin typeface="Times New Roman" panose="02020603050405020304" pitchFamily="18" charset="0"/>
                <a:cs typeface="Times New Roman" panose="02020603050405020304" pitchFamily="18" charset="0"/>
              </a:rPr>
              <a:t>tiếng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Hàn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là</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một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cấu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trúc</a:t>
            </a:r>
            <a:r>
              <a:rPr lang="en-US" altLang="ko-KR" sz="1000" dirty="0" smtClean="0">
                <a:solidFill>
                  <a:srgbClr val="000000"/>
                </a:solidFill>
                <a:latin typeface="Times New Roman" panose="02020603050405020304" pitchFamily="18" charset="0"/>
                <a:cs typeface="Times New Roman" panose="02020603050405020304" pitchFamily="18" charset="0"/>
              </a:rPr>
              <a:t> hay </a:t>
            </a:r>
            <a:r>
              <a:rPr lang="en-US" altLang="ko-KR" sz="1000" dirty="0" err="1" smtClean="0">
                <a:solidFill>
                  <a:srgbClr val="000000"/>
                </a:solidFill>
                <a:latin typeface="Times New Roman" panose="02020603050405020304" pitchFamily="18" charset="0"/>
                <a:cs typeface="Times New Roman" panose="02020603050405020304" pitchFamily="18" charset="0"/>
              </a:rPr>
              <a:t>một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tổ</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hợp</a:t>
            </a:r>
            <a:r>
              <a:rPr lang="en-US" altLang="ko-KR" sz="1000" dirty="0" smtClean="0">
                <a:solidFill>
                  <a:srgbClr val="000000"/>
                </a:solidFill>
                <a:latin typeface="Times New Roman" panose="02020603050405020304" pitchFamily="18" charset="0"/>
                <a:cs typeface="Times New Roman" panose="02020603050405020304" pitchFamily="18" charset="0"/>
              </a:rPr>
              <a:t> 2 Byte.</a:t>
            </a:r>
            <a:endParaRPr lang="en-US" altLang="ko-KR" sz="1000"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dirty="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theo</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đó</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chữ</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cái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phương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đông</a:t>
            </a:r>
            <a:r>
              <a:rPr lang="en-US" altLang="ko-KR" sz="1000" dirty="0" smtClean="0">
                <a:solidFill>
                  <a:srgbClr val="000000"/>
                </a:solidFill>
                <a:latin typeface="Times New Roman" panose="02020603050405020304" pitchFamily="18" charset="0"/>
                <a:cs typeface="Times New Roman" panose="02020603050405020304" pitchFamily="18" charset="0"/>
              </a:rPr>
              <a:t> hay </a:t>
            </a:r>
            <a:r>
              <a:rPr lang="en-US" altLang="ko-KR" sz="1000" dirty="0" err="1" smtClean="0">
                <a:solidFill>
                  <a:srgbClr val="000000"/>
                </a:solidFill>
                <a:latin typeface="Times New Roman" panose="02020603050405020304" pitchFamily="18" charset="0"/>
                <a:cs typeface="Times New Roman" panose="02020603050405020304" pitchFamily="18" charset="0"/>
              </a:rPr>
              <a:t>trong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thông</a:t>
            </a:r>
            <a:r>
              <a:rPr lang="en-US" altLang="ko-KR" sz="1000" dirty="0" smtClean="0">
                <a:solidFill>
                  <a:srgbClr val="000000"/>
                </a:solidFill>
                <a:latin typeface="Times New Roman" panose="02020603050405020304" pitchFamily="18" charset="0"/>
                <a:cs typeface="Times New Roman" panose="02020603050405020304" pitchFamily="18" charset="0"/>
              </a:rPr>
              <a:t> tin </a:t>
            </a:r>
            <a:r>
              <a:rPr lang="en-US" altLang="ko-KR" sz="1000" dirty="0" err="1" smtClean="0">
                <a:solidFill>
                  <a:srgbClr val="000000"/>
                </a:solidFill>
                <a:latin typeface="Times New Roman" panose="02020603050405020304" pitchFamily="18" charset="0"/>
                <a:cs typeface="Times New Roman" panose="02020603050405020304" pitchFamily="18" charset="0"/>
              </a:rPr>
              <a:t>cần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nhiều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mã</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địa</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chỉ</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thông</a:t>
            </a:r>
            <a:r>
              <a:rPr lang="en-US" altLang="ko-KR" sz="1000" dirty="0" smtClean="0">
                <a:solidFill>
                  <a:srgbClr val="000000"/>
                </a:solidFill>
                <a:latin typeface="Times New Roman" panose="02020603050405020304" pitchFamily="18" charset="0"/>
                <a:cs typeface="Times New Roman" panose="02020603050405020304" pitchFamily="18" charset="0"/>
              </a:rPr>
              <a:t> tin, </a:t>
            </a:r>
            <a:r>
              <a:rPr lang="en-US" altLang="ko-KR" sz="1000" dirty="0" err="1" smtClean="0">
                <a:solidFill>
                  <a:srgbClr val="000000"/>
                </a:solidFill>
                <a:latin typeface="Times New Roman" panose="02020603050405020304" pitchFamily="18" charset="0"/>
                <a:cs typeface="Times New Roman" panose="02020603050405020304" pitchFamily="18" charset="0"/>
              </a:rPr>
              <a:t>các</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loại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thông</a:t>
            </a:r>
            <a:r>
              <a:rPr lang="en-US" altLang="ko-KR" sz="1000" dirty="0" smtClean="0">
                <a:solidFill>
                  <a:srgbClr val="000000"/>
                </a:solidFill>
                <a:latin typeface="Times New Roman" panose="02020603050405020304" pitchFamily="18" charset="0"/>
                <a:cs typeface="Times New Roman" panose="02020603050405020304" pitchFamily="18" charset="0"/>
              </a:rPr>
              <a:t> tin </a:t>
            </a:r>
            <a:r>
              <a:rPr lang="en-US" altLang="ko-KR" sz="1000" dirty="0" err="1" smtClean="0">
                <a:solidFill>
                  <a:srgbClr val="000000"/>
                </a:solidFill>
                <a:latin typeface="Times New Roman" panose="02020603050405020304" pitchFamily="18" charset="0"/>
                <a:cs typeface="Times New Roman" panose="02020603050405020304" pitchFamily="18" charset="0"/>
              </a:rPr>
              <a:t>cần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thiết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trong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biểu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thị</a:t>
            </a:r>
            <a:r>
              <a:rPr lang="en-US" altLang="ko-KR" sz="1000" dirty="0" smtClean="0">
                <a:solidFill>
                  <a:srgbClr val="000000"/>
                </a:solidFill>
                <a:latin typeface="Times New Roman" panose="02020603050405020304" pitchFamily="18" charset="0"/>
                <a:cs typeface="Times New Roman" panose="02020603050405020304" pitchFamily="18" charset="0"/>
              </a:rPr>
              <a:t> multimedia </a:t>
            </a:r>
            <a:r>
              <a:rPr lang="en-US" altLang="ko-KR" sz="1000" dirty="0" err="1" smtClean="0">
                <a:solidFill>
                  <a:srgbClr val="000000"/>
                </a:solidFill>
                <a:latin typeface="Times New Roman" panose="02020603050405020304" pitchFamily="18" charset="0"/>
                <a:cs typeface="Times New Roman" panose="02020603050405020304" pitchFamily="18" charset="0"/>
              </a:rPr>
              <a:t>đặc</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biệt</a:t>
            </a:r>
            <a:r>
              <a:rPr lang="en-US" altLang="ko-KR" sz="1000" dirty="0" smtClean="0">
                <a:solidFill>
                  <a:srgbClr val="000000"/>
                </a:solidFill>
                <a:latin typeface="Times New Roman" panose="02020603050405020304" pitchFamily="18" charset="0"/>
                <a:cs typeface="Times New Roman" panose="02020603050405020304" pitchFamily="18" charset="0"/>
              </a:rPr>
              <a:t> v.v. </a:t>
            </a:r>
            <a:r>
              <a:rPr lang="en-US" altLang="ko-KR" sz="1000" dirty="0" err="1" smtClean="0">
                <a:solidFill>
                  <a:srgbClr val="000000"/>
                </a:solidFill>
                <a:latin typeface="Times New Roman" panose="02020603050405020304" pitchFamily="18" charset="0"/>
                <a:cs typeface="Times New Roman" panose="02020603050405020304" pitchFamily="18" charset="0"/>
              </a:rPr>
              <a:t>sẽ</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được</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gom</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lại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thành</a:t>
            </a:r>
            <a:r>
              <a:rPr lang="en-US" altLang="ko-KR" sz="1000" dirty="0" smtClean="0">
                <a:solidFill>
                  <a:srgbClr val="000000"/>
                </a:solidFill>
                <a:latin typeface="Times New Roman" panose="02020603050405020304" pitchFamily="18" charset="0"/>
                <a:cs typeface="Times New Roman" panose="02020603050405020304" pitchFamily="18" charset="0"/>
              </a:rPr>
              <a:t> 2, 4 </a:t>
            </a:r>
            <a:r>
              <a:rPr lang="en-US" altLang="ko-KR" sz="1000" dirty="0" err="1" smtClean="0">
                <a:solidFill>
                  <a:srgbClr val="000000"/>
                </a:solidFill>
                <a:latin typeface="Times New Roman" panose="02020603050405020304" pitchFamily="18" charset="0"/>
                <a:cs typeface="Times New Roman" panose="02020603050405020304" pitchFamily="18" charset="0"/>
              </a:rPr>
              <a:t>hoạc</a:t>
            </a:r>
            <a:r>
              <a:rPr lang="en-US" altLang="ko-KR" sz="1000" dirty="0" smtClean="0">
                <a:solidFill>
                  <a:srgbClr val="000000"/>
                </a:solidFill>
                <a:latin typeface="Times New Roman" panose="02020603050405020304" pitchFamily="18" charset="0"/>
                <a:cs typeface="Times New Roman" panose="02020603050405020304" pitchFamily="18" charset="0"/>
              </a:rPr>
              <a:t> 8 Byte </a:t>
            </a:r>
            <a:r>
              <a:rPr lang="en-US" altLang="ko-KR" sz="1000" dirty="0" err="1" smtClean="0">
                <a:solidFill>
                  <a:srgbClr val="000000"/>
                </a:solidFill>
                <a:latin typeface="Times New Roman" panose="02020603050405020304" pitchFamily="18" charset="0"/>
                <a:cs typeface="Times New Roman" panose="02020603050405020304" pitchFamily="18" charset="0"/>
              </a:rPr>
              <a:t>rồi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mới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biểu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thị</a:t>
            </a:r>
            <a:r>
              <a:rPr lang="en-US" altLang="ko-KR" sz="1000" dirty="0" smtClean="0">
                <a:solidFill>
                  <a:srgbClr val="000000"/>
                </a:solidFill>
                <a:latin typeface="Times New Roman" panose="02020603050405020304" pitchFamily="18" charset="0"/>
                <a:cs typeface="Times New Roman" panose="02020603050405020304" pitchFamily="18" charset="0"/>
              </a:rPr>
              <a:t>.</a:t>
            </a:r>
            <a:endParaRPr lang="en-US" altLang="ko-KR" sz="1000" dirty="0">
              <a:solidFill>
                <a:srgbClr val="000000"/>
              </a:solidFill>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000" dirty="0" err="1" smtClean="0">
                <a:solidFill>
                  <a:srgbClr val="000000"/>
                </a:solidFill>
                <a:latin typeface="Times New Roman" panose="02020603050405020304" pitchFamily="18" charset="0"/>
                <a:cs typeface="Times New Roman" panose="02020603050405020304" pitchFamily="18" charset="0"/>
              </a:rPr>
              <a:t>Trong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thuật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ngữ</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liên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quan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thì</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có</a:t>
            </a:r>
            <a:r>
              <a:rPr lang="en-US" altLang="ko-KR" sz="1000" dirty="0" smtClean="0">
                <a:solidFill>
                  <a:srgbClr val="000000"/>
                </a:solidFill>
                <a:latin typeface="Times New Roman" panose="02020603050405020304" pitchFamily="18" charset="0"/>
                <a:cs typeface="Times New Roman" panose="02020603050405020304" pitchFamily="18" charset="0"/>
              </a:rPr>
              <a:t> Word </a:t>
            </a:r>
            <a:r>
              <a:rPr lang="en-US" altLang="ko-KR" sz="1000" dirty="0" err="1" smtClean="0">
                <a:solidFill>
                  <a:srgbClr val="000000"/>
                </a:solidFill>
                <a:latin typeface="Times New Roman" panose="02020603050405020304" pitchFamily="18" charset="0"/>
                <a:cs typeface="Times New Roman" panose="02020603050405020304" pitchFamily="18" charset="0"/>
              </a:rPr>
              <a:t>tương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thích</a:t>
            </a:r>
            <a:r>
              <a:rPr lang="en-US" altLang="ko-KR" sz="1000" dirty="0" smtClean="0">
                <a:solidFill>
                  <a:srgbClr val="000000"/>
                </a:solidFill>
                <a:latin typeface="Times New Roman" panose="02020603050405020304" pitchFamily="18" charset="0"/>
                <a:cs typeface="Times New Roman" panose="02020603050405020304" pitchFamily="18" charset="0"/>
              </a:rPr>
              <a:t> 2 Byte, Quarter 2 bit (</a:t>
            </a:r>
            <a:r>
              <a:rPr lang="en-US" altLang="ko-KR" sz="1000" dirty="0" err="1" smtClean="0">
                <a:solidFill>
                  <a:srgbClr val="000000"/>
                </a:solidFill>
                <a:latin typeface="Times New Roman" panose="02020603050405020304" pitchFamily="18" charset="0"/>
                <a:cs typeface="Times New Roman" panose="02020603050405020304" pitchFamily="18" charset="0"/>
              </a:rPr>
              <a:t>tức</a:t>
            </a:r>
            <a:r>
              <a:rPr lang="en-US" altLang="ko-KR" sz="1000" dirty="0" smtClean="0">
                <a:solidFill>
                  <a:srgbClr val="000000"/>
                </a:solidFill>
                <a:latin typeface="Times New Roman" panose="02020603050405020304" pitchFamily="18" charset="0"/>
                <a:cs typeface="Times New Roman" panose="02020603050405020304" pitchFamily="18" charset="0"/>
              </a:rPr>
              <a:t> 1/4byte), Nibble (</a:t>
            </a:r>
            <a:r>
              <a:rPr lang="en-US" altLang="ko-KR" sz="1000" dirty="0" err="1" smtClean="0">
                <a:solidFill>
                  <a:srgbClr val="000000"/>
                </a:solidFill>
                <a:latin typeface="Times New Roman" panose="02020603050405020304" pitchFamily="18" charset="0"/>
                <a:cs typeface="Times New Roman" panose="02020603050405020304" pitchFamily="18" charset="0"/>
              </a:rPr>
              <a:t>biểu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gộp</a:t>
            </a:r>
            <a:r>
              <a:rPr lang="en-US" altLang="ko-KR" sz="1000" dirty="0" smtClean="0">
                <a:solidFill>
                  <a:srgbClr val="000000"/>
                </a:solidFill>
                <a:latin typeface="Times New Roman" panose="02020603050405020304" pitchFamily="18" charset="0"/>
                <a:cs typeface="Times New Roman" panose="02020603050405020304" pitchFamily="18" charset="0"/>
              </a:rPr>
              <a:t> 4bit </a:t>
            </a:r>
            <a:r>
              <a:rPr lang="en-US" altLang="ko-KR" sz="1000" dirty="0" err="1" smtClean="0">
                <a:solidFill>
                  <a:srgbClr val="000000"/>
                </a:solidFill>
                <a:latin typeface="Times New Roman" panose="02020603050405020304" pitchFamily="18" charset="0"/>
                <a:cs typeface="Times New Roman" panose="02020603050405020304" pitchFamily="18" charset="0"/>
              </a:rPr>
              <a:t>lại</a:t>
            </a:r>
            <a:r>
              <a:rPr lang="en-US" altLang="ko-KR" sz="1000" dirty="0" smtClean="0">
                <a:solidFill>
                  <a:srgbClr val="000000"/>
                </a:solidFill>
                <a:latin typeface="Times New Roman" panose="02020603050405020304" pitchFamily="18" charset="0"/>
                <a:cs typeface="Times New Roman" panose="02020603050405020304" pitchFamily="18" charset="0"/>
              </a:rPr>
              <a:t>) . </a:t>
            </a:r>
            <a:r>
              <a:rPr lang="en-US" altLang="ko-KR" sz="1000" dirty="0" err="1" smtClean="0">
                <a:solidFill>
                  <a:srgbClr val="000000"/>
                </a:solidFill>
                <a:latin typeface="Times New Roman" panose="02020603050405020304" pitchFamily="18" charset="0"/>
                <a:cs typeface="Times New Roman" panose="02020603050405020304" pitchFamily="18" charset="0"/>
              </a:rPr>
              <a:t>Ngoài</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ra</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để</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biểu</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lượng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thông</a:t>
            </a:r>
            <a:r>
              <a:rPr lang="en-US" altLang="ko-KR" sz="1000" dirty="0" smtClean="0">
                <a:solidFill>
                  <a:srgbClr val="000000"/>
                </a:solidFill>
                <a:latin typeface="Times New Roman" panose="02020603050405020304" pitchFamily="18" charset="0"/>
                <a:cs typeface="Times New Roman" panose="02020603050405020304" pitchFamily="18" charset="0"/>
              </a:rPr>
              <a:t> tin, hay dung </a:t>
            </a:r>
            <a:r>
              <a:rPr lang="en-US" altLang="ko-KR" sz="1000" dirty="0" err="1" smtClean="0">
                <a:solidFill>
                  <a:srgbClr val="000000"/>
                </a:solidFill>
                <a:latin typeface="Times New Roman" panose="02020603050405020304" pitchFamily="18" charset="0"/>
                <a:cs typeface="Times New Roman" panose="02020603050405020304" pitchFamily="18" charset="0"/>
              </a:rPr>
              <a:t>lượng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của</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thiết</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bị</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bộ</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nhớ</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lớn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còn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sử</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dụng</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đơn</a:t>
            </a:r>
            <a:r>
              <a:rPr lang="en-US" altLang="ko-KR" sz="1000" dirty="0" smtClean="0">
                <a:solidFill>
                  <a:srgbClr val="000000"/>
                </a:solidFill>
                <a:latin typeface="Times New Roman" panose="02020603050405020304" pitchFamily="18" charset="0"/>
                <a:cs typeface="Times New Roman" panose="02020603050405020304" pitchFamily="18" charset="0"/>
              </a:rPr>
              <a:t> </a:t>
            </a:r>
            <a:r>
              <a:rPr lang="en-US" altLang="ko-KR" sz="1000" dirty="0" err="1" smtClean="0">
                <a:solidFill>
                  <a:srgbClr val="000000"/>
                </a:solidFill>
                <a:latin typeface="Times New Roman" panose="02020603050405020304" pitchFamily="18" charset="0"/>
                <a:cs typeface="Times New Roman" panose="02020603050405020304" pitchFamily="18" charset="0"/>
              </a:rPr>
              <a:t>vị</a:t>
            </a:r>
            <a:r>
              <a:rPr lang="en-US" altLang="ko-KR" sz="1000" dirty="0" smtClean="0">
                <a:solidFill>
                  <a:srgbClr val="000000"/>
                </a:solidFill>
                <a:latin typeface="Times New Roman" panose="02020603050405020304" pitchFamily="18" charset="0"/>
                <a:cs typeface="Times New Roman" panose="02020603050405020304" pitchFamily="18" charset="0"/>
              </a:rPr>
              <a:t> Kilo byte(KB</a:t>
            </a:r>
            <a:r>
              <a:rPr lang="en-US" altLang="ko-KR" sz="1000" dirty="0">
                <a:solidFill>
                  <a:srgbClr val="000000"/>
                </a:solidFill>
                <a:latin typeface="Times New Roman" panose="02020603050405020304" pitchFamily="18" charset="0"/>
                <a:cs typeface="Times New Roman" panose="02020603050405020304" pitchFamily="18" charset="0"/>
              </a:rPr>
              <a:t>), </a:t>
            </a:r>
            <a:r>
              <a:rPr lang="en-US" altLang="ko-KR" sz="1000" dirty="0" smtClean="0">
                <a:solidFill>
                  <a:srgbClr val="000000"/>
                </a:solidFill>
                <a:latin typeface="Times New Roman" panose="02020603050405020304" pitchFamily="18" charset="0"/>
                <a:cs typeface="Times New Roman" panose="02020603050405020304" pitchFamily="18" charset="0"/>
              </a:rPr>
              <a:t>Mega byte(MB</a:t>
            </a:r>
            <a:r>
              <a:rPr lang="en-US" altLang="ko-KR" sz="1000" dirty="0">
                <a:solidFill>
                  <a:srgbClr val="000000"/>
                </a:solidFill>
                <a:latin typeface="Times New Roman" panose="02020603050405020304" pitchFamily="18" charset="0"/>
                <a:cs typeface="Times New Roman" panose="02020603050405020304" pitchFamily="18" charset="0"/>
              </a:rPr>
              <a:t>), </a:t>
            </a:r>
            <a:r>
              <a:rPr lang="en-US" altLang="ko-KR" sz="1000" dirty="0" smtClean="0">
                <a:solidFill>
                  <a:srgbClr val="000000"/>
                </a:solidFill>
                <a:latin typeface="Times New Roman" panose="02020603050405020304" pitchFamily="18" charset="0"/>
                <a:cs typeface="Times New Roman" panose="02020603050405020304" pitchFamily="18" charset="0"/>
              </a:rPr>
              <a:t>Giga byte(GB</a:t>
            </a:r>
            <a:r>
              <a:rPr lang="en-US" altLang="ko-KR" sz="1000" dirty="0">
                <a:solidFill>
                  <a:srgbClr val="000000"/>
                </a:solidFill>
                <a:latin typeface="Times New Roman" panose="02020603050405020304" pitchFamily="18" charset="0"/>
                <a:cs typeface="Times New Roman" panose="02020603050405020304" pitchFamily="18" charset="0"/>
              </a:rPr>
              <a:t>) </a:t>
            </a:r>
            <a:r>
              <a:rPr lang="en-US" altLang="ko-KR" sz="1000" dirty="0" smtClean="0">
                <a:solidFill>
                  <a:srgbClr val="000000"/>
                </a:solidFill>
                <a:latin typeface="Times New Roman" panose="02020603050405020304" pitchFamily="18" charset="0"/>
                <a:cs typeface="Times New Roman" panose="02020603050405020304" pitchFamily="18" charset="0"/>
              </a:rPr>
              <a:t>v.v.</a:t>
            </a:r>
            <a:endParaRPr lang="en-US" altLang="ko-KR" sz="1000" dirty="0">
              <a:solidFill>
                <a:srgbClr val="000000"/>
              </a:solidFill>
              <a:latin typeface="Times New Roman" panose="02020603050405020304" pitchFamily="18" charset="0"/>
              <a:cs typeface="Times New Roman" panose="02020603050405020304" pitchFamily="18" charset="0"/>
            </a:endParaRPr>
          </a:p>
        </p:txBody>
      </p:sp>
      <p:sp>
        <p:nvSpPr>
          <p:cNvPr id="60446" name="Rectangle 36"/>
          <p:cNvSpPr>
            <a:spLocks noChangeArrowheads="1"/>
          </p:cNvSpPr>
          <p:nvPr/>
        </p:nvSpPr>
        <p:spPr bwMode="auto">
          <a:xfrm>
            <a:off x="7833320" y="77788"/>
            <a:ext cx="185018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Phân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loại</a:t>
            </a:r>
            <a:r>
              <a:rPr lang="en-US" altLang="ko-KR" sz="1600" b="1" dirty="0" smtClean="0">
                <a:latin typeface="Times New Roman" panose="02020603050405020304" pitchFamily="18" charset="0"/>
                <a:cs typeface="Times New Roman" panose="02020603050405020304" pitchFamily="18" charset="0"/>
              </a:rPr>
              <a:t> Device</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p:cNvSpPr>
            <a:spLocks noChangeArrowheads="1"/>
          </p:cNvSpPr>
          <p:nvPr/>
        </p:nvSpPr>
        <p:spPr bwMode="auto">
          <a:xfrm>
            <a:off x="60325" y="53975"/>
            <a:ext cx="34034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2.PLC Device </a:t>
            </a:r>
            <a:r>
              <a:rPr lang="en-US" altLang="ko-KR" sz="1800" b="1" dirty="0" err="1" smtClean="0">
                <a:latin typeface="Times New Roman" panose="02020603050405020304" pitchFamily="18" charset="0"/>
                <a:cs typeface="Times New Roman" panose="02020603050405020304" pitchFamily="18" charset="0"/>
              </a:rPr>
              <a:t>và</a:t>
            </a:r>
            <a:r>
              <a:rPr lang="en-US" altLang="ko-KR" sz="1800" b="1" dirty="0" smtClean="0">
                <a:latin typeface="Times New Roman" panose="02020603050405020304" pitchFamily="18" charset="0"/>
                <a:cs typeface="Times New Roman" panose="02020603050405020304" pitchFamily="18" charset="0"/>
              </a:rPr>
              <a:t> Flow </a:t>
            </a:r>
            <a:r>
              <a:rPr lang="en-US" altLang="ko-KR" sz="1800" b="1" dirty="0" err="1" smtClean="0">
                <a:latin typeface="Times New Roman" panose="02020603050405020304" pitchFamily="18" charset="0"/>
                <a:cs typeface="Times New Roman" panose="02020603050405020304" pitchFamily="18" charset="0"/>
              </a:rPr>
              <a:t>hoạt</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động</a:t>
            </a:r>
            <a:endParaRPr lang="en-US" altLang="ko-KR" sz="1800" b="1" dirty="0">
              <a:latin typeface="Times New Roman" panose="02020603050405020304" pitchFamily="18" charset="0"/>
              <a:cs typeface="Times New Roman" panose="02020603050405020304" pitchFamily="18" charset="0"/>
            </a:endParaRPr>
          </a:p>
        </p:txBody>
      </p:sp>
      <p:sp>
        <p:nvSpPr>
          <p:cNvPr id="61443" name="Rectangle 3"/>
          <p:cNvSpPr>
            <a:spLocks noChangeArrowheads="1"/>
          </p:cNvSpPr>
          <p:nvPr/>
        </p:nvSpPr>
        <p:spPr bwMode="auto">
          <a:xfrm>
            <a:off x="311150" y="768350"/>
            <a:ext cx="25651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smtClean="0">
                <a:latin typeface="Times New Roman" panose="02020603050405020304" pitchFamily="18" charset="0"/>
                <a:cs typeface="Times New Roman" panose="02020603050405020304" pitchFamily="18" charset="0"/>
              </a:rPr>
              <a:t>Flow </a:t>
            </a:r>
            <a:r>
              <a:rPr lang="en-US" altLang="ko-KR" sz="1600" b="1" dirty="0" err="1" smtClean="0">
                <a:latin typeface="Times New Roman" panose="02020603050405020304" pitchFamily="18" charset="0"/>
                <a:cs typeface="Times New Roman" panose="02020603050405020304" pitchFamily="18" charset="0"/>
              </a:rPr>
              <a:t>hoạt</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động</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của</a:t>
            </a:r>
            <a:r>
              <a:rPr lang="en-US" altLang="ko-KR" sz="1600" b="1" dirty="0" smtClean="0">
                <a:latin typeface="Times New Roman" panose="02020603050405020304" pitchFamily="18" charset="0"/>
                <a:cs typeface="Times New Roman" panose="02020603050405020304" pitchFamily="18" charset="0"/>
              </a:rPr>
              <a:t> PLC</a:t>
            </a:r>
            <a:endParaRPr lang="en-US" altLang="ko-KR" sz="1600" b="1" dirty="0">
              <a:latin typeface="Times New Roman" panose="02020603050405020304" pitchFamily="18" charset="0"/>
              <a:cs typeface="Times New Roman" panose="02020603050405020304" pitchFamily="18" charset="0"/>
            </a:endParaRPr>
          </a:p>
        </p:txBody>
      </p:sp>
      <p:sp>
        <p:nvSpPr>
          <p:cNvPr id="61444" name="Text Box 4"/>
          <p:cNvSpPr txBox="1">
            <a:spLocks noChangeArrowheads="1"/>
          </p:cNvSpPr>
          <p:nvPr/>
        </p:nvSpPr>
        <p:spPr bwMode="auto">
          <a:xfrm>
            <a:off x="393700" y="1196975"/>
            <a:ext cx="9096375" cy="1231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solidFill>
                  <a:srgbClr val="000000"/>
                </a:solidFill>
                <a:latin typeface="Times New Roman" panose="02020603050405020304" pitchFamily="18" charset="0"/>
                <a:cs typeface="Times New Roman" panose="02020603050405020304" pitchFamily="18" charset="0"/>
              </a:rPr>
              <a:t>2-1. </a:t>
            </a:r>
            <a:r>
              <a:rPr lang="en-US" altLang="ko-KR" sz="1400" b="1" dirty="0" err="1" smtClean="0">
                <a:solidFill>
                  <a:srgbClr val="000000"/>
                </a:solidFill>
                <a:latin typeface="Times New Roman" panose="02020603050405020304" pitchFamily="18" charset="0"/>
                <a:cs typeface="Times New Roman" panose="02020603050405020304" pitchFamily="18" charset="0"/>
              </a:rPr>
              <a:t>Phương</a:t>
            </a:r>
            <a:r>
              <a:rPr lang="en-US" altLang="ko-KR" sz="1400" b="1" dirty="0" smtClean="0">
                <a:solidFill>
                  <a:srgbClr val="000000"/>
                </a:solidFill>
                <a:latin typeface="Times New Roman" panose="02020603050405020304" pitchFamily="18" charset="0"/>
                <a:cs typeface="Times New Roman" panose="02020603050405020304" pitchFamily="18" charset="0"/>
              </a:rPr>
              <a:t> </a:t>
            </a:r>
            <a:r>
              <a:rPr lang="en-US" altLang="ko-KR" sz="1400" b="1" dirty="0" err="1" smtClean="0">
                <a:solidFill>
                  <a:srgbClr val="000000"/>
                </a:solidFill>
                <a:latin typeface="Times New Roman" panose="02020603050405020304" pitchFamily="18" charset="0"/>
                <a:cs typeface="Times New Roman" panose="02020603050405020304" pitchFamily="18" charset="0"/>
              </a:rPr>
              <a:t>pháp</a:t>
            </a:r>
            <a:r>
              <a:rPr lang="en-US" altLang="ko-KR" sz="1400" b="1" dirty="0" smtClean="0">
                <a:solidFill>
                  <a:srgbClr val="000000"/>
                </a:solidFill>
                <a:latin typeface="Times New Roman" panose="02020603050405020304" pitchFamily="18" charset="0"/>
                <a:cs typeface="Times New Roman" panose="02020603050405020304" pitchFamily="18" charset="0"/>
              </a:rPr>
              <a:t> </a:t>
            </a:r>
            <a:r>
              <a:rPr lang="en-US" altLang="ko-KR" sz="1400" b="1" dirty="0" err="1" smtClean="0">
                <a:solidFill>
                  <a:srgbClr val="000000"/>
                </a:solidFill>
                <a:latin typeface="Times New Roman" panose="02020603050405020304" pitchFamily="18" charset="0"/>
                <a:cs typeface="Times New Roman" panose="02020603050405020304" pitchFamily="18" charset="0"/>
              </a:rPr>
              <a:t>xử</a:t>
            </a:r>
            <a:r>
              <a:rPr lang="en-US" altLang="ko-KR" sz="1400" b="1" dirty="0" smtClean="0">
                <a:solidFill>
                  <a:srgbClr val="000000"/>
                </a:solidFill>
                <a:latin typeface="Times New Roman" panose="02020603050405020304" pitchFamily="18" charset="0"/>
                <a:cs typeface="Times New Roman" panose="02020603050405020304" pitchFamily="18" charset="0"/>
              </a:rPr>
              <a:t> </a:t>
            </a:r>
            <a:r>
              <a:rPr lang="en-US" altLang="ko-KR" sz="1400" b="1" dirty="0" err="1" smtClean="0">
                <a:solidFill>
                  <a:srgbClr val="000000"/>
                </a:solidFill>
                <a:latin typeface="Times New Roman" panose="02020603050405020304" pitchFamily="18" charset="0"/>
                <a:cs typeface="Times New Roman" panose="02020603050405020304" pitchFamily="18" charset="0"/>
              </a:rPr>
              <a:t>lý</a:t>
            </a:r>
            <a:r>
              <a:rPr lang="en-US" altLang="ko-KR" sz="1400" b="1" dirty="0" smtClean="0">
                <a:solidFill>
                  <a:srgbClr val="000000"/>
                </a:solidFill>
                <a:latin typeface="Times New Roman" panose="02020603050405020304" pitchFamily="18" charset="0"/>
                <a:cs typeface="Times New Roman" panose="02020603050405020304" pitchFamily="18" charset="0"/>
              </a:rPr>
              <a:t> </a:t>
            </a:r>
            <a:r>
              <a:rPr lang="en-US" altLang="ko-KR" sz="1400" b="1" dirty="0" err="1" smtClean="0">
                <a:solidFill>
                  <a:srgbClr val="000000"/>
                </a:solidFill>
                <a:latin typeface="Times New Roman" panose="02020603050405020304" pitchFamily="18" charset="0"/>
                <a:cs typeface="Times New Roman" panose="02020603050405020304" pitchFamily="18" charset="0"/>
              </a:rPr>
              <a:t>tính</a:t>
            </a:r>
            <a:r>
              <a:rPr lang="en-US" altLang="ko-KR" sz="1400" b="1" dirty="0" smtClean="0">
                <a:solidFill>
                  <a:srgbClr val="000000"/>
                </a:solidFill>
                <a:latin typeface="Times New Roman" panose="02020603050405020304" pitchFamily="18" charset="0"/>
                <a:cs typeface="Times New Roman" panose="02020603050405020304" pitchFamily="18" charset="0"/>
              </a:rPr>
              <a:t> </a:t>
            </a:r>
            <a:r>
              <a:rPr lang="en-US" altLang="ko-KR" sz="1400" b="1" dirty="0" err="1" smtClean="0">
                <a:solidFill>
                  <a:srgbClr val="000000"/>
                </a:solidFill>
                <a:latin typeface="Times New Roman" panose="02020603050405020304" pitchFamily="18" charset="0"/>
                <a:cs typeface="Times New Roman" panose="02020603050405020304" pitchFamily="18" charset="0"/>
              </a:rPr>
              <a:t>toán</a:t>
            </a:r>
            <a:r>
              <a:rPr lang="en-US" altLang="ko-KR" sz="1400" b="1" dirty="0" smtClean="0">
                <a:solidFill>
                  <a:srgbClr val="000000"/>
                </a:solidFill>
                <a:latin typeface="Times New Roman" panose="02020603050405020304" pitchFamily="18" charset="0"/>
                <a:cs typeface="Times New Roman" panose="02020603050405020304" pitchFamily="18" charset="0"/>
              </a:rPr>
              <a:t> </a:t>
            </a:r>
            <a:r>
              <a:rPr lang="en-US" altLang="ko-KR" sz="1400" b="1" dirty="0" err="1" smtClean="0">
                <a:solidFill>
                  <a:srgbClr val="000000"/>
                </a:solidFill>
                <a:latin typeface="Times New Roman" panose="02020603050405020304" pitchFamily="18" charset="0"/>
                <a:cs typeface="Times New Roman" panose="02020603050405020304" pitchFamily="18" charset="0"/>
              </a:rPr>
              <a:t>của</a:t>
            </a:r>
            <a:r>
              <a:rPr lang="en-US" altLang="ko-KR" sz="1400" b="1" dirty="0" smtClean="0">
                <a:solidFill>
                  <a:srgbClr val="000000"/>
                </a:solidFill>
                <a:latin typeface="Times New Roman" panose="02020603050405020304" pitchFamily="18" charset="0"/>
                <a:cs typeface="Times New Roman" panose="02020603050405020304" pitchFamily="18" charset="0"/>
              </a:rPr>
              <a:t> PLC</a:t>
            </a:r>
            <a:endParaRPr lang="ko-KR" altLang="en-US" sz="1400" b="1" dirty="0">
              <a:solidFill>
                <a:srgbClr val="000000"/>
              </a:solidFill>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Phương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PLC: CPU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qua </a:t>
            </a:r>
            <a:r>
              <a:rPr lang="en-US" altLang="ko-KR" sz="1200" dirty="0" err="1" smtClean="0">
                <a:latin typeface="Times New Roman" panose="02020603050405020304" pitchFamily="18" charset="0"/>
                <a:cs typeface="Times New Roman" panose="02020603050405020304" pitchFamily="18" charset="0"/>
              </a:rPr>
              <a:t>quá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trình</a:t>
            </a:r>
            <a:r>
              <a:rPr lang="en-US" altLang="ko-KR" sz="1200" dirty="0" smtClean="0">
                <a:latin typeface="Times New Roman" panose="02020603050405020304" pitchFamily="18" charset="0"/>
                <a:cs typeface="Times New Roman" panose="02020603050405020304" pitchFamily="18" charset="0"/>
              </a:rPr>
              <a:t> Refresh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Data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cuối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Refresh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lặp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phương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gọi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phương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lặp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vòng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gọi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“1 SCAN TIME” ( 1 </a:t>
            </a:r>
            <a:r>
              <a:rPr lang="en-US" altLang="ko-KR" sz="1200" dirty="0" err="1" smtClean="0">
                <a:latin typeface="Times New Roman" panose="02020603050405020304" pitchFamily="18" charset="0"/>
                <a:cs typeface="Times New Roman" panose="02020603050405020304" pitchFamily="18" charset="0"/>
              </a:rPr>
              <a:t>chu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a:t>
            </a:r>
            <a:endParaRPr lang="en-US" altLang="ko-KR" sz="1200" b="1" dirty="0">
              <a:latin typeface="Times New Roman" panose="02020603050405020304" pitchFamily="18" charset="0"/>
              <a:cs typeface="Times New Roman" panose="02020603050405020304" pitchFamily="18" charset="0"/>
            </a:endParaRPr>
          </a:p>
        </p:txBody>
      </p:sp>
      <p:grpSp>
        <p:nvGrpSpPr>
          <p:cNvPr id="61445" name="Group 28"/>
          <p:cNvGrpSpPr>
            <a:grpSpLocks/>
          </p:cNvGrpSpPr>
          <p:nvPr/>
        </p:nvGrpSpPr>
        <p:grpSpPr bwMode="auto">
          <a:xfrm>
            <a:off x="909638" y="2852738"/>
            <a:ext cx="7138988" cy="3476625"/>
            <a:chOff x="156" y="1584"/>
            <a:chExt cx="4497" cy="2448"/>
          </a:xfrm>
        </p:grpSpPr>
        <p:sp>
          <p:nvSpPr>
            <p:cNvPr id="61447" name="Rectangle 5"/>
            <p:cNvSpPr>
              <a:spLocks noChangeArrowheads="1"/>
            </p:cNvSpPr>
            <p:nvPr/>
          </p:nvSpPr>
          <p:spPr bwMode="auto">
            <a:xfrm>
              <a:off x="1144" y="1584"/>
              <a:ext cx="1560" cy="17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endParaRPr lang="ko-KR" altLang="en-US" sz="1200" dirty="0">
                <a:latin typeface="Times New Roman" panose="02020603050405020304" pitchFamily="18" charset="0"/>
                <a:cs typeface="Times New Roman" panose="02020603050405020304" pitchFamily="18" charset="0"/>
              </a:endParaRPr>
            </a:p>
          </p:txBody>
        </p:sp>
        <p:sp>
          <p:nvSpPr>
            <p:cNvPr id="61448" name="Rectangle 6"/>
            <p:cNvSpPr>
              <a:spLocks noChangeArrowheads="1"/>
            </p:cNvSpPr>
            <p:nvPr/>
          </p:nvSpPr>
          <p:spPr bwMode="auto">
            <a:xfrm>
              <a:off x="1144" y="1968"/>
              <a:ext cx="1560" cy="17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Refresh </a:t>
              </a:r>
              <a:r>
                <a:rPr lang="en-US" altLang="ko-KR" sz="1200" dirty="0" err="1" smtClean="0">
                  <a:latin typeface="Times New Roman" panose="02020603050405020304" pitchFamily="18" charset="0"/>
                  <a:cs typeface="Times New Roman" panose="02020603050405020304" pitchFamily="18" charset="0"/>
                </a:rPr>
                <a:t>khu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endParaRPr lang="en-US" altLang="ko-KR" sz="1200" dirty="0">
                <a:latin typeface="Times New Roman" panose="02020603050405020304" pitchFamily="18" charset="0"/>
                <a:cs typeface="Times New Roman" panose="02020603050405020304" pitchFamily="18" charset="0"/>
              </a:endParaRPr>
            </a:p>
          </p:txBody>
        </p:sp>
        <p:sp>
          <p:nvSpPr>
            <p:cNvPr id="61449" name="Rectangle 7"/>
            <p:cNvSpPr>
              <a:spLocks noChangeArrowheads="1"/>
            </p:cNvSpPr>
            <p:nvPr/>
          </p:nvSpPr>
          <p:spPr bwMode="auto">
            <a:xfrm>
              <a:off x="1144" y="2365"/>
              <a:ext cx="1560" cy="75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a:latin typeface="Times New Roman" panose="02020603050405020304" pitchFamily="18" charset="0"/>
                  <a:cs typeface="Times New Roman" panose="02020603050405020304" pitchFamily="18" charset="0"/>
                </a:rPr>
                <a:t>Program </a:t>
              </a:r>
              <a:endParaRPr lang="ko-KR" altLang="en-US" sz="1200" dirty="0" smtClean="0">
                <a:latin typeface="Times New Roman" panose="02020603050405020304" pitchFamily="18" charset="0"/>
                <a:cs typeface="Times New Roman" panose="02020603050405020304" pitchFamily="18" charset="0"/>
              </a:endParaRPr>
            </a:p>
            <a:p>
              <a:pPr algn="ctr" eaLnBrk="1" hangingPunct="1">
                <a:lnSpc>
                  <a:spcPct val="100000"/>
                </a:lnSpc>
                <a:spcBef>
                  <a:spcPct val="50000"/>
                </a:spcBef>
                <a:buFontTx/>
                <a:buNone/>
              </a:pPr>
              <a:r>
                <a:rPr lang="ko-KR" altLang="en-US" sz="1200" dirty="0" smtClean="0">
                  <a:latin typeface="Times New Roman" panose="02020603050405020304" pitchFamily="18" charset="0"/>
                  <a:cs typeface="Times New Roman" panose="02020603050405020304" pitchFamily="18" charset="0"/>
                </a:rPr>
                <a:t>↓</a:t>
              </a:r>
            </a:p>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thúc</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a:latin typeface="Times New Roman" panose="02020603050405020304" pitchFamily="18" charset="0"/>
                  <a:cs typeface="Times New Roman" panose="02020603050405020304" pitchFamily="18" charset="0"/>
                </a:rPr>
                <a:t>Program </a:t>
              </a:r>
              <a:endParaRPr lang="ko-KR" altLang="en-US" sz="1200" dirty="0">
                <a:latin typeface="Times New Roman" panose="02020603050405020304" pitchFamily="18" charset="0"/>
                <a:cs typeface="Times New Roman" panose="02020603050405020304" pitchFamily="18" charset="0"/>
              </a:endParaRPr>
            </a:p>
          </p:txBody>
        </p:sp>
        <p:sp>
          <p:nvSpPr>
            <p:cNvPr id="61450" name="Rectangle 8"/>
            <p:cNvSpPr>
              <a:spLocks noChangeArrowheads="1"/>
            </p:cNvSpPr>
            <p:nvPr/>
          </p:nvSpPr>
          <p:spPr bwMode="auto">
            <a:xfrm>
              <a:off x="1144" y="3325"/>
              <a:ext cx="1560" cy="17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Refresh </a:t>
              </a:r>
              <a:r>
                <a:rPr lang="en-US" altLang="ko-KR" sz="1200" dirty="0" err="1" smtClean="0">
                  <a:latin typeface="Times New Roman" panose="02020603050405020304" pitchFamily="18" charset="0"/>
                  <a:cs typeface="Times New Roman" panose="02020603050405020304" pitchFamily="18" charset="0"/>
                </a:rPr>
                <a:t>khu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endParaRPr lang="en-US" altLang="ko-KR" sz="1200" dirty="0">
                <a:latin typeface="Times New Roman" panose="02020603050405020304" pitchFamily="18" charset="0"/>
                <a:cs typeface="Times New Roman" panose="02020603050405020304" pitchFamily="18" charset="0"/>
              </a:endParaRPr>
            </a:p>
          </p:txBody>
        </p:sp>
        <p:sp>
          <p:nvSpPr>
            <p:cNvPr id="61451" name="Rectangle 9"/>
            <p:cNvSpPr>
              <a:spLocks noChangeArrowheads="1"/>
            </p:cNvSpPr>
            <p:nvPr/>
          </p:nvSpPr>
          <p:spPr bwMode="auto">
            <a:xfrm>
              <a:off x="1144" y="3709"/>
              <a:ext cx="1560" cy="17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END </a:t>
              </a:r>
              <a:endParaRPr lang="ko-KR" altLang="en-US" sz="1200" dirty="0">
                <a:latin typeface="Times New Roman" panose="02020603050405020304" pitchFamily="18" charset="0"/>
                <a:cs typeface="Times New Roman" panose="02020603050405020304" pitchFamily="18" charset="0"/>
              </a:endParaRPr>
            </a:p>
          </p:txBody>
        </p:sp>
        <p:sp>
          <p:nvSpPr>
            <p:cNvPr id="61452" name="Line 10"/>
            <p:cNvSpPr>
              <a:spLocks noChangeShapeType="1"/>
            </p:cNvSpPr>
            <p:nvPr/>
          </p:nvSpPr>
          <p:spPr bwMode="auto">
            <a:xfrm>
              <a:off x="1833" y="1776"/>
              <a:ext cx="0" cy="19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53" name="Line 11"/>
            <p:cNvSpPr>
              <a:spLocks noChangeShapeType="1"/>
            </p:cNvSpPr>
            <p:nvPr/>
          </p:nvSpPr>
          <p:spPr bwMode="auto">
            <a:xfrm>
              <a:off x="1833" y="2160"/>
              <a:ext cx="0" cy="19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54" name="Line 12"/>
            <p:cNvSpPr>
              <a:spLocks noChangeShapeType="1"/>
            </p:cNvSpPr>
            <p:nvPr/>
          </p:nvSpPr>
          <p:spPr bwMode="auto">
            <a:xfrm>
              <a:off x="1833" y="3120"/>
              <a:ext cx="0" cy="19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55" name="Line 13"/>
            <p:cNvSpPr>
              <a:spLocks noChangeShapeType="1"/>
            </p:cNvSpPr>
            <p:nvPr/>
          </p:nvSpPr>
          <p:spPr bwMode="auto">
            <a:xfrm>
              <a:off x="1833" y="3504"/>
              <a:ext cx="0" cy="19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56" name="Freeform 14"/>
            <p:cNvSpPr>
              <a:spLocks/>
            </p:cNvSpPr>
            <p:nvPr/>
          </p:nvSpPr>
          <p:spPr bwMode="auto">
            <a:xfrm>
              <a:off x="884" y="2789"/>
              <a:ext cx="260" cy="626"/>
            </a:xfrm>
            <a:custGeom>
              <a:avLst/>
              <a:gdLst>
                <a:gd name="T0" fmla="*/ 2261 w 864"/>
                <a:gd name="T1" fmla="*/ 2016 h 2160"/>
                <a:gd name="T2" fmla="*/ 2261 w 864"/>
                <a:gd name="T3" fmla="*/ 2160 h 2160"/>
                <a:gd name="T4" fmla="*/ 0 w 864"/>
                <a:gd name="T5" fmla="*/ 2160 h 2160"/>
                <a:gd name="T6" fmla="*/ 0 w 864"/>
                <a:gd name="T7" fmla="*/ 0 h 2160"/>
                <a:gd name="T8" fmla="*/ 2261 w 864"/>
                <a:gd name="T9" fmla="*/ 0 h 2160"/>
                <a:gd name="T10" fmla="*/ 0 60000 65536"/>
                <a:gd name="T11" fmla="*/ 0 60000 65536"/>
                <a:gd name="T12" fmla="*/ 0 60000 65536"/>
                <a:gd name="T13" fmla="*/ 0 60000 65536"/>
                <a:gd name="T14" fmla="*/ 0 60000 65536"/>
                <a:gd name="T15" fmla="*/ 0 w 864"/>
                <a:gd name="T16" fmla="*/ 0 h 2160"/>
                <a:gd name="T17" fmla="*/ 864 w 864"/>
                <a:gd name="T18" fmla="*/ 2160 h 2160"/>
              </a:gdLst>
              <a:ahLst/>
              <a:cxnLst>
                <a:cxn ang="T10">
                  <a:pos x="T0" y="T1"/>
                </a:cxn>
                <a:cxn ang="T11">
                  <a:pos x="T2" y="T3"/>
                </a:cxn>
                <a:cxn ang="T12">
                  <a:pos x="T4" y="T5"/>
                </a:cxn>
                <a:cxn ang="T13">
                  <a:pos x="T6" y="T7"/>
                </a:cxn>
                <a:cxn ang="T14">
                  <a:pos x="T8" y="T9"/>
                </a:cxn>
              </a:cxnLst>
              <a:rect l="T15" t="T16" r="T17" b="T18"/>
              <a:pathLst>
                <a:path w="864" h="2160">
                  <a:moveTo>
                    <a:pt x="864" y="2016"/>
                  </a:moveTo>
                  <a:lnTo>
                    <a:pt x="864" y="2160"/>
                  </a:lnTo>
                  <a:lnTo>
                    <a:pt x="0" y="2160"/>
                  </a:lnTo>
                  <a:lnTo>
                    <a:pt x="0" y="0"/>
                  </a:lnTo>
                  <a:lnTo>
                    <a:pt x="864" y="0"/>
                  </a:lnTo>
                </a:path>
              </a:pathLst>
            </a:custGeom>
            <a:noFill/>
            <a:ln w="9525" cap="flat" cmpd="sng">
              <a:solidFill>
                <a:schemeClr val="tx1"/>
              </a:solidFill>
              <a:prstDash val="solid"/>
              <a:round/>
              <a:headEnd/>
              <a:tailEnd type="triangle" w="med" len="med"/>
            </a:ln>
            <a:extLst>
              <a:ext uri="{909E8E84-426E-40DD-AFC4-6F175D3DCCD1}">
                <a14:hiddenFill xmlns:a14="http://schemas.microsoft.com/office/drawing/2010/main">
                  <a:solidFill>
                    <a:srgbClr val="FFFFFF"/>
                  </a:solidFill>
                </a14:hiddenFill>
              </a:ext>
            </a:extLst>
          </p:spPr>
          <p:txBody>
            <a:bodyPr anchor="ctr">
              <a:noAutofit/>
            </a:bodyPr>
            <a:lstStyle/>
            <a:p>
              <a:endParaRPr lang="ko-KR" altLang="en-US">
                <a:latin typeface="Times New Roman" panose="02020603050405020304" pitchFamily="18" charset="0"/>
                <a:cs typeface="Times New Roman" panose="02020603050405020304" pitchFamily="18" charset="0"/>
              </a:endParaRPr>
            </a:p>
          </p:txBody>
        </p:sp>
        <p:sp>
          <p:nvSpPr>
            <p:cNvPr id="61457" name="Rectangle 15"/>
            <p:cNvSpPr>
              <a:spLocks noChangeArrowheads="1"/>
            </p:cNvSpPr>
            <p:nvPr/>
          </p:nvSpPr>
          <p:spPr bwMode="auto">
            <a:xfrm>
              <a:off x="3068" y="1968"/>
              <a:ext cx="1585" cy="17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Module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endParaRPr lang="ko-KR" altLang="en-US" sz="1200" dirty="0">
                <a:latin typeface="Times New Roman" panose="02020603050405020304" pitchFamily="18" charset="0"/>
                <a:cs typeface="Times New Roman" panose="02020603050405020304" pitchFamily="18" charset="0"/>
              </a:endParaRPr>
            </a:p>
          </p:txBody>
        </p:sp>
        <p:sp>
          <p:nvSpPr>
            <p:cNvPr id="61458" name="Rectangle 16"/>
            <p:cNvSpPr>
              <a:spLocks noChangeArrowheads="1"/>
            </p:cNvSpPr>
            <p:nvPr/>
          </p:nvSpPr>
          <p:spPr bwMode="auto">
            <a:xfrm>
              <a:off x="3068" y="3325"/>
              <a:ext cx="1585" cy="17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Module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endParaRPr lang="ko-KR" altLang="en-US" sz="1200" dirty="0">
                <a:latin typeface="Times New Roman" panose="02020603050405020304" pitchFamily="18" charset="0"/>
                <a:cs typeface="Times New Roman" panose="02020603050405020304" pitchFamily="18" charset="0"/>
              </a:endParaRPr>
            </a:p>
          </p:txBody>
        </p:sp>
        <p:sp>
          <p:nvSpPr>
            <p:cNvPr id="61459" name="Rectangle 17"/>
            <p:cNvSpPr>
              <a:spLocks noChangeArrowheads="1"/>
            </p:cNvSpPr>
            <p:nvPr/>
          </p:nvSpPr>
          <p:spPr bwMode="auto">
            <a:xfrm>
              <a:off x="3094" y="2496"/>
              <a:ext cx="1446" cy="43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Sub </a:t>
              </a:r>
              <a:r>
                <a:rPr lang="en-US" altLang="ko-KR" sz="1200" dirty="0">
                  <a:latin typeface="Times New Roman" panose="02020603050405020304" pitchFamily="18" charset="0"/>
                  <a:cs typeface="Times New Roman" panose="02020603050405020304" pitchFamily="18" charset="0"/>
                </a:rPr>
                <a:t>Program </a:t>
              </a:r>
              <a:endParaRPr lang="ko-KR" altLang="en-US" sz="1200" dirty="0">
                <a:latin typeface="Times New Roman" panose="02020603050405020304" pitchFamily="18" charset="0"/>
                <a:cs typeface="Times New Roman" panose="02020603050405020304" pitchFamily="18" charset="0"/>
              </a:endParaRPr>
            </a:p>
          </p:txBody>
        </p:sp>
        <p:sp>
          <p:nvSpPr>
            <p:cNvPr id="61460" name="Line 18"/>
            <p:cNvSpPr>
              <a:spLocks noChangeShapeType="1"/>
            </p:cNvSpPr>
            <p:nvPr/>
          </p:nvSpPr>
          <p:spPr bwMode="auto">
            <a:xfrm>
              <a:off x="2704" y="3408"/>
              <a:ext cx="33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61" name="Line 19"/>
            <p:cNvSpPr>
              <a:spLocks noChangeShapeType="1"/>
            </p:cNvSpPr>
            <p:nvPr/>
          </p:nvSpPr>
          <p:spPr bwMode="auto">
            <a:xfrm flipH="1">
              <a:off x="2704" y="2056"/>
              <a:ext cx="33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62" name="Line 20"/>
            <p:cNvSpPr>
              <a:spLocks noChangeShapeType="1"/>
            </p:cNvSpPr>
            <p:nvPr/>
          </p:nvSpPr>
          <p:spPr bwMode="auto">
            <a:xfrm flipH="1" flipV="1">
              <a:off x="2756" y="2736"/>
              <a:ext cx="208" cy="19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63" name="Line 21"/>
            <p:cNvSpPr>
              <a:spLocks noChangeShapeType="1"/>
            </p:cNvSpPr>
            <p:nvPr/>
          </p:nvSpPr>
          <p:spPr bwMode="auto">
            <a:xfrm flipV="1">
              <a:off x="2756" y="2496"/>
              <a:ext cx="208" cy="19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64" name="Line 22"/>
            <p:cNvSpPr>
              <a:spLocks noChangeShapeType="1"/>
            </p:cNvSpPr>
            <p:nvPr/>
          </p:nvSpPr>
          <p:spPr bwMode="auto">
            <a:xfrm>
              <a:off x="3016" y="2536"/>
              <a:ext cx="0" cy="384"/>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65" name="Line 23"/>
            <p:cNvSpPr>
              <a:spLocks noChangeShapeType="1"/>
            </p:cNvSpPr>
            <p:nvPr/>
          </p:nvSpPr>
          <p:spPr bwMode="auto">
            <a:xfrm>
              <a:off x="156" y="1872"/>
              <a:ext cx="5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66" name="Line 24"/>
            <p:cNvSpPr>
              <a:spLocks noChangeShapeType="1"/>
            </p:cNvSpPr>
            <p:nvPr/>
          </p:nvSpPr>
          <p:spPr bwMode="auto">
            <a:xfrm>
              <a:off x="156" y="4032"/>
              <a:ext cx="5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67" name="Line 25"/>
            <p:cNvSpPr>
              <a:spLocks noChangeShapeType="1"/>
            </p:cNvSpPr>
            <p:nvPr/>
          </p:nvSpPr>
          <p:spPr bwMode="auto">
            <a:xfrm flipV="1">
              <a:off x="416" y="3360"/>
              <a:ext cx="0" cy="67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68" name="Line 26"/>
            <p:cNvSpPr>
              <a:spLocks noChangeShapeType="1"/>
            </p:cNvSpPr>
            <p:nvPr/>
          </p:nvSpPr>
          <p:spPr bwMode="auto">
            <a:xfrm>
              <a:off x="416" y="1872"/>
              <a:ext cx="0" cy="67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1469" name="Text Box 27"/>
            <p:cNvSpPr txBox="1">
              <a:spLocks noChangeArrowheads="1"/>
            </p:cNvSpPr>
            <p:nvPr/>
          </p:nvSpPr>
          <p:spPr bwMode="auto">
            <a:xfrm>
              <a:off x="237" y="2901"/>
              <a:ext cx="378"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1 Scan</a:t>
              </a:r>
            </a:p>
          </p:txBody>
        </p:sp>
      </p:grpSp>
      <p:sp>
        <p:nvSpPr>
          <p:cNvPr id="61446" name="Rectangle 29"/>
          <p:cNvSpPr>
            <a:spLocks noChangeArrowheads="1"/>
          </p:cNvSpPr>
          <p:nvPr/>
        </p:nvSpPr>
        <p:spPr bwMode="auto">
          <a:xfrm>
            <a:off x="7077236" y="82550"/>
            <a:ext cx="25651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smtClean="0">
                <a:latin typeface="Times New Roman" panose="02020603050405020304" pitchFamily="18" charset="0"/>
                <a:cs typeface="Times New Roman" panose="02020603050405020304" pitchFamily="18" charset="0"/>
              </a:rPr>
              <a:t>Flow </a:t>
            </a:r>
            <a:r>
              <a:rPr lang="en-US" altLang="ko-KR" sz="1600" b="1" dirty="0" err="1" smtClean="0">
                <a:latin typeface="Times New Roman" panose="02020603050405020304" pitchFamily="18" charset="0"/>
                <a:cs typeface="Times New Roman" panose="02020603050405020304" pitchFamily="18" charset="0"/>
              </a:rPr>
              <a:t>hoạt</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động</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của</a:t>
            </a:r>
            <a:r>
              <a:rPr lang="en-US" altLang="ko-KR" sz="1600" b="1" dirty="0" smtClean="0">
                <a:latin typeface="Times New Roman" panose="02020603050405020304" pitchFamily="18" charset="0"/>
                <a:cs typeface="Times New Roman" panose="02020603050405020304" pitchFamily="18" charset="0"/>
              </a:rPr>
              <a:t> PLC</a:t>
            </a:r>
            <a:endParaRPr lang="en-US" altLang="ko-KR" sz="1600" b="1" dirty="0">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Text Box 2"/>
          <p:cNvSpPr txBox="1">
            <a:spLocks noChangeArrowheads="1"/>
          </p:cNvSpPr>
          <p:nvPr/>
        </p:nvSpPr>
        <p:spPr bwMode="auto">
          <a:xfrm>
            <a:off x="330200" y="908050"/>
            <a:ext cx="9267825" cy="433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(1) </a:t>
            </a:r>
            <a:r>
              <a:rPr lang="en-US" altLang="ko-KR" sz="1200" b="1" dirty="0" smtClean="0">
                <a:latin typeface="Times New Roman" panose="02020603050405020304" pitchFamily="18" charset="0"/>
                <a:cs typeface="Times New Roman" panose="02020603050405020304" pitchFamily="18" charset="0"/>
              </a:rPr>
              <a:t>Refresh </a:t>
            </a:r>
            <a:r>
              <a:rPr lang="en-US" altLang="ko-KR" sz="1200" b="1" dirty="0" err="1" smtClean="0">
                <a:latin typeface="Times New Roman" panose="02020603050405020304" pitchFamily="18" charset="0"/>
                <a:cs typeface="Times New Roman" panose="02020603050405020304" pitchFamily="18" charset="0"/>
              </a:rPr>
              <a:t>đầu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vào</a:t>
            </a:r>
            <a:endParaRPr lang="en-US" altLang="ko-KR" sz="12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Memory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qua Module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này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copy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Data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copy Data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thế</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gọi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“Refresh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vao</a:t>
            </a:r>
            <a:r>
              <a:rPr lang="en-US" altLang="ko-KR" sz="1200" dirty="0" smtClean="0">
                <a:latin typeface="Times New Roman" panose="02020603050405020304" pitchFamily="18" charset="0"/>
                <a:cs typeface="Times New Roman" panose="02020603050405020304" pitchFamily="18" charset="0"/>
              </a:rPr>
              <a:t>” ( Input Refresh).</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Refresh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thúc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Scan END ,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khoảng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copy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ảnh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Data </a:t>
            </a:r>
            <a:r>
              <a:rPr lang="en-US" altLang="ko-KR" sz="1200" dirty="0" err="1" smtClean="0">
                <a:latin typeface="Times New Roman" panose="02020603050405020304" pitchFamily="18" charset="0"/>
                <a:cs typeface="Times New Roman" panose="02020603050405020304" pitchFamily="18" charset="0"/>
              </a:rPr>
              <a:t>căn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
            </a:r>
            <a:br>
              <a:rPr lang="en-US" altLang="ko-KR" sz="1200" dirty="0">
                <a:latin typeface="Times New Roman" panose="02020603050405020304" pitchFamily="18" charset="0"/>
                <a:cs typeface="Times New Roman" panose="02020603050405020304" pitchFamily="18" charset="0"/>
              </a:rPr>
            </a:br>
            <a:r>
              <a:rPr lang="en-US" altLang="ko-KR" sz="1200" dirty="0">
                <a:latin typeface="Times New Roman" panose="02020603050405020304" pitchFamily="18" charset="0"/>
                <a:cs typeface="Times New Roman" panose="02020603050405020304" pitchFamily="18" charset="0"/>
              </a:rPr>
              <a:t/>
            </a:r>
            <a:br>
              <a:rPr lang="en-US" altLang="ko-KR" sz="1200" dirty="0">
                <a:latin typeface="Times New Roman" panose="02020603050405020304" pitchFamily="18" charset="0"/>
                <a:cs typeface="Times New Roman" panose="02020603050405020304" pitchFamily="18" charset="0"/>
              </a:rPr>
            </a:b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(2) </a:t>
            </a:r>
            <a:r>
              <a:rPr lang="en-US" altLang="ko-KR" sz="1200" b="1" dirty="0" smtClean="0">
                <a:latin typeface="Times New Roman" panose="02020603050405020304" pitchFamily="18" charset="0"/>
                <a:cs typeface="Times New Roman" panose="02020603050405020304" pitchFamily="18" charset="0"/>
              </a:rPr>
              <a:t>Program </a:t>
            </a:r>
            <a:r>
              <a:rPr lang="en-US" altLang="ko-KR" sz="1200" b="1" dirty="0" err="1" smtClean="0">
                <a:latin typeface="Times New Roman" panose="02020603050405020304" pitchFamily="18" charset="0"/>
                <a:cs typeface="Times New Roman" panose="02020603050405020304" pitchFamily="18" charset="0"/>
              </a:rPr>
              <a:t>tính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toán</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trình</a:t>
            </a:r>
            <a:r>
              <a:rPr lang="en-US" altLang="ko-KR" sz="1200" dirty="0" smtClean="0">
                <a:latin typeface="Times New Roman" panose="02020603050405020304" pitchFamily="18" charset="0"/>
                <a:cs typeface="Times New Roman" panose="02020603050405020304" pitchFamily="18" charset="0"/>
              </a:rPr>
              <a:t> Refresh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Data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memory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memory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Program ở PLC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chia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Main Program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a:latin typeface="Times New Roman" panose="02020603050405020304" pitchFamily="18" charset="0"/>
                <a:cs typeface="Times New Roman" panose="02020603050405020304" pitchFamily="18" charset="0"/>
              </a:rPr>
              <a:t> Sub Program, </a:t>
            </a:r>
            <a:r>
              <a:rPr lang="en-US" altLang="ko-KR" sz="1200" dirty="0" err="1" smtClean="0">
                <a:latin typeface="Times New Roman" panose="02020603050405020304" pitchFamily="18" charset="0"/>
                <a:cs typeface="Times New Roman" panose="02020603050405020304" pitchFamily="18" charset="0"/>
              </a:rPr>
              <a:t>nhưng</a:t>
            </a:r>
            <a:r>
              <a:rPr lang="en-US" altLang="ko-KR" sz="1200" dirty="0" smtClean="0">
                <a:latin typeface="Times New Roman" panose="02020603050405020304" pitchFamily="18" charset="0"/>
                <a:cs typeface="Times New Roman" panose="02020603050405020304" pitchFamily="18" charset="0"/>
              </a:rPr>
              <a:t> Main Program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PLC ở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RUN ,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Sub Program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thỏa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biệt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Main Program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Sub Program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thỏa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Main Program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Sub Program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Main Program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quay </a:t>
            </a:r>
            <a:r>
              <a:rPr lang="en-US" altLang="ko-KR" sz="1200" dirty="0" err="1" smtClean="0">
                <a:latin typeface="Times New Roman" panose="02020603050405020304" pitchFamily="18" charset="0"/>
                <a:cs typeface="Times New Roman" panose="02020603050405020304" pitchFamily="18" charset="0"/>
              </a:rPr>
              <a:t>trở</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
            </a:r>
            <a:br>
              <a:rPr lang="en-US" altLang="ko-KR" sz="1200" dirty="0">
                <a:latin typeface="Times New Roman" panose="02020603050405020304" pitchFamily="18" charset="0"/>
                <a:cs typeface="Times New Roman" panose="02020603050405020304" pitchFamily="18" charset="0"/>
              </a:rPr>
            </a:br>
            <a:r>
              <a:rPr lang="en-US" altLang="ko-KR" sz="1200" dirty="0">
                <a:latin typeface="Times New Roman" panose="02020603050405020304" pitchFamily="18" charset="0"/>
                <a:cs typeface="Times New Roman" panose="02020603050405020304" pitchFamily="18" charset="0"/>
              </a:rPr>
              <a:t/>
            </a:r>
            <a:br>
              <a:rPr lang="en-US" altLang="ko-KR" sz="1200" dirty="0">
                <a:latin typeface="Times New Roman" panose="02020603050405020304" pitchFamily="18" charset="0"/>
                <a:cs typeface="Times New Roman" panose="02020603050405020304" pitchFamily="18" charset="0"/>
              </a:rPr>
            </a:b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a:t>
            </a:r>
            <a:r>
              <a:rPr lang="en-US" altLang="ko-KR" sz="1200" b="1" dirty="0" smtClean="0">
                <a:latin typeface="Times New Roman" panose="02020603050405020304" pitchFamily="18" charset="0"/>
                <a:cs typeface="Times New Roman" panose="02020603050405020304" pitchFamily="18" charset="0"/>
              </a:rPr>
              <a:t>3) Refresh </a:t>
            </a:r>
            <a:r>
              <a:rPr lang="en-US" altLang="ko-KR" sz="1200" b="1" dirty="0" err="1" smtClean="0">
                <a:latin typeface="Times New Roman" panose="02020603050405020304" pitchFamily="18" charset="0"/>
                <a:cs typeface="Times New Roman" panose="02020603050405020304" pitchFamily="18" charset="0"/>
              </a:rPr>
              <a:t>đầu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ra</a:t>
            </a:r>
            <a:endParaRPr lang="en-US" altLang="ko-KR" sz="12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trình</a:t>
            </a:r>
            <a:r>
              <a:rPr lang="en-US" altLang="ko-KR" sz="1200" dirty="0" smtClean="0">
                <a:latin typeface="Times New Roman" panose="02020603050405020304" pitchFamily="18" charset="0"/>
                <a:cs typeface="Times New Roman" panose="02020603050405020304" pitchFamily="18" charset="0"/>
              </a:rPr>
              <a:t> Main Program hay Sub Program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gọi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Refresh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endParaRPr lang="en-US" altLang="ko-KR" sz="1200" dirty="0">
              <a:latin typeface="Times New Roman" panose="02020603050405020304" pitchFamily="18" charset="0"/>
              <a:cs typeface="Times New Roman" panose="02020603050405020304" pitchFamily="18" charset="0"/>
            </a:endParaRPr>
          </a:p>
        </p:txBody>
      </p:sp>
      <p:sp>
        <p:nvSpPr>
          <p:cNvPr id="62467" name="Rectangle 3"/>
          <p:cNvSpPr>
            <a:spLocks noChangeArrowheads="1"/>
          </p:cNvSpPr>
          <p:nvPr/>
        </p:nvSpPr>
        <p:spPr bwMode="auto">
          <a:xfrm>
            <a:off x="60325" y="53975"/>
            <a:ext cx="34506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2.PLC Device </a:t>
            </a:r>
            <a:r>
              <a:rPr lang="en-US" altLang="ko-KR" sz="1800" b="1" dirty="0" err="1" smtClean="0">
                <a:latin typeface="Times New Roman" panose="02020603050405020304" pitchFamily="18" charset="0"/>
                <a:cs typeface="Times New Roman" panose="02020603050405020304" pitchFamily="18" charset="0"/>
              </a:rPr>
              <a:t>Và</a:t>
            </a:r>
            <a:r>
              <a:rPr lang="en-US" altLang="ko-KR" sz="1800" b="1" dirty="0" smtClean="0">
                <a:latin typeface="Times New Roman" panose="02020603050405020304" pitchFamily="18" charset="0"/>
                <a:cs typeface="Times New Roman" panose="02020603050405020304" pitchFamily="18" charset="0"/>
              </a:rPr>
              <a:t> Flow </a:t>
            </a:r>
            <a:r>
              <a:rPr lang="en-US" altLang="ko-KR" sz="1800" b="1" dirty="0" err="1" smtClean="0">
                <a:latin typeface="Times New Roman" panose="02020603050405020304" pitchFamily="18" charset="0"/>
                <a:cs typeface="Times New Roman" panose="02020603050405020304" pitchFamily="18" charset="0"/>
              </a:rPr>
              <a:t>hoạt</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động</a:t>
            </a:r>
            <a:endParaRPr lang="en-US" altLang="ko-KR" sz="1800" b="1" dirty="0">
              <a:latin typeface="Times New Roman" panose="02020603050405020304" pitchFamily="18" charset="0"/>
              <a:cs typeface="Times New Roman" panose="02020603050405020304" pitchFamily="18" charset="0"/>
            </a:endParaRPr>
          </a:p>
        </p:txBody>
      </p:sp>
      <p:sp>
        <p:nvSpPr>
          <p:cNvPr id="62468" name="Rectangle 5"/>
          <p:cNvSpPr>
            <a:spLocks noChangeArrowheads="1"/>
          </p:cNvSpPr>
          <p:nvPr/>
        </p:nvSpPr>
        <p:spPr bwMode="auto">
          <a:xfrm>
            <a:off x="7113240" y="82550"/>
            <a:ext cx="25651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smtClean="0">
                <a:latin typeface="Times New Roman" panose="02020603050405020304" pitchFamily="18" charset="0"/>
                <a:cs typeface="Times New Roman" panose="02020603050405020304" pitchFamily="18" charset="0"/>
              </a:rPr>
              <a:t>Flow </a:t>
            </a:r>
            <a:r>
              <a:rPr lang="en-US" altLang="ko-KR" sz="1600" b="1" dirty="0" err="1" smtClean="0">
                <a:latin typeface="Times New Roman" panose="02020603050405020304" pitchFamily="18" charset="0"/>
                <a:cs typeface="Times New Roman" panose="02020603050405020304" pitchFamily="18" charset="0"/>
              </a:rPr>
              <a:t>hoạt</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động</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của</a:t>
            </a:r>
            <a:r>
              <a:rPr lang="en-US" altLang="ko-KR" sz="1600" b="1" dirty="0" smtClean="0">
                <a:latin typeface="Times New Roman" panose="02020603050405020304" pitchFamily="18" charset="0"/>
                <a:cs typeface="Times New Roman" panose="02020603050405020304" pitchFamily="18" charset="0"/>
              </a:rPr>
              <a:t> PLC</a:t>
            </a:r>
            <a:endParaRPr lang="en-US" altLang="ko-KR" sz="1600" b="1" dirty="0">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2"/>
          <p:cNvSpPr>
            <a:spLocks noChangeArrowheads="1"/>
          </p:cNvSpPr>
          <p:nvPr/>
        </p:nvSpPr>
        <p:spPr bwMode="auto">
          <a:xfrm>
            <a:off x="330200" y="990600"/>
            <a:ext cx="9302750"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(4) </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Tự</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kiểm</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tra</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gửi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bước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cuối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thúc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System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gì</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thúc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ảnh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nhưng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System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gửi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nhắn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gọi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
            </a:r>
            <a:br>
              <a:rPr lang="en-US" altLang="ko-KR" sz="1200" dirty="0">
                <a:latin typeface="Times New Roman" panose="02020603050405020304" pitchFamily="18" charset="0"/>
                <a:cs typeface="Times New Roman" panose="02020603050405020304" pitchFamily="18" charset="0"/>
              </a:rPr>
            </a:br>
            <a:r>
              <a:rPr lang="en-US" altLang="ko-KR" sz="1200" dirty="0">
                <a:latin typeface="Times New Roman" panose="02020603050405020304" pitchFamily="18" charset="0"/>
                <a:cs typeface="Times New Roman" panose="02020603050405020304" pitchFamily="18" charset="0"/>
              </a:rPr>
              <a:t/>
            </a:r>
            <a:br>
              <a:rPr lang="en-US" altLang="ko-KR" sz="1200" dirty="0">
                <a:latin typeface="Times New Roman" panose="02020603050405020304" pitchFamily="18" charset="0"/>
                <a:cs typeface="Times New Roman" panose="02020603050405020304" pitchFamily="18" charset="0"/>
              </a:rPr>
            </a:b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(5</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Xử</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lý</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END </a:t>
            </a:r>
            <a:endParaRPr lang="ko-KR" altLang="en-US" sz="1200" b="1"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System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Data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copy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gửi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gọi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END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thúc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END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Refresh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lặp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63491" name="Rectangle 6"/>
          <p:cNvSpPr>
            <a:spLocks noChangeArrowheads="1"/>
          </p:cNvSpPr>
          <p:nvPr/>
        </p:nvSpPr>
        <p:spPr bwMode="auto">
          <a:xfrm>
            <a:off x="60325" y="53975"/>
            <a:ext cx="34034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2.PLC Device </a:t>
            </a:r>
            <a:r>
              <a:rPr lang="en-US" altLang="ko-KR" sz="1800" b="1" dirty="0" err="1" smtClean="0">
                <a:latin typeface="Times New Roman" panose="02020603050405020304" pitchFamily="18" charset="0"/>
                <a:cs typeface="Times New Roman" panose="02020603050405020304" pitchFamily="18" charset="0"/>
              </a:rPr>
              <a:t>và</a:t>
            </a:r>
            <a:r>
              <a:rPr lang="en-US" altLang="ko-KR" sz="1800" b="1" dirty="0" smtClean="0">
                <a:latin typeface="Times New Roman" panose="02020603050405020304" pitchFamily="18" charset="0"/>
                <a:cs typeface="Times New Roman" panose="02020603050405020304" pitchFamily="18" charset="0"/>
              </a:rPr>
              <a:t> Flow </a:t>
            </a:r>
            <a:r>
              <a:rPr lang="en-US" altLang="ko-KR" sz="1800" b="1" dirty="0" err="1" smtClean="0">
                <a:latin typeface="Times New Roman" panose="02020603050405020304" pitchFamily="18" charset="0"/>
                <a:cs typeface="Times New Roman" panose="02020603050405020304" pitchFamily="18" charset="0"/>
              </a:rPr>
              <a:t>hoạt</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động</a:t>
            </a:r>
            <a:endParaRPr lang="en-US" altLang="ko-KR" sz="1800" b="1" dirty="0">
              <a:latin typeface="Times New Roman" panose="02020603050405020304" pitchFamily="18" charset="0"/>
              <a:cs typeface="Times New Roman" panose="02020603050405020304" pitchFamily="18" charset="0"/>
            </a:endParaRPr>
          </a:p>
        </p:txBody>
      </p:sp>
      <p:sp>
        <p:nvSpPr>
          <p:cNvPr id="63492" name="Rectangle 7"/>
          <p:cNvSpPr>
            <a:spLocks noChangeArrowheads="1"/>
          </p:cNvSpPr>
          <p:nvPr/>
        </p:nvSpPr>
        <p:spPr bwMode="auto">
          <a:xfrm>
            <a:off x="7077236" y="82550"/>
            <a:ext cx="25651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smtClean="0">
                <a:latin typeface="Times New Roman" panose="02020603050405020304" pitchFamily="18" charset="0"/>
                <a:cs typeface="Times New Roman" panose="02020603050405020304" pitchFamily="18" charset="0"/>
              </a:rPr>
              <a:t>Flow </a:t>
            </a:r>
            <a:r>
              <a:rPr lang="en-US" altLang="ko-KR" sz="1600" b="1" dirty="0" err="1" smtClean="0">
                <a:latin typeface="Times New Roman" panose="02020603050405020304" pitchFamily="18" charset="0"/>
                <a:cs typeface="Times New Roman" panose="02020603050405020304" pitchFamily="18" charset="0"/>
              </a:rPr>
              <a:t>hoạt</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động</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của</a:t>
            </a:r>
            <a:r>
              <a:rPr lang="en-US" altLang="ko-KR" sz="1600" b="1" dirty="0" smtClean="0">
                <a:latin typeface="Times New Roman" panose="02020603050405020304" pitchFamily="18" charset="0"/>
                <a:cs typeface="Times New Roman" panose="02020603050405020304" pitchFamily="18" charset="0"/>
              </a:rPr>
              <a:t> PLC</a:t>
            </a:r>
            <a:endParaRPr lang="en-US" altLang="ko-KR" sz="1600" b="1" dirty="0">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3"/>
          <p:cNvPicPr>
            <a:picLocks noChangeAspect="1" noChangeArrowheads="1"/>
          </p:cNvPicPr>
          <p:nvPr/>
        </p:nvPicPr>
        <p:blipFill>
          <a:blip r:embed="rId2">
            <a:lum bright="-12000" contrast="24000"/>
            <a:extLst>
              <a:ext uri="{28A0092B-C50C-407E-A947-70E740481C1C}">
                <a14:useLocalDpi xmlns:a14="http://schemas.microsoft.com/office/drawing/2010/main" val="0"/>
              </a:ext>
            </a:extLst>
          </a:blip>
          <a:srcRect/>
          <a:stretch>
            <a:fillRect/>
          </a:stretch>
        </p:blipFill>
        <p:spPr bwMode="auto">
          <a:xfrm>
            <a:off x="1100138" y="836613"/>
            <a:ext cx="6880225" cy="551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15" name="Rectangle 4"/>
          <p:cNvSpPr>
            <a:spLocks noChangeArrowheads="1"/>
          </p:cNvSpPr>
          <p:nvPr/>
        </p:nvSpPr>
        <p:spPr bwMode="auto">
          <a:xfrm>
            <a:off x="60325" y="53975"/>
            <a:ext cx="34034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2.PLC Device </a:t>
            </a:r>
            <a:r>
              <a:rPr lang="en-US" altLang="ko-KR" sz="1800" b="1" dirty="0" err="1" smtClean="0">
                <a:latin typeface="Times New Roman" panose="02020603050405020304" pitchFamily="18" charset="0"/>
                <a:cs typeface="Times New Roman" panose="02020603050405020304" pitchFamily="18" charset="0"/>
              </a:rPr>
              <a:t>và</a:t>
            </a:r>
            <a:r>
              <a:rPr lang="en-US" altLang="ko-KR" sz="1800" b="1" dirty="0" smtClean="0">
                <a:latin typeface="Times New Roman" panose="02020603050405020304" pitchFamily="18" charset="0"/>
                <a:cs typeface="Times New Roman" panose="02020603050405020304" pitchFamily="18" charset="0"/>
              </a:rPr>
              <a:t> Flow </a:t>
            </a:r>
            <a:r>
              <a:rPr lang="en-US" altLang="ko-KR" sz="1800" b="1" dirty="0" err="1" smtClean="0">
                <a:latin typeface="Times New Roman" panose="02020603050405020304" pitchFamily="18" charset="0"/>
                <a:cs typeface="Times New Roman" panose="02020603050405020304" pitchFamily="18" charset="0"/>
              </a:rPr>
              <a:t>hoạt</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động</a:t>
            </a:r>
            <a:endParaRPr lang="en-US" altLang="ko-KR" sz="1800" b="1" dirty="0">
              <a:latin typeface="Times New Roman" panose="02020603050405020304" pitchFamily="18" charset="0"/>
              <a:cs typeface="Times New Roman" panose="02020603050405020304" pitchFamily="18" charset="0"/>
            </a:endParaRPr>
          </a:p>
        </p:txBody>
      </p:sp>
      <p:sp>
        <p:nvSpPr>
          <p:cNvPr id="64516" name="Rectangle 5"/>
          <p:cNvSpPr>
            <a:spLocks noChangeArrowheads="1"/>
          </p:cNvSpPr>
          <p:nvPr/>
        </p:nvSpPr>
        <p:spPr bwMode="auto">
          <a:xfrm>
            <a:off x="7113240" y="82550"/>
            <a:ext cx="25651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smtClean="0">
                <a:latin typeface="Times New Roman" panose="02020603050405020304" pitchFamily="18" charset="0"/>
                <a:cs typeface="Times New Roman" panose="02020603050405020304" pitchFamily="18" charset="0"/>
              </a:rPr>
              <a:t>Flow </a:t>
            </a:r>
            <a:r>
              <a:rPr lang="en-US" altLang="ko-KR" sz="1600" b="1" dirty="0" err="1" smtClean="0">
                <a:latin typeface="Times New Roman" panose="02020603050405020304" pitchFamily="18" charset="0"/>
                <a:cs typeface="Times New Roman" panose="02020603050405020304" pitchFamily="18" charset="0"/>
              </a:rPr>
              <a:t>hoạt</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động</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của</a:t>
            </a:r>
            <a:r>
              <a:rPr lang="en-US" altLang="ko-KR" sz="1600" b="1" dirty="0" smtClean="0">
                <a:latin typeface="Times New Roman" panose="02020603050405020304" pitchFamily="18" charset="0"/>
                <a:cs typeface="Times New Roman" panose="02020603050405020304" pitchFamily="18" charset="0"/>
              </a:rPr>
              <a:t> PLC</a:t>
            </a:r>
            <a:endParaRPr lang="en-US" altLang="ko-KR" sz="1600" b="1" dirty="0">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1919139" y="1581069"/>
            <a:ext cx="1008112"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 name="TextBox 2"/>
          <p:cNvSpPr txBox="1"/>
          <p:nvPr/>
        </p:nvSpPr>
        <p:spPr>
          <a:xfrm>
            <a:off x="1611917" y="1541054"/>
            <a:ext cx="1622560" cy="535531"/>
          </a:xfrm>
          <a:prstGeom prst="rect">
            <a:avLst/>
          </a:prstGeom>
          <a:noFill/>
        </p:spPr>
        <p:txBody>
          <a:bodyPr wrap="none" rtlCol="0">
            <a:spAutoFit/>
          </a:bodyPr>
          <a:lstStyle/>
          <a:p>
            <a:pPr algn="ct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Program </a:t>
            </a:r>
          </a:p>
          <a:p>
            <a:pPr algn="ctr"/>
            <a:r>
              <a:rPr lang="en-US" altLang="ko-KR" sz="1200" dirty="0" err="1">
                <a:latin typeface="Times New Roman" panose="02020603050405020304" pitchFamily="18" charset="0"/>
                <a:ea typeface="돋움" panose="020B0600000101010101" pitchFamily="50" charset="-127"/>
                <a:cs typeface="Times New Roman" panose="02020603050405020304" pitchFamily="18" charset="0"/>
              </a:rPr>
              <a:t>K</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iểu</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ban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đầu</a:t>
            </a:r>
            <a:endParaRPr lang="ko-KR" altLang="en-US" sz="12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7" name="직사각형 6"/>
          <p:cNvSpPr/>
          <p:nvPr/>
        </p:nvSpPr>
        <p:spPr bwMode="auto">
          <a:xfrm>
            <a:off x="1919139" y="3093016"/>
            <a:ext cx="1008112"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8" name="TextBox 7"/>
          <p:cNvSpPr txBox="1"/>
          <p:nvPr/>
        </p:nvSpPr>
        <p:spPr>
          <a:xfrm>
            <a:off x="1588675" y="3053001"/>
            <a:ext cx="1669047" cy="516167"/>
          </a:xfrm>
          <a:prstGeom prst="rect">
            <a:avLst/>
          </a:prstGeom>
          <a:noFill/>
        </p:spPr>
        <p:txBody>
          <a:bodyPr wrap="none" rtlCol="0">
            <a:spAutoFit/>
          </a:bodyPr>
          <a:lstStyle/>
          <a:p>
            <a:pPr algn="ct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hiện</a:t>
            </a:r>
            <a:endPar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endParaRPr>
          </a:p>
          <a:p>
            <a:pPr algn="ct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tốc</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độ</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thấp</a:t>
            </a:r>
            <a:endParaRPr lang="ko-KR" altLang="en-US" sz="12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9" name="직사각형 8"/>
          <p:cNvSpPr/>
          <p:nvPr/>
        </p:nvSpPr>
        <p:spPr bwMode="auto">
          <a:xfrm>
            <a:off x="1919139" y="5361489"/>
            <a:ext cx="1008112"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0" name="TextBox 9"/>
          <p:cNvSpPr txBox="1"/>
          <p:nvPr/>
        </p:nvSpPr>
        <p:spPr>
          <a:xfrm>
            <a:off x="1704093" y="5321474"/>
            <a:ext cx="1438214" cy="535531"/>
          </a:xfrm>
          <a:prstGeom prst="rect">
            <a:avLst/>
          </a:prstGeom>
          <a:noFill/>
        </p:spPr>
        <p:txBody>
          <a:bodyPr wrap="none" rtlCol="0">
            <a:spAutoFit/>
          </a:bodyPr>
          <a:lstStyle/>
          <a:p>
            <a:pPr algn="ct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Program </a:t>
            </a:r>
          </a:p>
          <a:p>
            <a:pPr algn="ct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Scan</a:t>
            </a:r>
            <a:endParaRPr lang="ko-KR" altLang="en-US" sz="12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1" name="직사각형 10"/>
          <p:cNvSpPr/>
          <p:nvPr/>
        </p:nvSpPr>
        <p:spPr bwMode="auto">
          <a:xfrm>
            <a:off x="4026669" y="5361489"/>
            <a:ext cx="1008112"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2" name="TextBox 11"/>
          <p:cNvSpPr txBox="1"/>
          <p:nvPr/>
        </p:nvSpPr>
        <p:spPr>
          <a:xfrm>
            <a:off x="4016003" y="5321474"/>
            <a:ext cx="1029449" cy="535531"/>
          </a:xfrm>
          <a:prstGeom prst="rect">
            <a:avLst/>
          </a:prstGeom>
          <a:noFill/>
        </p:spPr>
        <p:txBody>
          <a:bodyPr wrap="none" rtlCol="0">
            <a:spAutoFit/>
          </a:bodyPr>
          <a:lstStyle/>
          <a:p>
            <a:pPr algn="ct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Program </a:t>
            </a:r>
          </a:p>
          <a:p>
            <a:pPr algn="ct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chờ</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đợi</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endParaRPr lang="ko-KR" altLang="en-US" sz="12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3" name="직사각형 12"/>
          <p:cNvSpPr/>
          <p:nvPr/>
        </p:nvSpPr>
        <p:spPr bwMode="auto">
          <a:xfrm>
            <a:off x="4026669" y="4281369"/>
            <a:ext cx="1008112"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4" name="TextBox 13"/>
          <p:cNvSpPr txBox="1"/>
          <p:nvPr/>
        </p:nvSpPr>
        <p:spPr>
          <a:xfrm>
            <a:off x="3813229" y="4241354"/>
            <a:ext cx="1435008" cy="535531"/>
          </a:xfrm>
          <a:prstGeom prst="rect">
            <a:avLst/>
          </a:prstGeom>
          <a:noFill/>
        </p:spPr>
        <p:txBody>
          <a:bodyPr wrap="none" rtlCol="0">
            <a:spAutoFit/>
          </a:bodyPr>
          <a:lstStyle/>
          <a:p>
            <a:pPr algn="ct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Program </a:t>
            </a:r>
          </a:p>
          <a:p>
            <a:pPr algn="ct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chu</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kỳ</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cố</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định</a:t>
            </a:r>
            <a:endParaRPr lang="ko-KR" altLang="en-US" sz="12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5" name="직사각형 14"/>
          <p:cNvSpPr/>
          <p:nvPr/>
        </p:nvSpPr>
        <p:spPr bwMode="auto">
          <a:xfrm>
            <a:off x="1919139" y="4142620"/>
            <a:ext cx="1008112"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6" name="TextBox 15"/>
          <p:cNvSpPr txBox="1"/>
          <p:nvPr/>
        </p:nvSpPr>
        <p:spPr>
          <a:xfrm>
            <a:off x="1977401" y="4192629"/>
            <a:ext cx="891590" cy="313932"/>
          </a:xfrm>
          <a:prstGeom prst="rect">
            <a:avLst/>
          </a:prstGeom>
          <a:noFill/>
        </p:spPr>
        <p:txBody>
          <a:bodyPr wrap="none" rtlCol="0">
            <a:spAutoFit/>
          </a:bodyPr>
          <a:lstStyle/>
          <a:p>
            <a:pPr algn="ct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Xử</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lý</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END</a:t>
            </a:r>
            <a:endParaRPr lang="ko-KR" altLang="en-US" sz="12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7" name="직사각형 16"/>
          <p:cNvSpPr/>
          <p:nvPr/>
        </p:nvSpPr>
        <p:spPr bwMode="auto">
          <a:xfrm>
            <a:off x="1919138" y="731540"/>
            <a:ext cx="1017637"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8" name="TextBox 17"/>
          <p:cNvSpPr txBox="1"/>
          <p:nvPr/>
        </p:nvSpPr>
        <p:spPr>
          <a:xfrm>
            <a:off x="1810693" y="840425"/>
            <a:ext cx="1225015" cy="240066"/>
          </a:xfrm>
          <a:prstGeom prst="rect">
            <a:avLst/>
          </a:prstGeom>
          <a:noFill/>
        </p:spPr>
        <p:txBody>
          <a:bodyPr wrap="none" rtlCol="0">
            <a:spAutoFit/>
          </a:bodyPr>
          <a:lstStyle/>
          <a:p>
            <a:pPr algn="ct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ON/STOP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Nguồn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-&gt;RUN</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9" name="직사각형 18"/>
          <p:cNvSpPr/>
          <p:nvPr/>
        </p:nvSpPr>
        <p:spPr bwMode="auto">
          <a:xfrm>
            <a:off x="5650257" y="1424103"/>
            <a:ext cx="223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0" name="TextBox 19"/>
          <p:cNvSpPr txBox="1"/>
          <p:nvPr/>
        </p:nvSpPr>
        <p:spPr>
          <a:xfrm>
            <a:off x="5659470" y="1548504"/>
            <a:ext cx="3185039" cy="313932"/>
          </a:xfrm>
          <a:prstGeom prst="rect">
            <a:avLst/>
          </a:prstGeom>
          <a:noFill/>
        </p:spPr>
        <p:txBody>
          <a:bodyPr wrap="none" rtlCol="0">
            <a:spAutoFit/>
          </a:bodyPr>
          <a:lstStyle/>
          <a:p>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Chỉ</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RUN 1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lần</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trong</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ON/STOP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nguồn</a:t>
            </a:r>
            <a:endParaRPr lang="ko-KR" altLang="en-US" sz="12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6" name="직사각형 25"/>
          <p:cNvSpPr/>
          <p:nvPr/>
        </p:nvSpPr>
        <p:spPr bwMode="auto">
          <a:xfrm>
            <a:off x="5650257" y="3025690"/>
            <a:ext cx="3456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8" name="직사각형 27"/>
          <p:cNvSpPr/>
          <p:nvPr/>
        </p:nvSpPr>
        <p:spPr bwMode="auto">
          <a:xfrm>
            <a:off x="5650257" y="4289777"/>
            <a:ext cx="3456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9" name="TextBox 28"/>
          <p:cNvSpPr txBox="1"/>
          <p:nvPr/>
        </p:nvSpPr>
        <p:spPr>
          <a:xfrm>
            <a:off x="5659470" y="4248271"/>
            <a:ext cx="2975495" cy="313932"/>
          </a:xfrm>
          <a:prstGeom prst="rect">
            <a:avLst/>
          </a:prstGeom>
          <a:noFill/>
        </p:spPr>
        <p:txBody>
          <a:bodyPr wrap="none" rtlCol="0">
            <a:spAutoFit/>
          </a:bodyPr>
          <a:lstStyle/>
          <a:p>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theo</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từng</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chu</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kỳ</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thời</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gian</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cố</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định</a:t>
            </a:r>
            <a:endParaRPr lang="ko-KR" altLang="en-US" sz="12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30" name="직사각형 29"/>
          <p:cNvSpPr/>
          <p:nvPr/>
        </p:nvSpPr>
        <p:spPr bwMode="auto">
          <a:xfrm>
            <a:off x="5650257" y="5384773"/>
            <a:ext cx="3456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1" name="TextBox 30"/>
          <p:cNvSpPr txBox="1"/>
          <p:nvPr/>
        </p:nvSpPr>
        <p:spPr>
          <a:xfrm>
            <a:off x="5659470" y="5343267"/>
            <a:ext cx="2573140" cy="313932"/>
          </a:xfrm>
          <a:prstGeom prst="rect">
            <a:avLst/>
          </a:prstGeom>
          <a:noFill/>
        </p:spPr>
        <p:txBody>
          <a:bodyPr wrap="none" rtlCol="0">
            <a:spAutoFit/>
          </a:bodyPr>
          <a:lstStyle/>
          <a:p>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Chỉ</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khi</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có</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yêu</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cầu</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hiện</a:t>
            </a:r>
            <a:endParaRPr lang="ko-KR" altLang="en-US" sz="12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7" name="TextBox 26"/>
          <p:cNvSpPr txBox="1"/>
          <p:nvPr/>
        </p:nvSpPr>
        <p:spPr>
          <a:xfrm>
            <a:off x="5659470" y="2984184"/>
            <a:ext cx="3037946" cy="757130"/>
          </a:xfrm>
          <a:prstGeom prst="rect">
            <a:avLst/>
          </a:prstGeom>
          <a:solidFill>
            <a:schemeClr val="bg1"/>
          </a:solidFill>
        </p:spPr>
        <p:txBody>
          <a:bodyPr wrap="square" rtlCol="0">
            <a:spAutoFit/>
          </a:bodyPr>
          <a:lstStyle/>
          <a:p>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Chỉ</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trong</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trường</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hợp</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đã</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cài</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đặt</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 Constant scan”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hoặc</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thời</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gian</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Program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tốc</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độ</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thấp</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200" dirty="0">
              <a:latin typeface="Times New Roman" panose="02020603050405020304" pitchFamily="18" charset="0"/>
              <a:ea typeface="돋움" panose="020B0600000101010101" pitchFamily="50" charset="-127"/>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17"/>
          <p:cNvPicPr>
            <a:picLocks noChangeAspect="1" noChangeArrowheads="1"/>
          </p:cNvPicPr>
          <p:nvPr/>
        </p:nvPicPr>
        <p:blipFill>
          <a:blip r:embed="rId2">
            <a:lum bright="70000" contrast="-70000"/>
            <a:grayscl/>
            <a:extLst>
              <a:ext uri="{28A0092B-C50C-407E-A947-70E740481C1C}">
                <a14:useLocalDpi xmlns:a14="http://schemas.microsoft.com/office/drawing/2010/main" val="0"/>
              </a:ext>
            </a:extLst>
          </a:blip>
          <a:srcRect/>
          <a:stretch>
            <a:fillRect/>
          </a:stretch>
        </p:blipFill>
        <p:spPr bwMode="auto">
          <a:xfrm>
            <a:off x="5205413" y="3500438"/>
            <a:ext cx="4502150" cy="280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65539" name="Text Box 2"/>
          <p:cNvSpPr txBox="1">
            <a:spLocks noChangeArrowheads="1"/>
          </p:cNvSpPr>
          <p:nvPr/>
        </p:nvSpPr>
        <p:spPr bwMode="auto">
          <a:xfrm>
            <a:off x="76200" y="82550"/>
            <a:ext cx="41793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dirty="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Mục</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tiêu</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đào</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tạo</a:t>
            </a:r>
            <a:r>
              <a:rPr lang="ko-KR" altLang="en-US"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smtClean="0">
                <a:latin typeface="Times New Roman" panose="02020603050405020304" pitchFamily="18" charset="0"/>
                <a:ea typeface="돋움" pitchFamily="50" charset="-127"/>
                <a:cs typeface="Times New Roman" panose="02020603050405020304" pitchFamily="18" charset="0"/>
              </a:rPr>
              <a:t>(</a:t>
            </a:r>
            <a:r>
              <a:rPr lang="en-US" altLang="ko-KR" sz="1600" b="1" dirty="0" err="1" smtClean="0">
                <a:latin typeface="Times New Roman" panose="02020603050405020304" pitchFamily="18" charset="0"/>
                <a:ea typeface="돋움" pitchFamily="50" charset="-127"/>
                <a:cs typeface="Times New Roman" panose="02020603050405020304" pitchFamily="18" charset="0"/>
              </a:rPr>
              <a:t>Quá</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trình</a:t>
            </a:r>
            <a:r>
              <a:rPr lang="en-US" altLang="ko-KR" sz="1600" b="1" dirty="0" smtClean="0">
                <a:latin typeface="Times New Roman" panose="02020603050405020304" pitchFamily="18" charset="0"/>
                <a:ea typeface="돋움" pitchFamily="50" charset="-127"/>
                <a:cs typeface="Times New Roman" panose="02020603050405020304" pitchFamily="18" charset="0"/>
              </a:rPr>
              <a:t> PLC </a:t>
            </a:r>
            <a:r>
              <a:rPr lang="en-US" altLang="ko-KR" sz="1600" b="1" dirty="0" err="1" smtClean="0">
                <a:latin typeface="Times New Roman" panose="02020603050405020304" pitchFamily="18" charset="0"/>
                <a:ea typeface="돋움" pitchFamily="50" charset="-127"/>
                <a:cs typeface="Times New Roman" panose="02020603050405020304" pitchFamily="18" charset="0"/>
              </a:rPr>
              <a:t>căn</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bản</a:t>
            </a:r>
            <a:r>
              <a:rPr lang="en-US" altLang="ko-KR" sz="1600" b="1" dirty="0" smtClean="0">
                <a:latin typeface="Times New Roman" panose="02020603050405020304" pitchFamily="18" charset="0"/>
                <a:ea typeface="돋움" pitchFamily="50" charset="-127"/>
                <a:cs typeface="Times New Roman" panose="02020603050405020304" pitchFamily="18" charset="0"/>
              </a:rPr>
              <a:t>)</a:t>
            </a:r>
            <a:endParaRPr lang="en-US" altLang="ko-KR" sz="1600" b="1" dirty="0">
              <a:latin typeface="Times New Roman" panose="02020603050405020304" pitchFamily="18" charset="0"/>
              <a:ea typeface="돋움" pitchFamily="50" charset="-127"/>
              <a:cs typeface="Times New Roman" panose="02020603050405020304" pitchFamily="18" charset="0"/>
            </a:endParaRPr>
          </a:p>
        </p:txBody>
      </p:sp>
      <p:sp>
        <p:nvSpPr>
          <p:cNvPr id="65540" name="Rectangle 5"/>
          <p:cNvSpPr>
            <a:spLocks noChangeArrowheads="1"/>
          </p:cNvSpPr>
          <p:nvPr/>
        </p:nvSpPr>
        <p:spPr bwMode="auto">
          <a:xfrm>
            <a:off x="2690813" y="1219200"/>
            <a:ext cx="4524375" cy="914400"/>
          </a:xfrm>
          <a:prstGeom prst="rect">
            <a:avLst/>
          </a:prstGeom>
          <a:solidFill>
            <a:schemeClr val="bg1"/>
          </a:solidFill>
          <a:ln w="19050">
            <a:solidFill>
              <a:schemeClr val="tx1"/>
            </a:solidFill>
            <a:miter lim="800000"/>
            <a:headEnd/>
            <a:tailEnd/>
          </a:ln>
          <a:effectLst>
            <a:outerShdw dist="107763" dir="2700000" algn="ctr" rotWithShape="0">
              <a:schemeClr val="bg2"/>
            </a:outerShdw>
          </a:effec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2400" b="1" dirty="0">
                <a:latin typeface="Times New Roman" panose="02020603050405020304" pitchFamily="18" charset="0"/>
                <a:cs typeface="Times New Roman" panose="02020603050405020304" pitchFamily="18" charset="0"/>
              </a:rPr>
              <a:t>3. </a:t>
            </a:r>
            <a:r>
              <a:rPr lang="en-US" altLang="ko-KR" sz="2400" b="1" dirty="0" err="1" smtClean="0">
                <a:latin typeface="Times New Roman" panose="02020603050405020304" pitchFamily="18" charset="0"/>
                <a:cs typeface="Times New Roman" panose="02020603050405020304" pitchFamily="18" charset="0"/>
              </a:rPr>
              <a:t>Cài</a:t>
            </a:r>
            <a:r>
              <a:rPr lang="en-US" altLang="ko-KR" sz="2400" b="1" dirty="0" smtClean="0">
                <a:latin typeface="Times New Roman" panose="02020603050405020304" pitchFamily="18" charset="0"/>
                <a:cs typeface="Times New Roman" panose="02020603050405020304" pitchFamily="18" charset="0"/>
              </a:rPr>
              <a:t> </a:t>
            </a:r>
            <a:r>
              <a:rPr lang="en-US" altLang="ko-KR" sz="2400" b="1" dirty="0" err="1" smtClean="0">
                <a:latin typeface="Times New Roman" panose="02020603050405020304" pitchFamily="18" charset="0"/>
                <a:cs typeface="Times New Roman" panose="02020603050405020304" pitchFamily="18" charset="0"/>
              </a:rPr>
              <a:t>đặt</a:t>
            </a:r>
            <a:r>
              <a:rPr lang="en-US" altLang="ko-KR" sz="2400" b="1" dirty="0" smtClean="0">
                <a:latin typeface="Times New Roman" panose="02020603050405020304" pitchFamily="18" charset="0"/>
                <a:cs typeface="Times New Roman" panose="02020603050405020304" pitchFamily="18" charset="0"/>
              </a:rPr>
              <a:t> PLC </a:t>
            </a:r>
            <a:r>
              <a:rPr lang="en-US" altLang="ko-KR" sz="2400" b="1" dirty="0">
                <a:latin typeface="Times New Roman" panose="02020603050405020304" pitchFamily="18" charset="0"/>
                <a:cs typeface="Times New Roman" panose="02020603050405020304" pitchFamily="18" charset="0"/>
              </a:rPr>
              <a:t>Software </a:t>
            </a:r>
            <a:endParaRPr lang="ko-KR" altLang="en-US" sz="2400" b="1" dirty="0">
              <a:latin typeface="Times New Roman" panose="02020603050405020304" pitchFamily="18" charset="0"/>
              <a:cs typeface="Times New Roman" panose="02020603050405020304" pitchFamily="18" charset="0"/>
            </a:endParaRPr>
          </a:p>
        </p:txBody>
      </p:sp>
      <p:sp>
        <p:nvSpPr>
          <p:cNvPr id="65541" name="Text Box 6"/>
          <p:cNvSpPr txBox="1">
            <a:spLocks noChangeArrowheads="1"/>
          </p:cNvSpPr>
          <p:nvPr/>
        </p:nvSpPr>
        <p:spPr bwMode="auto">
          <a:xfrm>
            <a:off x="3657600" y="2601913"/>
            <a:ext cx="2553904" cy="2412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400" b="1" dirty="0">
                <a:latin typeface="Times New Roman" panose="02020603050405020304" pitchFamily="18" charset="0"/>
                <a:cs typeface="Times New Roman" panose="02020603050405020304" pitchFamily="18" charset="0"/>
              </a:rPr>
              <a:t>1</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Cài</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đặt</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a:latin typeface="Times New Roman" panose="02020603050405020304" pitchFamily="18" charset="0"/>
                <a:cs typeface="Times New Roman" panose="02020603050405020304" pitchFamily="18" charset="0"/>
              </a:rPr>
              <a:t>GX Developer </a:t>
            </a:r>
            <a:endParaRPr lang="ko-KR" altLang="en-US" sz="1400" b="1"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1-1. GX Developer Set-Up</a:t>
            </a: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endParaRPr lang="en-US" altLang="ko-KR" sz="1400" b="1"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400" b="1"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400" b="1" dirty="0">
                <a:latin typeface="Times New Roman" panose="02020603050405020304" pitchFamily="18" charset="0"/>
                <a:cs typeface="Times New Roman" panose="02020603050405020304" pitchFamily="18" charset="0"/>
              </a:rPr>
              <a:t>2. </a:t>
            </a:r>
            <a:r>
              <a:rPr lang="en-US" altLang="ko-KR" sz="1400" b="1" dirty="0" err="1" smtClean="0">
                <a:latin typeface="Times New Roman" panose="02020603050405020304" pitchFamily="18" charset="0"/>
                <a:cs typeface="Times New Roman" panose="02020603050405020304" pitchFamily="18" charset="0"/>
              </a:rPr>
              <a:t>Cài</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đặt</a:t>
            </a:r>
            <a:r>
              <a:rPr lang="en-US" altLang="ko-KR" sz="1400" b="1" dirty="0" smtClean="0">
                <a:latin typeface="Times New Roman" panose="02020603050405020304" pitchFamily="18" charset="0"/>
                <a:cs typeface="Times New Roman" panose="02020603050405020304" pitchFamily="18" charset="0"/>
              </a:rPr>
              <a:t> Utility </a:t>
            </a:r>
            <a:endParaRPr lang="ko-KR" altLang="en-US" sz="1400" b="1"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2-1. Utility Set-Up</a:t>
            </a: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400" b="1" dirty="0">
                <a:latin typeface="Times New Roman" panose="02020603050405020304" pitchFamily="18" charset="0"/>
                <a:cs typeface="Times New Roman" panose="02020603050405020304" pitchFamily="18" charset="0"/>
              </a:rPr>
              <a:t>3. </a:t>
            </a:r>
            <a:r>
              <a:rPr lang="en-US" altLang="ko-KR" sz="1400" b="1" dirty="0" err="1" smtClean="0">
                <a:latin typeface="Times New Roman" panose="02020603050405020304" pitchFamily="18" charset="0"/>
                <a:cs typeface="Times New Roman" panose="02020603050405020304" pitchFamily="18" charset="0"/>
              </a:rPr>
              <a:t>Cài</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đặt</a:t>
            </a:r>
            <a:r>
              <a:rPr lang="en-US" altLang="ko-KR" sz="1400" b="1" dirty="0" smtClean="0">
                <a:latin typeface="Times New Roman" panose="02020603050405020304" pitchFamily="18" charset="0"/>
                <a:cs typeface="Times New Roman" panose="02020603050405020304" pitchFamily="18" charset="0"/>
              </a:rPr>
              <a:t> Drive </a:t>
            </a:r>
            <a:r>
              <a:rPr lang="en-US" altLang="ko-KR" sz="1400" b="1" dirty="0" err="1" smtClean="0">
                <a:latin typeface="Times New Roman" panose="02020603050405020304" pitchFamily="18" charset="0"/>
                <a:cs typeface="Times New Roman" panose="02020603050405020304" pitchFamily="18" charset="0"/>
              </a:rPr>
              <a:t>giao</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tiếp</a:t>
            </a:r>
            <a:r>
              <a:rPr lang="en-US" altLang="ko-KR" sz="1400" b="1" dirty="0" smtClean="0">
                <a:latin typeface="Times New Roman" panose="02020603050405020304" pitchFamily="18" charset="0"/>
                <a:cs typeface="Times New Roman" panose="02020603050405020304" pitchFamily="18" charset="0"/>
              </a:rPr>
              <a:t> USB</a:t>
            </a:r>
            <a:endParaRPr lang="ko-KR" altLang="en-US" sz="1400" b="1"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3-1. </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Drive </a:t>
            </a:r>
            <a:r>
              <a:rPr lang="en-US" altLang="ko-KR" sz="1200" dirty="0" smtClean="0">
                <a:latin typeface="Times New Roman" panose="02020603050405020304" pitchFamily="18" charset="0"/>
                <a:cs typeface="Times New Roman" panose="02020603050405020304" pitchFamily="18" charset="0"/>
              </a:rPr>
              <a:t>Set-Up </a:t>
            </a:r>
            <a:r>
              <a:rPr lang="en-US" altLang="ko-KR" sz="1200" dirty="0" err="1" smtClean="0">
                <a:latin typeface="Times New Roman" panose="02020603050405020304" pitchFamily="18" charset="0"/>
                <a:cs typeface="Times New Roman" panose="02020603050405020304" pitchFamily="18" charset="0"/>
              </a:rPr>
              <a:t>giao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USB</a:t>
            </a:r>
            <a:endParaRPr lang="en-US" altLang="ko-KR" sz="1200" dirty="0">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ChangeArrowheads="1"/>
          </p:cNvSpPr>
          <p:nvPr/>
        </p:nvSpPr>
        <p:spPr bwMode="auto">
          <a:xfrm>
            <a:off x="60325" y="53975"/>
            <a:ext cx="2597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3.Cài </a:t>
            </a:r>
            <a:r>
              <a:rPr lang="en-US" altLang="ko-KR" sz="1800" b="1" dirty="0" err="1" smtClean="0">
                <a:latin typeface="Times New Roman" panose="02020603050405020304" pitchFamily="18" charset="0"/>
                <a:cs typeface="Times New Roman" panose="02020603050405020304" pitchFamily="18" charset="0"/>
              </a:rPr>
              <a:t>đặt</a:t>
            </a:r>
            <a:r>
              <a:rPr lang="en-US" altLang="ko-KR" sz="1800" b="1" dirty="0" smtClean="0">
                <a:latin typeface="Times New Roman" panose="02020603050405020304" pitchFamily="18" charset="0"/>
                <a:cs typeface="Times New Roman" panose="02020603050405020304" pitchFamily="18" charset="0"/>
              </a:rPr>
              <a:t> PLC </a:t>
            </a:r>
            <a:r>
              <a:rPr lang="en-US" altLang="ko-KR" sz="1800" b="1" dirty="0">
                <a:latin typeface="Times New Roman" panose="02020603050405020304" pitchFamily="18" charset="0"/>
                <a:cs typeface="Times New Roman" panose="02020603050405020304" pitchFamily="18" charset="0"/>
              </a:rPr>
              <a:t>Software </a:t>
            </a:r>
            <a:endParaRPr lang="ko-KR" altLang="en-US" sz="1800" b="1" dirty="0">
              <a:latin typeface="Times New Roman" panose="02020603050405020304" pitchFamily="18" charset="0"/>
              <a:cs typeface="Times New Roman" panose="02020603050405020304" pitchFamily="18" charset="0"/>
            </a:endParaRPr>
          </a:p>
        </p:txBody>
      </p:sp>
      <p:sp>
        <p:nvSpPr>
          <p:cNvPr id="66563" name="Rectangle 26"/>
          <p:cNvSpPr>
            <a:spLocks noChangeArrowheads="1"/>
          </p:cNvSpPr>
          <p:nvPr/>
        </p:nvSpPr>
        <p:spPr bwMode="auto">
          <a:xfrm>
            <a:off x="504825" y="692150"/>
            <a:ext cx="2321968"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Cài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đặt</a:t>
            </a:r>
            <a:r>
              <a:rPr lang="en-US" altLang="ko-KR" sz="1600" b="1" dirty="0" smtClean="0">
                <a:latin typeface="Times New Roman" panose="02020603050405020304" pitchFamily="18" charset="0"/>
                <a:cs typeface="Times New Roman" panose="02020603050405020304" pitchFamily="18" charset="0"/>
              </a:rPr>
              <a:t> GX Developer</a:t>
            </a:r>
            <a:endParaRPr lang="ko-KR" altLang="en-US" sz="1600" b="1" dirty="0">
              <a:latin typeface="Times New Roman" panose="02020603050405020304" pitchFamily="18" charset="0"/>
              <a:cs typeface="Times New Roman" panose="02020603050405020304" pitchFamily="18" charset="0"/>
            </a:endParaRPr>
          </a:p>
        </p:txBody>
      </p:sp>
      <p:sp>
        <p:nvSpPr>
          <p:cNvPr id="66564" name="Rectangle 28"/>
          <p:cNvSpPr>
            <a:spLocks noChangeArrowheads="1"/>
          </p:cNvSpPr>
          <p:nvPr/>
        </p:nvSpPr>
        <p:spPr bwMode="auto">
          <a:xfrm>
            <a:off x="684213" y="1084263"/>
            <a:ext cx="2163207"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1-1. GX Developer Set-Up</a:t>
            </a:r>
          </a:p>
        </p:txBody>
      </p:sp>
      <p:pic>
        <p:nvPicPr>
          <p:cNvPr id="66565"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08425" y="3068638"/>
            <a:ext cx="3384550" cy="3240087"/>
          </a:xfrm>
          <a:prstGeom prst="rect">
            <a:avLst/>
          </a:prstGeom>
          <a:noFill/>
          <a:ln w="19050" algn="ctr">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nvGrpSpPr>
          <p:cNvPr id="66566" name="Group 38"/>
          <p:cNvGrpSpPr>
            <a:grpSpLocks/>
          </p:cNvGrpSpPr>
          <p:nvPr/>
        </p:nvGrpSpPr>
        <p:grpSpPr bwMode="auto">
          <a:xfrm>
            <a:off x="812800" y="1773238"/>
            <a:ext cx="8164521" cy="2397125"/>
            <a:chOff x="512" y="1117"/>
            <a:chExt cx="5143" cy="1510"/>
          </a:xfrm>
        </p:grpSpPr>
        <p:pic>
          <p:nvPicPr>
            <p:cNvPr id="66572" name="Picture 2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 y="1117"/>
              <a:ext cx="2381" cy="1510"/>
            </a:xfrm>
            <a:prstGeom prst="rect">
              <a:avLst/>
            </a:prstGeom>
            <a:noFill/>
            <a:ln w="19050" algn="ctr">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66573" name="Rectangle 29"/>
            <p:cNvSpPr>
              <a:spLocks noChangeArrowheads="1"/>
            </p:cNvSpPr>
            <p:nvPr/>
          </p:nvSpPr>
          <p:spPr bwMode="auto">
            <a:xfrm>
              <a:off x="1669" y="1884"/>
              <a:ext cx="488" cy="143"/>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66574" name="Text Box 30"/>
            <p:cNvSpPr txBox="1">
              <a:spLocks noChangeArrowheads="1"/>
            </p:cNvSpPr>
            <p:nvPr/>
          </p:nvSpPr>
          <p:spPr bwMode="auto">
            <a:xfrm>
              <a:off x="3540" y="1162"/>
              <a:ext cx="211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① </a:t>
              </a:r>
              <a:r>
                <a:rPr lang="en-US" altLang="ko-KR" sz="1200" b="1" dirty="0" smtClean="0">
                  <a:latin typeface="Times New Roman" panose="02020603050405020304" pitchFamily="18" charset="0"/>
                  <a:cs typeface="Times New Roman" panose="02020603050405020304" pitchFamily="18" charset="0"/>
                </a:rPr>
                <a:t>Click </a:t>
              </a:r>
              <a:r>
                <a:rPr lang="en-US" altLang="ko-KR" sz="1200" b="1" dirty="0" err="1" smtClean="0">
                  <a:latin typeface="Times New Roman" panose="02020603050405020304" pitchFamily="18" charset="0"/>
                  <a:cs typeface="Times New Roman" panose="02020603050405020304" pitchFamily="18" charset="0"/>
                </a:rPr>
                <a:t>vào</a:t>
              </a:r>
              <a:r>
                <a:rPr lang="en-US" altLang="ko-KR" sz="1200" b="1" dirty="0" smtClean="0">
                  <a:latin typeface="Times New Roman" panose="02020603050405020304" pitchFamily="18" charset="0"/>
                  <a:cs typeface="Times New Roman" panose="02020603050405020304" pitchFamily="18" charset="0"/>
                </a:rPr>
                <a:t> file </a:t>
              </a: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GX </a:t>
              </a:r>
              <a:r>
                <a:rPr lang="en-US" altLang="ko-KR" sz="1200" b="1" dirty="0">
                  <a:latin typeface="Times New Roman" panose="02020603050405020304" pitchFamily="18" charset="0"/>
                  <a:cs typeface="Times New Roman" panose="02020603050405020304" pitchFamily="18" charset="0"/>
                </a:rPr>
                <a:t>Developer </a:t>
              </a:r>
              <a:r>
                <a:rPr lang="en-US" altLang="ko-KR" sz="1200" b="1" dirty="0" smtClean="0">
                  <a:latin typeface="Times New Roman" panose="02020603050405020304" pitchFamily="18" charset="0"/>
                  <a:cs typeface="Times New Roman" panose="02020603050405020304" pitchFamily="18" charset="0"/>
                </a:rPr>
                <a:t>File Click</a:t>
              </a:r>
              <a:endParaRPr lang="ko-KR" altLang="en-US" sz="1200" b="1" dirty="0">
                <a:latin typeface="Times New Roman" panose="02020603050405020304" pitchFamily="18" charset="0"/>
                <a:cs typeface="Times New Roman" panose="02020603050405020304" pitchFamily="18" charset="0"/>
              </a:endParaRPr>
            </a:p>
          </p:txBody>
        </p:sp>
        <p:sp>
          <p:nvSpPr>
            <p:cNvPr id="66575" name="Line 33"/>
            <p:cNvSpPr>
              <a:spLocks noChangeShapeType="1"/>
            </p:cNvSpPr>
            <p:nvPr/>
          </p:nvSpPr>
          <p:spPr bwMode="auto">
            <a:xfrm flipH="1">
              <a:off x="2281" y="1298"/>
              <a:ext cx="1315" cy="658"/>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grpSp>
      <p:sp>
        <p:nvSpPr>
          <p:cNvPr id="66567" name="Rectangle 34"/>
          <p:cNvSpPr>
            <a:spLocks noChangeArrowheads="1"/>
          </p:cNvSpPr>
          <p:nvPr/>
        </p:nvSpPr>
        <p:spPr bwMode="auto">
          <a:xfrm>
            <a:off x="5745088" y="3969060"/>
            <a:ext cx="792088" cy="113875"/>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66568" name="Text Box 35"/>
          <p:cNvSpPr txBox="1">
            <a:spLocks noChangeArrowheads="1"/>
          </p:cNvSpPr>
          <p:nvPr/>
        </p:nvSpPr>
        <p:spPr bwMode="auto">
          <a:xfrm>
            <a:off x="7899400" y="3084513"/>
            <a:ext cx="1862355" cy="510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② </a:t>
            </a:r>
            <a:r>
              <a:rPr lang="en-US" altLang="ko-KR" sz="1200" b="1" dirty="0" smtClean="0">
                <a:latin typeface="Times New Roman" panose="02020603050405020304" pitchFamily="18" charset="0"/>
                <a:cs typeface="Times New Roman" panose="02020603050405020304" pitchFamily="18" charset="0"/>
              </a:rPr>
              <a:t>Click </a:t>
            </a:r>
            <a:r>
              <a:rPr lang="en-US" altLang="ko-KR" sz="1200" b="1" dirty="0" err="1" smtClean="0">
                <a:latin typeface="Times New Roman" panose="02020603050405020304" pitchFamily="18" charset="0"/>
                <a:cs typeface="Times New Roman" panose="02020603050405020304" pitchFamily="18" charset="0"/>
              </a:rPr>
              <a:t>vào</a:t>
            </a:r>
            <a:r>
              <a:rPr lang="en-US" altLang="ko-KR" sz="1200" b="1" dirty="0" smtClean="0">
                <a:latin typeface="Times New Roman" panose="02020603050405020304" pitchFamily="18" charset="0"/>
                <a:cs typeface="Times New Roman" panose="02020603050405020304" pitchFamily="18" charset="0"/>
              </a:rPr>
              <a:t> file </a:t>
            </a: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a:t>
            </a:r>
          </a:p>
          <a:p>
            <a:pPr eaLnBrk="1" hangingPunct="1">
              <a:spcBef>
                <a:spcPct val="0"/>
              </a:spcBef>
              <a:buFontTx/>
              <a:buNone/>
            </a:pPr>
            <a:r>
              <a:rPr lang="en-US" altLang="ko-KR" sz="1200" b="1" dirty="0" err="1" smtClean="0">
                <a:latin typeface="Times New Roman" panose="02020603050405020304" pitchFamily="18" charset="0"/>
                <a:cs typeface="Times New Roman" panose="02020603050405020304" pitchFamily="18" charset="0"/>
              </a:rPr>
              <a:t>hoàn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cảnh</a:t>
            </a:r>
            <a:r>
              <a:rPr lang="en-US" altLang="ko-KR" sz="1200" b="1" dirty="0" smtClean="0">
                <a:latin typeface="Times New Roman" panose="02020603050405020304" pitchFamily="18" charset="0"/>
                <a:cs typeface="Times New Roman" panose="02020603050405020304" pitchFamily="18" charset="0"/>
              </a:rPr>
              <a:t> GX </a:t>
            </a:r>
            <a:r>
              <a:rPr lang="en-US" altLang="ko-KR" sz="1200" b="1" dirty="0">
                <a:latin typeface="Times New Roman" panose="02020603050405020304" pitchFamily="18" charset="0"/>
                <a:cs typeface="Times New Roman" panose="02020603050405020304" pitchFamily="18" charset="0"/>
              </a:rPr>
              <a:t>Developer </a:t>
            </a:r>
            <a:endParaRPr lang="ko-KR" altLang="en-US" sz="1200" b="1" dirty="0">
              <a:latin typeface="Times New Roman" panose="02020603050405020304" pitchFamily="18" charset="0"/>
              <a:cs typeface="Times New Roman" panose="02020603050405020304" pitchFamily="18" charset="0"/>
            </a:endParaRPr>
          </a:p>
        </p:txBody>
      </p:sp>
      <p:sp>
        <p:nvSpPr>
          <p:cNvPr id="66569" name="Line 36"/>
          <p:cNvSpPr>
            <a:spLocks noChangeShapeType="1"/>
          </p:cNvSpPr>
          <p:nvPr/>
        </p:nvSpPr>
        <p:spPr bwMode="auto">
          <a:xfrm flipH="1">
            <a:off x="6645275" y="3357563"/>
            <a:ext cx="1331913" cy="611187"/>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6570" name="Rectangle 37"/>
          <p:cNvSpPr>
            <a:spLocks noChangeArrowheads="1"/>
          </p:cNvSpPr>
          <p:nvPr/>
        </p:nvSpPr>
        <p:spPr bwMode="auto">
          <a:xfrm>
            <a:off x="7365268" y="34925"/>
            <a:ext cx="2321968"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Cài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đặt</a:t>
            </a:r>
            <a:r>
              <a:rPr lang="en-US" altLang="ko-KR" sz="1600" b="1" dirty="0" smtClean="0">
                <a:latin typeface="Times New Roman" panose="02020603050405020304" pitchFamily="18" charset="0"/>
                <a:cs typeface="Times New Roman" panose="02020603050405020304" pitchFamily="18" charset="0"/>
              </a:rPr>
              <a:t> GX Developer</a:t>
            </a:r>
            <a:endParaRPr lang="ko-KR" altLang="en-US" sz="1600" b="1" dirty="0">
              <a:latin typeface="Times New Roman" panose="02020603050405020304" pitchFamily="18" charset="0"/>
              <a:cs typeface="Times New Roman" panose="02020603050405020304" pitchFamily="18" charset="0"/>
            </a:endParaRPr>
          </a:p>
        </p:txBody>
      </p:sp>
      <p:sp>
        <p:nvSpPr>
          <p:cNvPr id="66571" name="Rectangle 39"/>
          <p:cNvSpPr>
            <a:spLocks noChangeArrowheads="1"/>
          </p:cNvSpPr>
          <p:nvPr/>
        </p:nvSpPr>
        <p:spPr bwMode="auto">
          <a:xfrm>
            <a:off x="814388" y="1446213"/>
            <a:ext cx="1834655"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(1) </a:t>
            </a: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file </a:t>
            </a:r>
            <a:r>
              <a:rPr lang="en-US" altLang="ko-KR" sz="1200" b="1" dirty="0" err="1" smtClean="0">
                <a:latin typeface="Times New Roman" panose="02020603050405020304" pitchFamily="18" charset="0"/>
                <a:cs typeface="Times New Roman" panose="02020603050405020304" pitchFamily="18" charset="0"/>
              </a:rPr>
              <a:t>hoàn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cảnh</a:t>
            </a:r>
            <a:endParaRPr lang="ko-KR" altLang="en-US" sz="1200" b="1" dirty="0">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ChangeArrowheads="1"/>
          </p:cNvSpPr>
          <p:nvPr/>
        </p:nvSpPr>
        <p:spPr bwMode="auto">
          <a:xfrm>
            <a:off x="60325" y="53975"/>
            <a:ext cx="26555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3</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Cài</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đặt</a:t>
            </a:r>
            <a:r>
              <a:rPr lang="en-US" altLang="ko-KR" sz="1800" b="1" dirty="0" smtClean="0">
                <a:latin typeface="Times New Roman" panose="02020603050405020304" pitchFamily="18" charset="0"/>
                <a:cs typeface="Times New Roman" panose="02020603050405020304" pitchFamily="18" charset="0"/>
              </a:rPr>
              <a:t> PLC </a:t>
            </a:r>
            <a:r>
              <a:rPr lang="en-US" altLang="ko-KR" sz="1800" b="1" dirty="0">
                <a:latin typeface="Times New Roman" panose="02020603050405020304" pitchFamily="18" charset="0"/>
                <a:cs typeface="Times New Roman" panose="02020603050405020304" pitchFamily="18" charset="0"/>
              </a:rPr>
              <a:t>Software </a:t>
            </a:r>
            <a:endParaRPr lang="ko-KR" altLang="en-US" sz="1800" b="1" dirty="0">
              <a:latin typeface="Times New Roman" panose="02020603050405020304" pitchFamily="18" charset="0"/>
              <a:cs typeface="Times New Roman" panose="02020603050405020304" pitchFamily="18" charset="0"/>
            </a:endParaRPr>
          </a:p>
        </p:txBody>
      </p:sp>
      <p:sp>
        <p:nvSpPr>
          <p:cNvPr id="67587" name="Rectangle 13"/>
          <p:cNvSpPr>
            <a:spLocks noChangeArrowheads="1"/>
          </p:cNvSpPr>
          <p:nvPr/>
        </p:nvSpPr>
        <p:spPr bwMode="auto">
          <a:xfrm>
            <a:off x="7419564" y="61255"/>
            <a:ext cx="2321968"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Cài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đặt</a:t>
            </a:r>
            <a:r>
              <a:rPr lang="en-US" altLang="ko-KR" sz="1600" b="1" dirty="0" smtClean="0">
                <a:latin typeface="Times New Roman" panose="02020603050405020304" pitchFamily="18" charset="0"/>
                <a:cs typeface="Times New Roman" panose="02020603050405020304" pitchFamily="18" charset="0"/>
              </a:rPr>
              <a:t> GX Developer</a:t>
            </a:r>
            <a:endParaRPr lang="ko-KR" altLang="en-US" sz="1600" b="1" dirty="0">
              <a:latin typeface="Times New Roman" panose="02020603050405020304" pitchFamily="18" charset="0"/>
              <a:cs typeface="Times New Roman" panose="02020603050405020304" pitchFamily="18" charset="0"/>
            </a:endParaRPr>
          </a:p>
        </p:txBody>
      </p:sp>
      <p:grpSp>
        <p:nvGrpSpPr>
          <p:cNvPr id="67588" name="Group 26"/>
          <p:cNvGrpSpPr>
            <a:grpSpLocks/>
          </p:cNvGrpSpPr>
          <p:nvPr/>
        </p:nvGrpSpPr>
        <p:grpSpPr bwMode="auto">
          <a:xfrm>
            <a:off x="416496" y="836613"/>
            <a:ext cx="9478965" cy="5588000"/>
            <a:chOff x="353" y="527"/>
            <a:chExt cx="5971" cy="3520"/>
          </a:xfrm>
        </p:grpSpPr>
        <p:pic>
          <p:nvPicPr>
            <p:cNvPr id="67589" name="Picture 1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94" y="2818"/>
              <a:ext cx="1451" cy="1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67590" name="Picture 1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05" y="2500"/>
              <a:ext cx="1451" cy="1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67591" name="Picture 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67" y="2092"/>
              <a:ext cx="1565" cy="1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grpSp>
          <p:nvGrpSpPr>
            <p:cNvPr id="67592" name="Group 20"/>
            <p:cNvGrpSpPr>
              <a:grpSpLocks/>
            </p:cNvGrpSpPr>
            <p:nvPr/>
          </p:nvGrpSpPr>
          <p:grpSpPr bwMode="auto">
            <a:xfrm>
              <a:off x="353" y="527"/>
              <a:ext cx="4370" cy="1882"/>
              <a:chOff x="580" y="663"/>
              <a:chExt cx="4852" cy="2167"/>
            </a:xfrm>
          </p:grpSpPr>
          <p:sp>
            <p:nvSpPr>
              <p:cNvPr id="67598" name="Text Box 7"/>
              <p:cNvSpPr txBox="1">
                <a:spLocks noChangeArrowheads="1"/>
              </p:cNvSpPr>
              <p:nvPr/>
            </p:nvSpPr>
            <p:spPr bwMode="auto">
              <a:xfrm>
                <a:off x="3697" y="1129"/>
                <a:ext cx="1735"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③ </a:t>
                </a:r>
                <a:r>
                  <a:rPr lang="en-US" altLang="ko-KR" sz="1200" b="1" dirty="0" smtClean="0">
                    <a:latin typeface="Times New Roman" panose="02020603050405020304" pitchFamily="18" charset="0"/>
                    <a:cs typeface="Times New Roman" panose="02020603050405020304" pitchFamily="18" charset="0"/>
                  </a:rPr>
                  <a:t>Click </a:t>
                </a:r>
                <a:r>
                  <a:rPr lang="en-US" altLang="ko-KR" sz="1200" b="1" dirty="0" err="1" smtClean="0">
                    <a:latin typeface="Times New Roman" panose="02020603050405020304" pitchFamily="18" charset="0"/>
                    <a:cs typeface="Times New Roman" panose="02020603050405020304" pitchFamily="18" charset="0"/>
                  </a:rPr>
                  <a:t>vào</a:t>
                </a:r>
                <a:r>
                  <a:rPr lang="en-US" altLang="ko-KR" sz="1200" b="1" dirty="0" smtClean="0">
                    <a:latin typeface="Times New Roman" panose="02020603050405020304" pitchFamily="18" charset="0"/>
                    <a:cs typeface="Times New Roman" panose="02020603050405020304" pitchFamily="18" charset="0"/>
                  </a:rPr>
                  <a:t> file </a:t>
                </a:r>
                <a:r>
                  <a:rPr lang="en-US" altLang="ko-KR" sz="1200" b="1" dirty="0" err="1" smtClean="0">
                    <a:latin typeface="Times New Roman" panose="02020603050405020304" pitchFamily="18" charset="0"/>
                    <a:cs typeface="Times New Roman" panose="02020603050405020304" pitchFamily="18" charset="0"/>
                  </a:rPr>
                  <a:t>thực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hiện</a:t>
                </a:r>
                <a:r>
                  <a:rPr lang="en-US" altLang="ko-KR" sz="1200" b="1" dirty="0" smtClean="0">
                    <a:latin typeface="Times New Roman" panose="02020603050405020304" pitchFamily="18" charset="0"/>
                    <a:cs typeface="Times New Roman" panose="02020603050405020304" pitchFamily="18" charset="0"/>
                  </a:rPr>
                  <a:t> SETUP</a:t>
                </a:r>
                <a:endParaRPr lang="ko-KR" altLang="en-US" sz="1200" b="1"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a:t>
                </a:r>
                <a:r>
                  <a:rPr lang="en-US" altLang="ko-KR" sz="1200" b="1" dirty="0" err="1" smtClean="0">
                    <a:latin typeface="Times New Roman" panose="02020603050405020304" pitchFamily="18" charset="0"/>
                    <a:cs typeface="Times New Roman" panose="02020603050405020304" pitchFamily="18" charset="0"/>
                  </a:rPr>
                  <a:t>Bắt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đầu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hoàn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cảnh</a:t>
                </a:r>
                <a:r>
                  <a:rPr lang="en-US" altLang="ko-KR" sz="1200" b="1" dirty="0" smtClean="0">
                    <a:latin typeface="Times New Roman" panose="02020603050405020304" pitchFamily="18" charset="0"/>
                    <a:cs typeface="Times New Roman" panose="02020603050405020304" pitchFamily="18" charset="0"/>
                  </a:rPr>
                  <a:t>)</a:t>
                </a:r>
                <a:endParaRPr lang="en-US" altLang="ko-KR" sz="1200" b="1" dirty="0">
                  <a:latin typeface="Times New Roman" panose="02020603050405020304" pitchFamily="18" charset="0"/>
                  <a:cs typeface="Times New Roman" panose="02020603050405020304" pitchFamily="18" charset="0"/>
                </a:endParaRPr>
              </a:p>
            </p:txBody>
          </p:sp>
          <p:pic>
            <p:nvPicPr>
              <p:cNvPr id="67599"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0" y="663"/>
                <a:ext cx="2495" cy="2167"/>
              </a:xfrm>
              <a:prstGeom prst="rect">
                <a:avLst/>
              </a:prstGeom>
              <a:noFill/>
              <a:ln w="19050" algn="ctr">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67600" name="Rectangle 15"/>
              <p:cNvSpPr>
                <a:spLocks noChangeArrowheads="1"/>
              </p:cNvSpPr>
              <p:nvPr/>
            </p:nvSpPr>
            <p:spPr bwMode="auto">
              <a:xfrm>
                <a:off x="1850" y="2274"/>
                <a:ext cx="694" cy="165"/>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67601" name="Line 16"/>
              <p:cNvSpPr>
                <a:spLocks noChangeShapeType="1"/>
              </p:cNvSpPr>
              <p:nvPr/>
            </p:nvSpPr>
            <p:spPr bwMode="auto">
              <a:xfrm flipH="1">
                <a:off x="2621" y="1253"/>
                <a:ext cx="1111" cy="1043"/>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grpSp>
        <p:sp>
          <p:nvSpPr>
            <p:cNvPr id="67593" name="Rectangle 21"/>
            <p:cNvSpPr>
              <a:spLocks noChangeArrowheads="1"/>
            </p:cNvSpPr>
            <p:nvPr/>
          </p:nvSpPr>
          <p:spPr bwMode="auto">
            <a:xfrm>
              <a:off x="2961" y="2924"/>
              <a:ext cx="204" cy="143"/>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67594" name="Line 22"/>
            <p:cNvSpPr>
              <a:spLocks noChangeShapeType="1"/>
            </p:cNvSpPr>
            <p:nvPr/>
          </p:nvSpPr>
          <p:spPr bwMode="auto">
            <a:xfrm flipH="1">
              <a:off x="3165" y="1842"/>
              <a:ext cx="567" cy="1044"/>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7595" name="Text Box 23"/>
            <p:cNvSpPr txBox="1">
              <a:spLocks noChangeArrowheads="1"/>
            </p:cNvSpPr>
            <p:nvPr/>
          </p:nvSpPr>
          <p:spPr bwMode="auto">
            <a:xfrm>
              <a:off x="3687" y="1696"/>
              <a:ext cx="109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④ </a:t>
              </a:r>
              <a:r>
                <a:rPr lang="en-US" altLang="ko-KR" sz="1200" b="1" dirty="0" smtClean="0">
                  <a:latin typeface="Times New Roman" panose="02020603050405020304" pitchFamily="18" charset="0"/>
                  <a:cs typeface="Times New Roman" panose="02020603050405020304" pitchFamily="18" charset="0"/>
                </a:rPr>
                <a:t>Click </a:t>
              </a:r>
              <a:r>
                <a:rPr lang="en-US" altLang="ko-KR" sz="1200" b="1" dirty="0" err="1" smtClean="0">
                  <a:latin typeface="Times New Roman" panose="02020603050405020304" pitchFamily="18" charset="0"/>
                  <a:cs typeface="Times New Roman" panose="02020603050405020304" pitchFamily="18" charset="0"/>
                </a:rPr>
                <a:t>vào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tiếp</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theo</a:t>
              </a:r>
              <a:r>
                <a:rPr lang="en-US" altLang="ko-KR" sz="1200" b="1" dirty="0" smtClean="0">
                  <a:latin typeface="Times New Roman" panose="02020603050405020304" pitchFamily="18" charset="0"/>
                  <a:cs typeface="Times New Roman" panose="02020603050405020304" pitchFamily="18" charset="0"/>
                </a:rPr>
                <a:t>”</a:t>
              </a:r>
              <a:endParaRPr lang="ko-KR" altLang="en-US" sz="1200" b="1" dirty="0">
                <a:latin typeface="Times New Roman" panose="02020603050405020304" pitchFamily="18" charset="0"/>
                <a:cs typeface="Times New Roman" panose="02020603050405020304" pitchFamily="18" charset="0"/>
              </a:endParaRPr>
            </a:p>
          </p:txBody>
        </p:sp>
        <p:sp>
          <p:nvSpPr>
            <p:cNvPr id="67596" name="Text Box 24"/>
            <p:cNvSpPr txBox="1">
              <a:spLocks noChangeArrowheads="1"/>
            </p:cNvSpPr>
            <p:nvPr/>
          </p:nvSpPr>
          <p:spPr bwMode="auto">
            <a:xfrm>
              <a:off x="4132" y="2296"/>
              <a:ext cx="1434"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⑤ </a:t>
              </a:r>
              <a:r>
                <a:rPr lang="en-US" altLang="ko-KR" sz="1200" b="1" dirty="0" err="1" smtClean="0">
                  <a:latin typeface="Times New Roman" panose="02020603050405020304" pitchFamily="18" charset="0"/>
                  <a:cs typeface="Times New Roman" panose="02020603050405020304" pitchFamily="18" charset="0"/>
                </a:rPr>
                <a:t>Màn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hình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đang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thực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hiện</a:t>
              </a:r>
              <a:endParaRPr lang="ko-KR" altLang="en-US" sz="1200" b="1" dirty="0">
                <a:latin typeface="Times New Roman" panose="02020603050405020304" pitchFamily="18" charset="0"/>
                <a:cs typeface="Times New Roman" panose="02020603050405020304" pitchFamily="18" charset="0"/>
              </a:endParaRPr>
            </a:p>
          </p:txBody>
        </p:sp>
        <p:sp>
          <p:nvSpPr>
            <p:cNvPr id="67597" name="Text Box 25"/>
            <p:cNvSpPr txBox="1">
              <a:spLocks noChangeArrowheads="1"/>
            </p:cNvSpPr>
            <p:nvPr/>
          </p:nvSpPr>
          <p:spPr bwMode="auto">
            <a:xfrm>
              <a:off x="4889" y="2636"/>
              <a:ext cx="1435"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100" b="1" dirty="0">
                  <a:latin typeface="Times New Roman" panose="02020603050405020304" pitchFamily="18" charset="0"/>
                  <a:cs typeface="Times New Roman" panose="02020603050405020304" pitchFamily="18" charset="0"/>
                </a:rPr>
                <a:t>⑥ </a:t>
              </a:r>
              <a:r>
                <a:rPr lang="en-US" altLang="ko-KR" sz="1100" b="1" dirty="0" err="1" smtClean="0">
                  <a:latin typeface="Times New Roman" panose="02020603050405020304" pitchFamily="18" charset="0"/>
                  <a:cs typeface="Times New Roman" panose="02020603050405020304" pitchFamily="18" charset="0"/>
                </a:rPr>
                <a:t>Màn</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hình</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khi</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đã</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thực</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hiện</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xong</a:t>
              </a:r>
              <a:endParaRPr lang="ko-KR" altLang="en-US" sz="1100" b="1" dirty="0">
                <a:latin typeface="Times New Roman" panose="02020603050405020304" pitchFamily="18" charset="0"/>
                <a:cs typeface="Times New Roman" panose="02020603050405020304" pitchFamily="18" charset="0"/>
              </a:endParaRPr>
            </a:p>
          </p:txBody>
        </p:sp>
      </p:grpSp>
    </p:spTree>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8"/>
          <p:cNvSpPr>
            <a:spLocks noChangeArrowheads="1"/>
          </p:cNvSpPr>
          <p:nvPr/>
        </p:nvSpPr>
        <p:spPr bwMode="auto">
          <a:xfrm>
            <a:off x="631825" y="836613"/>
            <a:ext cx="1655567"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(2) </a:t>
            </a: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file GPPW </a:t>
            </a:r>
            <a:endParaRPr lang="ko-KR" altLang="en-US" sz="1200" b="1" dirty="0">
              <a:latin typeface="Times New Roman" panose="02020603050405020304" pitchFamily="18" charset="0"/>
              <a:cs typeface="Times New Roman" panose="02020603050405020304" pitchFamily="18" charset="0"/>
            </a:endParaRPr>
          </a:p>
        </p:txBody>
      </p:sp>
      <p:grpSp>
        <p:nvGrpSpPr>
          <p:cNvPr id="68611" name="Group 49"/>
          <p:cNvGrpSpPr>
            <a:grpSpLocks/>
          </p:cNvGrpSpPr>
          <p:nvPr/>
        </p:nvGrpSpPr>
        <p:grpSpPr bwMode="auto">
          <a:xfrm>
            <a:off x="884238" y="1376363"/>
            <a:ext cx="7021520" cy="4392612"/>
            <a:chOff x="557" y="867"/>
            <a:chExt cx="4423" cy="2767"/>
          </a:xfrm>
        </p:grpSpPr>
        <p:pic>
          <p:nvPicPr>
            <p:cNvPr id="68614" name="Picture 2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7" y="867"/>
              <a:ext cx="2167" cy="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68615" name="Rectangle 30"/>
            <p:cNvSpPr>
              <a:spLocks noChangeArrowheads="1"/>
            </p:cNvSpPr>
            <p:nvPr/>
          </p:nvSpPr>
          <p:spPr bwMode="auto">
            <a:xfrm>
              <a:off x="1714" y="3174"/>
              <a:ext cx="567" cy="143"/>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68616" name="Rectangle 31"/>
            <p:cNvSpPr>
              <a:spLocks noChangeArrowheads="1"/>
            </p:cNvSpPr>
            <p:nvPr/>
          </p:nvSpPr>
          <p:spPr bwMode="auto">
            <a:xfrm>
              <a:off x="1714" y="2992"/>
              <a:ext cx="635" cy="143"/>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68617" name="Line 32"/>
            <p:cNvSpPr>
              <a:spLocks noChangeShapeType="1"/>
            </p:cNvSpPr>
            <p:nvPr/>
          </p:nvSpPr>
          <p:spPr bwMode="auto">
            <a:xfrm flipH="1">
              <a:off x="2372" y="1366"/>
              <a:ext cx="1179" cy="1633"/>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8618" name="Text Box 33"/>
            <p:cNvSpPr txBox="1">
              <a:spLocks noChangeArrowheads="1"/>
            </p:cNvSpPr>
            <p:nvPr/>
          </p:nvSpPr>
          <p:spPr bwMode="auto">
            <a:xfrm>
              <a:off x="3483" y="1207"/>
              <a:ext cx="10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① </a:t>
              </a:r>
              <a:r>
                <a:rPr lang="en-US" altLang="ko-KR" sz="1200" b="1" dirty="0" err="1" smtClean="0">
                  <a:latin typeface="Times New Roman" panose="02020603050405020304" pitchFamily="18" charset="0"/>
                  <a:cs typeface="Times New Roman" panose="02020603050405020304" pitchFamily="18" charset="0"/>
                </a:rPr>
                <a:t>Kiểm</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tra</a:t>
              </a:r>
              <a:r>
                <a:rPr lang="en-US" altLang="ko-KR" sz="1200" b="1" dirty="0" smtClean="0">
                  <a:latin typeface="Times New Roman" panose="02020603050405020304" pitchFamily="18" charset="0"/>
                  <a:cs typeface="Times New Roman" panose="02020603050405020304" pitchFamily="18" charset="0"/>
                </a:rPr>
                <a:t> Serial</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No. </a:t>
              </a:r>
              <a:r>
                <a:rPr lang="ko-KR" altLang="en-US" sz="1200" b="1" dirty="0" smtClean="0">
                  <a:latin typeface="Times New Roman" panose="02020603050405020304" pitchFamily="18" charset="0"/>
                  <a:cs typeface="Times New Roman" panose="02020603050405020304" pitchFamily="18" charset="0"/>
                </a:rPr>
                <a:t> </a:t>
              </a:r>
              <a:endParaRPr lang="ko-KR" altLang="en-US" sz="1200" b="1" dirty="0">
                <a:latin typeface="Times New Roman" panose="02020603050405020304" pitchFamily="18" charset="0"/>
                <a:cs typeface="Times New Roman" panose="02020603050405020304" pitchFamily="18" charset="0"/>
              </a:endParaRPr>
            </a:p>
          </p:txBody>
        </p:sp>
        <p:sp>
          <p:nvSpPr>
            <p:cNvPr id="68619" name="Line 34"/>
            <p:cNvSpPr>
              <a:spLocks noChangeShapeType="1"/>
            </p:cNvSpPr>
            <p:nvPr/>
          </p:nvSpPr>
          <p:spPr bwMode="auto">
            <a:xfrm flipH="1">
              <a:off x="2326" y="2024"/>
              <a:ext cx="1157" cy="1247"/>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8620" name="Text Box 35"/>
            <p:cNvSpPr txBox="1">
              <a:spLocks noChangeArrowheads="1"/>
            </p:cNvSpPr>
            <p:nvPr/>
          </p:nvSpPr>
          <p:spPr bwMode="auto">
            <a:xfrm>
              <a:off x="3438" y="1855"/>
              <a:ext cx="1542"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② </a:t>
              </a:r>
              <a:r>
                <a:rPr lang="en-US" altLang="ko-KR" sz="1200" b="1" dirty="0" smtClean="0">
                  <a:latin typeface="Times New Roman" panose="02020603050405020304" pitchFamily="18" charset="0"/>
                  <a:cs typeface="Times New Roman" panose="02020603050405020304" pitchFamily="18" charset="0"/>
                </a:rPr>
                <a:t>Click </a:t>
              </a:r>
              <a:r>
                <a:rPr lang="en-US" altLang="ko-KR" sz="1200" b="1" dirty="0" err="1" smtClean="0">
                  <a:latin typeface="Times New Roman" panose="02020603050405020304" pitchFamily="18" charset="0"/>
                  <a:cs typeface="Times New Roman" panose="02020603050405020304" pitchFamily="18" charset="0"/>
                </a:rPr>
                <a:t>vào</a:t>
              </a:r>
              <a:r>
                <a:rPr lang="en-US" altLang="ko-KR" sz="1200" b="1" dirty="0" smtClean="0">
                  <a:latin typeface="Times New Roman" panose="02020603050405020304" pitchFamily="18" charset="0"/>
                  <a:cs typeface="Times New Roman" panose="02020603050405020304" pitchFamily="18" charset="0"/>
                </a:rPr>
                <a:t> file </a:t>
              </a:r>
              <a:r>
                <a:rPr lang="en-US" altLang="ko-KR" sz="1200" b="1" dirty="0" err="1" smtClean="0">
                  <a:latin typeface="Times New Roman" panose="02020603050405020304" pitchFamily="18" charset="0"/>
                  <a:cs typeface="Times New Roman" panose="02020603050405020304" pitchFamily="18" charset="0"/>
                </a:rPr>
                <a:t>thực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hiện</a:t>
              </a:r>
              <a:r>
                <a:rPr lang="en-US" altLang="ko-KR" sz="1200" b="1" dirty="0" smtClean="0">
                  <a:latin typeface="Times New Roman" panose="02020603050405020304" pitchFamily="18" charset="0"/>
                  <a:cs typeface="Times New Roman" panose="02020603050405020304" pitchFamily="18" charset="0"/>
                </a:rPr>
                <a:t> SETUP</a:t>
              </a:r>
              <a:r>
                <a:rPr lang="ko-KR" altLang="en-US" sz="1200" b="1" dirty="0" smtClean="0">
                  <a:latin typeface="Times New Roman" panose="02020603050405020304" pitchFamily="18" charset="0"/>
                  <a:cs typeface="Times New Roman" panose="02020603050405020304" pitchFamily="18" charset="0"/>
                </a:rPr>
                <a:t> </a:t>
              </a:r>
              <a:endParaRPr lang="ko-KR" altLang="en-US" sz="1200" b="1" dirty="0">
                <a:latin typeface="Times New Roman" panose="02020603050405020304" pitchFamily="18" charset="0"/>
                <a:cs typeface="Times New Roman" panose="02020603050405020304" pitchFamily="18" charset="0"/>
              </a:endParaRPr>
            </a:p>
          </p:txBody>
        </p:sp>
      </p:grpSp>
      <p:sp>
        <p:nvSpPr>
          <p:cNvPr id="15" name="Rectangle 2"/>
          <p:cNvSpPr>
            <a:spLocks noChangeArrowheads="1"/>
          </p:cNvSpPr>
          <p:nvPr/>
        </p:nvSpPr>
        <p:spPr bwMode="auto">
          <a:xfrm>
            <a:off x="60325" y="53975"/>
            <a:ext cx="26555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3</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Cài</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đặt</a:t>
            </a:r>
            <a:r>
              <a:rPr lang="en-US" altLang="ko-KR" sz="1800" b="1" dirty="0" smtClean="0">
                <a:latin typeface="Times New Roman" panose="02020603050405020304" pitchFamily="18" charset="0"/>
                <a:cs typeface="Times New Roman" panose="02020603050405020304" pitchFamily="18" charset="0"/>
              </a:rPr>
              <a:t> PLC </a:t>
            </a:r>
            <a:r>
              <a:rPr lang="en-US" altLang="ko-KR" sz="1800" b="1" dirty="0">
                <a:latin typeface="Times New Roman" panose="02020603050405020304" pitchFamily="18" charset="0"/>
                <a:cs typeface="Times New Roman" panose="02020603050405020304" pitchFamily="18" charset="0"/>
              </a:rPr>
              <a:t>Software </a:t>
            </a:r>
            <a:endParaRPr lang="ko-KR" altLang="en-US" sz="1800" b="1" dirty="0">
              <a:latin typeface="Times New Roman" panose="02020603050405020304" pitchFamily="18" charset="0"/>
              <a:cs typeface="Times New Roman" panose="02020603050405020304" pitchFamily="18" charset="0"/>
            </a:endParaRPr>
          </a:p>
        </p:txBody>
      </p:sp>
      <p:sp>
        <p:nvSpPr>
          <p:cNvPr id="16" name="Rectangle 13"/>
          <p:cNvSpPr>
            <a:spLocks noChangeArrowheads="1"/>
          </p:cNvSpPr>
          <p:nvPr/>
        </p:nvSpPr>
        <p:spPr bwMode="auto">
          <a:xfrm>
            <a:off x="7419564" y="61255"/>
            <a:ext cx="2321968"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Cài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đặt</a:t>
            </a:r>
            <a:r>
              <a:rPr lang="en-US" altLang="ko-KR" sz="1600" b="1" dirty="0" smtClean="0">
                <a:latin typeface="Times New Roman" panose="02020603050405020304" pitchFamily="18" charset="0"/>
                <a:cs typeface="Times New Roman" panose="02020603050405020304" pitchFamily="18" charset="0"/>
              </a:rPr>
              <a:t> GX Developer</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4" name="Picture 1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8125" y="908050"/>
            <a:ext cx="2266950" cy="176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69635" name="Picture 1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8125" y="2744788"/>
            <a:ext cx="226695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69636"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8125" y="4508500"/>
            <a:ext cx="2266950" cy="169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69637"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51125" y="908050"/>
            <a:ext cx="2301875" cy="175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69638" name="Picture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60650" y="2744788"/>
            <a:ext cx="229235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69639"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651125" y="4508500"/>
            <a:ext cx="2301875" cy="169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69640" name="Picture 1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60950" y="908050"/>
            <a:ext cx="2268538" cy="176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69641" name="Picture 1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62538" y="2744788"/>
            <a:ext cx="226695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69642" name="Picture 1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62538" y="4508500"/>
            <a:ext cx="2266950" cy="1684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69643"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75538" y="908050"/>
            <a:ext cx="2193925" cy="1754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69644"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73950" y="2754313"/>
            <a:ext cx="2195513"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69645" name="Text Box 24"/>
          <p:cNvSpPr txBox="1">
            <a:spLocks noChangeArrowheads="1"/>
          </p:cNvSpPr>
          <p:nvPr/>
        </p:nvSpPr>
        <p:spPr bwMode="auto">
          <a:xfrm>
            <a:off x="165100" y="1089025"/>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③</a:t>
            </a:r>
          </a:p>
        </p:txBody>
      </p:sp>
      <p:sp>
        <p:nvSpPr>
          <p:cNvPr id="69646" name="Text Box 25"/>
          <p:cNvSpPr txBox="1">
            <a:spLocks noChangeArrowheads="1"/>
          </p:cNvSpPr>
          <p:nvPr/>
        </p:nvSpPr>
        <p:spPr bwMode="auto">
          <a:xfrm>
            <a:off x="165100" y="2906713"/>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④</a:t>
            </a:r>
          </a:p>
        </p:txBody>
      </p:sp>
      <p:sp>
        <p:nvSpPr>
          <p:cNvPr id="69647" name="Text Box 26"/>
          <p:cNvSpPr txBox="1">
            <a:spLocks noChangeArrowheads="1"/>
          </p:cNvSpPr>
          <p:nvPr/>
        </p:nvSpPr>
        <p:spPr bwMode="auto">
          <a:xfrm>
            <a:off x="165100" y="4743450"/>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⑤</a:t>
            </a:r>
          </a:p>
        </p:txBody>
      </p:sp>
      <p:sp>
        <p:nvSpPr>
          <p:cNvPr id="69648" name="Text Box 27"/>
          <p:cNvSpPr txBox="1">
            <a:spLocks noChangeArrowheads="1"/>
          </p:cNvSpPr>
          <p:nvPr/>
        </p:nvSpPr>
        <p:spPr bwMode="auto">
          <a:xfrm>
            <a:off x="2590800" y="1108075"/>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⑥</a:t>
            </a:r>
          </a:p>
        </p:txBody>
      </p:sp>
      <p:sp>
        <p:nvSpPr>
          <p:cNvPr id="69649" name="Text Box 28"/>
          <p:cNvSpPr txBox="1">
            <a:spLocks noChangeArrowheads="1"/>
          </p:cNvSpPr>
          <p:nvPr/>
        </p:nvSpPr>
        <p:spPr bwMode="auto">
          <a:xfrm>
            <a:off x="2590800" y="2906713"/>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⑦</a:t>
            </a:r>
          </a:p>
        </p:txBody>
      </p:sp>
      <p:sp>
        <p:nvSpPr>
          <p:cNvPr id="69650" name="Text Box 29"/>
          <p:cNvSpPr txBox="1">
            <a:spLocks noChangeArrowheads="1"/>
          </p:cNvSpPr>
          <p:nvPr/>
        </p:nvSpPr>
        <p:spPr bwMode="auto">
          <a:xfrm>
            <a:off x="2590800" y="4743450"/>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⑧</a:t>
            </a:r>
          </a:p>
        </p:txBody>
      </p:sp>
      <p:sp>
        <p:nvSpPr>
          <p:cNvPr id="69651" name="Text Box 30"/>
          <p:cNvSpPr txBox="1">
            <a:spLocks noChangeArrowheads="1"/>
          </p:cNvSpPr>
          <p:nvPr/>
        </p:nvSpPr>
        <p:spPr bwMode="auto">
          <a:xfrm>
            <a:off x="5002213" y="1089025"/>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⑨</a:t>
            </a:r>
          </a:p>
        </p:txBody>
      </p:sp>
      <p:sp>
        <p:nvSpPr>
          <p:cNvPr id="69652" name="Text Box 31"/>
          <p:cNvSpPr txBox="1">
            <a:spLocks noChangeArrowheads="1"/>
          </p:cNvSpPr>
          <p:nvPr/>
        </p:nvSpPr>
        <p:spPr bwMode="auto">
          <a:xfrm>
            <a:off x="5002213" y="2889250"/>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⑩</a:t>
            </a:r>
          </a:p>
        </p:txBody>
      </p:sp>
      <p:sp>
        <p:nvSpPr>
          <p:cNvPr id="69653" name="Text Box 32"/>
          <p:cNvSpPr txBox="1">
            <a:spLocks noChangeArrowheads="1"/>
          </p:cNvSpPr>
          <p:nvPr/>
        </p:nvSpPr>
        <p:spPr bwMode="auto">
          <a:xfrm>
            <a:off x="5002213" y="4725988"/>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⑪</a:t>
            </a:r>
          </a:p>
        </p:txBody>
      </p:sp>
      <p:sp>
        <p:nvSpPr>
          <p:cNvPr id="69654" name="Text Box 33"/>
          <p:cNvSpPr txBox="1">
            <a:spLocks noChangeArrowheads="1"/>
          </p:cNvSpPr>
          <p:nvPr/>
        </p:nvSpPr>
        <p:spPr bwMode="auto">
          <a:xfrm>
            <a:off x="1460500" y="1773238"/>
            <a:ext cx="904914" cy="322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err="1" smtClean="0">
                <a:solidFill>
                  <a:schemeClr val="bg1"/>
                </a:solidFill>
                <a:latin typeface="Times New Roman" panose="02020603050405020304" pitchFamily="18" charset="0"/>
                <a:cs typeface="Times New Roman" panose="02020603050405020304" pitchFamily="18" charset="0"/>
              </a:rPr>
              <a:t>Xác</a:t>
            </a:r>
            <a:r>
              <a:rPr lang="en-US" altLang="ko-KR" sz="1400" b="1" dirty="0" smtClean="0">
                <a:solidFill>
                  <a:schemeClr val="bg1"/>
                </a:solidFill>
                <a:latin typeface="Times New Roman" panose="02020603050405020304" pitchFamily="18" charset="0"/>
                <a:cs typeface="Times New Roman" panose="02020603050405020304" pitchFamily="18" charset="0"/>
              </a:rPr>
              <a:t> </a:t>
            </a:r>
            <a:r>
              <a:rPr lang="en-US" altLang="ko-KR" sz="1400" b="1" dirty="0" err="1" smtClean="0">
                <a:solidFill>
                  <a:schemeClr val="bg1"/>
                </a:solidFill>
                <a:latin typeface="Times New Roman" panose="02020603050405020304" pitchFamily="18" charset="0"/>
                <a:cs typeface="Times New Roman" panose="02020603050405020304" pitchFamily="18" charset="0"/>
              </a:rPr>
              <a:t>nhận</a:t>
            </a:r>
            <a:endParaRPr lang="ko-KR" altLang="en-US" sz="1400" b="1" dirty="0">
              <a:solidFill>
                <a:schemeClr val="bg1"/>
              </a:solidFill>
              <a:latin typeface="Times New Roman" panose="02020603050405020304" pitchFamily="18" charset="0"/>
              <a:cs typeface="Times New Roman" panose="02020603050405020304" pitchFamily="18" charset="0"/>
            </a:endParaRPr>
          </a:p>
        </p:txBody>
      </p:sp>
      <p:sp>
        <p:nvSpPr>
          <p:cNvPr id="69655" name="Text Box 34"/>
          <p:cNvSpPr txBox="1">
            <a:spLocks noChangeArrowheads="1"/>
          </p:cNvSpPr>
          <p:nvPr/>
        </p:nvSpPr>
        <p:spPr bwMode="auto">
          <a:xfrm>
            <a:off x="4052888" y="1592263"/>
            <a:ext cx="391953" cy="322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err="1" smtClean="0">
                <a:solidFill>
                  <a:schemeClr val="bg1"/>
                </a:solidFill>
                <a:latin typeface="Times New Roman" panose="02020603050405020304" pitchFamily="18" charset="0"/>
                <a:cs typeface="Times New Roman" panose="02020603050405020304" pitchFamily="18" charset="0"/>
              </a:rPr>
              <a:t>Có</a:t>
            </a:r>
            <a:endParaRPr lang="ko-KR" altLang="en-US" sz="1400" b="1" dirty="0">
              <a:solidFill>
                <a:schemeClr val="bg1"/>
              </a:solidFill>
              <a:latin typeface="Times New Roman" panose="02020603050405020304" pitchFamily="18" charset="0"/>
              <a:cs typeface="Times New Roman" panose="02020603050405020304" pitchFamily="18" charset="0"/>
            </a:endParaRPr>
          </a:p>
        </p:txBody>
      </p:sp>
      <p:sp>
        <p:nvSpPr>
          <p:cNvPr id="69656" name="Text Box 35"/>
          <p:cNvSpPr txBox="1">
            <a:spLocks noChangeArrowheads="1"/>
          </p:cNvSpPr>
          <p:nvPr/>
        </p:nvSpPr>
        <p:spPr bwMode="auto">
          <a:xfrm>
            <a:off x="1423988" y="3141663"/>
            <a:ext cx="892025"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err="1" smtClean="0">
                <a:solidFill>
                  <a:schemeClr val="bg1"/>
                </a:solidFill>
                <a:latin typeface="Times New Roman" panose="02020603050405020304" pitchFamily="18" charset="0"/>
                <a:cs typeface="Times New Roman" panose="02020603050405020304" pitchFamily="18" charset="0"/>
              </a:rPr>
              <a:t>Tiếp</a:t>
            </a:r>
            <a:r>
              <a:rPr lang="en-US" altLang="ko-KR" sz="1400" b="1" dirty="0" smtClean="0">
                <a:solidFill>
                  <a:schemeClr val="bg1"/>
                </a:solidFill>
                <a:latin typeface="Times New Roman" panose="02020603050405020304" pitchFamily="18" charset="0"/>
                <a:cs typeface="Times New Roman" panose="02020603050405020304" pitchFamily="18" charset="0"/>
              </a:rPr>
              <a:t> </a:t>
            </a:r>
            <a:r>
              <a:rPr lang="en-US" altLang="ko-KR" sz="1400" b="1" dirty="0" err="1" smtClean="0">
                <a:solidFill>
                  <a:schemeClr val="bg1"/>
                </a:solidFill>
                <a:latin typeface="Times New Roman" panose="02020603050405020304" pitchFamily="18" charset="0"/>
                <a:cs typeface="Times New Roman" panose="02020603050405020304" pitchFamily="18" charset="0"/>
              </a:rPr>
              <a:t>theo</a:t>
            </a:r>
            <a:endParaRPr lang="ko-KR" altLang="en-US" sz="1400" b="1" dirty="0">
              <a:solidFill>
                <a:schemeClr val="bg1"/>
              </a:solidFill>
              <a:latin typeface="Times New Roman" panose="02020603050405020304" pitchFamily="18" charset="0"/>
              <a:cs typeface="Times New Roman" panose="02020603050405020304" pitchFamily="18" charset="0"/>
            </a:endParaRPr>
          </a:p>
        </p:txBody>
      </p:sp>
      <p:sp>
        <p:nvSpPr>
          <p:cNvPr id="69657" name="Text Box 36"/>
          <p:cNvSpPr txBox="1">
            <a:spLocks noChangeArrowheads="1"/>
          </p:cNvSpPr>
          <p:nvPr/>
        </p:nvSpPr>
        <p:spPr bwMode="auto">
          <a:xfrm>
            <a:off x="1460500" y="4905375"/>
            <a:ext cx="892025"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err="1" smtClean="0">
                <a:solidFill>
                  <a:schemeClr val="bg1"/>
                </a:solidFill>
                <a:latin typeface="Times New Roman" panose="02020603050405020304" pitchFamily="18" charset="0"/>
                <a:cs typeface="Times New Roman" panose="02020603050405020304" pitchFamily="18" charset="0"/>
              </a:rPr>
              <a:t>Tiếp</a:t>
            </a:r>
            <a:r>
              <a:rPr lang="en-US" altLang="ko-KR" sz="1400" b="1" dirty="0" smtClean="0">
                <a:solidFill>
                  <a:schemeClr val="bg1"/>
                </a:solidFill>
                <a:latin typeface="Times New Roman" panose="02020603050405020304" pitchFamily="18" charset="0"/>
                <a:cs typeface="Times New Roman" panose="02020603050405020304" pitchFamily="18" charset="0"/>
              </a:rPr>
              <a:t> </a:t>
            </a:r>
            <a:r>
              <a:rPr lang="en-US" altLang="ko-KR" sz="1400" b="1" dirty="0" err="1" smtClean="0">
                <a:solidFill>
                  <a:schemeClr val="bg1"/>
                </a:solidFill>
                <a:latin typeface="Times New Roman" panose="02020603050405020304" pitchFamily="18" charset="0"/>
                <a:cs typeface="Times New Roman" panose="02020603050405020304" pitchFamily="18" charset="0"/>
              </a:rPr>
              <a:t>theo</a:t>
            </a:r>
            <a:endParaRPr lang="ko-KR" altLang="en-US" sz="1400" b="1" dirty="0">
              <a:solidFill>
                <a:schemeClr val="bg1"/>
              </a:solidFill>
              <a:latin typeface="Times New Roman" panose="02020603050405020304" pitchFamily="18" charset="0"/>
              <a:cs typeface="Times New Roman" panose="02020603050405020304" pitchFamily="18" charset="0"/>
            </a:endParaRPr>
          </a:p>
        </p:txBody>
      </p:sp>
      <p:sp>
        <p:nvSpPr>
          <p:cNvPr id="69658" name="Text Box 37"/>
          <p:cNvSpPr txBox="1">
            <a:spLocks noChangeArrowheads="1"/>
          </p:cNvSpPr>
          <p:nvPr/>
        </p:nvSpPr>
        <p:spPr bwMode="auto">
          <a:xfrm>
            <a:off x="3368675" y="3141663"/>
            <a:ext cx="132009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err="1" smtClean="0">
                <a:solidFill>
                  <a:schemeClr val="bg1"/>
                </a:solidFill>
                <a:latin typeface="Times New Roman" panose="02020603050405020304" pitchFamily="18" charset="0"/>
                <a:cs typeface="Times New Roman" panose="02020603050405020304" pitchFamily="18" charset="0"/>
              </a:rPr>
              <a:t>Nhập</a:t>
            </a:r>
            <a:r>
              <a:rPr lang="en-US" altLang="ko-KR" sz="1400" b="1" dirty="0" smtClean="0">
                <a:solidFill>
                  <a:schemeClr val="bg1"/>
                </a:solidFill>
                <a:latin typeface="Times New Roman" panose="02020603050405020304" pitchFamily="18" charset="0"/>
                <a:cs typeface="Times New Roman" panose="02020603050405020304" pitchFamily="18" charset="0"/>
              </a:rPr>
              <a:t> serial No</a:t>
            </a:r>
            <a:endParaRPr lang="ko-KR" altLang="en-US" sz="1400" b="1" dirty="0">
              <a:solidFill>
                <a:schemeClr val="bg1"/>
              </a:solidFill>
              <a:latin typeface="Times New Roman" panose="02020603050405020304" pitchFamily="18" charset="0"/>
              <a:cs typeface="Times New Roman" panose="02020603050405020304" pitchFamily="18" charset="0"/>
            </a:endParaRPr>
          </a:p>
        </p:txBody>
      </p:sp>
      <p:sp>
        <p:nvSpPr>
          <p:cNvPr id="69659" name="Text Box 38"/>
          <p:cNvSpPr txBox="1">
            <a:spLocks noChangeArrowheads="1"/>
          </p:cNvSpPr>
          <p:nvPr/>
        </p:nvSpPr>
        <p:spPr bwMode="auto">
          <a:xfrm>
            <a:off x="3765550" y="4905375"/>
            <a:ext cx="892025" cy="322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err="1" smtClean="0">
                <a:solidFill>
                  <a:schemeClr val="bg1"/>
                </a:solidFill>
                <a:latin typeface="Times New Roman" panose="02020603050405020304" pitchFamily="18" charset="0"/>
                <a:cs typeface="Times New Roman" panose="02020603050405020304" pitchFamily="18" charset="0"/>
              </a:rPr>
              <a:t>Tiếp</a:t>
            </a:r>
            <a:r>
              <a:rPr lang="en-US" altLang="ko-KR" sz="1400" b="1" dirty="0" smtClean="0">
                <a:solidFill>
                  <a:schemeClr val="bg1"/>
                </a:solidFill>
                <a:latin typeface="Times New Roman" panose="02020603050405020304" pitchFamily="18" charset="0"/>
                <a:cs typeface="Times New Roman" panose="02020603050405020304" pitchFamily="18" charset="0"/>
              </a:rPr>
              <a:t> </a:t>
            </a:r>
            <a:r>
              <a:rPr lang="en-US" altLang="ko-KR" sz="1400" b="1" dirty="0" err="1" smtClean="0">
                <a:solidFill>
                  <a:schemeClr val="bg1"/>
                </a:solidFill>
                <a:latin typeface="Times New Roman" panose="02020603050405020304" pitchFamily="18" charset="0"/>
                <a:cs typeface="Times New Roman" panose="02020603050405020304" pitchFamily="18" charset="0"/>
              </a:rPr>
              <a:t>theo</a:t>
            </a:r>
            <a:endParaRPr lang="ko-KR" altLang="en-US" sz="1400" b="1" dirty="0">
              <a:solidFill>
                <a:schemeClr val="bg1"/>
              </a:solidFill>
              <a:latin typeface="Times New Roman" panose="02020603050405020304" pitchFamily="18" charset="0"/>
              <a:cs typeface="Times New Roman" panose="02020603050405020304" pitchFamily="18" charset="0"/>
            </a:endParaRPr>
          </a:p>
        </p:txBody>
      </p:sp>
      <p:sp>
        <p:nvSpPr>
          <p:cNvPr id="69660" name="Text Box 39"/>
          <p:cNvSpPr txBox="1">
            <a:spLocks noChangeArrowheads="1"/>
          </p:cNvSpPr>
          <p:nvPr/>
        </p:nvSpPr>
        <p:spPr bwMode="auto">
          <a:xfrm>
            <a:off x="6284913" y="1376363"/>
            <a:ext cx="892025"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err="1" smtClean="0">
                <a:solidFill>
                  <a:schemeClr val="bg1"/>
                </a:solidFill>
                <a:latin typeface="Times New Roman" panose="02020603050405020304" pitchFamily="18" charset="0"/>
                <a:cs typeface="Times New Roman" panose="02020603050405020304" pitchFamily="18" charset="0"/>
              </a:rPr>
              <a:t>Tiếp</a:t>
            </a:r>
            <a:r>
              <a:rPr lang="en-US" altLang="ko-KR" sz="1400" b="1" dirty="0" smtClean="0">
                <a:solidFill>
                  <a:schemeClr val="bg1"/>
                </a:solidFill>
                <a:latin typeface="Times New Roman" panose="02020603050405020304" pitchFamily="18" charset="0"/>
                <a:cs typeface="Times New Roman" panose="02020603050405020304" pitchFamily="18" charset="0"/>
              </a:rPr>
              <a:t> </a:t>
            </a:r>
            <a:r>
              <a:rPr lang="en-US" altLang="ko-KR" sz="1400" b="1" dirty="0" err="1" smtClean="0">
                <a:solidFill>
                  <a:schemeClr val="bg1"/>
                </a:solidFill>
                <a:latin typeface="Times New Roman" panose="02020603050405020304" pitchFamily="18" charset="0"/>
                <a:cs typeface="Times New Roman" panose="02020603050405020304" pitchFamily="18" charset="0"/>
              </a:rPr>
              <a:t>theo</a:t>
            </a:r>
            <a:endParaRPr lang="ko-KR" altLang="en-US" sz="1400" b="1" dirty="0">
              <a:solidFill>
                <a:schemeClr val="bg1"/>
              </a:solidFill>
              <a:latin typeface="Times New Roman" panose="02020603050405020304" pitchFamily="18" charset="0"/>
              <a:cs typeface="Times New Roman" panose="02020603050405020304" pitchFamily="18" charset="0"/>
            </a:endParaRPr>
          </a:p>
        </p:txBody>
      </p:sp>
      <p:sp>
        <p:nvSpPr>
          <p:cNvPr id="69661" name="Text Box 40"/>
          <p:cNvSpPr txBox="1">
            <a:spLocks noChangeArrowheads="1"/>
          </p:cNvSpPr>
          <p:nvPr/>
        </p:nvSpPr>
        <p:spPr bwMode="auto">
          <a:xfrm>
            <a:off x="6213475" y="3141663"/>
            <a:ext cx="892025" cy="322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err="1" smtClean="0">
                <a:solidFill>
                  <a:schemeClr val="bg1"/>
                </a:solidFill>
                <a:latin typeface="Times New Roman" panose="02020603050405020304" pitchFamily="18" charset="0"/>
                <a:cs typeface="Times New Roman" panose="02020603050405020304" pitchFamily="18" charset="0"/>
              </a:rPr>
              <a:t>Tiếp</a:t>
            </a:r>
            <a:r>
              <a:rPr lang="en-US" altLang="ko-KR" sz="1400" b="1" dirty="0" smtClean="0">
                <a:solidFill>
                  <a:schemeClr val="bg1"/>
                </a:solidFill>
                <a:latin typeface="Times New Roman" panose="02020603050405020304" pitchFamily="18" charset="0"/>
                <a:cs typeface="Times New Roman" panose="02020603050405020304" pitchFamily="18" charset="0"/>
              </a:rPr>
              <a:t> </a:t>
            </a:r>
            <a:r>
              <a:rPr lang="en-US" altLang="ko-KR" sz="1400" b="1" dirty="0" err="1" smtClean="0">
                <a:solidFill>
                  <a:schemeClr val="bg1"/>
                </a:solidFill>
                <a:latin typeface="Times New Roman" panose="02020603050405020304" pitchFamily="18" charset="0"/>
                <a:cs typeface="Times New Roman" panose="02020603050405020304" pitchFamily="18" charset="0"/>
              </a:rPr>
              <a:t>theo</a:t>
            </a:r>
            <a:endParaRPr lang="ko-KR" altLang="en-US" sz="1400" b="1" dirty="0">
              <a:solidFill>
                <a:schemeClr val="bg1"/>
              </a:solidFill>
              <a:latin typeface="Times New Roman" panose="02020603050405020304" pitchFamily="18" charset="0"/>
              <a:cs typeface="Times New Roman" panose="02020603050405020304" pitchFamily="18" charset="0"/>
            </a:endParaRPr>
          </a:p>
        </p:txBody>
      </p:sp>
      <p:sp>
        <p:nvSpPr>
          <p:cNvPr id="69662" name="Text Box 41"/>
          <p:cNvSpPr txBox="1">
            <a:spLocks noChangeArrowheads="1"/>
          </p:cNvSpPr>
          <p:nvPr/>
        </p:nvSpPr>
        <p:spPr bwMode="auto">
          <a:xfrm>
            <a:off x="5241032" y="4846769"/>
            <a:ext cx="2147241" cy="45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b="1" dirty="0" err="1" smtClean="0">
                <a:solidFill>
                  <a:schemeClr val="bg1"/>
                </a:solidFill>
                <a:latin typeface="Times New Roman" panose="02020603050405020304" pitchFamily="18" charset="0"/>
                <a:cs typeface="Times New Roman" panose="02020603050405020304" pitchFamily="18" charset="0"/>
              </a:rPr>
              <a:t>Tiếp</a:t>
            </a:r>
            <a:r>
              <a:rPr lang="en-US" altLang="ko-KR" sz="1000" b="1" dirty="0" smtClean="0">
                <a:solidFill>
                  <a:schemeClr val="bg1"/>
                </a:solidFill>
                <a:latin typeface="Times New Roman" panose="02020603050405020304" pitchFamily="18" charset="0"/>
                <a:cs typeface="Times New Roman" panose="02020603050405020304" pitchFamily="18" charset="0"/>
              </a:rPr>
              <a:t> </a:t>
            </a:r>
            <a:r>
              <a:rPr lang="en-US" altLang="ko-KR" sz="1000" b="1" dirty="0" err="1" smtClean="0">
                <a:solidFill>
                  <a:schemeClr val="bg1"/>
                </a:solidFill>
                <a:latin typeface="Times New Roman" panose="02020603050405020304" pitchFamily="18" charset="0"/>
                <a:cs typeface="Times New Roman" panose="02020603050405020304" pitchFamily="18" charset="0"/>
              </a:rPr>
              <a:t>theo</a:t>
            </a:r>
            <a:r>
              <a:rPr lang="en-US" altLang="ko-KR" sz="1000" b="1" dirty="0" smtClean="0">
                <a:solidFill>
                  <a:schemeClr val="bg1"/>
                </a:solidFill>
                <a:latin typeface="Times New Roman" panose="02020603050405020304" pitchFamily="18" charset="0"/>
                <a:cs typeface="Times New Roman" panose="02020603050405020304" pitchFamily="18" charset="0"/>
              </a:rPr>
              <a:t> </a:t>
            </a:r>
          </a:p>
          <a:p>
            <a:pPr algn="ctr" eaLnBrk="1" hangingPunct="1">
              <a:spcBef>
                <a:spcPct val="0"/>
              </a:spcBef>
              <a:buFontTx/>
              <a:buNone/>
            </a:pPr>
            <a:r>
              <a:rPr lang="en-US" altLang="ko-KR" sz="1000" b="1" dirty="0" smtClean="0">
                <a:solidFill>
                  <a:schemeClr val="bg1"/>
                </a:solidFill>
                <a:latin typeface="Times New Roman" panose="02020603050405020304" pitchFamily="18" charset="0"/>
                <a:cs typeface="Times New Roman" panose="02020603050405020304" pitchFamily="18" charset="0"/>
              </a:rPr>
              <a:t>(</a:t>
            </a:r>
            <a:r>
              <a:rPr lang="en-US" altLang="ko-KR" sz="1000" b="1" dirty="0" err="1" smtClean="0">
                <a:solidFill>
                  <a:schemeClr val="bg1"/>
                </a:solidFill>
                <a:latin typeface="Times New Roman" panose="02020603050405020304" pitchFamily="18" charset="0"/>
                <a:cs typeface="Times New Roman" panose="02020603050405020304" pitchFamily="18" charset="0"/>
              </a:rPr>
              <a:t>sau</a:t>
            </a:r>
            <a:r>
              <a:rPr lang="en-US" altLang="ko-KR" sz="1000" b="1" dirty="0" smtClean="0">
                <a:solidFill>
                  <a:schemeClr val="bg1"/>
                </a:solidFill>
                <a:latin typeface="Times New Roman" panose="02020603050405020304" pitchFamily="18" charset="0"/>
                <a:cs typeface="Times New Roman" panose="02020603050405020304" pitchFamily="18" charset="0"/>
              </a:rPr>
              <a:t> </a:t>
            </a:r>
            <a:r>
              <a:rPr lang="en-US" altLang="ko-KR" sz="1000" b="1" dirty="0" err="1" smtClean="0">
                <a:solidFill>
                  <a:schemeClr val="bg1"/>
                </a:solidFill>
                <a:latin typeface="Times New Roman" panose="02020603050405020304" pitchFamily="18" charset="0"/>
                <a:cs typeface="Times New Roman" panose="02020603050405020304" pitchFamily="18" charset="0"/>
              </a:rPr>
              <a:t>khi</a:t>
            </a:r>
            <a:r>
              <a:rPr lang="en-US" altLang="ko-KR" sz="1000" b="1" dirty="0" smtClean="0">
                <a:solidFill>
                  <a:schemeClr val="bg1"/>
                </a:solidFill>
                <a:latin typeface="Times New Roman" panose="02020603050405020304" pitchFamily="18" charset="0"/>
                <a:cs typeface="Times New Roman" panose="02020603050405020304" pitchFamily="18" charset="0"/>
              </a:rPr>
              <a:t> </a:t>
            </a:r>
            <a:r>
              <a:rPr lang="en-US" altLang="ko-KR" sz="1000" b="1" dirty="0" err="1" smtClean="0">
                <a:solidFill>
                  <a:schemeClr val="bg1"/>
                </a:solidFill>
                <a:latin typeface="Times New Roman" panose="02020603050405020304" pitchFamily="18" charset="0"/>
                <a:cs typeface="Times New Roman" panose="02020603050405020304" pitchFamily="18" charset="0"/>
              </a:rPr>
              <a:t>chỉ</a:t>
            </a:r>
            <a:r>
              <a:rPr lang="en-US" altLang="ko-KR" sz="1000" b="1" dirty="0" smtClean="0">
                <a:solidFill>
                  <a:schemeClr val="bg1"/>
                </a:solidFill>
                <a:latin typeface="Times New Roman" panose="02020603050405020304" pitchFamily="18" charset="0"/>
                <a:cs typeface="Times New Roman" panose="02020603050405020304" pitchFamily="18" charset="0"/>
              </a:rPr>
              <a:t> </a:t>
            </a:r>
            <a:r>
              <a:rPr lang="en-US" altLang="ko-KR" sz="1000" b="1" dirty="0" err="1" smtClean="0">
                <a:solidFill>
                  <a:schemeClr val="bg1"/>
                </a:solidFill>
                <a:latin typeface="Times New Roman" panose="02020603050405020304" pitchFamily="18" charset="0"/>
                <a:cs typeface="Times New Roman" panose="02020603050405020304" pitchFamily="18" charset="0"/>
              </a:rPr>
              <a:t>định</a:t>
            </a:r>
            <a:r>
              <a:rPr lang="en-US" altLang="ko-KR" sz="1000" b="1" dirty="0" smtClean="0">
                <a:solidFill>
                  <a:schemeClr val="bg1"/>
                </a:solidFill>
                <a:latin typeface="Times New Roman" panose="02020603050405020304" pitchFamily="18" charset="0"/>
                <a:cs typeface="Times New Roman" panose="02020603050405020304" pitchFamily="18" charset="0"/>
              </a:rPr>
              <a:t> </a:t>
            </a:r>
            <a:r>
              <a:rPr lang="en-US" altLang="ko-KR" sz="1000" b="1" dirty="0" err="1" smtClean="0">
                <a:solidFill>
                  <a:schemeClr val="bg1"/>
                </a:solidFill>
                <a:latin typeface="Times New Roman" panose="02020603050405020304" pitchFamily="18" charset="0"/>
                <a:cs typeface="Times New Roman" panose="02020603050405020304" pitchFamily="18" charset="0"/>
              </a:rPr>
              <a:t>đường</a:t>
            </a:r>
            <a:r>
              <a:rPr lang="en-US" altLang="ko-KR" sz="1000" b="1" dirty="0" smtClean="0">
                <a:solidFill>
                  <a:schemeClr val="bg1"/>
                </a:solidFill>
                <a:latin typeface="Times New Roman" panose="02020603050405020304" pitchFamily="18" charset="0"/>
                <a:cs typeface="Times New Roman" panose="02020603050405020304" pitchFamily="18" charset="0"/>
              </a:rPr>
              <a:t> </a:t>
            </a:r>
            <a:r>
              <a:rPr lang="en-US" altLang="ko-KR" sz="1000" b="1" dirty="0" err="1" smtClean="0">
                <a:solidFill>
                  <a:schemeClr val="bg1"/>
                </a:solidFill>
                <a:latin typeface="Times New Roman" panose="02020603050405020304" pitchFamily="18" charset="0"/>
                <a:cs typeface="Times New Roman" panose="02020603050405020304" pitchFamily="18" charset="0"/>
              </a:rPr>
              <a:t>dẫn</a:t>
            </a:r>
            <a:r>
              <a:rPr lang="en-US" altLang="ko-KR" sz="1000" b="1" dirty="0" smtClean="0">
                <a:solidFill>
                  <a:schemeClr val="bg1"/>
                </a:solidFill>
                <a:latin typeface="Times New Roman" panose="02020603050405020304" pitchFamily="18" charset="0"/>
                <a:cs typeface="Times New Roman" panose="02020603050405020304" pitchFamily="18" charset="0"/>
              </a:rPr>
              <a:t> </a:t>
            </a:r>
            <a:r>
              <a:rPr lang="en-US" altLang="ko-KR" sz="1000" b="1" dirty="0" err="1" smtClean="0">
                <a:solidFill>
                  <a:schemeClr val="bg1"/>
                </a:solidFill>
                <a:latin typeface="Times New Roman" panose="02020603050405020304" pitchFamily="18" charset="0"/>
                <a:cs typeface="Times New Roman" panose="02020603050405020304" pitchFamily="18" charset="0"/>
              </a:rPr>
              <a:t>cài</a:t>
            </a:r>
            <a:r>
              <a:rPr lang="en-US" altLang="ko-KR" sz="1000" b="1" dirty="0" smtClean="0">
                <a:solidFill>
                  <a:schemeClr val="bg1"/>
                </a:solidFill>
                <a:latin typeface="Times New Roman" panose="02020603050405020304" pitchFamily="18" charset="0"/>
                <a:cs typeface="Times New Roman" panose="02020603050405020304" pitchFamily="18" charset="0"/>
              </a:rPr>
              <a:t> </a:t>
            </a:r>
            <a:r>
              <a:rPr lang="en-US" altLang="ko-KR" sz="1000" b="1" dirty="0" err="1" smtClean="0">
                <a:solidFill>
                  <a:schemeClr val="bg1"/>
                </a:solidFill>
                <a:latin typeface="Times New Roman" panose="02020603050405020304" pitchFamily="18" charset="0"/>
                <a:cs typeface="Times New Roman" panose="02020603050405020304" pitchFamily="18" charset="0"/>
              </a:rPr>
              <a:t>đặt</a:t>
            </a:r>
            <a:r>
              <a:rPr lang="en-US" altLang="ko-KR" sz="1000" b="1" dirty="0" smtClean="0">
                <a:solidFill>
                  <a:schemeClr val="bg1"/>
                </a:solidFill>
                <a:latin typeface="Times New Roman" panose="02020603050405020304" pitchFamily="18" charset="0"/>
                <a:cs typeface="Times New Roman" panose="02020603050405020304" pitchFamily="18" charset="0"/>
              </a:rPr>
              <a:t>)</a:t>
            </a:r>
            <a:endParaRPr lang="ko-KR" altLang="en-US" sz="1000" b="1" dirty="0">
              <a:solidFill>
                <a:schemeClr val="bg1"/>
              </a:solidFill>
              <a:latin typeface="Times New Roman" panose="02020603050405020304" pitchFamily="18" charset="0"/>
              <a:cs typeface="Times New Roman" panose="02020603050405020304" pitchFamily="18" charset="0"/>
            </a:endParaRPr>
          </a:p>
        </p:txBody>
      </p:sp>
      <p:sp>
        <p:nvSpPr>
          <p:cNvPr id="69663" name="Text Box 42"/>
          <p:cNvSpPr txBox="1">
            <a:spLocks noChangeArrowheads="1"/>
          </p:cNvSpPr>
          <p:nvPr/>
        </p:nvSpPr>
        <p:spPr bwMode="auto">
          <a:xfrm>
            <a:off x="7905328" y="1736725"/>
            <a:ext cx="1765726" cy="28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100" b="1" dirty="0" err="1" smtClean="0">
                <a:solidFill>
                  <a:schemeClr val="bg1"/>
                </a:solidFill>
                <a:latin typeface="Times New Roman" panose="02020603050405020304" pitchFamily="18" charset="0"/>
                <a:cs typeface="Times New Roman" panose="02020603050405020304" pitchFamily="18" charset="0"/>
              </a:rPr>
              <a:t>Màn</a:t>
            </a:r>
            <a:r>
              <a:rPr lang="en-US" altLang="ko-KR" sz="1100" b="1" dirty="0" smtClean="0">
                <a:solidFill>
                  <a:schemeClr val="bg1"/>
                </a:solidFill>
                <a:latin typeface="Times New Roman" panose="02020603050405020304" pitchFamily="18" charset="0"/>
                <a:cs typeface="Times New Roman" panose="02020603050405020304" pitchFamily="18" charset="0"/>
              </a:rPr>
              <a:t> </a:t>
            </a:r>
            <a:r>
              <a:rPr lang="en-US" altLang="ko-KR" sz="1100" b="1" dirty="0" err="1" smtClean="0">
                <a:solidFill>
                  <a:schemeClr val="bg1"/>
                </a:solidFill>
                <a:latin typeface="Times New Roman" panose="02020603050405020304" pitchFamily="18" charset="0"/>
                <a:cs typeface="Times New Roman" panose="02020603050405020304" pitchFamily="18" charset="0"/>
              </a:rPr>
              <a:t>hình</a:t>
            </a:r>
            <a:r>
              <a:rPr lang="en-US" altLang="ko-KR" sz="1100" b="1" dirty="0" smtClean="0">
                <a:solidFill>
                  <a:schemeClr val="bg1"/>
                </a:solidFill>
                <a:latin typeface="Times New Roman" panose="02020603050405020304" pitchFamily="18" charset="0"/>
                <a:cs typeface="Times New Roman" panose="02020603050405020304" pitchFamily="18" charset="0"/>
              </a:rPr>
              <a:t> </a:t>
            </a:r>
            <a:r>
              <a:rPr lang="en-US" altLang="ko-KR" sz="1100" b="1" dirty="0" err="1" smtClean="0">
                <a:solidFill>
                  <a:schemeClr val="bg1"/>
                </a:solidFill>
                <a:latin typeface="Times New Roman" panose="02020603050405020304" pitchFamily="18" charset="0"/>
                <a:cs typeface="Times New Roman" panose="02020603050405020304" pitchFamily="18" charset="0"/>
              </a:rPr>
              <a:t>khi</a:t>
            </a:r>
            <a:r>
              <a:rPr lang="en-US" altLang="ko-KR" sz="1100" b="1" dirty="0" smtClean="0">
                <a:solidFill>
                  <a:schemeClr val="bg1"/>
                </a:solidFill>
                <a:latin typeface="Times New Roman" panose="02020603050405020304" pitchFamily="18" charset="0"/>
                <a:cs typeface="Times New Roman" panose="02020603050405020304" pitchFamily="18" charset="0"/>
              </a:rPr>
              <a:t> </a:t>
            </a:r>
            <a:r>
              <a:rPr lang="en-US" altLang="ko-KR" sz="1100" b="1" dirty="0" err="1" smtClean="0">
                <a:solidFill>
                  <a:schemeClr val="bg1"/>
                </a:solidFill>
                <a:latin typeface="Times New Roman" panose="02020603050405020304" pitchFamily="18" charset="0"/>
                <a:cs typeface="Times New Roman" panose="02020603050405020304" pitchFamily="18" charset="0"/>
              </a:rPr>
              <a:t>đang</a:t>
            </a:r>
            <a:r>
              <a:rPr lang="en-US" altLang="ko-KR" sz="1100" b="1" dirty="0" smtClean="0">
                <a:solidFill>
                  <a:schemeClr val="bg1"/>
                </a:solidFill>
                <a:latin typeface="Times New Roman" panose="02020603050405020304" pitchFamily="18" charset="0"/>
                <a:cs typeface="Times New Roman" panose="02020603050405020304" pitchFamily="18" charset="0"/>
              </a:rPr>
              <a:t> </a:t>
            </a:r>
            <a:r>
              <a:rPr lang="en-US" altLang="ko-KR" sz="1100" b="1" dirty="0" err="1" smtClean="0">
                <a:solidFill>
                  <a:schemeClr val="bg1"/>
                </a:solidFill>
                <a:latin typeface="Times New Roman" panose="02020603050405020304" pitchFamily="18" charset="0"/>
                <a:cs typeface="Times New Roman" panose="02020603050405020304" pitchFamily="18" charset="0"/>
              </a:rPr>
              <a:t>cài</a:t>
            </a:r>
            <a:r>
              <a:rPr lang="en-US" altLang="ko-KR" sz="1100" b="1" dirty="0" smtClean="0">
                <a:solidFill>
                  <a:schemeClr val="bg1"/>
                </a:solidFill>
                <a:latin typeface="Times New Roman" panose="02020603050405020304" pitchFamily="18" charset="0"/>
                <a:cs typeface="Times New Roman" panose="02020603050405020304" pitchFamily="18" charset="0"/>
              </a:rPr>
              <a:t> </a:t>
            </a:r>
            <a:r>
              <a:rPr lang="en-US" altLang="ko-KR" sz="1100" b="1" dirty="0" err="1" smtClean="0">
                <a:solidFill>
                  <a:schemeClr val="bg1"/>
                </a:solidFill>
                <a:latin typeface="Times New Roman" panose="02020603050405020304" pitchFamily="18" charset="0"/>
                <a:cs typeface="Times New Roman" panose="02020603050405020304" pitchFamily="18" charset="0"/>
              </a:rPr>
              <a:t>đặt</a:t>
            </a:r>
            <a:endParaRPr lang="ko-KR" altLang="en-US" sz="1100" b="1" dirty="0">
              <a:solidFill>
                <a:schemeClr val="bg1"/>
              </a:solidFill>
              <a:latin typeface="Times New Roman" panose="02020603050405020304" pitchFamily="18" charset="0"/>
              <a:cs typeface="Times New Roman" panose="02020603050405020304" pitchFamily="18" charset="0"/>
            </a:endParaRPr>
          </a:p>
        </p:txBody>
      </p:sp>
      <p:sp>
        <p:nvSpPr>
          <p:cNvPr id="69664" name="Text Box 43"/>
          <p:cNvSpPr txBox="1">
            <a:spLocks noChangeArrowheads="1"/>
          </p:cNvSpPr>
          <p:nvPr/>
        </p:nvSpPr>
        <p:spPr bwMode="auto">
          <a:xfrm>
            <a:off x="7653300" y="3500438"/>
            <a:ext cx="2092738" cy="28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100" b="1" dirty="0" err="1" smtClean="0">
                <a:solidFill>
                  <a:schemeClr val="bg1"/>
                </a:solidFill>
                <a:latin typeface="Times New Roman" panose="02020603050405020304" pitchFamily="18" charset="0"/>
                <a:cs typeface="Times New Roman" panose="02020603050405020304" pitchFamily="18" charset="0"/>
              </a:rPr>
              <a:t>Xác</a:t>
            </a:r>
            <a:r>
              <a:rPr lang="en-US" altLang="ko-KR" sz="1100" b="1" dirty="0" smtClean="0">
                <a:solidFill>
                  <a:schemeClr val="bg1"/>
                </a:solidFill>
                <a:latin typeface="Times New Roman" panose="02020603050405020304" pitchFamily="18" charset="0"/>
                <a:cs typeface="Times New Roman" panose="02020603050405020304" pitchFamily="18" charset="0"/>
              </a:rPr>
              <a:t> </a:t>
            </a:r>
            <a:r>
              <a:rPr lang="en-US" altLang="ko-KR" sz="1100" b="1" dirty="0" err="1" smtClean="0">
                <a:solidFill>
                  <a:schemeClr val="bg1"/>
                </a:solidFill>
                <a:latin typeface="Times New Roman" panose="02020603050405020304" pitchFamily="18" charset="0"/>
                <a:cs typeface="Times New Roman" panose="02020603050405020304" pitchFamily="18" charset="0"/>
              </a:rPr>
              <a:t>nhận</a:t>
            </a:r>
            <a:r>
              <a:rPr lang="en-US" altLang="ko-KR" sz="1100" b="1" dirty="0" smtClean="0">
                <a:solidFill>
                  <a:schemeClr val="bg1"/>
                </a:solidFill>
                <a:latin typeface="Times New Roman" panose="02020603050405020304" pitchFamily="18" charset="0"/>
                <a:cs typeface="Times New Roman" panose="02020603050405020304" pitchFamily="18" charset="0"/>
              </a:rPr>
              <a:t> </a:t>
            </a:r>
            <a:r>
              <a:rPr lang="en-US" altLang="ko-KR" sz="1100" b="1" dirty="0" err="1" smtClean="0">
                <a:solidFill>
                  <a:schemeClr val="bg1"/>
                </a:solidFill>
                <a:latin typeface="Times New Roman" panose="02020603050405020304" pitchFamily="18" charset="0"/>
                <a:cs typeface="Times New Roman" panose="02020603050405020304" pitchFamily="18" charset="0"/>
              </a:rPr>
              <a:t>đã</a:t>
            </a:r>
            <a:r>
              <a:rPr lang="en-US" altLang="ko-KR" sz="1100" b="1" dirty="0" smtClean="0">
                <a:solidFill>
                  <a:schemeClr val="bg1"/>
                </a:solidFill>
                <a:latin typeface="Times New Roman" panose="02020603050405020304" pitchFamily="18" charset="0"/>
                <a:cs typeface="Times New Roman" panose="02020603050405020304" pitchFamily="18" charset="0"/>
              </a:rPr>
              <a:t> </a:t>
            </a:r>
            <a:r>
              <a:rPr lang="en-US" altLang="ko-KR" sz="1100" b="1" dirty="0" err="1" smtClean="0">
                <a:solidFill>
                  <a:schemeClr val="bg1"/>
                </a:solidFill>
                <a:latin typeface="Times New Roman" panose="02020603050405020304" pitchFamily="18" charset="0"/>
                <a:cs typeface="Times New Roman" panose="02020603050405020304" pitchFamily="18" charset="0"/>
              </a:rPr>
              <a:t>hoàn</a:t>
            </a:r>
            <a:r>
              <a:rPr lang="en-US" altLang="ko-KR" sz="1100" b="1" dirty="0" smtClean="0">
                <a:solidFill>
                  <a:schemeClr val="bg1"/>
                </a:solidFill>
                <a:latin typeface="Times New Roman" panose="02020603050405020304" pitchFamily="18" charset="0"/>
                <a:cs typeface="Times New Roman" panose="02020603050405020304" pitchFamily="18" charset="0"/>
              </a:rPr>
              <a:t> </a:t>
            </a:r>
            <a:r>
              <a:rPr lang="en-US" altLang="ko-KR" sz="1100" b="1" dirty="0" err="1" smtClean="0">
                <a:solidFill>
                  <a:schemeClr val="bg1"/>
                </a:solidFill>
                <a:latin typeface="Times New Roman" panose="02020603050405020304" pitchFamily="18" charset="0"/>
                <a:cs typeface="Times New Roman" panose="02020603050405020304" pitchFamily="18" charset="0"/>
              </a:rPr>
              <a:t>thành</a:t>
            </a:r>
            <a:r>
              <a:rPr lang="en-US" altLang="ko-KR" sz="1100" b="1" dirty="0" smtClean="0">
                <a:solidFill>
                  <a:schemeClr val="bg1"/>
                </a:solidFill>
                <a:latin typeface="Times New Roman" panose="02020603050405020304" pitchFamily="18" charset="0"/>
                <a:cs typeface="Times New Roman" panose="02020603050405020304" pitchFamily="18" charset="0"/>
              </a:rPr>
              <a:t> </a:t>
            </a:r>
            <a:r>
              <a:rPr lang="en-US" altLang="ko-KR" sz="1100" b="1" dirty="0" err="1" smtClean="0">
                <a:solidFill>
                  <a:schemeClr val="bg1"/>
                </a:solidFill>
                <a:latin typeface="Times New Roman" panose="02020603050405020304" pitchFamily="18" charset="0"/>
                <a:cs typeface="Times New Roman" panose="02020603050405020304" pitchFamily="18" charset="0"/>
              </a:rPr>
              <a:t>cài</a:t>
            </a:r>
            <a:r>
              <a:rPr lang="en-US" altLang="ko-KR" sz="1100" b="1" dirty="0" smtClean="0">
                <a:solidFill>
                  <a:schemeClr val="bg1"/>
                </a:solidFill>
                <a:latin typeface="Times New Roman" panose="02020603050405020304" pitchFamily="18" charset="0"/>
                <a:cs typeface="Times New Roman" panose="02020603050405020304" pitchFamily="18" charset="0"/>
              </a:rPr>
              <a:t> </a:t>
            </a:r>
            <a:r>
              <a:rPr lang="en-US" altLang="ko-KR" sz="1100" b="1" dirty="0" err="1" smtClean="0">
                <a:solidFill>
                  <a:schemeClr val="bg1"/>
                </a:solidFill>
                <a:latin typeface="Times New Roman" panose="02020603050405020304" pitchFamily="18" charset="0"/>
                <a:cs typeface="Times New Roman" panose="02020603050405020304" pitchFamily="18" charset="0"/>
              </a:rPr>
              <a:t>đặt</a:t>
            </a:r>
            <a:endParaRPr lang="ko-KR" altLang="en-US" sz="1100" b="1" dirty="0">
              <a:solidFill>
                <a:schemeClr val="bg1"/>
              </a:solidFill>
              <a:latin typeface="Times New Roman" panose="02020603050405020304" pitchFamily="18" charset="0"/>
              <a:cs typeface="Times New Roman" panose="02020603050405020304" pitchFamily="18" charset="0"/>
            </a:endParaRPr>
          </a:p>
        </p:txBody>
      </p:sp>
      <p:sp>
        <p:nvSpPr>
          <p:cNvPr id="69665" name="Rectangle 44"/>
          <p:cNvSpPr>
            <a:spLocks noChangeArrowheads="1"/>
          </p:cNvSpPr>
          <p:nvPr/>
        </p:nvSpPr>
        <p:spPr bwMode="auto">
          <a:xfrm>
            <a:off x="60325" y="53975"/>
            <a:ext cx="254011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3.Cài </a:t>
            </a:r>
            <a:r>
              <a:rPr lang="en-US" altLang="ko-KR" sz="1800" b="1" dirty="0" err="1" smtClean="0">
                <a:latin typeface="Times New Roman" panose="02020603050405020304" pitchFamily="18" charset="0"/>
                <a:cs typeface="Times New Roman" panose="02020603050405020304" pitchFamily="18" charset="0"/>
              </a:rPr>
              <a:t>đặt</a:t>
            </a:r>
            <a:r>
              <a:rPr lang="en-US" altLang="ko-KR" sz="1800" b="1" dirty="0" smtClean="0">
                <a:latin typeface="Times New Roman" panose="02020603050405020304" pitchFamily="18" charset="0"/>
                <a:cs typeface="Times New Roman" panose="02020603050405020304" pitchFamily="18" charset="0"/>
              </a:rPr>
              <a:t> PLC Software</a:t>
            </a:r>
            <a:endParaRPr lang="ko-KR" altLang="en-US" sz="1800" b="1" dirty="0">
              <a:latin typeface="Times New Roman" panose="02020603050405020304" pitchFamily="18" charset="0"/>
              <a:cs typeface="Times New Roman" panose="02020603050405020304" pitchFamily="18" charset="0"/>
            </a:endParaRPr>
          </a:p>
        </p:txBody>
      </p:sp>
      <p:sp>
        <p:nvSpPr>
          <p:cNvPr id="69666" name="Rectangle 45"/>
          <p:cNvSpPr>
            <a:spLocks noChangeArrowheads="1"/>
          </p:cNvSpPr>
          <p:nvPr/>
        </p:nvSpPr>
        <p:spPr bwMode="auto">
          <a:xfrm>
            <a:off x="7401272" y="34925"/>
            <a:ext cx="2321968"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Cài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đặt</a:t>
            </a:r>
            <a:r>
              <a:rPr lang="en-US" altLang="ko-KR" sz="1600" b="1" dirty="0" smtClean="0">
                <a:latin typeface="Times New Roman" panose="02020603050405020304" pitchFamily="18" charset="0"/>
                <a:cs typeface="Times New Roman" panose="02020603050405020304" pitchFamily="18" charset="0"/>
              </a:rPr>
              <a:t> GX Developer</a:t>
            </a:r>
            <a:endParaRPr lang="ko-KR" altLang="en-US" sz="1600" b="1" dirty="0">
              <a:latin typeface="Times New Roman" panose="02020603050405020304" pitchFamily="18" charset="0"/>
              <a:cs typeface="Times New Roman" panose="02020603050405020304" pitchFamily="18" charset="0"/>
            </a:endParaRPr>
          </a:p>
        </p:txBody>
      </p:sp>
      <p:sp>
        <p:nvSpPr>
          <p:cNvPr id="69667" name="Text Box 46"/>
          <p:cNvSpPr txBox="1">
            <a:spLocks noChangeArrowheads="1"/>
          </p:cNvSpPr>
          <p:nvPr/>
        </p:nvSpPr>
        <p:spPr bwMode="auto">
          <a:xfrm>
            <a:off x="7415213" y="1071563"/>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⑫</a:t>
            </a:r>
          </a:p>
        </p:txBody>
      </p:sp>
      <p:sp>
        <p:nvSpPr>
          <p:cNvPr id="69668" name="Text Box 47"/>
          <p:cNvSpPr txBox="1">
            <a:spLocks noChangeArrowheads="1"/>
          </p:cNvSpPr>
          <p:nvPr/>
        </p:nvSpPr>
        <p:spPr bwMode="auto">
          <a:xfrm>
            <a:off x="7415213" y="2908300"/>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⑬</a:t>
            </a:r>
          </a:p>
        </p:txBody>
      </p:sp>
    </p:spTree>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25"/>
          <p:cNvSpPr>
            <a:spLocks noChangeArrowheads="1"/>
          </p:cNvSpPr>
          <p:nvPr/>
        </p:nvSpPr>
        <p:spPr bwMode="auto">
          <a:xfrm>
            <a:off x="60325" y="53975"/>
            <a:ext cx="254011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3.Cài </a:t>
            </a:r>
            <a:r>
              <a:rPr lang="en-US" altLang="ko-KR" sz="1800" b="1" dirty="0" err="1" smtClean="0">
                <a:latin typeface="Times New Roman" panose="02020603050405020304" pitchFamily="18" charset="0"/>
                <a:cs typeface="Times New Roman" panose="02020603050405020304" pitchFamily="18" charset="0"/>
              </a:rPr>
              <a:t>đặt</a:t>
            </a:r>
            <a:r>
              <a:rPr lang="en-US" altLang="ko-KR" sz="1800" b="1" dirty="0" smtClean="0">
                <a:latin typeface="Times New Roman" panose="02020603050405020304" pitchFamily="18" charset="0"/>
                <a:cs typeface="Times New Roman" panose="02020603050405020304" pitchFamily="18" charset="0"/>
              </a:rPr>
              <a:t> PLC Software</a:t>
            </a:r>
            <a:endParaRPr lang="ko-KR" altLang="en-US" sz="1800" b="1" dirty="0">
              <a:latin typeface="Times New Roman" panose="02020603050405020304" pitchFamily="18" charset="0"/>
              <a:cs typeface="Times New Roman" panose="02020603050405020304" pitchFamily="18" charset="0"/>
            </a:endParaRPr>
          </a:p>
        </p:txBody>
      </p:sp>
      <p:sp>
        <p:nvSpPr>
          <p:cNvPr id="70659" name="Rectangle 27"/>
          <p:cNvSpPr>
            <a:spLocks noChangeArrowheads="1"/>
          </p:cNvSpPr>
          <p:nvPr/>
        </p:nvSpPr>
        <p:spPr bwMode="auto">
          <a:xfrm>
            <a:off x="523875" y="692150"/>
            <a:ext cx="1634279"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Cài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đặt</a:t>
            </a:r>
            <a:r>
              <a:rPr lang="en-US" altLang="ko-KR" sz="1600" b="1" dirty="0" smtClean="0">
                <a:latin typeface="Times New Roman" panose="02020603050405020304" pitchFamily="18" charset="0"/>
                <a:cs typeface="Times New Roman" panose="02020603050405020304" pitchFamily="18" charset="0"/>
              </a:rPr>
              <a:t> Utility</a:t>
            </a:r>
            <a:endParaRPr lang="ko-KR" altLang="en-US" sz="1600" b="1" dirty="0">
              <a:latin typeface="Times New Roman" panose="02020603050405020304" pitchFamily="18" charset="0"/>
              <a:cs typeface="Times New Roman" panose="02020603050405020304" pitchFamily="18" charset="0"/>
            </a:endParaRPr>
          </a:p>
        </p:txBody>
      </p:sp>
      <p:sp>
        <p:nvSpPr>
          <p:cNvPr id="70660" name="Rectangle 28"/>
          <p:cNvSpPr>
            <a:spLocks noChangeArrowheads="1"/>
          </p:cNvSpPr>
          <p:nvPr/>
        </p:nvSpPr>
        <p:spPr bwMode="auto">
          <a:xfrm>
            <a:off x="8229364" y="38100"/>
            <a:ext cx="1685576"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Cài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đặt</a:t>
            </a:r>
            <a:r>
              <a:rPr lang="en-US" altLang="ko-KR" sz="1600" b="1" dirty="0" smtClean="0">
                <a:latin typeface="Times New Roman" panose="02020603050405020304" pitchFamily="18" charset="0"/>
                <a:cs typeface="Times New Roman" panose="02020603050405020304" pitchFamily="18" charset="0"/>
              </a:rPr>
              <a:t> Utility </a:t>
            </a:r>
            <a:endParaRPr lang="ko-KR" altLang="en-US" sz="1600" b="1" dirty="0">
              <a:latin typeface="Times New Roman" panose="02020603050405020304" pitchFamily="18" charset="0"/>
              <a:cs typeface="Times New Roman" panose="02020603050405020304" pitchFamily="18" charset="0"/>
            </a:endParaRPr>
          </a:p>
        </p:txBody>
      </p:sp>
      <p:sp>
        <p:nvSpPr>
          <p:cNvPr id="70661" name="Rectangle 29"/>
          <p:cNvSpPr>
            <a:spLocks noChangeArrowheads="1"/>
          </p:cNvSpPr>
          <p:nvPr/>
        </p:nvSpPr>
        <p:spPr bwMode="auto">
          <a:xfrm>
            <a:off x="684213" y="1089025"/>
            <a:ext cx="156054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2-1. Utility Set-Up</a:t>
            </a:r>
          </a:p>
        </p:txBody>
      </p:sp>
      <p:sp>
        <p:nvSpPr>
          <p:cNvPr id="70662" name="Rectangle 30"/>
          <p:cNvSpPr>
            <a:spLocks noChangeArrowheads="1"/>
          </p:cNvSpPr>
          <p:nvPr/>
        </p:nvSpPr>
        <p:spPr bwMode="auto">
          <a:xfrm>
            <a:off x="814388" y="1412875"/>
            <a:ext cx="3339426"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(1</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Utility </a:t>
            </a:r>
            <a:r>
              <a:rPr lang="en-US" altLang="ko-KR" sz="1200" b="1" dirty="0" err="1" smtClean="0">
                <a:latin typeface="Times New Roman" panose="02020603050405020304" pitchFamily="18" charset="0"/>
                <a:cs typeface="Times New Roman" panose="02020603050405020304" pitchFamily="18" charset="0"/>
              </a:rPr>
              <a:t>điều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khiển</a:t>
            </a:r>
            <a:r>
              <a:rPr lang="en-US" altLang="ko-KR" sz="1200" b="1" dirty="0" smtClean="0">
                <a:latin typeface="Times New Roman" panose="02020603050405020304" pitchFamily="18" charset="0"/>
                <a:cs typeface="Times New Roman" panose="02020603050405020304" pitchFamily="18" charset="0"/>
              </a:rPr>
              <a:t> Module  </a:t>
            </a:r>
            <a:r>
              <a:rPr lang="en-US" altLang="ko-KR" sz="1200" b="1" dirty="0">
                <a:latin typeface="Times New Roman" panose="02020603050405020304" pitchFamily="18" charset="0"/>
                <a:cs typeface="Times New Roman" panose="02020603050405020304" pitchFamily="18" charset="0"/>
              </a:rPr>
              <a:t>A/D (</a:t>
            </a:r>
            <a:r>
              <a:rPr lang="en-US" altLang="ko-KR" sz="1200" b="1" dirty="0" smtClean="0">
                <a:latin typeface="Times New Roman" panose="02020603050405020304" pitchFamily="18" charset="0"/>
                <a:cs typeface="Times New Roman" panose="02020603050405020304" pitchFamily="18" charset="0"/>
              </a:rPr>
              <a:t>D/A)</a:t>
            </a:r>
            <a:endParaRPr lang="ko-KR" altLang="en-US" sz="1200" b="1" dirty="0">
              <a:latin typeface="Times New Roman" panose="02020603050405020304" pitchFamily="18" charset="0"/>
              <a:cs typeface="Times New Roman" panose="02020603050405020304" pitchFamily="18" charset="0"/>
            </a:endParaRPr>
          </a:p>
        </p:txBody>
      </p:sp>
      <p:pic>
        <p:nvPicPr>
          <p:cNvPr id="70663" name="Picture 3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9775" y="1773238"/>
            <a:ext cx="2627313" cy="200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0664" name="Rectangle 33"/>
          <p:cNvSpPr>
            <a:spLocks noChangeArrowheads="1"/>
          </p:cNvSpPr>
          <p:nvPr/>
        </p:nvSpPr>
        <p:spPr bwMode="auto">
          <a:xfrm>
            <a:off x="2106613" y="2805205"/>
            <a:ext cx="493831" cy="227751"/>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pic>
        <p:nvPicPr>
          <p:cNvPr id="70665" name="Picture 3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76625" y="2960688"/>
            <a:ext cx="2633663" cy="327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70666"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84913" y="3608388"/>
            <a:ext cx="3313112" cy="2628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0667" name="Rectangle 36"/>
          <p:cNvSpPr>
            <a:spLocks noChangeArrowheads="1"/>
          </p:cNvSpPr>
          <p:nvPr/>
        </p:nvSpPr>
        <p:spPr bwMode="auto">
          <a:xfrm>
            <a:off x="4843463" y="5505505"/>
            <a:ext cx="721605" cy="227751"/>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nvGrpSpPr>
          <p:cNvPr id="70668" name="Group 40"/>
          <p:cNvGrpSpPr>
            <a:grpSpLocks/>
          </p:cNvGrpSpPr>
          <p:nvPr/>
        </p:nvGrpSpPr>
        <p:grpSpPr bwMode="auto">
          <a:xfrm>
            <a:off x="2136775" y="3051175"/>
            <a:ext cx="2665413" cy="2519363"/>
            <a:chOff x="1328" y="1888"/>
            <a:chExt cx="1679" cy="1587"/>
          </a:xfrm>
        </p:grpSpPr>
        <p:sp>
          <p:nvSpPr>
            <p:cNvPr id="70674" name="Line 38"/>
            <p:cNvSpPr>
              <a:spLocks noChangeShapeType="1"/>
            </p:cNvSpPr>
            <p:nvPr/>
          </p:nvSpPr>
          <p:spPr bwMode="auto">
            <a:xfrm>
              <a:off x="1328" y="1888"/>
              <a:ext cx="0" cy="158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70675" name="Line 39"/>
            <p:cNvSpPr>
              <a:spLocks noChangeShapeType="1"/>
            </p:cNvSpPr>
            <p:nvPr/>
          </p:nvSpPr>
          <p:spPr bwMode="auto">
            <a:xfrm>
              <a:off x="1328" y="3475"/>
              <a:ext cx="1679" cy="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grpSp>
      <p:sp>
        <p:nvSpPr>
          <p:cNvPr id="70669" name="Text Box 41"/>
          <p:cNvSpPr txBox="1">
            <a:spLocks noChangeArrowheads="1"/>
          </p:cNvSpPr>
          <p:nvPr/>
        </p:nvSpPr>
        <p:spPr bwMode="auto">
          <a:xfrm>
            <a:off x="450850" y="1666875"/>
            <a:ext cx="346075"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①</a:t>
            </a:r>
          </a:p>
        </p:txBody>
      </p:sp>
      <p:sp>
        <p:nvSpPr>
          <p:cNvPr id="70670" name="Text Box 42"/>
          <p:cNvSpPr txBox="1">
            <a:spLocks noChangeArrowheads="1"/>
          </p:cNvSpPr>
          <p:nvPr/>
        </p:nvSpPr>
        <p:spPr bwMode="auto">
          <a:xfrm>
            <a:off x="3368675" y="2655888"/>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②</a:t>
            </a:r>
          </a:p>
        </p:txBody>
      </p:sp>
      <p:sp>
        <p:nvSpPr>
          <p:cNvPr id="70671" name="Text Box 43"/>
          <p:cNvSpPr txBox="1">
            <a:spLocks noChangeArrowheads="1"/>
          </p:cNvSpPr>
          <p:nvPr/>
        </p:nvSpPr>
        <p:spPr bwMode="auto">
          <a:xfrm>
            <a:off x="6176963" y="3303588"/>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③</a:t>
            </a:r>
          </a:p>
        </p:txBody>
      </p:sp>
      <p:sp>
        <p:nvSpPr>
          <p:cNvPr id="70672" name="Rectangle 44"/>
          <p:cNvSpPr>
            <a:spLocks noChangeArrowheads="1"/>
          </p:cNvSpPr>
          <p:nvPr/>
        </p:nvSpPr>
        <p:spPr bwMode="auto">
          <a:xfrm>
            <a:off x="8076183" y="5577513"/>
            <a:ext cx="225189" cy="227751"/>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0673" name="Text Box 45"/>
          <p:cNvSpPr txBox="1">
            <a:spLocks noChangeArrowheads="1"/>
          </p:cNvSpPr>
          <p:nvPr/>
        </p:nvSpPr>
        <p:spPr bwMode="auto">
          <a:xfrm>
            <a:off x="7853363" y="5788025"/>
            <a:ext cx="904914" cy="322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err="1" smtClean="0">
                <a:solidFill>
                  <a:schemeClr val="bg1"/>
                </a:solidFill>
                <a:latin typeface="Times New Roman" panose="02020603050405020304" pitchFamily="18" charset="0"/>
                <a:cs typeface="Times New Roman" panose="02020603050405020304" pitchFamily="18" charset="0"/>
              </a:rPr>
              <a:t>Xác</a:t>
            </a:r>
            <a:r>
              <a:rPr lang="en-US" altLang="ko-KR" sz="1400" b="1" dirty="0" smtClean="0">
                <a:solidFill>
                  <a:schemeClr val="bg1"/>
                </a:solidFill>
                <a:latin typeface="Times New Roman" panose="02020603050405020304" pitchFamily="18" charset="0"/>
                <a:cs typeface="Times New Roman" panose="02020603050405020304" pitchFamily="18" charset="0"/>
              </a:rPr>
              <a:t> </a:t>
            </a:r>
            <a:r>
              <a:rPr lang="en-US" altLang="ko-KR" sz="1400" b="1" dirty="0" err="1" smtClean="0">
                <a:solidFill>
                  <a:schemeClr val="bg1"/>
                </a:solidFill>
                <a:latin typeface="Times New Roman" panose="02020603050405020304" pitchFamily="18" charset="0"/>
                <a:cs typeface="Times New Roman" panose="02020603050405020304" pitchFamily="18" charset="0"/>
              </a:rPr>
              <a:t>nhận</a:t>
            </a:r>
            <a:endParaRPr lang="ko-KR" altLang="en-US" sz="1400" b="1" dirty="0">
              <a:solidFill>
                <a:schemeClr val="bg1"/>
              </a:solidFill>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p:cNvSpPr>
            <a:spLocks noChangeArrowheads="1"/>
          </p:cNvSpPr>
          <p:nvPr/>
        </p:nvSpPr>
        <p:spPr bwMode="auto">
          <a:xfrm>
            <a:off x="60325" y="53975"/>
            <a:ext cx="254011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3.Cài </a:t>
            </a:r>
            <a:r>
              <a:rPr lang="en-US" altLang="ko-KR" sz="1800" b="1" dirty="0" err="1" smtClean="0">
                <a:latin typeface="Times New Roman" panose="02020603050405020304" pitchFamily="18" charset="0"/>
                <a:cs typeface="Times New Roman" panose="02020603050405020304" pitchFamily="18" charset="0"/>
              </a:rPr>
              <a:t>đặt</a:t>
            </a:r>
            <a:r>
              <a:rPr lang="en-US" altLang="ko-KR" sz="1800" b="1" dirty="0" smtClean="0">
                <a:latin typeface="Times New Roman" panose="02020603050405020304" pitchFamily="18" charset="0"/>
                <a:cs typeface="Times New Roman" panose="02020603050405020304" pitchFamily="18" charset="0"/>
              </a:rPr>
              <a:t> PLC Software</a:t>
            </a:r>
            <a:endParaRPr lang="ko-KR" altLang="en-US" sz="1800" b="1" dirty="0">
              <a:latin typeface="Times New Roman" panose="02020603050405020304" pitchFamily="18" charset="0"/>
              <a:cs typeface="Times New Roman" panose="02020603050405020304" pitchFamily="18" charset="0"/>
            </a:endParaRPr>
          </a:p>
        </p:txBody>
      </p:sp>
      <p:sp>
        <p:nvSpPr>
          <p:cNvPr id="71683" name="Rectangle 4"/>
          <p:cNvSpPr>
            <a:spLocks noChangeArrowheads="1"/>
          </p:cNvSpPr>
          <p:nvPr/>
        </p:nvSpPr>
        <p:spPr bwMode="auto">
          <a:xfrm>
            <a:off x="8193360" y="38100"/>
            <a:ext cx="1685576"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Cài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đặt</a:t>
            </a:r>
            <a:r>
              <a:rPr lang="en-US" altLang="ko-KR" sz="1600" b="1" dirty="0" smtClean="0">
                <a:latin typeface="Times New Roman" panose="02020603050405020304" pitchFamily="18" charset="0"/>
                <a:cs typeface="Times New Roman" panose="02020603050405020304" pitchFamily="18" charset="0"/>
              </a:rPr>
              <a:t> Utility </a:t>
            </a:r>
            <a:endParaRPr lang="ko-KR" altLang="en-US" sz="1600" b="1" dirty="0">
              <a:latin typeface="Times New Roman" panose="02020603050405020304" pitchFamily="18" charset="0"/>
              <a:cs typeface="Times New Roman" panose="02020603050405020304" pitchFamily="18" charset="0"/>
            </a:endParaRPr>
          </a:p>
        </p:txBody>
      </p:sp>
      <p:grpSp>
        <p:nvGrpSpPr>
          <p:cNvPr id="71684" name="Group 31"/>
          <p:cNvGrpSpPr>
            <a:grpSpLocks/>
          </p:cNvGrpSpPr>
          <p:nvPr/>
        </p:nvGrpSpPr>
        <p:grpSpPr bwMode="auto">
          <a:xfrm>
            <a:off x="344488" y="800708"/>
            <a:ext cx="2987675" cy="2713037"/>
            <a:chOff x="353" y="640"/>
            <a:chExt cx="2155" cy="1709"/>
          </a:xfrm>
        </p:grpSpPr>
        <p:pic>
          <p:nvPicPr>
            <p:cNvPr id="71704" name="Picture 20"/>
            <p:cNvPicPr>
              <a:picLocks noChangeAspect="1" noChangeArrowheads="1"/>
            </p:cNvPicPr>
            <p:nvPr/>
          </p:nvPicPr>
          <p:blipFill>
            <a:blip r:embed="rId2">
              <a:extLst>
                <a:ext uri="{28A0092B-C50C-407E-A947-70E740481C1C}">
                  <a14:useLocalDpi xmlns:a14="http://schemas.microsoft.com/office/drawing/2010/main" val="0"/>
                </a:ext>
              </a:extLst>
            </a:blip>
            <a:srcRect r="29507" b="30115"/>
            <a:stretch>
              <a:fillRect/>
            </a:stretch>
          </p:blipFill>
          <p:spPr bwMode="auto">
            <a:xfrm>
              <a:off x="353" y="640"/>
              <a:ext cx="2155" cy="1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1705" name="Rectangle 21"/>
            <p:cNvSpPr>
              <a:spLocks noChangeArrowheads="1"/>
            </p:cNvSpPr>
            <p:nvPr/>
          </p:nvSpPr>
          <p:spPr bwMode="auto">
            <a:xfrm>
              <a:off x="1974" y="2182"/>
              <a:ext cx="301" cy="159"/>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1706" name="Text Box 22"/>
            <p:cNvSpPr txBox="1">
              <a:spLocks noChangeArrowheads="1"/>
            </p:cNvSpPr>
            <p:nvPr/>
          </p:nvSpPr>
          <p:spPr bwMode="auto">
            <a:xfrm>
              <a:off x="920" y="2047"/>
              <a:ext cx="383"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Next</a:t>
              </a:r>
            </a:p>
          </p:txBody>
        </p:sp>
      </p:grpSp>
      <p:grpSp>
        <p:nvGrpSpPr>
          <p:cNvPr id="71685" name="Group 30"/>
          <p:cNvGrpSpPr>
            <a:grpSpLocks/>
          </p:cNvGrpSpPr>
          <p:nvPr/>
        </p:nvGrpSpPr>
        <p:grpSpPr bwMode="auto">
          <a:xfrm>
            <a:off x="381000" y="3608388"/>
            <a:ext cx="2987675" cy="2700337"/>
            <a:chOff x="1941" y="958"/>
            <a:chExt cx="2086" cy="1656"/>
          </a:xfrm>
        </p:grpSpPr>
        <p:pic>
          <p:nvPicPr>
            <p:cNvPr id="71701" name="Picture 23"/>
            <p:cNvPicPr>
              <a:picLocks noChangeAspect="1" noChangeArrowheads="1"/>
            </p:cNvPicPr>
            <p:nvPr/>
          </p:nvPicPr>
          <p:blipFill>
            <a:blip r:embed="rId3">
              <a:extLst>
                <a:ext uri="{28A0092B-C50C-407E-A947-70E740481C1C}">
                  <a14:useLocalDpi xmlns:a14="http://schemas.microsoft.com/office/drawing/2010/main" val="0"/>
                </a:ext>
              </a:extLst>
            </a:blip>
            <a:srcRect r="29048" b="29591"/>
            <a:stretch>
              <a:fillRect/>
            </a:stretch>
          </p:blipFill>
          <p:spPr bwMode="auto">
            <a:xfrm>
              <a:off x="1941" y="958"/>
              <a:ext cx="2086" cy="1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1702" name="Rectangle 24"/>
            <p:cNvSpPr>
              <a:spLocks noChangeArrowheads="1"/>
            </p:cNvSpPr>
            <p:nvPr/>
          </p:nvSpPr>
          <p:spPr bwMode="auto">
            <a:xfrm>
              <a:off x="3507" y="2475"/>
              <a:ext cx="269" cy="139"/>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1703" name="Text Box 25"/>
            <p:cNvSpPr txBox="1">
              <a:spLocks noChangeArrowheads="1"/>
            </p:cNvSpPr>
            <p:nvPr/>
          </p:nvSpPr>
          <p:spPr bwMode="auto">
            <a:xfrm>
              <a:off x="2462" y="2319"/>
              <a:ext cx="37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Next</a:t>
              </a:r>
            </a:p>
          </p:txBody>
        </p:sp>
      </p:grpSp>
      <p:pic>
        <p:nvPicPr>
          <p:cNvPr id="71686" name="Picture 2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16300" y="836613"/>
            <a:ext cx="2976563" cy="271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71687" name="Picture 27"/>
          <p:cNvPicPr>
            <a:picLocks noChangeAspect="1" noChangeArrowheads="1"/>
          </p:cNvPicPr>
          <p:nvPr/>
        </p:nvPicPr>
        <p:blipFill>
          <a:blip r:embed="rId5">
            <a:extLst>
              <a:ext uri="{28A0092B-C50C-407E-A947-70E740481C1C}">
                <a14:useLocalDpi xmlns:a14="http://schemas.microsoft.com/office/drawing/2010/main" val="0"/>
              </a:ext>
            </a:extLst>
          </a:blip>
          <a:srcRect r="30147" b="30663"/>
          <a:stretch>
            <a:fillRect/>
          </a:stretch>
        </p:blipFill>
        <p:spPr bwMode="auto">
          <a:xfrm>
            <a:off x="3416300" y="3598863"/>
            <a:ext cx="2976563" cy="271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71688" name="Picture 2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37313" y="846138"/>
            <a:ext cx="3168650" cy="270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71689" name="Picture 2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437313" y="3598863"/>
            <a:ext cx="3168650" cy="271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1690" name="Rectangle 32"/>
          <p:cNvSpPr>
            <a:spLocks noChangeArrowheads="1"/>
          </p:cNvSpPr>
          <p:nvPr/>
        </p:nvSpPr>
        <p:spPr bwMode="auto">
          <a:xfrm>
            <a:off x="5376565" y="3237253"/>
            <a:ext cx="351271" cy="227751"/>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1691" name="Text Box 33"/>
          <p:cNvSpPr txBox="1">
            <a:spLocks noChangeArrowheads="1"/>
          </p:cNvSpPr>
          <p:nvPr/>
        </p:nvSpPr>
        <p:spPr bwMode="auto">
          <a:xfrm>
            <a:off x="4625975" y="3059113"/>
            <a:ext cx="432990"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Yes</a:t>
            </a:r>
          </a:p>
        </p:txBody>
      </p:sp>
      <p:sp>
        <p:nvSpPr>
          <p:cNvPr id="71692" name="Text Box 37"/>
          <p:cNvSpPr txBox="1">
            <a:spLocks noChangeArrowheads="1"/>
          </p:cNvSpPr>
          <p:nvPr/>
        </p:nvSpPr>
        <p:spPr bwMode="auto">
          <a:xfrm>
            <a:off x="3584848" y="4723872"/>
            <a:ext cx="2894240"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smtClean="0">
                <a:solidFill>
                  <a:schemeClr val="bg1"/>
                </a:solidFill>
                <a:latin typeface="Times New Roman" panose="02020603050405020304" pitchFamily="18" charset="0"/>
                <a:cs typeface="Times New Roman" panose="02020603050405020304" pitchFamily="18" charset="0"/>
              </a:rPr>
              <a:t>Next (</a:t>
            </a:r>
            <a:r>
              <a:rPr lang="en-US" altLang="ko-KR" sz="1200" b="1" dirty="0" err="1" smtClean="0">
                <a:solidFill>
                  <a:schemeClr val="bg1"/>
                </a:solidFill>
                <a:latin typeface="Times New Roman" panose="02020603050405020304" pitchFamily="18" charset="0"/>
                <a:cs typeface="Times New Roman" panose="02020603050405020304" pitchFamily="18" charset="0"/>
              </a:rPr>
              <a:t>sau</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khi</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chỉ</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định</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đường</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dẫn</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cài</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đặt</a:t>
            </a:r>
            <a:r>
              <a:rPr lang="en-US" altLang="ko-KR" sz="1200" b="1" dirty="0" smtClean="0">
                <a:solidFill>
                  <a:schemeClr val="bg1"/>
                </a:solidFill>
                <a:latin typeface="Times New Roman" panose="02020603050405020304" pitchFamily="18" charset="0"/>
                <a:cs typeface="Times New Roman" panose="02020603050405020304" pitchFamily="18" charset="0"/>
              </a:rPr>
              <a:t>)</a:t>
            </a:r>
            <a:endParaRPr lang="en-US" altLang="ko-KR" sz="1200" b="1" dirty="0">
              <a:solidFill>
                <a:schemeClr val="bg1"/>
              </a:solidFill>
              <a:latin typeface="Times New Roman" panose="02020603050405020304" pitchFamily="18" charset="0"/>
              <a:cs typeface="Times New Roman" panose="02020603050405020304" pitchFamily="18" charset="0"/>
            </a:endParaRPr>
          </a:p>
        </p:txBody>
      </p:sp>
      <p:sp>
        <p:nvSpPr>
          <p:cNvPr id="71693" name="Text Box 38"/>
          <p:cNvSpPr txBox="1">
            <a:spLocks noChangeArrowheads="1"/>
          </p:cNvSpPr>
          <p:nvPr/>
        </p:nvSpPr>
        <p:spPr bwMode="auto">
          <a:xfrm>
            <a:off x="7437438" y="2636838"/>
            <a:ext cx="2198536"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err="1" smtClean="0">
                <a:solidFill>
                  <a:schemeClr val="bg1"/>
                </a:solidFill>
                <a:latin typeface="Times New Roman" panose="02020603050405020304" pitchFamily="18" charset="0"/>
                <a:cs typeface="Times New Roman" panose="02020603050405020304" pitchFamily="18" charset="0"/>
              </a:rPr>
              <a:t>Màn</a:t>
            </a:r>
            <a:r>
              <a:rPr lang="en-US" altLang="ko-KR" sz="1400" b="1" dirty="0" smtClean="0">
                <a:solidFill>
                  <a:schemeClr val="bg1"/>
                </a:solidFill>
                <a:latin typeface="Times New Roman" panose="02020603050405020304" pitchFamily="18" charset="0"/>
                <a:cs typeface="Times New Roman" panose="02020603050405020304" pitchFamily="18" charset="0"/>
              </a:rPr>
              <a:t> </a:t>
            </a:r>
            <a:r>
              <a:rPr lang="en-US" altLang="ko-KR" sz="1400" b="1" dirty="0" err="1" smtClean="0">
                <a:solidFill>
                  <a:schemeClr val="bg1"/>
                </a:solidFill>
                <a:latin typeface="Times New Roman" panose="02020603050405020304" pitchFamily="18" charset="0"/>
                <a:cs typeface="Times New Roman" panose="02020603050405020304" pitchFamily="18" charset="0"/>
              </a:rPr>
              <a:t>hình</a:t>
            </a:r>
            <a:r>
              <a:rPr lang="en-US" altLang="ko-KR" sz="1400" b="1" dirty="0" smtClean="0">
                <a:solidFill>
                  <a:schemeClr val="bg1"/>
                </a:solidFill>
                <a:latin typeface="Times New Roman" panose="02020603050405020304" pitchFamily="18" charset="0"/>
                <a:cs typeface="Times New Roman" panose="02020603050405020304" pitchFamily="18" charset="0"/>
              </a:rPr>
              <a:t> </a:t>
            </a:r>
            <a:r>
              <a:rPr lang="en-US" altLang="ko-KR" sz="1400" b="1" dirty="0" err="1" smtClean="0">
                <a:solidFill>
                  <a:schemeClr val="bg1"/>
                </a:solidFill>
                <a:latin typeface="Times New Roman" panose="02020603050405020304" pitchFamily="18" charset="0"/>
                <a:cs typeface="Times New Roman" panose="02020603050405020304" pitchFamily="18" charset="0"/>
              </a:rPr>
              <a:t>khi</a:t>
            </a:r>
            <a:r>
              <a:rPr lang="en-US" altLang="ko-KR" sz="1400" b="1" dirty="0" smtClean="0">
                <a:solidFill>
                  <a:schemeClr val="bg1"/>
                </a:solidFill>
                <a:latin typeface="Times New Roman" panose="02020603050405020304" pitchFamily="18" charset="0"/>
                <a:cs typeface="Times New Roman" panose="02020603050405020304" pitchFamily="18" charset="0"/>
              </a:rPr>
              <a:t> </a:t>
            </a:r>
            <a:r>
              <a:rPr lang="en-US" altLang="ko-KR" sz="1400" b="1" dirty="0" err="1" smtClean="0">
                <a:solidFill>
                  <a:schemeClr val="bg1"/>
                </a:solidFill>
                <a:latin typeface="Times New Roman" panose="02020603050405020304" pitchFamily="18" charset="0"/>
                <a:cs typeface="Times New Roman" panose="02020603050405020304" pitchFamily="18" charset="0"/>
              </a:rPr>
              <a:t>đang</a:t>
            </a:r>
            <a:r>
              <a:rPr lang="en-US" altLang="ko-KR" sz="1400" b="1" dirty="0" smtClean="0">
                <a:solidFill>
                  <a:schemeClr val="bg1"/>
                </a:solidFill>
                <a:latin typeface="Times New Roman" panose="02020603050405020304" pitchFamily="18" charset="0"/>
                <a:cs typeface="Times New Roman" panose="02020603050405020304" pitchFamily="18" charset="0"/>
              </a:rPr>
              <a:t> </a:t>
            </a:r>
            <a:r>
              <a:rPr lang="en-US" altLang="ko-KR" sz="1400" b="1" dirty="0" err="1" smtClean="0">
                <a:solidFill>
                  <a:schemeClr val="bg1"/>
                </a:solidFill>
                <a:latin typeface="Times New Roman" panose="02020603050405020304" pitchFamily="18" charset="0"/>
                <a:cs typeface="Times New Roman" panose="02020603050405020304" pitchFamily="18" charset="0"/>
              </a:rPr>
              <a:t>cài</a:t>
            </a:r>
            <a:r>
              <a:rPr lang="en-US" altLang="ko-KR" sz="1400" b="1" dirty="0" smtClean="0">
                <a:solidFill>
                  <a:schemeClr val="bg1"/>
                </a:solidFill>
                <a:latin typeface="Times New Roman" panose="02020603050405020304" pitchFamily="18" charset="0"/>
                <a:cs typeface="Times New Roman" panose="02020603050405020304" pitchFamily="18" charset="0"/>
              </a:rPr>
              <a:t> </a:t>
            </a:r>
            <a:r>
              <a:rPr lang="en-US" altLang="ko-KR" sz="1400" b="1" dirty="0" err="1" smtClean="0">
                <a:solidFill>
                  <a:schemeClr val="bg1"/>
                </a:solidFill>
                <a:latin typeface="Times New Roman" panose="02020603050405020304" pitchFamily="18" charset="0"/>
                <a:cs typeface="Times New Roman" panose="02020603050405020304" pitchFamily="18" charset="0"/>
              </a:rPr>
              <a:t>đặt</a:t>
            </a:r>
            <a:endParaRPr lang="ko-KR" altLang="en-US" sz="1400" b="1" dirty="0">
              <a:solidFill>
                <a:schemeClr val="bg1"/>
              </a:solidFill>
              <a:latin typeface="Times New Roman" panose="02020603050405020304" pitchFamily="18" charset="0"/>
              <a:cs typeface="Times New Roman" panose="02020603050405020304" pitchFamily="18" charset="0"/>
            </a:endParaRPr>
          </a:p>
        </p:txBody>
      </p:sp>
      <p:sp>
        <p:nvSpPr>
          <p:cNvPr id="71694" name="Text Box 39"/>
          <p:cNvSpPr txBox="1">
            <a:spLocks noChangeArrowheads="1"/>
          </p:cNvSpPr>
          <p:nvPr/>
        </p:nvSpPr>
        <p:spPr bwMode="auto">
          <a:xfrm>
            <a:off x="7262851" y="5049838"/>
            <a:ext cx="2262657"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err="1" smtClean="0">
                <a:solidFill>
                  <a:schemeClr val="bg1"/>
                </a:solidFill>
                <a:latin typeface="Times New Roman" panose="02020603050405020304" pitchFamily="18" charset="0"/>
                <a:cs typeface="Times New Roman" panose="02020603050405020304" pitchFamily="18" charset="0"/>
              </a:rPr>
              <a:t>Xác</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nhận</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đã</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hoàn</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thành</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cài</a:t>
            </a:r>
            <a:r>
              <a:rPr lang="en-US" altLang="ko-KR" sz="1200" b="1" dirty="0" smtClean="0">
                <a:solidFill>
                  <a:schemeClr val="bg1"/>
                </a:solidFill>
                <a:latin typeface="Times New Roman" panose="02020603050405020304" pitchFamily="18" charset="0"/>
                <a:cs typeface="Times New Roman" panose="02020603050405020304" pitchFamily="18" charset="0"/>
              </a:rPr>
              <a:t> </a:t>
            </a:r>
            <a:r>
              <a:rPr lang="en-US" altLang="ko-KR" sz="1200" b="1" dirty="0" err="1" smtClean="0">
                <a:solidFill>
                  <a:schemeClr val="bg1"/>
                </a:solidFill>
                <a:latin typeface="Times New Roman" panose="02020603050405020304" pitchFamily="18" charset="0"/>
                <a:cs typeface="Times New Roman" panose="02020603050405020304" pitchFamily="18" charset="0"/>
              </a:rPr>
              <a:t>đặt</a:t>
            </a:r>
            <a:endParaRPr lang="ko-KR" altLang="en-US" sz="1200" b="1" dirty="0">
              <a:solidFill>
                <a:schemeClr val="bg1"/>
              </a:solidFill>
              <a:latin typeface="Times New Roman" panose="02020603050405020304" pitchFamily="18" charset="0"/>
              <a:cs typeface="Times New Roman" panose="02020603050405020304" pitchFamily="18" charset="0"/>
            </a:endParaRPr>
          </a:p>
        </p:txBody>
      </p:sp>
      <p:sp>
        <p:nvSpPr>
          <p:cNvPr id="71695" name="Text Box 40"/>
          <p:cNvSpPr txBox="1">
            <a:spLocks noChangeArrowheads="1"/>
          </p:cNvSpPr>
          <p:nvPr/>
        </p:nvSpPr>
        <p:spPr bwMode="auto">
          <a:xfrm>
            <a:off x="344488" y="1268413"/>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④</a:t>
            </a:r>
          </a:p>
        </p:txBody>
      </p:sp>
      <p:sp>
        <p:nvSpPr>
          <p:cNvPr id="71696" name="Text Box 41"/>
          <p:cNvSpPr txBox="1">
            <a:spLocks noChangeArrowheads="1"/>
          </p:cNvSpPr>
          <p:nvPr/>
        </p:nvSpPr>
        <p:spPr bwMode="auto">
          <a:xfrm>
            <a:off x="344488" y="4024313"/>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⑤</a:t>
            </a:r>
          </a:p>
        </p:txBody>
      </p:sp>
      <p:sp>
        <p:nvSpPr>
          <p:cNvPr id="71697" name="Text Box 42"/>
          <p:cNvSpPr txBox="1">
            <a:spLocks noChangeArrowheads="1"/>
          </p:cNvSpPr>
          <p:nvPr/>
        </p:nvSpPr>
        <p:spPr bwMode="auto">
          <a:xfrm>
            <a:off x="3368675" y="1268413"/>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⑥</a:t>
            </a:r>
          </a:p>
        </p:txBody>
      </p:sp>
      <p:sp>
        <p:nvSpPr>
          <p:cNvPr id="71698" name="Text Box 43"/>
          <p:cNvSpPr txBox="1">
            <a:spLocks noChangeArrowheads="1"/>
          </p:cNvSpPr>
          <p:nvPr/>
        </p:nvSpPr>
        <p:spPr bwMode="auto">
          <a:xfrm>
            <a:off x="3368675" y="4024313"/>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⑦</a:t>
            </a:r>
          </a:p>
        </p:txBody>
      </p:sp>
      <p:sp>
        <p:nvSpPr>
          <p:cNvPr id="71699" name="Text Box 44"/>
          <p:cNvSpPr txBox="1">
            <a:spLocks noChangeArrowheads="1"/>
          </p:cNvSpPr>
          <p:nvPr/>
        </p:nvSpPr>
        <p:spPr bwMode="auto">
          <a:xfrm>
            <a:off x="6392863" y="1268413"/>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⑧</a:t>
            </a:r>
          </a:p>
        </p:txBody>
      </p:sp>
      <p:sp>
        <p:nvSpPr>
          <p:cNvPr id="71700" name="Text Box 45"/>
          <p:cNvSpPr txBox="1">
            <a:spLocks noChangeArrowheads="1"/>
          </p:cNvSpPr>
          <p:nvPr/>
        </p:nvSpPr>
        <p:spPr bwMode="auto">
          <a:xfrm>
            <a:off x="6392863" y="4024313"/>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⑨</a:t>
            </a:r>
          </a:p>
        </p:txBody>
      </p:sp>
      <p:sp>
        <p:nvSpPr>
          <p:cNvPr id="27" name="Rectangle 24"/>
          <p:cNvSpPr>
            <a:spLocks noChangeArrowheads="1"/>
          </p:cNvSpPr>
          <p:nvPr/>
        </p:nvSpPr>
        <p:spPr bwMode="auto">
          <a:xfrm>
            <a:off x="8580778" y="5808002"/>
            <a:ext cx="385275" cy="226659"/>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6" name="Picture 2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11663" y="3078163"/>
            <a:ext cx="1620837" cy="106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2707" name="Rectangle 2"/>
          <p:cNvSpPr>
            <a:spLocks noChangeArrowheads="1"/>
          </p:cNvSpPr>
          <p:nvPr/>
        </p:nvSpPr>
        <p:spPr bwMode="auto">
          <a:xfrm>
            <a:off x="60325" y="53975"/>
            <a:ext cx="26555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3. </a:t>
            </a:r>
            <a:r>
              <a:rPr lang="en-US" altLang="ko-KR" sz="1800" b="1" dirty="0" err="1" smtClean="0">
                <a:latin typeface="Times New Roman" panose="02020603050405020304" pitchFamily="18" charset="0"/>
                <a:cs typeface="Times New Roman" panose="02020603050405020304" pitchFamily="18" charset="0"/>
              </a:rPr>
              <a:t>Cài</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đặt</a:t>
            </a:r>
            <a:r>
              <a:rPr lang="en-US" altLang="ko-KR" sz="1800" b="1" dirty="0" smtClean="0">
                <a:latin typeface="Times New Roman" panose="02020603050405020304" pitchFamily="18" charset="0"/>
                <a:cs typeface="Times New Roman" panose="02020603050405020304" pitchFamily="18" charset="0"/>
              </a:rPr>
              <a:t> PLC </a:t>
            </a:r>
            <a:r>
              <a:rPr lang="en-US" altLang="ko-KR" sz="1800" b="1" dirty="0">
                <a:latin typeface="Times New Roman" panose="02020603050405020304" pitchFamily="18" charset="0"/>
                <a:cs typeface="Times New Roman" panose="02020603050405020304" pitchFamily="18" charset="0"/>
              </a:rPr>
              <a:t>Software </a:t>
            </a:r>
            <a:endParaRPr lang="ko-KR" altLang="en-US" sz="1800" b="1" dirty="0">
              <a:latin typeface="Times New Roman" panose="02020603050405020304" pitchFamily="18" charset="0"/>
              <a:cs typeface="Times New Roman" panose="02020603050405020304" pitchFamily="18" charset="0"/>
            </a:endParaRPr>
          </a:p>
        </p:txBody>
      </p:sp>
      <p:sp>
        <p:nvSpPr>
          <p:cNvPr id="72708" name="Rectangle 3"/>
          <p:cNvSpPr>
            <a:spLocks noChangeArrowheads="1"/>
          </p:cNvSpPr>
          <p:nvPr/>
        </p:nvSpPr>
        <p:spPr bwMode="auto">
          <a:xfrm>
            <a:off x="523875" y="692150"/>
            <a:ext cx="2900139"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3. </a:t>
            </a:r>
            <a:r>
              <a:rPr lang="en-US" altLang="ko-KR" sz="1600" b="1" dirty="0" err="1" smtClean="0">
                <a:latin typeface="Times New Roman" panose="02020603050405020304" pitchFamily="18" charset="0"/>
                <a:cs typeface="Times New Roman" panose="02020603050405020304" pitchFamily="18" charset="0"/>
              </a:rPr>
              <a:t>Cài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đặt</a:t>
            </a:r>
            <a:r>
              <a:rPr lang="en-US" altLang="ko-KR" sz="1600" b="1" dirty="0" smtClean="0">
                <a:latin typeface="Times New Roman" panose="02020603050405020304" pitchFamily="18" charset="0"/>
                <a:cs typeface="Times New Roman" panose="02020603050405020304" pitchFamily="18" charset="0"/>
              </a:rPr>
              <a:t> Driver </a:t>
            </a:r>
            <a:r>
              <a:rPr lang="en-US" altLang="ko-KR" sz="1600" b="1" dirty="0" err="1" smtClean="0">
                <a:latin typeface="Times New Roman" panose="02020603050405020304" pitchFamily="18" charset="0"/>
                <a:cs typeface="Times New Roman" panose="02020603050405020304" pitchFamily="18" charset="0"/>
              </a:rPr>
              <a:t>giao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tiếp</a:t>
            </a:r>
            <a:r>
              <a:rPr lang="en-US" altLang="ko-KR" sz="1600" b="1" dirty="0" smtClean="0">
                <a:latin typeface="Times New Roman" panose="02020603050405020304" pitchFamily="18" charset="0"/>
                <a:cs typeface="Times New Roman" panose="02020603050405020304" pitchFamily="18" charset="0"/>
              </a:rPr>
              <a:t> USB</a:t>
            </a:r>
            <a:endParaRPr lang="ko-KR" altLang="en-US" sz="1600" b="1" dirty="0">
              <a:latin typeface="Times New Roman" panose="02020603050405020304" pitchFamily="18" charset="0"/>
              <a:cs typeface="Times New Roman" panose="02020603050405020304" pitchFamily="18" charset="0"/>
            </a:endParaRPr>
          </a:p>
        </p:txBody>
      </p:sp>
      <p:sp>
        <p:nvSpPr>
          <p:cNvPr id="72709" name="Rectangle 5"/>
          <p:cNvSpPr>
            <a:spLocks noChangeArrowheads="1"/>
          </p:cNvSpPr>
          <p:nvPr/>
        </p:nvSpPr>
        <p:spPr bwMode="auto">
          <a:xfrm>
            <a:off x="684213" y="1089025"/>
            <a:ext cx="2671358"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a:latin typeface="Times New Roman" panose="02020603050405020304" pitchFamily="18" charset="0"/>
                <a:cs typeface="Times New Roman" panose="02020603050405020304" pitchFamily="18" charset="0"/>
              </a:rPr>
              <a:t>3-1. </a:t>
            </a:r>
            <a:r>
              <a:rPr lang="en-US" altLang="ko-KR" sz="1400" b="1" dirty="0" smtClean="0">
                <a:latin typeface="Times New Roman" panose="02020603050405020304" pitchFamily="18" charset="0"/>
                <a:cs typeface="Times New Roman" panose="02020603050405020304" pitchFamily="18" charset="0"/>
              </a:rPr>
              <a:t>Driver Set-Up </a:t>
            </a:r>
            <a:r>
              <a:rPr lang="en-US" altLang="ko-KR" sz="1400" b="1" dirty="0" err="1" smtClean="0">
                <a:latin typeface="Times New Roman" panose="02020603050405020304" pitchFamily="18" charset="0"/>
                <a:cs typeface="Times New Roman" panose="02020603050405020304" pitchFamily="18" charset="0"/>
              </a:rPr>
              <a:t>giao</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tiếp</a:t>
            </a:r>
            <a:r>
              <a:rPr lang="en-US" altLang="ko-KR" sz="1400" b="1" dirty="0" smtClean="0">
                <a:latin typeface="Times New Roman" panose="02020603050405020304" pitchFamily="18" charset="0"/>
                <a:cs typeface="Times New Roman" panose="02020603050405020304" pitchFamily="18" charset="0"/>
              </a:rPr>
              <a:t> USB</a:t>
            </a:r>
            <a:endParaRPr lang="en-US" altLang="ko-KR" sz="1400" b="1" dirty="0">
              <a:latin typeface="Times New Roman" panose="02020603050405020304" pitchFamily="18" charset="0"/>
              <a:cs typeface="Times New Roman" panose="02020603050405020304" pitchFamily="18" charset="0"/>
            </a:endParaRPr>
          </a:p>
        </p:txBody>
      </p:sp>
      <p:pic>
        <p:nvPicPr>
          <p:cNvPr id="72710" name="Picture 21"/>
          <p:cNvPicPr>
            <a:picLocks noChangeAspect="1" noChangeArrowheads="1"/>
          </p:cNvPicPr>
          <p:nvPr/>
        </p:nvPicPr>
        <p:blipFill>
          <a:blip r:embed="rId3">
            <a:lum contrast="18000"/>
            <a:extLst>
              <a:ext uri="{28A0092B-C50C-407E-A947-70E740481C1C}">
                <a14:useLocalDpi xmlns:a14="http://schemas.microsoft.com/office/drawing/2010/main" val="0"/>
              </a:ext>
            </a:extLst>
          </a:blip>
          <a:srcRect/>
          <a:stretch>
            <a:fillRect/>
          </a:stretch>
        </p:blipFill>
        <p:spPr bwMode="auto">
          <a:xfrm>
            <a:off x="812800" y="1628775"/>
            <a:ext cx="5003800" cy="1493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72711" name="Picture 2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56450" y="2505075"/>
            <a:ext cx="2117725" cy="1931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2712" name="Line 27"/>
          <p:cNvSpPr>
            <a:spLocks noChangeShapeType="1"/>
          </p:cNvSpPr>
          <p:nvPr/>
        </p:nvSpPr>
        <p:spPr bwMode="auto">
          <a:xfrm>
            <a:off x="1792288" y="2795588"/>
            <a:ext cx="0" cy="84931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72713" name="Line 28"/>
          <p:cNvSpPr>
            <a:spLocks noChangeShapeType="1"/>
          </p:cNvSpPr>
          <p:nvPr/>
        </p:nvSpPr>
        <p:spPr bwMode="auto">
          <a:xfrm>
            <a:off x="1804988" y="3635375"/>
            <a:ext cx="25590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72714" name="Line 31"/>
          <p:cNvSpPr>
            <a:spLocks noChangeShapeType="1"/>
          </p:cNvSpPr>
          <p:nvPr/>
        </p:nvSpPr>
        <p:spPr bwMode="auto">
          <a:xfrm>
            <a:off x="5921375" y="3636963"/>
            <a:ext cx="166052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72715" name="Text Box 32"/>
          <p:cNvSpPr txBox="1">
            <a:spLocks noChangeArrowheads="1"/>
          </p:cNvSpPr>
          <p:nvPr/>
        </p:nvSpPr>
        <p:spPr bwMode="auto">
          <a:xfrm>
            <a:off x="1558925" y="2555875"/>
            <a:ext cx="44767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100" b="1">
                <a:latin typeface="Times New Roman" panose="02020603050405020304" pitchFamily="18" charset="0"/>
                <a:cs typeface="Times New Roman" panose="02020603050405020304" pitchFamily="18" charset="0"/>
              </a:rPr>
              <a:t>USB</a:t>
            </a:r>
          </a:p>
        </p:txBody>
      </p:sp>
      <p:sp>
        <p:nvSpPr>
          <p:cNvPr id="72716" name="Text Box 33"/>
          <p:cNvSpPr txBox="1">
            <a:spLocks noChangeArrowheads="1"/>
          </p:cNvSpPr>
          <p:nvPr/>
        </p:nvSpPr>
        <p:spPr bwMode="auto">
          <a:xfrm>
            <a:off x="7077075" y="3278188"/>
            <a:ext cx="858426" cy="288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err="1" smtClean="0">
                <a:latin typeface="Times New Roman" panose="02020603050405020304" pitchFamily="18" charset="0"/>
                <a:cs typeface="Times New Roman" panose="02020603050405020304" pitchFamily="18" charset="0"/>
              </a:rPr>
              <a:t>Cổng</a:t>
            </a:r>
            <a:r>
              <a:rPr lang="en-US" altLang="ko-KR" sz="1200" b="1" dirty="0" smtClean="0">
                <a:latin typeface="Times New Roman" panose="02020603050405020304" pitchFamily="18" charset="0"/>
                <a:cs typeface="Times New Roman" panose="02020603050405020304" pitchFamily="18" charset="0"/>
              </a:rPr>
              <a:t> USB</a:t>
            </a:r>
            <a:endParaRPr lang="ko-KR" altLang="en-US" sz="1200" b="1" dirty="0">
              <a:latin typeface="Times New Roman" panose="02020603050405020304" pitchFamily="18" charset="0"/>
              <a:cs typeface="Times New Roman" panose="02020603050405020304" pitchFamily="18" charset="0"/>
            </a:endParaRPr>
          </a:p>
        </p:txBody>
      </p:sp>
      <p:sp>
        <p:nvSpPr>
          <p:cNvPr id="72717" name="Rectangle 34"/>
          <p:cNvSpPr>
            <a:spLocks noChangeArrowheads="1"/>
          </p:cNvSpPr>
          <p:nvPr/>
        </p:nvSpPr>
        <p:spPr bwMode="auto">
          <a:xfrm>
            <a:off x="6789204" y="46038"/>
            <a:ext cx="2900139"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3. </a:t>
            </a:r>
            <a:r>
              <a:rPr lang="en-US" altLang="ko-KR" sz="1600" b="1" dirty="0" err="1" smtClean="0">
                <a:latin typeface="Times New Roman" panose="02020603050405020304" pitchFamily="18" charset="0"/>
                <a:cs typeface="Times New Roman" panose="02020603050405020304" pitchFamily="18" charset="0"/>
              </a:rPr>
              <a:t>Cài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đặt</a:t>
            </a:r>
            <a:r>
              <a:rPr lang="en-US" altLang="ko-KR" sz="1600" b="1" dirty="0" smtClean="0">
                <a:latin typeface="Times New Roman" panose="02020603050405020304" pitchFamily="18" charset="0"/>
                <a:cs typeface="Times New Roman" panose="02020603050405020304" pitchFamily="18" charset="0"/>
              </a:rPr>
              <a:t> Driver</a:t>
            </a:r>
            <a:r>
              <a:rPr lang="ko-KR" altLang="en-US" sz="1600" b="1" dirty="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giao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tiếp</a:t>
            </a:r>
            <a:r>
              <a:rPr lang="en-US" altLang="ko-KR" sz="1600" b="1" dirty="0" smtClean="0">
                <a:latin typeface="Times New Roman" panose="02020603050405020304" pitchFamily="18" charset="0"/>
                <a:cs typeface="Times New Roman" panose="02020603050405020304" pitchFamily="18" charset="0"/>
              </a:rPr>
              <a:t> USB</a:t>
            </a:r>
            <a:endParaRPr lang="ko-KR" altLang="en-US" sz="1600" b="1" dirty="0">
              <a:latin typeface="Times New Roman" panose="02020603050405020304" pitchFamily="18" charset="0"/>
              <a:cs typeface="Times New Roman" panose="02020603050405020304" pitchFamily="18" charset="0"/>
            </a:endParaRPr>
          </a:p>
        </p:txBody>
      </p:sp>
      <p:grpSp>
        <p:nvGrpSpPr>
          <p:cNvPr id="72718" name="Group 38"/>
          <p:cNvGrpSpPr>
            <a:grpSpLocks/>
          </p:cNvGrpSpPr>
          <p:nvPr/>
        </p:nvGrpSpPr>
        <p:grpSpPr bwMode="auto">
          <a:xfrm>
            <a:off x="812800" y="3968750"/>
            <a:ext cx="3529013" cy="2160588"/>
            <a:chOff x="557" y="2659"/>
            <a:chExt cx="2223" cy="1361"/>
          </a:xfrm>
        </p:grpSpPr>
        <p:pic>
          <p:nvPicPr>
            <p:cNvPr id="7272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 y="2659"/>
              <a:ext cx="2223" cy="1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2722" name="Rectangle 36"/>
            <p:cNvSpPr>
              <a:spLocks noChangeArrowheads="1"/>
            </p:cNvSpPr>
            <p:nvPr/>
          </p:nvSpPr>
          <p:spPr bwMode="auto">
            <a:xfrm>
              <a:off x="2207" y="3419"/>
              <a:ext cx="573" cy="125"/>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2723" name="Rectangle 37"/>
            <p:cNvSpPr>
              <a:spLocks noChangeArrowheads="1"/>
            </p:cNvSpPr>
            <p:nvPr/>
          </p:nvSpPr>
          <p:spPr bwMode="auto">
            <a:xfrm>
              <a:off x="1578" y="3378"/>
              <a:ext cx="317" cy="143"/>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sp>
        <p:nvSpPr>
          <p:cNvPr id="72719" name="Text Box 39"/>
          <p:cNvSpPr txBox="1">
            <a:spLocks noChangeArrowheads="1"/>
          </p:cNvSpPr>
          <p:nvPr/>
        </p:nvSpPr>
        <p:spPr bwMode="auto">
          <a:xfrm>
            <a:off x="4844988" y="4735513"/>
            <a:ext cx="5201987" cy="529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USB Cable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và</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PC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nhau</a:t>
            </a:r>
            <a:r>
              <a:rPr lang="en-US" altLang="ko-KR" sz="1200" dirty="0" smtClean="0">
                <a:latin typeface="Times New Roman" panose="02020603050405020304" pitchFamily="18" charset="0"/>
                <a:cs typeface="Times New Roman" panose="02020603050405020304" pitchFamily="18" charset="0"/>
              </a:rPr>
              <a:t> </a:t>
            </a:r>
          </a:p>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Driver </a:t>
            </a:r>
            <a:r>
              <a:rPr lang="en-US" altLang="ko-KR" sz="1200" dirty="0" err="1" smtClean="0">
                <a:latin typeface="Times New Roman" panose="02020603050405020304" pitchFamily="18" charset="0"/>
                <a:cs typeface="Times New Roman" panose="02020603050405020304" pitchFamily="18" charset="0"/>
              </a:rPr>
              <a:t>giao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USB.</a:t>
            </a:r>
            <a:endParaRPr lang="en-US" altLang="ko-KR" sz="1200" dirty="0">
              <a:latin typeface="Times New Roman" panose="02020603050405020304" pitchFamily="18" charset="0"/>
              <a:cs typeface="Times New Roman" panose="02020603050405020304" pitchFamily="18" charset="0"/>
            </a:endParaRPr>
          </a:p>
        </p:txBody>
      </p:sp>
      <p:sp>
        <p:nvSpPr>
          <p:cNvPr id="72720" name="AutoShape 40"/>
          <p:cNvSpPr>
            <a:spLocks noChangeArrowheads="1"/>
          </p:cNvSpPr>
          <p:nvPr/>
        </p:nvSpPr>
        <p:spPr bwMode="auto">
          <a:xfrm>
            <a:off x="4448175" y="4757738"/>
            <a:ext cx="392113" cy="936625"/>
          </a:xfrm>
          <a:prstGeom prst="rightArrow">
            <a:avLst>
              <a:gd name="adj1" fmla="val 50000"/>
              <a:gd name="adj2" fmla="val 25000"/>
            </a:avLst>
          </a:prstGeom>
          <a:solidFill>
            <a:srgbClr val="CCCCFF"/>
          </a:solidFill>
          <a:ln w="9525" algn="ctr">
            <a:solidFill>
              <a:schemeClr val="tx1"/>
            </a:solidFill>
            <a:miter lim="800000"/>
            <a:headEnd/>
            <a:tailEnd/>
          </a:ln>
        </p:spPr>
        <p:txBody>
          <a:bodyPr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p:cNvSpPr>
            <a:spLocks noChangeArrowheads="1"/>
          </p:cNvSpPr>
          <p:nvPr/>
        </p:nvSpPr>
        <p:spPr bwMode="auto">
          <a:xfrm>
            <a:off x="60325" y="53975"/>
            <a:ext cx="26555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3</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Cài</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đặt</a:t>
            </a:r>
            <a:r>
              <a:rPr lang="en-US" altLang="ko-KR" sz="1800" b="1" dirty="0" smtClean="0">
                <a:latin typeface="Times New Roman" panose="02020603050405020304" pitchFamily="18" charset="0"/>
                <a:cs typeface="Times New Roman" panose="02020603050405020304" pitchFamily="18" charset="0"/>
              </a:rPr>
              <a:t> PLC </a:t>
            </a:r>
            <a:r>
              <a:rPr lang="en-US" altLang="ko-KR" sz="1800" b="1" dirty="0">
                <a:latin typeface="Times New Roman" panose="02020603050405020304" pitchFamily="18" charset="0"/>
                <a:cs typeface="Times New Roman" panose="02020603050405020304" pitchFamily="18" charset="0"/>
              </a:rPr>
              <a:t>Software </a:t>
            </a:r>
            <a:endParaRPr lang="ko-KR" altLang="en-US" sz="1800" b="1" dirty="0">
              <a:latin typeface="Times New Roman" panose="02020603050405020304" pitchFamily="18" charset="0"/>
              <a:cs typeface="Times New Roman" panose="02020603050405020304" pitchFamily="18" charset="0"/>
            </a:endParaRPr>
          </a:p>
        </p:txBody>
      </p:sp>
      <p:sp>
        <p:nvSpPr>
          <p:cNvPr id="73731" name="Rectangle 16"/>
          <p:cNvSpPr>
            <a:spLocks noChangeArrowheads="1"/>
          </p:cNvSpPr>
          <p:nvPr/>
        </p:nvSpPr>
        <p:spPr bwMode="auto">
          <a:xfrm>
            <a:off x="7077236" y="46038"/>
            <a:ext cx="2900139"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3. </a:t>
            </a:r>
            <a:r>
              <a:rPr lang="en-US" altLang="ko-KR" sz="1600" b="1" dirty="0" err="1" smtClean="0">
                <a:latin typeface="Times New Roman" panose="02020603050405020304" pitchFamily="18" charset="0"/>
                <a:cs typeface="Times New Roman" panose="02020603050405020304" pitchFamily="18" charset="0"/>
              </a:rPr>
              <a:t>Cài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đặt</a:t>
            </a:r>
            <a:r>
              <a:rPr lang="en-US" altLang="ko-KR" sz="1600" b="1" dirty="0" smtClean="0">
                <a:latin typeface="Times New Roman" panose="02020603050405020304" pitchFamily="18" charset="0"/>
                <a:cs typeface="Times New Roman" panose="02020603050405020304" pitchFamily="18" charset="0"/>
              </a:rPr>
              <a:t> Driver</a:t>
            </a:r>
            <a:r>
              <a:rPr lang="ko-KR" altLang="en-US"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giao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tiếp</a:t>
            </a:r>
            <a:r>
              <a:rPr lang="en-US" altLang="ko-KR" sz="1600" b="1" dirty="0" smtClean="0">
                <a:latin typeface="Times New Roman" panose="02020603050405020304" pitchFamily="18" charset="0"/>
                <a:cs typeface="Times New Roman" panose="02020603050405020304" pitchFamily="18" charset="0"/>
              </a:rPr>
              <a:t> USB</a:t>
            </a:r>
            <a:endParaRPr lang="ko-KR" altLang="en-US" sz="1600" b="1" dirty="0">
              <a:latin typeface="Times New Roman" panose="02020603050405020304" pitchFamily="18" charset="0"/>
              <a:cs typeface="Times New Roman" panose="02020603050405020304" pitchFamily="18" charset="0"/>
            </a:endParaRPr>
          </a:p>
        </p:txBody>
      </p:sp>
      <p:sp>
        <p:nvSpPr>
          <p:cNvPr id="73732" name="Rectangle 19"/>
          <p:cNvSpPr>
            <a:spLocks noChangeArrowheads="1"/>
          </p:cNvSpPr>
          <p:nvPr/>
        </p:nvSpPr>
        <p:spPr bwMode="auto">
          <a:xfrm>
            <a:off x="596900" y="908050"/>
            <a:ext cx="3487800"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(1) </a:t>
            </a: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Driver </a:t>
            </a:r>
            <a:r>
              <a:rPr lang="en-US" altLang="ko-KR" sz="1200" b="1" dirty="0" err="1" smtClean="0">
                <a:latin typeface="Times New Roman" panose="02020603050405020304" pitchFamily="18" charset="0"/>
                <a:cs typeface="Times New Roman" panose="02020603050405020304" pitchFamily="18" charset="0"/>
              </a:rPr>
              <a:t>giao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tiếp</a:t>
            </a:r>
            <a:r>
              <a:rPr lang="en-US" altLang="ko-KR" sz="1200" b="1" dirty="0" smtClean="0">
                <a:latin typeface="Times New Roman" panose="02020603050405020304" pitchFamily="18" charset="0"/>
                <a:cs typeface="Times New Roman" panose="02020603050405020304" pitchFamily="18" charset="0"/>
              </a:rPr>
              <a:t> USB </a:t>
            </a:r>
            <a:r>
              <a:rPr lang="en-US" altLang="ko-KR" sz="1200" b="1" dirty="0" err="1" smtClean="0">
                <a:latin typeface="Times New Roman" panose="02020603050405020304" pitchFamily="18" charset="0"/>
                <a:cs typeface="Times New Roman" panose="02020603050405020304" pitchFamily="18" charset="0"/>
              </a:rPr>
              <a:t>giữa</a:t>
            </a:r>
            <a:r>
              <a:rPr lang="en-US" altLang="ko-KR" sz="1200" b="1" dirty="0" smtClean="0">
                <a:latin typeface="Times New Roman" panose="02020603050405020304" pitchFamily="18" charset="0"/>
                <a:cs typeface="Times New Roman" panose="02020603050405020304" pitchFamily="18" charset="0"/>
              </a:rPr>
              <a:t> PLC </a:t>
            </a:r>
            <a:r>
              <a:rPr lang="en-US" altLang="ko-KR" sz="1200" b="1" dirty="0" err="1" smtClean="0">
                <a:latin typeface="Times New Roman" panose="02020603050405020304" pitchFamily="18" charset="0"/>
                <a:cs typeface="Times New Roman" panose="02020603050405020304" pitchFamily="18" charset="0"/>
              </a:rPr>
              <a:t>và</a:t>
            </a:r>
            <a:r>
              <a:rPr lang="en-US" altLang="ko-KR" sz="1200" b="1" dirty="0" smtClean="0">
                <a:latin typeface="Times New Roman" panose="02020603050405020304" pitchFamily="18" charset="0"/>
                <a:cs typeface="Times New Roman" panose="02020603050405020304" pitchFamily="18" charset="0"/>
              </a:rPr>
              <a:t> PC</a:t>
            </a:r>
            <a:endParaRPr lang="ko-KR" altLang="en-US" sz="1200" b="1" dirty="0">
              <a:latin typeface="Times New Roman" panose="02020603050405020304" pitchFamily="18" charset="0"/>
              <a:cs typeface="Times New Roman" panose="02020603050405020304" pitchFamily="18" charset="0"/>
            </a:endParaRPr>
          </a:p>
        </p:txBody>
      </p:sp>
      <p:pic>
        <p:nvPicPr>
          <p:cNvPr id="737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7538" y="2205038"/>
            <a:ext cx="2951162" cy="291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734" name="Text Box 21"/>
          <p:cNvSpPr txBox="1">
            <a:spLocks noChangeArrowheads="1"/>
          </p:cNvSpPr>
          <p:nvPr/>
        </p:nvSpPr>
        <p:spPr bwMode="auto">
          <a:xfrm>
            <a:off x="746125" y="1360488"/>
            <a:ext cx="8586504"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1.Computer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tôi</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2.Bảng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khiển</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3.System</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4.Hardware</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5.Người </a:t>
            </a:r>
            <a:r>
              <a:rPr lang="en-US" altLang="ko-KR" sz="1200" dirty="0" err="1" smtClean="0">
                <a:latin typeface="Times New Roman" panose="02020603050405020304" pitchFamily="18" charset="0"/>
                <a:cs typeface="Times New Roman" panose="02020603050405020304" pitchFamily="18" charset="0"/>
              </a:rPr>
              <a:t>quản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6.Universal serial bus controller.</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sp>
        <p:nvSpPr>
          <p:cNvPr id="73735" name="Rectangle 22"/>
          <p:cNvSpPr>
            <a:spLocks noChangeArrowheads="1"/>
          </p:cNvSpPr>
          <p:nvPr/>
        </p:nvSpPr>
        <p:spPr bwMode="auto">
          <a:xfrm>
            <a:off x="833438" y="4094324"/>
            <a:ext cx="815975" cy="102394"/>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pic>
        <p:nvPicPr>
          <p:cNvPr id="73736" name="Picture 2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19500" y="2205038"/>
            <a:ext cx="2951163" cy="291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37" name="Picture 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43688" y="2205038"/>
            <a:ext cx="2952750" cy="291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738" name="Text Box 25"/>
          <p:cNvSpPr txBox="1">
            <a:spLocks noChangeArrowheads="1"/>
          </p:cNvSpPr>
          <p:nvPr/>
        </p:nvSpPr>
        <p:spPr bwMode="auto">
          <a:xfrm>
            <a:off x="523875" y="1916113"/>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①</a:t>
            </a:r>
          </a:p>
        </p:txBody>
      </p:sp>
      <p:sp>
        <p:nvSpPr>
          <p:cNvPr id="73739" name="Text Box 26"/>
          <p:cNvSpPr txBox="1">
            <a:spLocks noChangeArrowheads="1"/>
          </p:cNvSpPr>
          <p:nvPr/>
        </p:nvSpPr>
        <p:spPr bwMode="auto">
          <a:xfrm>
            <a:off x="3525838" y="1916113"/>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②</a:t>
            </a:r>
          </a:p>
        </p:txBody>
      </p:sp>
      <p:sp>
        <p:nvSpPr>
          <p:cNvPr id="73740" name="Text Box 27"/>
          <p:cNvSpPr txBox="1">
            <a:spLocks noChangeArrowheads="1"/>
          </p:cNvSpPr>
          <p:nvPr/>
        </p:nvSpPr>
        <p:spPr bwMode="auto">
          <a:xfrm>
            <a:off x="6535738" y="1916113"/>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③</a:t>
            </a:r>
          </a:p>
        </p:txBody>
      </p:sp>
      <p:sp>
        <p:nvSpPr>
          <p:cNvPr id="73741" name="Text Box 28"/>
          <p:cNvSpPr txBox="1">
            <a:spLocks noChangeArrowheads="1"/>
          </p:cNvSpPr>
          <p:nvPr/>
        </p:nvSpPr>
        <p:spPr bwMode="auto">
          <a:xfrm>
            <a:off x="1649413" y="5211763"/>
            <a:ext cx="882472"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smtClean="0">
                <a:latin typeface="Times New Roman" panose="02020603050405020304" pitchFamily="18" charset="0"/>
                <a:cs typeface="Times New Roman" panose="02020603050405020304" pitchFamily="18" charset="0"/>
              </a:rPr>
              <a:t>Click 2 </a:t>
            </a:r>
            <a:r>
              <a:rPr lang="en-US" altLang="ko-KR" sz="1200" b="1" dirty="0" err="1" smtClean="0">
                <a:latin typeface="Times New Roman" panose="02020603050405020304" pitchFamily="18" charset="0"/>
                <a:cs typeface="Times New Roman" panose="02020603050405020304" pitchFamily="18" charset="0"/>
              </a:rPr>
              <a:t>lần</a:t>
            </a:r>
            <a:endParaRPr lang="ko-KR" altLang="en-US" sz="1200" b="1" dirty="0">
              <a:latin typeface="Times New Roman" panose="02020603050405020304" pitchFamily="18" charset="0"/>
              <a:cs typeface="Times New Roman" panose="02020603050405020304" pitchFamily="18" charset="0"/>
            </a:endParaRPr>
          </a:p>
        </p:txBody>
      </p:sp>
      <p:sp>
        <p:nvSpPr>
          <p:cNvPr id="73742" name="Text Box 29"/>
          <p:cNvSpPr txBox="1">
            <a:spLocks noChangeArrowheads="1"/>
          </p:cNvSpPr>
          <p:nvPr/>
        </p:nvSpPr>
        <p:spPr bwMode="auto">
          <a:xfrm>
            <a:off x="3686991" y="5219802"/>
            <a:ext cx="1307267"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lại</a:t>
            </a:r>
            <a:r>
              <a:rPr lang="en-US" altLang="ko-KR" sz="1200" b="1" dirty="0" smtClean="0">
                <a:latin typeface="Times New Roman" panose="02020603050405020304" pitchFamily="18" charset="0"/>
                <a:cs typeface="Times New Roman" panose="02020603050405020304" pitchFamily="18" charset="0"/>
              </a:rPr>
              <a:t> driver</a:t>
            </a:r>
            <a:endParaRPr lang="ko-KR" altLang="en-US" sz="1200" b="1" dirty="0">
              <a:latin typeface="Times New Roman" panose="02020603050405020304" pitchFamily="18" charset="0"/>
              <a:cs typeface="Times New Roman" panose="02020603050405020304" pitchFamily="18" charset="0"/>
            </a:endParaRPr>
          </a:p>
        </p:txBody>
      </p:sp>
      <p:sp>
        <p:nvSpPr>
          <p:cNvPr id="73743" name="Rectangle 30"/>
          <p:cNvSpPr>
            <a:spLocks noChangeArrowheads="1"/>
          </p:cNvSpPr>
          <p:nvPr/>
        </p:nvSpPr>
        <p:spPr bwMode="auto">
          <a:xfrm>
            <a:off x="5275263" y="4106744"/>
            <a:ext cx="1081893" cy="222356"/>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3744" name="Rectangle 31"/>
          <p:cNvSpPr>
            <a:spLocks noChangeArrowheads="1"/>
          </p:cNvSpPr>
          <p:nvPr/>
        </p:nvSpPr>
        <p:spPr bwMode="auto">
          <a:xfrm>
            <a:off x="7715250" y="4144050"/>
            <a:ext cx="1342206" cy="185050"/>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3745" name="Text Box 32"/>
          <p:cNvSpPr txBox="1">
            <a:spLocks noChangeArrowheads="1"/>
          </p:cNvSpPr>
          <p:nvPr/>
        </p:nvSpPr>
        <p:spPr bwMode="auto">
          <a:xfrm>
            <a:off x="6465168" y="5211763"/>
            <a:ext cx="3458946"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trong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Mục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lục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hoặc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vị</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trí</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chỉ</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định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biệt</a:t>
            </a:r>
            <a:endParaRPr lang="ko-KR" altLang="en-US" sz="1200" b="1" dirty="0">
              <a:latin typeface="Times New Roman" panose="02020603050405020304" pitchFamily="18" charset="0"/>
              <a:cs typeface="Times New Roman" panose="02020603050405020304" pitchFamily="18" charset="0"/>
            </a:endParaRPr>
          </a:p>
        </p:txBody>
      </p:sp>
      <p:sp>
        <p:nvSpPr>
          <p:cNvPr id="73746" name="Line 33"/>
          <p:cNvSpPr>
            <a:spLocks noChangeShapeType="1"/>
          </p:cNvSpPr>
          <p:nvPr/>
        </p:nvSpPr>
        <p:spPr bwMode="auto">
          <a:xfrm>
            <a:off x="2476501" y="5373688"/>
            <a:ext cx="1092200" cy="0"/>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wrap="square"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73747" name="Line 34"/>
          <p:cNvSpPr>
            <a:spLocks noChangeShapeType="1"/>
          </p:cNvSpPr>
          <p:nvPr/>
        </p:nvSpPr>
        <p:spPr bwMode="auto">
          <a:xfrm>
            <a:off x="5061012" y="5373688"/>
            <a:ext cx="1298575" cy="0"/>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73748" name="Rectangle 38"/>
          <p:cNvSpPr>
            <a:spLocks noChangeArrowheads="1"/>
          </p:cNvSpPr>
          <p:nvPr/>
        </p:nvSpPr>
        <p:spPr bwMode="auto">
          <a:xfrm>
            <a:off x="8516938" y="4857433"/>
            <a:ext cx="540518" cy="227751"/>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p:cNvSpPr>
            <a:spLocks noChangeArrowheads="1"/>
          </p:cNvSpPr>
          <p:nvPr/>
        </p:nvSpPr>
        <p:spPr bwMode="auto">
          <a:xfrm>
            <a:off x="60325" y="53975"/>
            <a:ext cx="254011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3.Cài </a:t>
            </a:r>
            <a:r>
              <a:rPr lang="en-US" altLang="ko-KR" sz="1800" b="1" dirty="0" err="1" smtClean="0">
                <a:latin typeface="Times New Roman" panose="02020603050405020304" pitchFamily="18" charset="0"/>
                <a:cs typeface="Times New Roman" panose="02020603050405020304" pitchFamily="18" charset="0"/>
              </a:rPr>
              <a:t>đặt</a:t>
            </a:r>
            <a:r>
              <a:rPr lang="en-US" altLang="ko-KR" sz="1800" b="1" dirty="0" smtClean="0">
                <a:latin typeface="Times New Roman" panose="02020603050405020304" pitchFamily="18" charset="0"/>
                <a:cs typeface="Times New Roman" panose="02020603050405020304" pitchFamily="18" charset="0"/>
              </a:rPr>
              <a:t> PLC Software</a:t>
            </a:r>
            <a:endParaRPr lang="ko-KR" altLang="en-US" sz="1800" b="1" dirty="0">
              <a:latin typeface="Times New Roman" panose="02020603050405020304" pitchFamily="18" charset="0"/>
              <a:cs typeface="Times New Roman" panose="02020603050405020304" pitchFamily="18" charset="0"/>
            </a:endParaRPr>
          </a:p>
        </p:txBody>
      </p:sp>
      <p:sp>
        <p:nvSpPr>
          <p:cNvPr id="74755" name="Rectangle 3"/>
          <p:cNvSpPr>
            <a:spLocks noChangeArrowheads="1"/>
          </p:cNvSpPr>
          <p:nvPr/>
        </p:nvSpPr>
        <p:spPr bwMode="auto">
          <a:xfrm>
            <a:off x="6716713" y="46038"/>
            <a:ext cx="2900139"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3. </a:t>
            </a:r>
            <a:r>
              <a:rPr lang="en-US" altLang="ko-KR" sz="1600" b="1" dirty="0" err="1" smtClean="0">
                <a:latin typeface="Times New Roman" panose="02020603050405020304" pitchFamily="18" charset="0"/>
                <a:cs typeface="Times New Roman" panose="02020603050405020304" pitchFamily="18" charset="0"/>
              </a:rPr>
              <a:t>Cài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đặt</a:t>
            </a:r>
            <a:r>
              <a:rPr lang="en-US" altLang="ko-KR" sz="1600" b="1" dirty="0" smtClean="0">
                <a:latin typeface="Times New Roman" panose="02020603050405020304" pitchFamily="18" charset="0"/>
                <a:cs typeface="Times New Roman" panose="02020603050405020304" pitchFamily="18" charset="0"/>
              </a:rPr>
              <a:t> Driver </a:t>
            </a:r>
            <a:r>
              <a:rPr lang="en-US" altLang="ko-KR" sz="1600" b="1" dirty="0" err="1" smtClean="0">
                <a:latin typeface="Times New Roman" panose="02020603050405020304" pitchFamily="18" charset="0"/>
                <a:cs typeface="Times New Roman" panose="02020603050405020304" pitchFamily="18" charset="0"/>
              </a:rPr>
              <a:t>giao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tiếp</a:t>
            </a:r>
            <a:r>
              <a:rPr lang="en-US" altLang="ko-KR" sz="1600" b="1" dirty="0" smtClean="0">
                <a:latin typeface="Times New Roman" panose="02020603050405020304" pitchFamily="18" charset="0"/>
                <a:cs typeface="Times New Roman" panose="02020603050405020304" pitchFamily="18" charset="0"/>
              </a:rPr>
              <a:t> USB</a:t>
            </a:r>
            <a:endParaRPr lang="ko-KR" altLang="en-US" sz="1600" b="1" dirty="0">
              <a:latin typeface="Times New Roman" panose="02020603050405020304" pitchFamily="18" charset="0"/>
              <a:cs typeface="Times New Roman" panose="02020603050405020304" pitchFamily="18" charset="0"/>
            </a:endParaRPr>
          </a:p>
        </p:txBody>
      </p:sp>
      <p:pic>
        <p:nvPicPr>
          <p:cNvPr id="7475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5775" y="638175"/>
            <a:ext cx="3059113" cy="187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757" name="Picture 2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5300" y="2524125"/>
            <a:ext cx="3049588"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758" name="Picture 2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1650" y="4530725"/>
            <a:ext cx="3043238" cy="194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759" name="Picture 2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94113" y="631825"/>
            <a:ext cx="3059112" cy="187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760" name="Picture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2525" y="2528888"/>
            <a:ext cx="3060700" cy="1979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761" name="Picture 2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92525" y="4545013"/>
            <a:ext cx="3060700" cy="1925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762" name="Picture 2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96100" y="620713"/>
            <a:ext cx="2736850" cy="1871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763" name="Text Box 28"/>
          <p:cNvSpPr txBox="1">
            <a:spLocks noChangeArrowheads="1"/>
          </p:cNvSpPr>
          <p:nvPr/>
        </p:nvSpPr>
        <p:spPr bwMode="auto">
          <a:xfrm>
            <a:off x="430213" y="800100"/>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④</a:t>
            </a:r>
          </a:p>
        </p:txBody>
      </p:sp>
      <p:sp>
        <p:nvSpPr>
          <p:cNvPr id="74764" name="Text Box 29"/>
          <p:cNvSpPr txBox="1">
            <a:spLocks noChangeArrowheads="1"/>
          </p:cNvSpPr>
          <p:nvPr/>
        </p:nvSpPr>
        <p:spPr bwMode="auto">
          <a:xfrm>
            <a:off x="430213" y="2708275"/>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⑤</a:t>
            </a:r>
          </a:p>
        </p:txBody>
      </p:sp>
      <p:sp>
        <p:nvSpPr>
          <p:cNvPr id="74765" name="Text Box 30"/>
          <p:cNvSpPr txBox="1">
            <a:spLocks noChangeArrowheads="1"/>
          </p:cNvSpPr>
          <p:nvPr/>
        </p:nvSpPr>
        <p:spPr bwMode="auto">
          <a:xfrm>
            <a:off x="430213" y="4743450"/>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⑥</a:t>
            </a:r>
          </a:p>
        </p:txBody>
      </p:sp>
      <p:sp>
        <p:nvSpPr>
          <p:cNvPr id="74766" name="Text Box 31"/>
          <p:cNvSpPr txBox="1">
            <a:spLocks noChangeArrowheads="1"/>
          </p:cNvSpPr>
          <p:nvPr/>
        </p:nvSpPr>
        <p:spPr bwMode="auto">
          <a:xfrm>
            <a:off x="3635375" y="800100"/>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⑦</a:t>
            </a:r>
          </a:p>
        </p:txBody>
      </p:sp>
      <p:sp>
        <p:nvSpPr>
          <p:cNvPr id="74767" name="Text Box 32"/>
          <p:cNvSpPr txBox="1">
            <a:spLocks noChangeArrowheads="1"/>
          </p:cNvSpPr>
          <p:nvPr/>
        </p:nvSpPr>
        <p:spPr bwMode="auto">
          <a:xfrm>
            <a:off x="3635375" y="2708275"/>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⑧</a:t>
            </a:r>
          </a:p>
        </p:txBody>
      </p:sp>
      <p:sp>
        <p:nvSpPr>
          <p:cNvPr id="74768" name="Text Box 33"/>
          <p:cNvSpPr txBox="1">
            <a:spLocks noChangeArrowheads="1"/>
          </p:cNvSpPr>
          <p:nvPr/>
        </p:nvSpPr>
        <p:spPr bwMode="auto">
          <a:xfrm>
            <a:off x="3635375" y="4743450"/>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⑨</a:t>
            </a:r>
          </a:p>
        </p:txBody>
      </p:sp>
      <p:sp>
        <p:nvSpPr>
          <p:cNvPr id="74769" name="Text Box 34"/>
          <p:cNvSpPr txBox="1">
            <a:spLocks noChangeArrowheads="1"/>
          </p:cNvSpPr>
          <p:nvPr/>
        </p:nvSpPr>
        <p:spPr bwMode="auto">
          <a:xfrm>
            <a:off x="6875463" y="800100"/>
            <a:ext cx="348671"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solidFill>
                  <a:schemeClr val="bg1"/>
                </a:solidFill>
                <a:latin typeface="Times New Roman" panose="02020603050405020304" pitchFamily="18" charset="0"/>
                <a:cs typeface="Times New Roman" panose="02020603050405020304" pitchFamily="18" charset="0"/>
              </a:rPr>
              <a:t>⑩</a:t>
            </a:r>
          </a:p>
        </p:txBody>
      </p:sp>
      <p:sp>
        <p:nvSpPr>
          <p:cNvPr id="74770" name="Text Box 35"/>
          <p:cNvSpPr txBox="1">
            <a:spLocks noChangeArrowheads="1"/>
          </p:cNvSpPr>
          <p:nvPr/>
        </p:nvSpPr>
        <p:spPr bwMode="auto">
          <a:xfrm>
            <a:off x="798513" y="1938338"/>
            <a:ext cx="171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ko-KR" sz="1200">
              <a:latin typeface="Times New Roman" panose="02020603050405020304" pitchFamily="18" charset="0"/>
              <a:cs typeface="Times New Roman" panose="02020603050405020304" pitchFamily="18" charset="0"/>
            </a:endParaRPr>
          </a:p>
        </p:txBody>
      </p:sp>
      <p:sp>
        <p:nvSpPr>
          <p:cNvPr id="74771" name="Rectangle 36"/>
          <p:cNvSpPr>
            <a:spLocks noChangeArrowheads="1"/>
          </p:cNvSpPr>
          <p:nvPr/>
        </p:nvSpPr>
        <p:spPr bwMode="auto">
          <a:xfrm>
            <a:off x="2720975" y="1544779"/>
            <a:ext cx="552581" cy="192033"/>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4772" name="Text Box 37"/>
          <p:cNvSpPr txBox="1">
            <a:spLocks noChangeArrowheads="1"/>
          </p:cNvSpPr>
          <p:nvPr/>
        </p:nvSpPr>
        <p:spPr bwMode="auto">
          <a:xfrm>
            <a:off x="763588" y="1946275"/>
            <a:ext cx="2509968" cy="418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90000"/>
              </a:lnSpc>
              <a:spcBef>
                <a:spcPct val="0"/>
              </a:spcBef>
              <a:buFontTx/>
              <a:buNone/>
            </a:pPr>
            <a:r>
              <a:rPr lang="en-US" altLang="ko-KR" sz="1200" b="1" dirty="0" smtClean="0">
                <a:latin typeface="Times New Roman" panose="02020603050405020304" pitchFamily="18" charset="0"/>
                <a:cs typeface="Times New Roman" panose="02020603050405020304" pitchFamily="18" charset="0"/>
              </a:rPr>
              <a:t>Click </a:t>
            </a:r>
            <a:r>
              <a:rPr lang="en-US" altLang="ko-KR" sz="1200" b="1" dirty="0" err="1" smtClean="0">
                <a:latin typeface="Times New Roman" panose="02020603050405020304" pitchFamily="18" charset="0"/>
                <a:cs typeface="Times New Roman" panose="02020603050405020304" pitchFamily="18" charset="0"/>
              </a:rPr>
              <a:t>tìm</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a:t>
            </a:r>
            <a:r>
              <a:rPr lang="en-US" altLang="ko-KR" sz="1200" b="1" dirty="0" err="1" smtClean="0">
                <a:latin typeface="Times New Roman" panose="02020603050405020304" pitchFamily="18" charset="0"/>
                <a:cs typeface="Times New Roman" panose="02020603050405020304" pitchFamily="18" charset="0"/>
              </a:rPr>
              <a:t>chỉ</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định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vị</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trí</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có</a:t>
            </a:r>
            <a:r>
              <a:rPr lang="en-US" altLang="ko-KR" sz="1200" b="1" dirty="0" smtClean="0">
                <a:latin typeface="Times New Roman" panose="02020603050405020304" pitchFamily="18" charset="0"/>
                <a:cs typeface="Times New Roman" panose="02020603050405020304" pitchFamily="18" charset="0"/>
              </a:rPr>
              <a:t> Driver)</a:t>
            </a:r>
            <a:endParaRPr lang="en-US" altLang="ko-KR" sz="1200" b="1" dirty="0">
              <a:latin typeface="Times New Roman" panose="02020603050405020304" pitchFamily="18" charset="0"/>
              <a:cs typeface="Times New Roman" panose="02020603050405020304" pitchFamily="18" charset="0"/>
            </a:endParaRPr>
          </a:p>
          <a:p>
            <a:pPr eaLnBrk="1" hangingPunct="1">
              <a:lnSpc>
                <a:spcPct val="90000"/>
              </a:lnSpc>
              <a:spcBef>
                <a:spcPct val="0"/>
              </a:spcBef>
              <a:buFontTx/>
              <a:buNone/>
            </a:pPr>
            <a:r>
              <a:rPr lang="en-US" altLang="ko-KR" sz="1200" b="1" dirty="0" smtClean="0">
                <a:latin typeface="Times New Roman" panose="02020603050405020304" pitchFamily="18" charset="0"/>
                <a:cs typeface="Times New Roman" panose="02020603050405020304" pitchFamily="18" charset="0"/>
              </a:rPr>
              <a:t>→</a:t>
            </a:r>
            <a:r>
              <a:rPr lang="en-US" altLang="ko-KR" sz="1200" b="1" dirty="0" err="1" smtClean="0">
                <a:latin typeface="Times New Roman" panose="02020603050405020304" pitchFamily="18" charset="0"/>
                <a:cs typeface="Times New Roman" panose="02020603050405020304" pitchFamily="18" charset="0"/>
              </a:rPr>
              <a:t>có</a:t>
            </a:r>
            <a:r>
              <a:rPr lang="en-US" altLang="ko-KR" sz="1200" b="1" dirty="0" smtClean="0">
                <a:latin typeface="Times New Roman" panose="02020603050405020304" pitchFamily="18" charset="0"/>
                <a:cs typeface="Times New Roman" panose="02020603050405020304" pitchFamily="18" charset="0"/>
              </a:rPr>
              <a:t> ở </a:t>
            </a:r>
            <a:r>
              <a:rPr lang="en-US" altLang="ko-KR" sz="1200" b="1" dirty="0" err="1" smtClean="0">
                <a:latin typeface="Times New Roman" panose="02020603050405020304" pitchFamily="18" charset="0"/>
                <a:cs typeface="Times New Roman" panose="02020603050405020304" pitchFamily="18" charset="0"/>
              </a:rPr>
              <a:t>trong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thư</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mục</a:t>
            </a:r>
            <a:r>
              <a:rPr lang="en-US" altLang="ko-KR" sz="1200" b="1" dirty="0" smtClean="0">
                <a:latin typeface="Times New Roman" panose="02020603050405020304" pitchFamily="18" charset="0"/>
                <a:cs typeface="Times New Roman" panose="02020603050405020304" pitchFamily="18" charset="0"/>
              </a:rPr>
              <a:t> C</a:t>
            </a:r>
            <a:r>
              <a:rPr lang="en-US" altLang="ko-KR" sz="1200" b="1" dirty="0">
                <a:latin typeface="Times New Roman" panose="02020603050405020304" pitchFamily="18" charset="0"/>
                <a:cs typeface="Times New Roman" panose="02020603050405020304" pitchFamily="18" charset="0"/>
              </a:rPr>
              <a:t>:\</a:t>
            </a:r>
            <a:r>
              <a:rPr lang="en-US" altLang="ko-KR" sz="1200" b="1" dirty="0" smtClean="0">
                <a:latin typeface="Times New Roman" panose="02020603050405020304" pitchFamily="18" charset="0"/>
                <a:cs typeface="Times New Roman" panose="02020603050405020304" pitchFamily="18" charset="0"/>
              </a:rPr>
              <a:t>MELSEC</a:t>
            </a:r>
            <a:r>
              <a:rPr lang="ko-KR" altLang="en-US" sz="1200" b="1" dirty="0" smtClean="0">
                <a:latin typeface="Times New Roman" panose="02020603050405020304" pitchFamily="18" charset="0"/>
                <a:cs typeface="Times New Roman" panose="02020603050405020304" pitchFamily="18" charset="0"/>
              </a:rPr>
              <a:t> </a:t>
            </a:r>
            <a:endParaRPr lang="ko-KR" altLang="en-US" sz="1200" b="1" dirty="0">
              <a:latin typeface="Times New Roman" panose="02020603050405020304" pitchFamily="18" charset="0"/>
              <a:cs typeface="Times New Roman" panose="02020603050405020304" pitchFamily="18" charset="0"/>
            </a:endParaRPr>
          </a:p>
        </p:txBody>
      </p:sp>
      <p:sp>
        <p:nvSpPr>
          <p:cNvPr id="74773" name="Rectangle 38"/>
          <p:cNvSpPr>
            <a:spLocks noChangeArrowheads="1"/>
          </p:cNvSpPr>
          <p:nvPr/>
        </p:nvSpPr>
        <p:spPr bwMode="auto">
          <a:xfrm>
            <a:off x="2468563" y="6280354"/>
            <a:ext cx="528702" cy="172982"/>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4774" name="Rectangle 39"/>
          <p:cNvSpPr>
            <a:spLocks noChangeArrowheads="1"/>
          </p:cNvSpPr>
          <p:nvPr/>
        </p:nvSpPr>
        <p:spPr bwMode="auto">
          <a:xfrm>
            <a:off x="920750" y="2912147"/>
            <a:ext cx="719882" cy="140831"/>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4775" name="Rectangle 40"/>
          <p:cNvSpPr>
            <a:spLocks noChangeArrowheads="1"/>
          </p:cNvSpPr>
          <p:nvPr/>
        </p:nvSpPr>
        <p:spPr bwMode="auto">
          <a:xfrm>
            <a:off x="1065213" y="3270813"/>
            <a:ext cx="869156" cy="122183"/>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4776" name="Rectangle 41"/>
          <p:cNvSpPr>
            <a:spLocks noChangeArrowheads="1"/>
          </p:cNvSpPr>
          <p:nvPr/>
        </p:nvSpPr>
        <p:spPr bwMode="auto">
          <a:xfrm>
            <a:off x="1281113" y="3894069"/>
            <a:ext cx="863575" cy="164251"/>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4777" name="Rectangle 42"/>
          <p:cNvSpPr>
            <a:spLocks noChangeArrowheads="1"/>
          </p:cNvSpPr>
          <p:nvPr/>
        </p:nvSpPr>
        <p:spPr bwMode="auto">
          <a:xfrm>
            <a:off x="933695" y="5397333"/>
            <a:ext cx="1787279" cy="299919"/>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4778" name="AutoShape 43"/>
          <p:cNvSpPr>
            <a:spLocks noChangeArrowheads="1"/>
          </p:cNvSpPr>
          <p:nvPr/>
        </p:nvSpPr>
        <p:spPr bwMode="auto">
          <a:xfrm>
            <a:off x="910837" y="3083131"/>
            <a:ext cx="45719" cy="273861"/>
          </a:xfrm>
          <a:prstGeom prst="downArrow">
            <a:avLst>
              <a:gd name="adj1" fmla="val 50000"/>
              <a:gd name="adj2" fmla="val 63333"/>
            </a:avLst>
          </a:prstGeom>
          <a:solidFill>
            <a:srgbClr val="CCCCFF"/>
          </a:solidFill>
          <a:ln w="9525" algn="ctr">
            <a:solidFill>
              <a:srgbClr val="FF0000"/>
            </a:solidFill>
            <a:miter lim="800000"/>
            <a:headEnd/>
            <a:tailEnd/>
          </a:ln>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4779" name="AutoShape 44"/>
          <p:cNvSpPr>
            <a:spLocks noChangeArrowheads="1"/>
          </p:cNvSpPr>
          <p:nvPr/>
        </p:nvSpPr>
        <p:spPr bwMode="auto">
          <a:xfrm>
            <a:off x="1146175" y="3411538"/>
            <a:ext cx="61913" cy="522287"/>
          </a:xfrm>
          <a:prstGeom prst="downArrow">
            <a:avLst>
              <a:gd name="adj1" fmla="val 50000"/>
              <a:gd name="adj2" fmla="val 210896"/>
            </a:avLst>
          </a:prstGeom>
          <a:solidFill>
            <a:srgbClr val="CCCCFF"/>
          </a:solidFill>
          <a:ln w="9525" algn="ctr">
            <a:solidFill>
              <a:srgbClr val="FF0000"/>
            </a:solidFill>
            <a:miter lim="800000"/>
            <a:headEnd/>
            <a:tailEnd/>
          </a:ln>
        </p:spPr>
        <p:txBody>
          <a:bodyPr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4780" name="Text Box 45"/>
          <p:cNvSpPr txBox="1">
            <a:spLocks noChangeArrowheads="1"/>
          </p:cNvSpPr>
          <p:nvPr/>
        </p:nvSpPr>
        <p:spPr bwMode="auto">
          <a:xfrm>
            <a:off x="416496" y="6022975"/>
            <a:ext cx="3216444" cy="238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90000"/>
              </a:lnSpc>
              <a:spcBef>
                <a:spcPct val="0"/>
              </a:spcBef>
              <a:buFontTx/>
              <a:buNone/>
            </a:pPr>
            <a:r>
              <a:rPr lang="en-US" altLang="ko-KR" sz="1100" b="1" dirty="0" err="1" smtClean="0">
                <a:latin typeface="Times New Roman" panose="02020603050405020304" pitchFamily="18" charset="0"/>
                <a:cs typeface="Times New Roman" panose="02020603050405020304" pitchFamily="18" charset="0"/>
              </a:rPr>
              <a:t>Sau</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khi</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chỉ</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định</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đường</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dẫn</a:t>
            </a:r>
            <a:r>
              <a:rPr lang="en-US" altLang="ko-KR" sz="1100" b="1" dirty="0" smtClean="0">
                <a:latin typeface="Times New Roman" panose="02020603050405020304" pitchFamily="18" charset="0"/>
                <a:cs typeface="Times New Roman" panose="02020603050405020304" pitchFamily="18" charset="0"/>
              </a:rPr>
              <a:t> Driver </a:t>
            </a:r>
            <a:r>
              <a:rPr lang="en-US" altLang="ko-KR" sz="1100" b="1" dirty="0" err="1" smtClean="0">
                <a:latin typeface="Times New Roman" panose="02020603050405020304" pitchFamily="18" charset="0"/>
                <a:cs typeface="Times New Roman" panose="02020603050405020304" pitchFamily="18" charset="0"/>
              </a:rPr>
              <a:t>thì</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ấn</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tiếp</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theo</a:t>
            </a:r>
            <a:endParaRPr lang="ko-KR" altLang="en-US" sz="1100" b="1" dirty="0">
              <a:latin typeface="Times New Roman" panose="02020603050405020304" pitchFamily="18" charset="0"/>
              <a:cs typeface="Times New Roman" panose="02020603050405020304" pitchFamily="18" charset="0"/>
            </a:endParaRPr>
          </a:p>
        </p:txBody>
      </p:sp>
      <p:sp>
        <p:nvSpPr>
          <p:cNvPr id="74781" name="Text Box 46"/>
          <p:cNvSpPr txBox="1">
            <a:spLocks noChangeArrowheads="1"/>
          </p:cNvSpPr>
          <p:nvPr/>
        </p:nvSpPr>
        <p:spPr bwMode="auto">
          <a:xfrm>
            <a:off x="2073275" y="3214688"/>
            <a:ext cx="1461155" cy="252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90000"/>
              </a:lnSpc>
              <a:spcBef>
                <a:spcPct val="0"/>
              </a:spcBef>
              <a:buFontTx/>
              <a:buNone/>
            </a:pPr>
            <a:r>
              <a:rPr lang="en-US" altLang="ko-KR" sz="1200" b="1" dirty="0" err="1" smtClean="0">
                <a:latin typeface="Times New Roman" panose="02020603050405020304" pitchFamily="18" charset="0"/>
                <a:cs typeface="Times New Roman" panose="02020603050405020304" pitchFamily="18" charset="0"/>
              </a:rPr>
              <a:t>Lộ</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trình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tìm</a:t>
            </a:r>
            <a:r>
              <a:rPr lang="en-US" altLang="ko-KR" sz="1200" b="1" dirty="0" smtClean="0">
                <a:latin typeface="Times New Roman" panose="02020603050405020304" pitchFamily="18" charset="0"/>
                <a:cs typeface="Times New Roman" panose="02020603050405020304" pitchFamily="18" charset="0"/>
              </a:rPr>
              <a:t> Driver</a:t>
            </a:r>
            <a:endParaRPr lang="ko-KR" altLang="en-US" sz="1200" b="1" dirty="0">
              <a:latin typeface="Times New Roman" panose="02020603050405020304" pitchFamily="18" charset="0"/>
              <a:cs typeface="Times New Roman" panose="02020603050405020304" pitchFamily="18" charset="0"/>
            </a:endParaRPr>
          </a:p>
        </p:txBody>
      </p:sp>
      <p:sp>
        <p:nvSpPr>
          <p:cNvPr id="74782" name="Rectangle 47"/>
          <p:cNvSpPr>
            <a:spLocks noChangeArrowheads="1"/>
          </p:cNvSpPr>
          <p:nvPr/>
        </p:nvSpPr>
        <p:spPr bwMode="auto">
          <a:xfrm>
            <a:off x="5637076" y="2293456"/>
            <a:ext cx="584944" cy="199440"/>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4783" name="Text Box 48"/>
          <p:cNvSpPr txBox="1">
            <a:spLocks noChangeArrowheads="1"/>
          </p:cNvSpPr>
          <p:nvPr/>
        </p:nvSpPr>
        <p:spPr bwMode="auto">
          <a:xfrm>
            <a:off x="4541838" y="3933825"/>
            <a:ext cx="2078760" cy="252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90000"/>
              </a:lnSpc>
              <a:spcBef>
                <a:spcPct val="0"/>
              </a:spcBef>
              <a:buFontTx/>
              <a:buNone/>
            </a:pPr>
            <a:r>
              <a:rPr lang="en-US" altLang="ko-KR" sz="1200" b="1" dirty="0" err="1" smtClean="0">
                <a:latin typeface="Times New Roman" panose="02020603050405020304" pitchFamily="18" charset="0"/>
                <a:cs typeface="Times New Roman" panose="02020603050405020304" pitchFamily="18" charset="0"/>
              </a:rPr>
              <a:t>Đang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tiến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hành</a:t>
            </a:r>
            <a:r>
              <a:rPr lang="en-US" altLang="ko-KR" sz="1200" b="1" dirty="0" smtClean="0">
                <a:latin typeface="Times New Roman" panose="02020603050405020304" pitchFamily="18" charset="0"/>
                <a:cs typeface="Times New Roman" panose="02020603050405020304" pitchFamily="18" charset="0"/>
              </a:rPr>
              <a:t> Copy Driver </a:t>
            </a:r>
            <a:endParaRPr lang="ko-KR" altLang="en-US" sz="1200" b="1" dirty="0">
              <a:latin typeface="Times New Roman" panose="02020603050405020304" pitchFamily="18" charset="0"/>
              <a:cs typeface="Times New Roman" panose="02020603050405020304" pitchFamily="18" charset="0"/>
            </a:endParaRPr>
          </a:p>
        </p:txBody>
      </p:sp>
      <p:sp>
        <p:nvSpPr>
          <p:cNvPr id="74784" name="Rectangle 49"/>
          <p:cNvSpPr>
            <a:spLocks noChangeArrowheads="1"/>
          </p:cNvSpPr>
          <p:nvPr/>
        </p:nvSpPr>
        <p:spPr bwMode="auto">
          <a:xfrm>
            <a:off x="4953000" y="6080974"/>
            <a:ext cx="863600" cy="455503"/>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4785" name="Rectangle 50"/>
          <p:cNvSpPr>
            <a:spLocks noChangeArrowheads="1"/>
          </p:cNvSpPr>
          <p:nvPr/>
        </p:nvSpPr>
        <p:spPr bwMode="auto">
          <a:xfrm>
            <a:off x="8642734" y="2301854"/>
            <a:ext cx="486730" cy="155038"/>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4786" name="Text Box 51"/>
          <p:cNvSpPr txBox="1">
            <a:spLocks noChangeArrowheads="1"/>
          </p:cNvSpPr>
          <p:nvPr/>
        </p:nvSpPr>
        <p:spPr bwMode="auto">
          <a:xfrm>
            <a:off x="7689304" y="1611313"/>
            <a:ext cx="1908393"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err="1" smtClean="0">
                <a:latin typeface="Times New Roman" panose="02020603050405020304" pitchFamily="18" charset="0"/>
                <a:cs typeface="Times New Roman" panose="02020603050405020304" pitchFamily="18" charset="0"/>
              </a:rPr>
              <a:t>Hoàn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thành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Driver</a:t>
            </a:r>
            <a:endParaRPr lang="ko-KR" altLang="en-US" sz="1200" b="1" dirty="0">
              <a:latin typeface="Times New Roman" panose="02020603050405020304" pitchFamily="18" charset="0"/>
              <a:cs typeface="Times New Roman" panose="02020603050405020304" pitchFamily="18" charset="0"/>
            </a:endParaRPr>
          </a:p>
        </p:txBody>
      </p:sp>
      <p:pic>
        <p:nvPicPr>
          <p:cNvPr id="74787" name="Picture 56"/>
          <p:cNvPicPr>
            <a:picLocks noChangeAspect="1" noChangeArrowheads="1"/>
          </p:cNvPicPr>
          <p:nvPr/>
        </p:nvPicPr>
        <p:blipFill>
          <a:blip r:embed="rId9">
            <a:extLst>
              <a:ext uri="{28A0092B-C50C-407E-A947-70E740481C1C}">
                <a14:useLocalDpi xmlns:a14="http://schemas.microsoft.com/office/drawing/2010/main" val="0"/>
              </a:ext>
            </a:extLst>
          </a:blip>
          <a:srcRect l="25690" t="24089" r="12422" b="24968"/>
          <a:stretch>
            <a:fillRect/>
          </a:stretch>
        </p:blipFill>
        <p:spPr bwMode="auto">
          <a:xfrm>
            <a:off x="6913563" y="3105150"/>
            <a:ext cx="2736850" cy="1968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4788" name="Rectangle 57"/>
          <p:cNvSpPr>
            <a:spLocks noChangeArrowheads="1"/>
          </p:cNvSpPr>
          <p:nvPr/>
        </p:nvSpPr>
        <p:spPr bwMode="auto">
          <a:xfrm>
            <a:off x="9011040" y="4101349"/>
            <a:ext cx="658484" cy="227751"/>
          </a:xfrm>
          <a:prstGeom prst="rect">
            <a:avLst/>
          </a:prstGeom>
          <a:noFill/>
          <a:ln w="1905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4789" name="Text Box 58"/>
          <p:cNvSpPr txBox="1">
            <a:spLocks noChangeArrowheads="1"/>
          </p:cNvSpPr>
          <p:nvPr/>
        </p:nvSpPr>
        <p:spPr bwMode="auto">
          <a:xfrm>
            <a:off x="6932613" y="5426075"/>
            <a:ext cx="2941637" cy="529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err="1" smtClean="0">
                <a:latin typeface="Times New Roman" panose="02020603050405020304" pitchFamily="18" charset="0"/>
                <a:cs typeface="Times New Roman" panose="02020603050405020304" pitchFamily="18" charset="0"/>
              </a:rPr>
              <a:t>Sau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hoàn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thành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Driver </a:t>
            </a:r>
            <a:r>
              <a:rPr lang="en-US" altLang="ko-KR" sz="1200" b="1" dirty="0" err="1" smtClean="0">
                <a:latin typeface="Times New Roman" panose="02020603050405020304" pitchFamily="18" charset="0"/>
                <a:cs typeface="Times New Roman" panose="02020603050405020304" pitchFamily="18" charset="0"/>
              </a:rPr>
              <a:t>thì</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kiểm</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tra</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xem</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đã</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kết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nối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được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chưa</a:t>
            </a:r>
            <a:endParaRPr lang="ko-KR" altLang="en-US" sz="1200" b="1" dirty="0">
              <a:latin typeface="Times New Roman" panose="02020603050405020304" pitchFamily="18" charset="0"/>
              <a:cs typeface="Times New Roman" panose="02020603050405020304" pitchFamily="18" charset="0"/>
            </a:endParaRPr>
          </a:p>
        </p:txBody>
      </p:sp>
      <p:sp>
        <p:nvSpPr>
          <p:cNvPr id="74790" name="AutoShape 59"/>
          <p:cNvSpPr>
            <a:spLocks noChangeArrowheads="1"/>
          </p:cNvSpPr>
          <p:nvPr/>
        </p:nvSpPr>
        <p:spPr bwMode="auto">
          <a:xfrm>
            <a:off x="7616825" y="5024612"/>
            <a:ext cx="1403350" cy="517177"/>
          </a:xfrm>
          <a:prstGeom prst="downArrow">
            <a:avLst>
              <a:gd name="adj1" fmla="val 50000"/>
              <a:gd name="adj2" fmla="val 25000"/>
            </a:avLst>
          </a:prstGeom>
          <a:solidFill>
            <a:srgbClr val="CCCCF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8" name="Picture 13"/>
          <p:cNvPicPr>
            <a:picLocks noChangeAspect="1" noChangeArrowheads="1"/>
          </p:cNvPicPr>
          <p:nvPr/>
        </p:nvPicPr>
        <p:blipFill>
          <a:blip r:embed="rId2">
            <a:lum bright="70000" contrast="-70000"/>
            <a:grayscl/>
            <a:extLst>
              <a:ext uri="{28A0092B-C50C-407E-A947-70E740481C1C}">
                <a14:useLocalDpi xmlns:a14="http://schemas.microsoft.com/office/drawing/2010/main" val="0"/>
              </a:ext>
            </a:extLst>
          </a:blip>
          <a:srcRect/>
          <a:stretch>
            <a:fillRect/>
          </a:stretch>
        </p:blipFill>
        <p:spPr bwMode="auto">
          <a:xfrm>
            <a:off x="5205413" y="3500438"/>
            <a:ext cx="4502150" cy="280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5779" name="Text Box 2"/>
          <p:cNvSpPr txBox="1">
            <a:spLocks noChangeArrowheads="1"/>
          </p:cNvSpPr>
          <p:nvPr/>
        </p:nvSpPr>
        <p:spPr bwMode="auto">
          <a:xfrm>
            <a:off x="76200" y="82550"/>
            <a:ext cx="41793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dirty="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Mục</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tiêu</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đào</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tạo</a:t>
            </a:r>
            <a:r>
              <a:rPr lang="ko-KR" altLang="en-US"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smtClean="0">
                <a:latin typeface="Times New Roman" panose="02020603050405020304" pitchFamily="18" charset="0"/>
                <a:ea typeface="돋움" pitchFamily="50" charset="-127"/>
                <a:cs typeface="Times New Roman" panose="02020603050405020304" pitchFamily="18" charset="0"/>
              </a:rPr>
              <a:t>(</a:t>
            </a:r>
            <a:r>
              <a:rPr lang="en-US" altLang="ko-KR" sz="1600" b="1" dirty="0" err="1" smtClean="0">
                <a:latin typeface="Times New Roman" panose="02020603050405020304" pitchFamily="18" charset="0"/>
                <a:ea typeface="돋움" pitchFamily="50" charset="-127"/>
                <a:cs typeface="Times New Roman" panose="02020603050405020304" pitchFamily="18" charset="0"/>
              </a:rPr>
              <a:t>Quá</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trình</a:t>
            </a:r>
            <a:r>
              <a:rPr lang="en-US" altLang="ko-KR" sz="1600" b="1" dirty="0" smtClean="0">
                <a:latin typeface="Times New Roman" panose="02020603050405020304" pitchFamily="18" charset="0"/>
                <a:ea typeface="돋움" pitchFamily="50" charset="-127"/>
                <a:cs typeface="Times New Roman" panose="02020603050405020304" pitchFamily="18" charset="0"/>
              </a:rPr>
              <a:t> PLC </a:t>
            </a:r>
            <a:r>
              <a:rPr lang="en-US" altLang="ko-KR" sz="1600" b="1" dirty="0" err="1" smtClean="0">
                <a:latin typeface="Times New Roman" panose="02020603050405020304" pitchFamily="18" charset="0"/>
                <a:ea typeface="돋움" pitchFamily="50" charset="-127"/>
                <a:cs typeface="Times New Roman" panose="02020603050405020304" pitchFamily="18" charset="0"/>
              </a:rPr>
              <a:t>căn</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bản</a:t>
            </a:r>
            <a:r>
              <a:rPr lang="en-US" altLang="ko-KR" sz="1600" b="1" dirty="0" smtClean="0">
                <a:latin typeface="Times New Roman" panose="02020603050405020304" pitchFamily="18" charset="0"/>
                <a:ea typeface="돋움" pitchFamily="50" charset="-127"/>
                <a:cs typeface="Times New Roman" panose="02020603050405020304" pitchFamily="18" charset="0"/>
              </a:rPr>
              <a:t>)</a:t>
            </a:r>
            <a:endParaRPr lang="en-US" altLang="ko-KR" sz="1600" b="1" dirty="0">
              <a:latin typeface="Times New Roman" panose="02020603050405020304" pitchFamily="18" charset="0"/>
              <a:ea typeface="돋움" pitchFamily="50" charset="-127"/>
              <a:cs typeface="Times New Roman" panose="02020603050405020304" pitchFamily="18" charset="0"/>
            </a:endParaRPr>
          </a:p>
        </p:txBody>
      </p:sp>
      <p:sp>
        <p:nvSpPr>
          <p:cNvPr id="75780" name="Rectangle 5"/>
          <p:cNvSpPr>
            <a:spLocks noChangeArrowheads="1"/>
          </p:cNvSpPr>
          <p:nvPr/>
        </p:nvSpPr>
        <p:spPr bwMode="auto">
          <a:xfrm>
            <a:off x="2690813" y="1219200"/>
            <a:ext cx="4524375" cy="914400"/>
          </a:xfrm>
          <a:prstGeom prst="rect">
            <a:avLst/>
          </a:prstGeom>
          <a:solidFill>
            <a:schemeClr val="bg1"/>
          </a:solidFill>
          <a:ln w="19050">
            <a:solidFill>
              <a:schemeClr val="tx1"/>
            </a:solidFill>
            <a:miter lim="800000"/>
            <a:headEnd/>
            <a:tailEnd/>
          </a:ln>
          <a:effectLst>
            <a:outerShdw dist="107763" dir="2700000" algn="ctr" rotWithShape="0">
              <a:schemeClr val="bg2"/>
            </a:outerShdw>
          </a:effec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2400" b="1" dirty="0">
                <a:latin typeface="Times New Roman" panose="02020603050405020304" pitchFamily="18" charset="0"/>
                <a:cs typeface="Times New Roman" panose="02020603050405020304" pitchFamily="18" charset="0"/>
              </a:rPr>
              <a:t>4. </a:t>
            </a:r>
            <a:r>
              <a:rPr lang="en-US" altLang="ko-KR" sz="2400" b="1" dirty="0" err="1" smtClean="0">
                <a:latin typeface="Times New Roman" panose="02020603050405020304" pitchFamily="18" charset="0"/>
                <a:cs typeface="Times New Roman" panose="02020603050405020304" pitchFamily="18" charset="0"/>
              </a:rPr>
              <a:t>Vận</a:t>
            </a:r>
            <a:r>
              <a:rPr lang="en-US" altLang="ko-KR" sz="2400" b="1" dirty="0" smtClean="0">
                <a:latin typeface="Times New Roman" panose="02020603050405020304" pitchFamily="18" charset="0"/>
                <a:cs typeface="Times New Roman" panose="02020603050405020304" pitchFamily="18" charset="0"/>
              </a:rPr>
              <a:t> </a:t>
            </a:r>
            <a:r>
              <a:rPr lang="en-US" altLang="ko-KR" sz="2400" b="1" dirty="0" err="1" smtClean="0">
                <a:latin typeface="Times New Roman" panose="02020603050405020304" pitchFamily="18" charset="0"/>
                <a:cs typeface="Times New Roman" panose="02020603050405020304" pitchFamily="18" charset="0"/>
              </a:rPr>
              <a:t>hành</a:t>
            </a:r>
            <a:r>
              <a:rPr lang="en-US" altLang="ko-KR" sz="2400" b="1" dirty="0" smtClean="0">
                <a:latin typeface="Times New Roman" panose="02020603050405020304" pitchFamily="18" charset="0"/>
                <a:cs typeface="Times New Roman" panose="02020603050405020304" pitchFamily="18" charset="0"/>
              </a:rPr>
              <a:t> GX </a:t>
            </a:r>
            <a:r>
              <a:rPr lang="en-US" altLang="ko-KR" sz="2400" b="1" dirty="0">
                <a:latin typeface="Times New Roman" panose="02020603050405020304" pitchFamily="18" charset="0"/>
                <a:cs typeface="Times New Roman" panose="02020603050405020304" pitchFamily="18" charset="0"/>
              </a:rPr>
              <a:t>Developer </a:t>
            </a:r>
            <a:endParaRPr lang="ko-KR" altLang="en-US" sz="2400" b="1" dirty="0">
              <a:latin typeface="Times New Roman" panose="02020603050405020304" pitchFamily="18" charset="0"/>
              <a:cs typeface="Times New Roman" panose="02020603050405020304" pitchFamily="18" charset="0"/>
            </a:endParaRPr>
          </a:p>
        </p:txBody>
      </p:sp>
      <p:sp>
        <p:nvSpPr>
          <p:cNvPr id="72709" name="Text Box 6"/>
          <p:cNvSpPr txBox="1">
            <a:spLocks noChangeArrowheads="1"/>
          </p:cNvSpPr>
          <p:nvPr/>
        </p:nvSpPr>
        <p:spPr bwMode="auto">
          <a:xfrm>
            <a:off x="3711575" y="2305051"/>
            <a:ext cx="2825601" cy="330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000">
                <a:solidFill>
                  <a:schemeClr val="tx1"/>
                </a:solidFill>
                <a:latin typeface="HY견고딕" pitchFamily="18" charset="-127"/>
                <a:ea typeface="HY견고딕" pitchFamily="18" charset="-127"/>
              </a:defRPr>
            </a:lvl1pPr>
            <a:lvl2pPr marL="742950" indent="-285750" eaLnBrk="0" hangingPunct="0">
              <a:defRPr kumimoji="1" sz="2000">
                <a:solidFill>
                  <a:schemeClr val="tx1"/>
                </a:solidFill>
                <a:latin typeface="HY견고딕" pitchFamily="18" charset="-127"/>
                <a:ea typeface="HY견고딕" pitchFamily="18" charset="-127"/>
              </a:defRPr>
            </a:lvl2pPr>
            <a:lvl3pPr marL="1143000" indent="-228600" eaLnBrk="0" hangingPunct="0">
              <a:defRPr kumimoji="1" sz="2000">
                <a:solidFill>
                  <a:schemeClr val="tx1"/>
                </a:solidFill>
                <a:latin typeface="HY견고딕" pitchFamily="18" charset="-127"/>
                <a:ea typeface="HY견고딕" pitchFamily="18" charset="-127"/>
              </a:defRPr>
            </a:lvl3pPr>
            <a:lvl4pPr marL="1600200" indent="-228600" eaLnBrk="0" hangingPunct="0">
              <a:defRPr kumimoji="1" sz="2000">
                <a:solidFill>
                  <a:schemeClr val="tx1"/>
                </a:solidFill>
                <a:latin typeface="HY견고딕" pitchFamily="18" charset="-127"/>
                <a:ea typeface="HY견고딕" pitchFamily="18" charset="-127"/>
              </a:defRPr>
            </a:lvl4pPr>
            <a:lvl5pPr marL="2057400" indent="-228600" eaLnBrk="0" hangingPunct="0">
              <a:defRPr kumimoji="1" sz="2000">
                <a:solidFill>
                  <a:schemeClr val="tx1"/>
                </a:solidFill>
                <a:latin typeface="HY견고딕" pitchFamily="18" charset="-127"/>
                <a:ea typeface="HY견고딕" pitchFamily="18" charset="-127"/>
              </a:defRPr>
            </a:lvl5pPr>
            <a:lvl6pPr marL="25146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marL="342900" indent="-342900" eaLnBrk="1" hangingPunct="1">
              <a:buFontTx/>
              <a:buAutoNum type="arabicPeriod"/>
              <a:defRPr/>
            </a:pPr>
            <a:r>
              <a:rPr lang="en-US" altLang="ko-KR" sz="1400" b="1" dirty="0" err="1" smtClean="0">
                <a:latin typeface="Times New Roman" panose="02020603050405020304" pitchFamily="18" charset="0"/>
                <a:ea typeface="굴림" pitchFamily="50" charset="-127"/>
                <a:cs typeface="Times New Roman" panose="02020603050405020304" pitchFamily="18" charset="0"/>
              </a:rPr>
              <a:t>Cấu</a:t>
            </a:r>
            <a:r>
              <a:rPr lang="en-US" altLang="ko-KR" sz="1400" b="1"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err="1" smtClean="0">
                <a:latin typeface="Times New Roman" panose="02020603050405020304" pitchFamily="18" charset="0"/>
                <a:ea typeface="굴림" pitchFamily="50" charset="-127"/>
                <a:cs typeface="Times New Roman" panose="02020603050405020304" pitchFamily="18" charset="0"/>
              </a:rPr>
              <a:t>tạo</a:t>
            </a:r>
            <a:r>
              <a:rPr lang="en-US" altLang="ko-KR" sz="1400" b="1"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err="1" smtClean="0">
                <a:latin typeface="Times New Roman" panose="02020603050405020304" pitchFamily="18" charset="0"/>
                <a:ea typeface="굴림" pitchFamily="50" charset="-127"/>
                <a:cs typeface="Times New Roman" panose="02020603050405020304" pitchFamily="18" charset="0"/>
              </a:rPr>
              <a:t>màn</a:t>
            </a:r>
            <a:r>
              <a:rPr lang="en-US" altLang="ko-KR" sz="1400" b="1"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err="1" smtClean="0">
                <a:latin typeface="Times New Roman" panose="02020603050405020304" pitchFamily="18" charset="0"/>
                <a:ea typeface="굴림" pitchFamily="50" charset="-127"/>
                <a:cs typeface="Times New Roman" panose="02020603050405020304" pitchFamily="18" charset="0"/>
              </a:rPr>
              <a:t>hình</a:t>
            </a:r>
            <a:r>
              <a:rPr lang="en-US" altLang="ko-KR" sz="1400" b="1" dirty="0" smtClean="0">
                <a:latin typeface="Times New Roman" panose="02020603050405020304" pitchFamily="18" charset="0"/>
                <a:ea typeface="굴림" pitchFamily="50" charset="-127"/>
                <a:cs typeface="Times New Roman" panose="02020603050405020304" pitchFamily="18" charset="0"/>
              </a:rPr>
              <a:t> GPPW</a:t>
            </a:r>
            <a:r>
              <a:rPr lang="ko-KR" altLang="en-US" sz="1400" b="1" dirty="0" smtClean="0">
                <a:latin typeface="Times New Roman" panose="02020603050405020304" pitchFamily="18" charset="0"/>
                <a:ea typeface="굴림" pitchFamily="50" charset="-127"/>
                <a:cs typeface="Times New Roman" panose="02020603050405020304" pitchFamily="18" charset="0"/>
              </a:rPr>
              <a:t>        </a:t>
            </a:r>
            <a:endParaRPr lang="ko-KR" altLang="en-US" sz="1400"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1-1. </a:t>
            </a:r>
            <a:r>
              <a:rPr lang="en-US" altLang="ko-KR" sz="1200" dirty="0" err="1" smtClean="0">
                <a:latin typeface="Times New Roman" panose="02020603050405020304" pitchFamily="18" charset="0"/>
                <a:ea typeface="굴림" pitchFamily="50" charset="-127"/>
                <a:cs typeface="Times New Roman" panose="02020603050405020304" pitchFamily="18" charset="0"/>
              </a:rPr>
              <a:t>Phương</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pháp</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khởi</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động</a:t>
            </a:r>
            <a:r>
              <a:rPr lang="en-US" altLang="ko-KR" sz="1200" dirty="0" smtClean="0">
                <a:latin typeface="Times New Roman" panose="02020603050405020304" pitchFamily="18" charset="0"/>
                <a:ea typeface="굴림" pitchFamily="50" charset="-127"/>
                <a:cs typeface="Times New Roman" panose="02020603050405020304" pitchFamily="18" charset="0"/>
              </a:rPr>
              <a:t> GPPW</a:t>
            </a: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1-2. </a:t>
            </a:r>
            <a:r>
              <a:rPr lang="en-US" altLang="ko-KR" sz="1200" dirty="0" err="1" smtClean="0">
                <a:latin typeface="Times New Roman" panose="02020603050405020304" pitchFamily="18" charset="0"/>
                <a:ea typeface="굴림" pitchFamily="50" charset="-127"/>
                <a:cs typeface="Times New Roman" panose="02020603050405020304" pitchFamily="18" charset="0"/>
              </a:rPr>
              <a:t>Cấu</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tạo</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màn</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hình</a:t>
            </a:r>
            <a:r>
              <a:rPr lang="en-US" altLang="ko-KR" sz="1200" dirty="0" smtClean="0">
                <a:latin typeface="Times New Roman" panose="02020603050405020304" pitchFamily="18" charset="0"/>
                <a:ea typeface="굴림" pitchFamily="50" charset="-127"/>
                <a:cs typeface="Times New Roman" panose="02020603050405020304" pitchFamily="18" charset="0"/>
              </a:rPr>
              <a:t> GPPW</a:t>
            </a:r>
          </a:p>
          <a:p>
            <a:pPr eaLnBrk="1" hangingPunct="1">
              <a:defRPr/>
            </a:pPr>
            <a:endParaRPr lang="ko-KR" altLang="en-US" sz="1400" b="1"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en-US" altLang="ko-KR" sz="1400" b="1" dirty="0" smtClean="0">
                <a:latin typeface="Times New Roman" panose="02020603050405020304" pitchFamily="18" charset="0"/>
                <a:ea typeface="굴림" pitchFamily="50" charset="-127"/>
                <a:cs typeface="Times New Roman" panose="02020603050405020304" pitchFamily="18" charset="0"/>
              </a:rPr>
              <a:t>2. </a:t>
            </a:r>
            <a:r>
              <a:rPr lang="en-US" altLang="ko-KR" sz="1400" b="1" dirty="0" err="1" smtClean="0">
                <a:latin typeface="Times New Roman" panose="02020603050405020304" pitchFamily="18" charset="0"/>
                <a:ea typeface="굴림" pitchFamily="50" charset="-127"/>
                <a:cs typeface="Times New Roman" panose="02020603050405020304" pitchFamily="18" charset="0"/>
              </a:rPr>
              <a:t>Thao</a:t>
            </a:r>
            <a:r>
              <a:rPr lang="en-US" altLang="ko-KR" sz="1400" b="1"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err="1" smtClean="0">
                <a:latin typeface="Times New Roman" panose="02020603050405020304" pitchFamily="18" charset="0"/>
                <a:ea typeface="굴림" pitchFamily="50" charset="-127"/>
                <a:cs typeface="Times New Roman" panose="02020603050405020304" pitchFamily="18" charset="0"/>
              </a:rPr>
              <a:t>tác</a:t>
            </a:r>
            <a:r>
              <a:rPr lang="en-US" altLang="ko-KR" sz="1400" b="1" dirty="0" smtClean="0">
                <a:latin typeface="Times New Roman" panose="02020603050405020304" pitchFamily="18" charset="0"/>
                <a:ea typeface="굴림" pitchFamily="50" charset="-127"/>
                <a:cs typeface="Times New Roman" panose="02020603050405020304" pitchFamily="18" charset="0"/>
              </a:rPr>
              <a:t> GPPW </a:t>
            </a:r>
            <a:r>
              <a:rPr lang="en-US" altLang="ko-KR" sz="1400" b="1" dirty="0" err="1" smtClean="0">
                <a:latin typeface="Times New Roman" panose="02020603050405020304" pitchFamily="18" charset="0"/>
                <a:ea typeface="굴림" pitchFamily="50" charset="-127"/>
                <a:cs typeface="Times New Roman" panose="02020603050405020304" pitchFamily="18" charset="0"/>
              </a:rPr>
              <a:t>cơ</a:t>
            </a:r>
            <a:r>
              <a:rPr lang="en-US" altLang="ko-KR" sz="1400" b="1"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err="1" smtClean="0">
                <a:latin typeface="Times New Roman" panose="02020603050405020304" pitchFamily="18" charset="0"/>
                <a:ea typeface="굴림" pitchFamily="50" charset="-127"/>
                <a:cs typeface="Times New Roman" panose="02020603050405020304" pitchFamily="18" charset="0"/>
              </a:rPr>
              <a:t>bản</a:t>
            </a:r>
            <a:r>
              <a:rPr lang="en-US" altLang="ko-KR" sz="1400" b="1" dirty="0" smtClean="0">
                <a:latin typeface="Times New Roman" panose="02020603050405020304" pitchFamily="18" charset="0"/>
                <a:ea typeface="굴림" pitchFamily="50" charset="-127"/>
                <a:cs typeface="Times New Roman" panose="02020603050405020304" pitchFamily="18" charset="0"/>
              </a:rPr>
              <a:t> </a:t>
            </a:r>
            <a:endParaRPr lang="ko-KR" altLang="en-US" sz="1400" b="1"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2-1. </a:t>
            </a:r>
            <a:r>
              <a:rPr lang="en-US" altLang="ko-KR" sz="1200" dirty="0" err="1" smtClean="0">
                <a:latin typeface="Times New Roman" panose="02020603050405020304" pitchFamily="18" charset="0"/>
                <a:ea typeface="굴림" pitchFamily="50" charset="-127"/>
                <a:cs typeface="Times New Roman" panose="02020603050405020304" pitchFamily="18" charset="0"/>
              </a:rPr>
              <a:t>Đọc</a:t>
            </a:r>
            <a:r>
              <a:rPr lang="en-US" altLang="ko-KR" sz="1200" dirty="0" smtClean="0">
                <a:latin typeface="Times New Roman" panose="02020603050405020304" pitchFamily="18" charset="0"/>
                <a:ea typeface="굴림" pitchFamily="50" charset="-127"/>
                <a:cs typeface="Times New Roman" panose="02020603050405020304" pitchFamily="18" charset="0"/>
              </a:rPr>
              <a:t> Project</a:t>
            </a:r>
            <a:r>
              <a:rPr lang="ko-KR" altLang="en-US" sz="1200" dirty="0" smtClean="0">
                <a:latin typeface="Times New Roman" panose="02020603050405020304" pitchFamily="18" charset="0"/>
                <a:ea typeface="굴림" pitchFamily="50" charset="-127"/>
                <a:cs typeface="Times New Roman" panose="02020603050405020304" pitchFamily="18" charset="0"/>
              </a:rPr>
              <a:t> </a:t>
            </a: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2-2. </a:t>
            </a:r>
            <a:r>
              <a:rPr lang="en-US" altLang="ko-KR" sz="1200" dirty="0" err="1" smtClean="0">
                <a:latin typeface="Times New Roman" panose="02020603050405020304" pitchFamily="18" charset="0"/>
                <a:ea typeface="굴림" pitchFamily="50" charset="-127"/>
                <a:cs typeface="Times New Roman" panose="02020603050405020304" pitchFamily="18" charset="0"/>
              </a:rPr>
              <a:t>Làm</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mới</a:t>
            </a:r>
            <a:r>
              <a:rPr lang="en-US" altLang="ko-KR" sz="1200" dirty="0" smtClean="0">
                <a:latin typeface="Times New Roman" panose="02020603050405020304" pitchFamily="18" charset="0"/>
                <a:ea typeface="굴림" pitchFamily="50" charset="-127"/>
                <a:cs typeface="Times New Roman" panose="02020603050405020304" pitchFamily="18" charset="0"/>
              </a:rPr>
              <a:t> Project</a:t>
            </a:r>
            <a:r>
              <a:rPr lang="ko-KR" altLang="en-US" sz="1200" dirty="0" smtClean="0">
                <a:latin typeface="Times New Roman" panose="02020603050405020304" pitchFamily="18" charset="0"/>
                <a:ea typeface="굴림" pitchFamily="50" charset="-127"/>
                <a:cs typeface="Times New Roman" panose="02020603050405020304" pitchFamily="18" charset="0"/>
              </a:rPr>
              <a:t>                   </a:t>
            </a: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2-3. </a:t>
            </a:r>
            <a:r>
              <a:rPr lang="en-US" altLang="ko-KR" sz="1200" dirty="0" err="1" smtClean="0">
                <a:latin typeface="Times New Roman" panose="02020603050405020304" pitchFamily="18" charset="0"/>
                <a:ea typeface="굴림" pitchFamily="50" charset="-127"/>
                <a:cs typeface="Times New Roman" panose="02020603050405020304" pitchFamily="18" charset="0"/>
              </a:rPr>
              <a:t>Lưu</a:t>
            </a:r>
            <a:r>
              <a:rPr lang="en-US" altLang="ko-KR" sz="1200" dirty="0" smtClean="0">
                <a:latin typeface="Times New Roman" panose="02020603050405020304" pitchFamily="18" charset="0"/>
                <a:ea typeface="굴림" pitchFamily="50" charset="-127"/>
                <a:cs typeface="Times New Roman" panose="02020603050405020304" pitchFamily="18" charset="0"/>
              </a:rPr>
              <a:t> Project</a:t>
            </a:r>
            <a:endParaRPr lang="ko-KR" altLang="en-US" sz="1200"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2-4. </a:t>
            </a:r>
            <a:r>
              <a:rPr lang="en-US" altLang="ko-KR" sz="1200" dirty="0" err="1" smtClean="0">
                <a:latin typeface="Times New Roman" panose="02020603050405020304" pitchFamily="18" charset="0"/>
                <a:ea typeface="굴림" pitchFamily="50" charset="-127"/>
                <a:cs typeface="Times New Roman" panose="02020603050405020304" pitchFamily="18" charset="0"/>
              </a:rPr>
              <a:t>Thiết</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lập</a:t>
            </a:r>
            <a:r>
              <a:rPr lang="en-US" altLang="ko-KR" sz="1200" dirty="0" smtClean="0">
                <a:latin typeface="Times New Roman" panose="02020603050405020304" pitchFamily="18" charset="0"/>
                <a:ea typeface="굴림" pitchFamily="50" charset="-127"/>
                <a:cs typeface="Times New Roman" panose="02020603050405020304" pitchFamily="18" charset="0"/>
              </a:rPr>
              <a:t> PLC Parameter</a:t>
            </a:r>
            <a:endParaRPr lang="ko-KR" altLang="en-US" sz="1400" b="1"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2-5. Memory Clear</a:t>
            </a:r>
          </a:p>
          <a:p>
            <a:pPr eaLnBrk="1" hangingPunct="1">
              <a:defRPr/>
            </a:pPr>
            <a:r>
              <a:rPr lang="en-US" altLang="ko-KR" sz="1200" dirty="0" smtClean="0">
                <a:latin typeface="Times New Roman" panose="02020603050405020304" pitchFamily="18" charset="0"/>
                <a:ea typeface="굴림" pitchFamily="50" charset="-127"/>
                <a:cs typeface="Times New Roman" panose="02020603050405020304" pitchFamily="18" charset="0"/>
              </a:rPr>
              <a:t>   2-6. </a:t>
            </a:r>
            <a:r>
              <a:rPr lang="en-US" altLang="ko-KR" sz="1200" dirty="0" err="1" smtClean="0">
                <a:latin typeface="Times New Roman" panose="02020603050405020304" pitchFamily="18" charset="0"/>
                <a:ea typeface="굴림" pitchFamily="50" charset="-127"/>
                <a:cs typeface="Times New Roman" panose="02020603050405020304" pitchFamily="18" charset="0"/>
              </a:rPr>
              <a:t>Viết</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và</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lưu</a:t>
            </a:r>
            <a:r>
              <a:rPr lang="en-US" altLang="ko-KR" sz="1200" dirty="0" smtClean="0">
                <a:latin typeface="Times New Roman" panose="02020603050405020304" pitchFamily="18" charset="0"/>
                <a:ea typeface="굴림" pitchFamily="50" charset="-127"/>
                <a:cs typeface="Times New Roman" panose="02020603050405020304" pitchFamily="18" charset="0"/>
              </a:rPr>
              <a:t> Project</a:t>
            </a:r>
            <a:endParaRPr lang="ko-KR" altLang="en-US" sz="1200"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2-7. </a:t>
            </a:r>
            <a:r>
              <a:rPr lang="en-US" altLang="ko-KR" sz="1200" dirty="0" err="1" smtClean="0">
                <a:latin typeface="Times New Roman" panose="02020603050405020304" pitchFamily="18" charset="0"/>
                <a:ea typeface="굴림" pitchFamily="50" charset="-127"/>
                <a:cs typeface="Times New Roman" panose="02020603050405020304" pitchFamily="18" charset="0"/>
              </a:rPr>
              <a:t>Chỉnh</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sửa</a:t>
            </a:r>
            <a:r>
              <a:rPr lang="en-US" altLang="ko-KR" sz="1200" dirty="0" smtClean="0">
                <a:latin typeface="Times New Roman" panose="02020603050405020304" pitchFamily="18" charset="0"/>
                <a:ea typeface="굴림" pitchFamily="50" charset="-127"/>
                <a:cs typeface="Times New Roman" panose="02020603050405020304" pitchFamily="18" charset="0"/>
              </a:rPr>
              <a:t> comment</a:t>
            </a:r>
            <a:endParaRPr lang="ko-KR" altLang="en-US" sz="1200"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2-8. </a:t>
            </a:r>
            <a:r>
              <a:rPr lang="en-US" altLang="ko-KR" sz="1200" dirty="0" err="1" smtClean="0">
                <a:latin typeface="Times New Roman" panose="02020603050405020304" pitchFamily="18" charset="0"/>
                <a:ea typeface="굴림" pitchFamily="50" charset="-127"/>
                <a:cs typeface="Times New Roman" panose="02020603050405020304" pitchFamily="18" charset="0"/>
              </a:rPr>
              <a:t>Chỉnh</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sửa</a:t>
            </a:r>
            <a:r>
              <a:rPr lang="en-US" altLang="ko-KR" sz="1200" dirty="0" smtClean="0">
                <a:latin typeface="Times New Roman" panose="02020603050405020304" pitchFamily="18" charset="0"/>
                <a:ea typeface="굴림" pitchFamily="50" charset="-127"/>
                <a:cs typeface="Times New Roman" panose="02020603050405020304" pitchFamily="18" charset="0"/>
              </a:rPr>
              <a:t> Statement/note</a:t>
            </a:r>
            <a:endParaRPr lang="ko-KR" altLang="en-US" sz="1200"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2-9. </a:t>
            </a:r>
            <a:r>
              <a:rPr lang="en-US" altLang="ko-KR" sz="1200" dirty="0" err="1" smtClean="0">
                <a:latin typeface="Times New Roman" panose="02020603050405020304" pitchFamily="18" charset="0"/>
                <a:ea typeface="굴림" pitchFamily="50" charset="-127"/>
                <a:cs typeface="Times New Roman" panose="02020603050405020304" pitchFamily="18" charset="0"/>
              </a:rPr>
              <a:t>Nhiều</a:t>
            </a: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Program</a:t>
            </a:r>
          </a:p>
        </p:txBody>
      </p:sp>
    </p:spTree>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680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9463" y="1498121"/>
            <a:ext cx="7450137" cy="475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6803" name="Group 13"/>
          <p:cNvGrpSpPr>
            <a:grpSpLocks/>
          </p:cNvGrpSpPr>
          <p:nvPr/>
        </p:nvGrpSpPr>
        <p:grpSpPr bwMode="auto">
          <a:xfrm>
            <a:off x="6492875" y="1557338"/>
            <a:ext cx="2889250" cy="2303462"/>
            <a:chOff x="3759" y="890"/>
            <a:chExt cx="1820" cy="1451"/>
          </a:xfrm>
        </p:grpSpPr>
        <p:sp>
          <p:nvSpPr>
            <p:cNvPr id="76808" name="Text Box 4"/>
            <p:cNvSpPr txBox="1">
              <a:spLocks noChangeArrowheads="1"/>
            </p:cNvSpPr>
            <p:nvPr/>
          </p:nvSpPr>
          <p:spPr bwMode="auto">
            <a:xfrm>
              <a:off x="3759" y="890"/>
              <a:ext cx="140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endParaRPr lang="ko-KR" altLang="en-US" sz="1200" dirty="0">
                <a:latin typeface="Times New Roman" panose="02020603050405020304" pitchFamily="18" charset="0"/>
                <a:cs typeface="Times New Roman" panose="02020603050405020304" pitchFamily="18" charset="0"/>
              </a:endParaRPr>
            </a:p>
          </p:txBody>
        </p:sp>
        <p:sp>
          <p:nvSpPr>
            <p:cNvPr id="76809" name="Text Box 5"/>
            <p:cNvSpPr txBox="1">
              <a:spLocks noChangeArrowheads="1"/>
            </p:cNvSpPr>
            <p:nvPr/>
          </p:nvSpPr>
          <p:spPr bwMode="auto">
            <a:xfrm>
              <a:off x="3759" y="1316"/>
              <a:ext cx="1404"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Program(P)</a:t>
              </a:r>
              <a:endParaRPr lang="ko-KR" altLang="en-US" sz="1200" dirty="0">
                <a:latin typeface="Times New Roman" panose="02020603050405020304" pitchFamily="18" charset="0"/>
                <a:cs typeface="Times New Roman" panose="02020603050405020304" pitchFamily="18" charset="0"/>
              </a:endParaRPr>
            </a:p>
          </p:txBody>
        </p:sp>
        <p:sp>
          <p:nvSpPr>
            <p:cNvPr id="76810" name="Text Box 6"/>
            <p:cNvSpPr txBox="1">
              <a:spLocks noChangeArrowheads="1"/>
            </p:cNvSpPr>
            <p:nvPr/>
          </p:nvSpPr>
          <p:spPr bwMode="auto">
            <a:xfrm>
              <a:off x="3759" y="1742"/>
              <a:ext cx="1820"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3.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MELSOFT </a:t>
              </a:r>
              <a:endParaRPr lang="ko-KR" altLang="en-US" sz="1200" dirty="0">
                <a:latin typeface="Times New Roman" panose="02020603050405020304" pitchFamily="18" charset="0"/>
                <a:cs typeface="Times New Roman" panose="02020603050405020304" pitchFamily="18" charset="0"/>
              </a:endParaRPr>
            </a:p>
          </p:txBody>
        </p:sp>
        <p:sp>
          <p:nvSpPr>
            <p:cNvPr id="76811" name="Text Box 7"/>
            <p:cNvSpPr txBox="1">
              <a:spLocks noChangeArrowheads="1"/>
            </p:cNvSpPr>
            <p:nvPr/>
          </p:nvSpPr>
          <p:spPr bwMode="auto">
            <a:xfrm>
              <a:off x="3759" y="2168"/>
              <a:ext cx="182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4.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GX Developer</a:t>
              </a:r>
              <a:endParaRPr lang="ko-KR" altLang="en-US" sz="1200" dirty="0">
                <a:latin typeface="Times New Roman" panose="02020603050405020304" pitchFamily="18" charset="0"/>
                <a:cs typeface="Times New Roman" panose="02020603050405020304" pitchFamily="18" charset="0"/>
              </a:endParaRPr>
            </a:p>
          </p:txBody>
        </p:sp>
      </p:grpSp>
      <p:sp>
        <p:nvSpPr>
          <p:cNvPr id="76804" name="Rectangle 9"/>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76805" name="Rectangle 10"/>
          <p:cNvSpPr>
            <a:spLocks noChangeArrowheads="1"/>
          </p:cNvSpPr>
          <p:nvPr/>
        </p:nvSpPr>
        <p:spPr bwMode="auto">
          <a:xfrm>
            <a:off x="396875" y="692150"/>
            <a:ext cx="2722206"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r>
              <a:rPr lang="ko-KR" altLang="en-US" sz="1600" b="1" dirty="0" smtClean="0">
                <a:latin typeface="Times New Roman" panose="02020603050405020304" pitchFamily="18" charset="0"/>
                <a:cs typeface="Times New Roman" panose="02020603050405020304" pitchFamily="18" charset="0"/>
              </a:rPr>
              <a:t> </a:t>
            </a:r>
            <a:endParaRPr lang="ko-KR" altLang="en-US" sz="1600" b="1" dirty="0">
              <a:latin typeface="Times New Roman" panose="02020603050405020304" pitchFamily="18" charset="0"/>
              <a:cs typeface="Times New Roman" panose="02020603050405020304" pitchFamily="18" charset="0"/>
            </a:endParaRPr>
          </a:p>
        </p:txBody>
      </p:sp>
      <p:sp>
        <p:nvSpPr>
          <p:cNvPr id="76806" name="Rectangle 11"/>
          <p:cNvSpPr>
            <a:spLocks noChangeArrowheads="1"/>
          </p:cNvSpPr>
          <p:nvPr/>
        </p:nvSpPr>
        <p:spPr bwMode="auto">
          <a:xfrm>
            <a:off x="506413" y="1089025"/>
            <a:ext cx="2977532" cy="34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a:latin typeface="Times New Roman" panose="02020603050405020304" pitchFamily="18" charset="0"/>
                <a:cs typeface="Times New Roman" panose="02020603050405020304" pitchFamily="18" charset="0"/>
              </a:rPr>
              <a:t>1-1. </a:t>
            </a:r>
            <a:r>
              <a:rPr lang="en-US" altLang="ko-KR" sz="1400" b="1" dirty="0" err="1" smtClean="0">
                <a:latin typeface="Times New Roman" panose="02020603050405020304" pitchFamily="18" charset="0"/>
                <a:cs typeface="Times New Roman" panose="02020603050405020304" pitchFamily="18" charset="0"/>
              </a:rPr>
              <a:t>Phương</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pháp</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khởi</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động</a:t>
            </a:r>
            <a:r>
              <a:rPr lang="en-US" altLang="ko-KR" sz="1400" b="1" dirty="0" smtClean="0">
                <a:latin typeface="Times New Roman" panose="02020603050405020304" pitchFamily="18" charset="0"/>
                <a:cs typeface="Times New Roman" panose="02020603050405020304" pitchFamily="18" charset="0"/>
              </a:rPr>
              <a:t> GPPW </a:t>
            </a:r>
            <a:endParaRPr lang="ko-KR" altLang="en-US" sz="1400" b="1" dirty="0">
              <a:latin typeface="Times New Roman" panose="02020603050405020304" pitchFamily="18" charset="0"/>
              <a:cs typeface="Times New Roman" panose="02020603050405020304" pitchFamily="18" charset="0"/>
            </a:endParaRPr>
          </a:p>
        </p:txBody>
      </p:sp>
      <p:sp>
        <p:nvSpPr>
          <p:cNvPr id="76807" name="Rectangle 12"/>
          <p:cNvSpPr>
            <a:spLocks noChangeArrowheads="1"/>
          </p:cNvSpPr>
          <p:nvPr/>
        </p:nvSpPr>
        <p:spPr bwMode="auto">
          <a:xfrm>
            <a:off x="7041232" y="42863"/>
            <a:ext cx="2670910"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7635" name="Picture 3"/>
          <p:cNvPicPr>
            <a:picLocks noChangeAspect="1" noChangeArrowheads="1"/>
          </p:cNvPicPr>
          <p:nvPr/>
        </p:nvPicPr>
        <p:blipFill rotWithShape="1">
          <a:blip r:embed="rId3">
            <a:extLst>
              <a:ext uri="{28A0092B-C50C-407E-A947-70E740481C1C}">
                <a14:useLocalDpi xmlns:a14="http://schemas.microsoft.com/office/drawing/2010/main" val="0"/>
              </a:ext>
            </a:extLst>
          </a:blip>
          <a:srcRect l="8952" t="15302" r="16335" b="14932"/>
          <a:stretch/>
        </p:blipFill>
        <p:spPr bwMode="auto">
          <a:xfrm>
            <a:off x="660401" y="1276983"/>
            <a:ext cx="8626474" cy="50634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7826" name="Text Box 2"/>
          <p:cNvSpPr txBox="1">
            <a:spLocks noChangeArrowheads="1"/>
          </p:cNvSpPr>
          <p:nvPr/>
        </p:nvSpPr>
        <p:spPr bwMode="auto">
          <a:xfrm>
            <a:off x="560388" y="820738"/>
            <a:ext cx="27879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1-2. </a:t>
            </a:r>
            <a:r>
              <a:rPr lang="en-US" altLang="ko-KR" sz="1400" b="1" dirty="0" err="1" smtClean="0">
                <a:latin typeface="Times New Roman" panose="02020603050405020304" pitchFamily="18" charset="0"/>
                <a:cs typeface="Times New Roman" panose="02020603050405020304" pitchFamily="18" charset="0"/>
              </a:rPr>
              <a:t>Cấu</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tạo</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màn</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hình</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của</a:t>
            </a:r>
            <a:r>
              <a:rPr lang="en-US" altLang="ko-KR" sz="1400" b="1" dirty="0" smtClean="0">
                <a:latin typeface="Times New Roman" panose="02020603050405020304" pitchFamily="18" charset="0"/>
                <a:cs typeface="Times New Roman" panose="02020603050405020304" pitchFamily="18" charset="0"/>
              </a:rPr>
              <a:t> GPPW</a:t>
            </a:r>
            <a:endParaRPr lang="ko-KR" altLang="en-US" sz="1400" b="1" dirty="0">
              <a:latin typeface="Times New Roman" panose="02020603050405020304" pitchFamily="18" charset="0"/>
              <a:cs typeface="Times New Roman" panose="02020603050405020304" pitchFamily="18" charset="0"/>
            </a:endParaRPr>
          </a:p>
        </p:txBody>
      </p:sp>
      <p:sp>
        <p:nvSpPr>
          <p:cNvPr id="77828" name="Rectangle 5"/>
          <p:cNvSpPr>
            <a:spLocks noChangeArrowheads="1"/>
          </p:cNvSpPr>
          <p:nvPr/>
        </p:nvSpPr>
        <p:spPr bwMode="auto">
          <a:xfrm>
            <a:off x="4886324" y="1268414"/>
            <a:ext cx="1434827" cy="276999"/>
          </a:xfrm>
          <a:prstGeom prst="rect">
            <a:avLst/>
          </a:prstGeom>
          <a:solidFill>
            <a:schemeClr val="bg1"/>
          </a:solidFill>
          <a:ln w="9525">
            <a:solidFill>
              <a:schemeClr val="tx1"/>
            </a:solidFill>
            <a:miter lim="800000"/>
            <a:headEnd/>
            <a:tailEnd/>
          </a:ln>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Thanh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đề</a:t>
            </a:r>
            <a:endParaRPr lang="ko-KR" altLang="en-US" sz="1200" dirty="0">
              <a:latin typeface="Times New Roman" panose="02020603050405020304" pitchFamily="18" charset="0"/>
              <a:cs typeface="Times New Roman" panose="02020603050405020304" pitchFamily="18" charset="0"/>
            </a:endParaRPr>
          </a:p>
        </p:txBody>
      </p:sp>
      <p:sp>
        <p:nvSpPr>
          <p:cNvPr id="77829" name="Rectangle 6"/>
          <p:cNvSpPr>
            <a:spLocks noChangeArrowheads="1"/>
          </p:cNvSpPr>
          <p:nvPr/>
        </p:nvSpPr>
        <p:spPr bwMode="auto">
          <a:xfrm>
            <a:off x="2582863" y="1606551"/>
            <a:ext cx="1290017" cy="276999"/>
          </a:xfrm>
          <a:prstGeom prst="rect">
            <a:avLst/>
          </a:prstGeom>
          <a:solidFill>
            <a:schemeClr val="bg1"/>
          </a:solidFill>
          <a:ln w="9525">
            <a:solidFill>
              <a:schemeClr val="tx1"/>
            </a:solidFill>
            <a:miter lim="800000"/>
            <a:headEnd/>
            <a:tailEnd/>
          </a:ln>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Thanh</a:t>
            </a:r>
            <a:r>
              <a:rPr lang="en-US" altLang="ko-KR" sz="1200" dirty="0" smtClean="0">
                <a:latin typeface="Times New Roman" panose="02020603050405020304" pitchFamily="18" charset="0"/>
                <a:cs typeface="Times New Roman" panose="02020603050405020304" pitchFamily="18" charset="0"/>
              </a:rPr>
              <a:t> menu</a:t>
            </a:r>
            <a:endParaRPr lang="ko-KR" altLang="en-US" sz="1200" dirty="0">
              <a:latin typeface="Times New Roman" panose="02020603050405020304" pitchFamily="18" charset="0"/>
              <a:cs typeface="Times New Roman" panose="02020603050405020304" pitchFamily="18" charset="0"/>
            </a:endParaRPr>
          </a:p>
        </p:txBody>
      </p:sp>
      <p:sp>
        <p:nvSpPr>
          <p:cNvPr id="77830" name="Rectangle 7"/>
          <p:cNvSpPr>
            <a:spLocks noChangeArrowheads="1"/>
          </p:cNvSpPr>
          <p:nvPr/>
        </p:nvSpPr>
        <p:spPr bwMode="auto">
          <a:xfrm>
            <a:off x="1993900" y="2173289"/>
            <a:ext cx="1014884" cy="276999"/>
          </a:xfrm>
          <a:prstGeom prst="rect">
            <a:avLst/>
          </a:prstGeom>
          <a:solidFill>
            <a:schemeClr val="bg1"/>
          </a:solidFill>
          <a:ln w="9525">
            <a:solidFill>
              <a:schemeClr val="tx1"/>
            </a:solidFill>
            <a:miter lim="800000"/>
            <a:headEnd/>
            <a:tailEnd/>
          </a:ln>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4)Tool  Bar</a:t>
            </a:r>
            <a:endParaRPr lang="ko-KR" altLang="en-US" sz="1200" dirty="0">
              <a:latin typeface="Times New Roman" panose="02020603050405020304" pitchFamily="18" charset="0"/>
              <a:cs typeface="Times New Roman" panose="02020603050405020304" pitchFamily="18" charset="0"/>
            </a:endParaRPr>
          </a:p>
        </p:txBody>
      </p:sp>
      <p:sp>
        <p:nvSpPr>
          <p:cNvPr id="77831" name="Rectangle 8"/>
          <p:cNvSpPr>
            <a:spLocks noChangeArrowheads="1"/>
          </p:cNvSpPr>
          <p:nvPr/>
        </p:nvSpPr>
        <p:spPr bwMode="auto">
          <a:xfrm>
            <a:off x="849313" y="2636838"/>
            <a:ext cx="1879600" cy="276999"/>
          </a:xfrm>
          <a:prstGeom prst="rect">
            <a:avLst/>
          </a:prstGeom>
          <a:solidFill>
            <a:schemeClr val="bg1"/>
          </a:solidFill>
          <a:ln w="9525">
            <a:solidFill>
              <a:schemeClr val="tx1"/>
            </a:solidFill>
            <a:miter lim="800000"/>
            <a:headEnd/>
            <a:tailEnd/>
          </a:ln>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(5) </a:t>
            </a:r>
            <a:r>
              <a:rPr lang="en-US" altLang="ko-KR" sz="1200" dirty="0" smtClean="0">
                <a:latin typeface="Times New Roman" panose="02020603050405020304" pitchFamily="18" charset="0"/>
                <a:cs typeface="Times New Roman" panose="02020603050405020304" pitchFamily="18" charset="0"/>
              </a:rPr>
              <a:t>Project data list</a:t>
            </a:r>
            <a:endParaRPr lang="ko-KR" altLang="en-US" sz="1200" dirty="0">
              <a:latin typeface="Times New Roman" panose="02020603050405020304" pitchFamily="18" charset="0"/>
              <a:cs typeface="Times New Roman" panose="02020603050405020304" pitchFamily="18" charset="0"/>
            </a:endParaRPr>
          </a:p>
        </p:txBody>
      </p:sp>
      <p:sp>
        <p:nvSpPr>
          <p:cNvPr id="77832" name="Rectangle 9"/>
          <p:cNvSpPr>
            <a:spLocks noChangeArrowheads="1"/>
          </p:cNvSpPr>
          <p:nvPr/>
        </p:nvSpPr>
        <p:spPr bwMode="auto">
          <a:xfrm>
            <a:off x="5961063" y="5445125"/>
            <a:ext cx="1764245" cy="276999"/>
          </a:xfrm>
          <a:prstGeom prst="rect">
            <a:avLst/>
          </a:prstGeom>
          <a:solidFill>
            <a:schemeClr val="bg1"/>
          </a:solidFill>
          <a:ln w="9525">
            <a:solidFill>
              <a:schemeClr val="tx1"/>
            </a:solidFill>
            <a:miter lim="800000"/>
            <a:headEnd/>
            <a:tailEnd/>
          </a:ln>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(6)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endParaRPr lang="ko-KR" altLang="en-US" sz="1200" dirty="0">
              <a:latin typeface="Times New Roman" panose="02020603050405020304" pitchFamily="18" charset="0"/>
              <a:cs typeface="Times New Roman" panose="02020603050405020304" pitchFamily="18" charset="0"/>
            </a:endParaRPr>
          </a:p>
        </p:txBody>
      </p:sp>
      <p:sp>
        <p:nvSpPr>
          <p:cNvPr id="77833" name="Rectangle 10"/>
          <p:cNvSpPr>
            <a:spLocks noChangeArrowheads="1"/>
          </p:cNvSpPr>
          <p:nvPr/>
        </p:nvSpPr>
        <p:spPr bwMode="auto">
          <a:xfrm>
            <a:off x="5348288" y="6165850"/>
            <a:ext cx="1379537" cy="276999"/>
          </a:xfrm>
          <a:prstGeom prst="rect">
            <a:avLst/>
          </a:prstGeom>
          <a:solidFill>
            <a:schemeClr val="bg1"/>
          </a:solidFill>
          <a:ln w="9525">
            <a:solidFill>
              <a:schemeClr val="tx1"/>
            </a:solidFill>
            <a:miter lim="800000"/>
            <a:headEnd/>
            <a:tailEnd/>
          </a:ln>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(7) </a:t>
            </a:r>
            <a:r>
              <a:rPr lang="en-US" altLang="ko-KR" sz="1200" dirty="0" smtClean="0">
                <a:latin typeface="Times New Roman" panose="02020603050405020304" pitchFamily="18" charset="0"/>
                <a:cs typeface="Times New Roman" panose="02020603050405020304" pitchFamily="18" charset="0"/>
              </a:rPr>
              <a:t>Status bar</a:t>
            </a:r>
            <a:endParaRPr lang="ko-KR" altLang="en-US" sz="1200" dirty="0">
              <a:latin typeface="Times New Roman" panose="02020603050405020304" pitchFamily="18" charset="0"/>
              <a:cs typeface="Times New Roman" panose="02020603050405020304" pitchFamily="18" charset="0"/>
            </a:endParaRPr>
          </a:p>
        </p:txBody>
      </p:sp>
      <p:sp>
        <p:nvSpPr>
          <p:cNvPr id="77837" name="Rectangle 11"/>
          <p:cNvSpPr>
            <a:spLocks noChangeArrowheads="1"/>
          </p:cNvSpPr>
          <p:nvPr/>
        </p:nvSpPr>
        <p:spPr bwMode="auto">
          <a:xfrm>
            <a:off x="6223000" y="1727201"/>
            <a:ext cx="1754336" cy="276999"/>
          </a:xfrm>
          <a:prstGeom prst="rect">
            <a:avLst/>
          </a:prstGeom>
          <a:solidFill>
            <a:schemeClr val="bg1"/>
          </a:solidFill>
          <a:ln w="9525">
            <a:solidFill>
              <a:schemeClr val="tx1"/>
            </a:solidFill>
            <a:miter lim="800000"/>
            <a:headEnd/>
            <a:tailEnd/>
          </a:ln>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(3) </a:t>
            </a:r>
            <a:r>
              <a:rPr lang="en-US" altLang="ko-KR" sz="1200" dirty="0" smtClean="0">
                <a:latin typeface="Times New Roman" panose="02020603050405020304" pitchFamily="18" charset="0"/>
                <a:cs typeface="Times New Roman" panose="02020603050405020304" pitchFamily="18" charset="0"/>
              </a:rPr>
              <a:t>Drop-down menu</a:t>
            </a:r>
            <a:endParaRPr lang="ko-KR" altLang="en-US" sz="1200" dirty="0">
              <a:latin typeface="Times New Roman" panose="02020603050405020304" pitchFamily="18" charset="0"/>
              <a:cs typeface="Times New Roman" panose="02020603050405020304" pitchFamily="18" charset="0"/>
            </a:endParaRPr>
          </a:p>
        </p:txBody>
      </p:sp>
      <p:sp>
        <p:nvSpPr>
          <p:cNvPr id="13" name="Rectangle 9"/>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4" name="Rectangle 12"/>
          <p:cNvSpPr>
            <a:spLocks noChangeArrowheads="1"/>
          </p:cNvSpPr>
          <p:nvPr/>
        </p:nvSpPr>
        <p:spPr bwMode="auto">
          <a:xfrm>
            <a:off x="7041232" y="42863"/>
            <a:ext cx="2670910"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86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2750" y="5105400"/>
            <a:ext cx="9001125" cy="228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865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6062" y="1773238"/>
            <a:ext cx="9124950" cy="3397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8850" name="Rectangle 2"/>
          <p:cNvSpPr>
            <a:spLocks noChangeArrowheads="1"/>
          </p:cNvSpPr>
          <p:nvPr/>
        </p:nvSpPr>
        <p:spPr bwMode="auto">
          <a:xfrm>
            <a:off x="405225" y="811213"/>
            <a:ext cx="13136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(1) </a:t>
            </a:r>
            <a:r>
              <a:rPr lang="en-US" altLang="ko-KR" sz="1200" b="1" dirty="0" err="1" smtClean="0">
                <a:latin typeface="Times New Roman" panose="02020603050405020304" pitchFamily="18" charset="0"/>
                <a:cs typeface="Times New Roman" panose="02020603050405020304" pitchFamily="18" charset="0"/>
              </a:rPr>
              <a:t>Thanh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tiêu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đề</a:t>
            </a:r>
            <a:endParaRPr lang="ko-KR" altLang="en-US" sz="1200" b="1" dirty="0">
              <a:latin typeface="Times New Roman" panose="02020603050405020304" pitchFamily="18" charset="0"/>
              <a:cs typeface="Times New Roman" panose="02020603050405020304" pitchFamily="18" charset="0"/>
            </a:endParaRPr>
          </a:p>
        </p:txBody>
      </p:sp>
      <p:sp>
        <p:nvSpPr>
          <p:cNvPr id="78852" name="Rectangle 4"/>
          <p:cNvSpPr>
            <a:spLocks noChangeArrowheads="1"/>
          </p:cNvSpPr>
          <p:nvPr/>
        </p:nvSpPr>
        <p:spPr bwMode="auto">
          <a:xfrm>
            <a:off x="499053" y="1273828"/>
            <a:ext cx="2770630" cy="276999"/>
          </a:xfrm>
          <a:prstGeom prst="rect">
            <a:avLst/>
          </a:prstGeom>
          <a:solidFill>
            <a:schemeClr val="bg1"/>
          </a:solidFill>
          <a:ln w="9525">
            <a:solidFill>
              <a:schemeClr val="tx1"/>
            </a:solidFill>
            <a:miter lim="800000"/>
            <a:headEnd/>
            <a:tailEnd/>
          </a:ln>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thúc</a:t>
            </a:r>
            <a:r>
              <a:rPr lang="en-US" altLang="ko-KR" sz="1200" dirty="0" smtClean="0">
                <a:latin typeface="Times New Roman" panose="02020603050405020304" pitchFamily="18" charset="0"/>
                <a:cs typeface="Times New Roman" panose="02020603050405020304" pitchFamily="18" charset="0"/>
              </a:rPr>
              <a:t> GPPW.</a:t>
            </a:r>
            <a:endParaRPr lang="en-US" altLang="ko-KR" sz="1200" dirty="0">
              <a:latin typeface="Times New Roman" panose="02020603050405020304" pitchFamily="18" charset="0"/>
              <a:cs typeface="Times New Roman" panose="02020603050405020304" pitchFamily="18" charset="0"/>
            </a:endParaRPr>
          </a:p>
        </p:txBody>
      </p:sp>
      <p:sp>
        <p:nvSpPr>
          <p:cNvPr id="78853" name="Line 5"/>
          <p:cNvSpPr>
            <a:spLocks noChangeShapeType="1"/>
          </p:cNvSpPr>
          <p:nvPr/>
        </p:nvSpPr>
        <p:spPr bwMode="auto">
          <a:xfrm>
            <a:off x="479425" y="1584978"/>
            <a:ext cx="0" cy="2286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78854" name="Rectangle 6"/>
          <p:cNvSpPr>
            <a:spLocks noChangeArrowheads="1"/>
          </p:cNvSpPr>
          <p:nvPr/>
        </p:nvSpPr>
        <p:spPr bwMode="auto">
          <a:xfrm>
            <a:off x="2040669" y="1736725"/>
            <a:ext cx="1481994" cy="404813"/>
          </a:xfrm>
          <a:prstGeom prst="rect">
            <a:avLst/>
          </a:prstGeom>
          <a:noFill/>
          <a:ln w="19050">
            <a:solidFill>
              <a:srgbClr val="CC33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8855" name="Rectangle 7"/>
          <p:cNvSpPr>
            <a:spLocks noChangeArrowheads="1"/>
          </p:cNvSpPr>
          <p:nvPr/>
        </p:nvSpPr>
        <p:spPr bwMode="auto">
          <a:xfrm>
            <a:off x="1715126" y="2452688"/>
            <a:ext cx="2300631" cy="276999"/>
          </a:xfrm>
          <a:prstGeom prst="rect">
            <a:avLst/>
          </a:prstGeom>
          <a:solidFill>
            <a:schemeClr val="bg1"/>
          </a:solidFill>
          <a:ln w="9525">
            <a:solidFill>
              <a:schemeClr val="tx1"/>
            </a:solidFill>
            <a:miter lim="800000"/>
            <a:headEnd/>
            <a:tailEnd/>
          </a:ln>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Hiển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tên</a:t>
            </a:r>
            <a:r>
              <a:rPr lang="en-US" altLang="ko-KR" sz="1200" dirty="0" smtClean="0">
                <a:latin typeface="Times New Roman" panose="02020603050405020304" pitchFamily="18" charset="0"/>
                <a:cs typeface="Times New Roman" panose="02020603050405020304" pitchFamily="18" charset="0"/>
              </a:rPr>
              <a:t> project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dẫn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78856" name="Line 8"/>
          <p:cNvSpPr>
            <a:spLocks noChangeShapeType="1"/>
          </p:cNvSpPr>
          <p:nvPr/>
        </p:nvSpPr>
        <p:spPr bwMode="auto">
          <a:xfrm flipV="1">
            <a:off x="2833687" y="2154238"/>
            <a:ext cx="0" cy="3048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78857" name="Rectangle 9"/>
          <p:cNvSpPr>
            <a:spLocks noChangeArrowheads="1"/>
          </p:cNvSpPr>
          <p:nvPr/>
        </p:nvSpPr>
        <p:spPr bwMode="auto">
          <a:xfrm>
            <a:off x="311150" y="3700463"/>
            <a:ext cx="9509655" cy="607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dirty="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(2) </a:t>
            </a:r>
            <a:r>
              <a:rPr lang="en-US" altLang="ko-KR" sz="1200" b="1" dirty="0" smtClean="0">
                <a:latin typeface="Times New Roman" panose="02020603050405020304" pitchFamily="18" charset="0"/>
                <a:cs typeface="Times New Roman" panose="02020603050405020304" pitchFamily="18" charset="0"/>
              </a:rPr>
              <a:t>Menu bar</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300" dirty="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Biểu</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thị</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tên</a:t>
            </a:r>
            <a:r>
              <a:rPr lang="en-US" altLang="ko-KR" sz="1300" dirty="0" smtClean="0">
                <a:latin typeface="Times New Roman" panose="02020603050405020304" pitchFamily="18" charset="0"/>
                <a:cs typeface="Times New Roman" panose="02020603050405020304" pitchFamily="18" charset="0"/>
              </a:rPr>
              <a:t> menu </a:t>
            </a:r>
            <a:r>
              <a:rPr lang="en-US" altLang="ko-KR" sz="1300" dirty="0" err="1" smtClean="0">
                <a:latin typeface="Times New Roman" panose="02020603050405020304" pitchFamily="18" charset="0"/>
                <a:cs typeface="Times New Roman" panose="02020603050405020304" pitchFamily="18" charset="0"/>
              </a:rPr>
              <a:t>có</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thể</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sử</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dụng</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trong</a:t>
            </a:r>
            <a:r>
              <a:rPr lang="en-US" altLang="ko-KR" sz="13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GPPW.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menu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Drop-down menu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function.</a:t>
            </a:r>
            <a:endParaRPr lang="en-US" altLang="ko-KR" sz="1200" dirty="0">
              <a:latin typeface="Times New Roman" panose="02020603050405020304" pitchFamily="18" charset="0"/>
              <a:cs typeface="Times New Roman" panose="02020603050405020304" pitchFamily="18" charset="0"/>
            </a:endParaRPr>
          </a:p>
        </p:txBody>
      </p:sp>
      <p:sp>
        <p:nvSpPr>
          <p:cNvPr id="13" name="Rectangle 9"/>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4" name="Rectangle 12"/>
          <p:cNvSpPr>
            <a:spLocks noChangeArrowheads="1"/>
          </p:cNvSpPr>
          <p:nvPr/>
        </p:nvSpPr>
        <p:spPr bwMode="auto">
          <a:xfrm>
            <a:off x="7041232" y="42863"/>
            <a:ext cx="2670910"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968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92613" y="2141537"/>
            <a:ext cx="2396591" cy="419200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9687"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21252" y="3662363"/>
            <a:ext cx="2095500" cy="1085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9874" name="Rectangle 2"/>
          <p:cNvSpPr>
            <a:spLocks noChangeArrowheads="1"/>
          </p:cNvSpPr>
          <p:nvPr/>
        </p:nvSpPr>
        <p:spPr bwMode="auto">
          <a:xfrm>
            <a:off x="469900" y="758825"/>
            <a:ext cx="16582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(3) </a:t>
            </a:r>
            <a:r>
              <a:rPr lang="en-US" altLang="ko-KR" sz="1200" b="1" dirty="0" smtClean="0">
                <a:latin typeface="Times New Roman" panose="02020603050405020304" pitchFamily="18" charset="0"/>
                <a:cs typeface="Times New Roman" panose="02020603050405020304" pitchFamily="18" charset="0"/>
              </a:rPr>
              <a:t>Drop – down menu</a:t>
            </a:r>
            <a:endParaRPr lang="ko-KR" altLang="en-US" sz="1200" b="1" dirty="0">
              <a:latin typeface="Times New Roman" panose="02020603050405020304" pitchFamily="18" charset="0"/>
              <a:cs typeface="Times New Roman" panose="02020603050405020304" pitchFamily="18" charset="0"/>
            </a:endParaRPr>
          </a:p>
        </p:txBody>
      </p:sp>
      <p:sp>
        <p:nvSpPr>
          <p:cNvPr id="79875" name="Rectangle 3"/>
          <p:cNvSpPr>
            <a:spLocks noChangeArrowheads="1"/>
          </p:cNvSpPr>
          <p:nvPr/>
        </p:nvSpPr>
        <p:spPr bwMode="auto">
          <a:xfrm>
            <a:off x="660400" y="1125538"/>
            <a:ext cx="916305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function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GPPW.</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thị</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ở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Drop-down menu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drop-down menu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function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hiển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tên</a:t>
            </a:r>
            <a:r>
              <a:rPr lang="en-US" altLang="ko-KR" sz="1200" dirty="0" smtClean="0">
                <a:latin typeface="Times New Roman" panose="02020603050405020304" pitchFamily="18" charset="0"/>
                <a:cs typeface="Times New Roman" panose="02020603050405020304" pitchFamily="18" charset="0"/>
              </a:rPr>
              <a:t> function. Click di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mở</a:t>
            </a:r>
            <a:r>
              <a:rPr lang="en-US" altLang="ko-KR" sz="1200" dirty="0" smtClean="0">
                <a:latin typeface="Times New Roman" panose="02020603050405020304" pitchFamily="18" charset="0"/>
                <a:cs typeface="Times New Roman" panose="02020603050405020304" pitchFamily="18" charset="0"/>
              </a:rPr>
              <a:t> function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hộp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endParaRPr lang="en-US" altLang="ko-KR" sz="1200" dirty="0">
              <a:latin typeface="Times New Roman" panose="02020603050405020304" pitchFamily="18" charset="0"/>
              <a:cs typeface="Times New Roman" panose="02020603050405020304" pitchFamily="18" charset="0"/>
            </a:endParaRPr>
          </a:p>
        </p:txBody>
      </p:sp>
      <p:sp>
        <p:nvSpPr>
          <p:cNvPr id="79878" name="Rectangle 7"/>
          <p:cNvSpPr>
            <a:spLocks noChangeArrowheads="1"/>
          </p:cNvSpPr>
          <p:nvPr/>
        </p:nvSpPr>
        <p:spPr bwMode="auto">
          <a:xfrm>
            <a:off x="4349750" y="2141538"/>
            <a:ext cx="3568700" cy="4202112"/>
          </a:xfrm>
          <a:prstGeom prst="rect">
            <a:avLst/>
          </a:prstGeom>
          <a:noFill/>
          <a:ln w="63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9879" name="AutoShape 8"/>
          <p:cNvSpPr>
            <a:spLocks noChangeArrowheads="1"/>
          </p:cNvSpPr>
          <p:nvPr/>
        </p:nvSpPr>
        <p:spPr bwMode="auto">
          <a:xfrm>
            <a:off x="4330700" y="2060575"/>
            <a:ext cx="2566516" cy="252413"/>
          </a:xfrm>
          <a:prstGeom prst="roundRect">
            <a:avLst>
              <a:gd name="adj" fmla="val 16667"/>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9880" name="Line 9"/>
          <p:cNvSpPr>
            <a:spLocks noChangeShapeType="1"/>
          </p:cNvSpPr>
          <p:nvPr/>
        </p:nvSpPr>
        <p:spPr bwMode="auto">
          <a:xfrm flipH="1">
            <a:off x="2684748" y="2216151"/>
            <a:ext cx="1645952" cy="1038226"/>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79882" name="Line 11"/>
          <p:cNvSpPr>
            <a:spLocks noChangeShapeType="1"/>
          </p:cNvSpPr>
          <p:nvPr/>
        </p:nvSpPr>
        <p:spPr bwMode="auto">
          <a:xfrm>
            <a:off x="6897216" y="3796505"/>
            <a:ext cx="324035" cy="1"/>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pic>
        <p:nvPicPr>
          <p:cNvPr id="19968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0400" y="3254375"/>
            <a:ext cx="3431398" cy="288845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1" name="AutoShape 8"/>
          <p:cNvSpPr>
            <a:spLocks noChangeArrowheads="1"/>
          </p:cNvSpPr>
          <p:nvPr/>
        </p:nvSpPr>
        <p:spPr bwMode="auto">
          <a:xfrm>
            <a:off x="4330700" y="3670301"/>
            <a:ext cx="2566516" cy="252413"/>
          </a:xfrm>
          <a:prstGeom prst="roundRect">
            <a:avLst>
              <a:gd name="adj" fmla="val 16667"/>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4" name="Rectangle 9"/>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5" name="Rectangle 12"/>
          <p:cNvSpPr>
            <a:spLocks noChangeArrowheads="1"/>
          </p:cNvSpPr>
          <p:nvPr/>
        </p:nvSpPr>
        <p:spPr bwMode="auto">
          <a:xfrm>
            <a:off x="7041232" y="42863"/>
            <a:ext cx="2670910"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070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2750" y="1612899"/>
            <a:ext cx="9245600" cy="16922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0898" name="Rectangle 2"/>
          <p:cNvSpPr>
            <a:spLocks noChangeArrowheads="1"/>
          </p:cNvSpPr>
          <p:nvPr/>
        </p:nvSpPr>
        <p:spPr bwMode="auto">
          <a:xfrm>
            <a:off x="400050" y="808038"/>
            <a:ext cx="954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(4) </a:t>
            </a:r>
            <a:r>
              <a:rPr lang="en-US" altLang="ko-KR" sz="1200" b="1" dirty="0" smtClean="0">
                <a:latin typeface="Times New Roman" panose="02020603050405020304" pitchFamily="18" charset="0"/>
                <a:cs typeface="Times New Roman" panose="02020603050405020304" pitchFamily="18" charset="0"/>
              </a:rPr>
              <a:t>Tool bar</a:t>
            </a:r>
            <a:endParaRPr lang="ko-KR" altLang="en-US" sz="1200" b="1" dirty="0">
              <a:latin typeface="Times New Roman" panose="02020603050405020304" pitchFamily="18" charset="0"/>
              <a:cs typeface="Times New Roman" panose="02020603050405020304" pitchFamily="18" charset="0"/>
            </a:endParaRPr>
          </a:p>
        </p:txBody>
      </p:sp>
      <p:sp>
        <p:nvSpPr>
          <p:cNvPr id="80899" name="Rectangle 3"/>
          <p:cNvSpPr>
            <a:spLocks noChangeArrowheads="1"/>
          </p:cNvSpPr>
          <p:nvPr/>
        </p:nvSpPr>
        <p:spPr bwMode="auto">
          <a:xfrm>
            <a:off x="660400" y="1193800"/>
            <a:ext cx="916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function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những</a:t>
            </a:r>
            <a:r>
              <a:rPr lang="en-US" altLang="ko-KR" sz="1200" dirty="0" smtClean="0">
                <a:latin typeface="Times New Roman" panose="02020603050405020304" pitchFamily="18" charset="0"/>
                <a:cs typeface="Times New Roman" panose="02020603050405020304" pitchFamily="18" charset="0"/>
              </a:rPr>
              <a:t> function </a:t>
            </a:r>
            <a:r>
              <a:rPr lang="en-US" altLang="ko-KR" sz="1200" dirty="0" err="1" smtClean="0">
                <a:latin typeface="Times New Roman" panose="02020603050405020304" pitchFamily="18" charset="0"/>
                <a:cs typeface="Times New Roman" panose="02020603050405020304" pitchFamily="18" charset="0"/>
              </a:rPr>
              <a:t>hỗ</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menu bar</a:t>
            </a:r>
            <a:r>
              <a:rPr lang="en-US" altLang="ko-KR" sz="1300" dirty="0" smtClean="0">
                <a:latin typeface="Times New Roman" panose="02020603050405020304" pitchFamily="18" charset="0"/>
                <a:cs typeface="Times New Roman" panose="02020603050405020304" pitchFamily="18" charset="0"/>
              </a:rPr>
              <a:t>.</a:t>
            </a:r>
            <a:endParaRPr lang="en-US" altLang="ko-KR" sz="1300" dirty="0">
              <a:latin typeface="Times New Roman" panose="02020603050405020304" pitchFamily="18" charset="0"/>
              <a:cs typeface="Times New Roman" panose="02020603050405020304" pitchFamily="18" charset="0"/>
            </a:endParaRPr>
          </a:p>
        </p:txBody>
      </p:sp>
      <p:sp>
        <p:nvSpPr>
          <p:cNvPr id="80901" name="Rectangle 5"/>
          <p:cNvSpPr>
            <a:spLocks noChangeArrowheads="1"/>
          </p:cNvSpPr>
          <p:nvPr/>
        </p:nvSpPr>
        <p:spPr bwMode="auto">
          <a:xfrm>
            <a:off x="404813" y="3932238"/>
            <a:ext cx="14835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(5) </a:t>
            </a:r>
            <a:r>
              <a:rPr lang="en-US" altLang="ko-KR" sz="1200" b="1" dirty="0" smtClean="0">
                <a:latin typeface="Times New Roman" panose="02020603050405020304" pitchFamily="18" charset="0"/>
                <a:cs typeface="Times New Roman" panose="02020603050405020304" pitchFamily="18" charset="0"/>
              </a:rPr>
              <a:t>Project data list.</a:t>
            </a:r>
            <a:endParaRPr lang="ko-KR" altLang="en-US" sz="1200" b="1" dirty="0">
              <a:latin typeface="Times New Roman" panose="02020603050405020304" pitchFamily="18" charset="0"/>
              <a:cs typeface="Times New Roman" panose="02020603050405020304" pitchFamily="18" charset="0"/>
            </a:endParaRPr>
          </a:p>
        </p:txBody>
      </p:sp>
      <p:sp>
        <p:nvSpPr>
          <p:cNvPr id="80902" name="Rectangle 6"/>
          <p:cNvSpPr>
            <a:spLocks noChangeArrowheads="1"/>
          </p:cNvSpPr>
          <p:nvPr/>
        </p:nvSpPr>
        <p:spPr bwMode="auto">
          <a:xfrm>
            <a:off x="625475" y="4257675"/>
            <a:ext cx="91630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Project data.</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gọi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hộp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thoại</a:t>
            </a:r>
            <a:r>
              <a:rPr lang="en-US" altLang="ko-KR" sz="1200" dirty="0" smtClean="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mạch</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p:txBody>
      </p:sp>
      <p:sp>
        <p:nvSpPr>
          <p:cNvPr id="80904" name="Rectangle 8"/>
          <p:cNvSpPr>
            <a:spLocks noChangeArrowheads="1"/>
          </p:cNvSpPr>
          <p:nvPr/>
        </p:nvSpPr>
        <p:spPr bwMode="auto">
          <a:xfrm>
            <a:off x="660400" y="3357563"/>
            <a:ext cx="9163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di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Tool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thích</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20070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14218" y="3932238"/>
            <a:ext cx="2076450" cy="2305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Rectangle 9"/>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3" name="Rectangle 12"/>
          <p:cNvSpPr>
            <a:spLocks noChangeArrowheads="1"/>
          </p:cNvSpPr>
          <p:nvPr/>
        </p:nvSpPr>
        <p:spPr bwMode="auto">
          <a:xfrm>
            <a:off x="7041232" y="42863"/>
            <a:ext cx="2670910"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endParaRPr lang="ko-KR" altLang="en-US" sz="1600" b="1" dirty="0">
              <a:latin typeface="Times New Roman" panose="02020603050405020304" pitchFamily="18" charset="0"/>
              <a:cs typeface="Times New Roman" panose="02020603050405020304" pitchFamily="18" charset="0"/>
            </a:endParaRPr>
          </a:p>
        </p:txBody>
      </p:sp>
      <p:sp>
        <p:nvSpPr>
          <p:cNvPr id="14" name="Rectangle 9"/>
          <p:cNvSpPr>
            <a:spLocks noChangeArrowheads="1"/>
          </p:cNvSpPr>
          <p:nvPr/>
        </p:nvSpPr>
        <p:spPr bwMode="auto">
          <a:xfrm>
            <a:off x="60325" y="65087"/>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5" name="Rectangle 12"/>
          <p:cNvSpPr>
            <a:spLocks noChangeArrowheads="1"/>
          </p:cNvSpPr>
          <p:nvPr/>
        </p:nvSpPr>
        <p:spPr bwMode="auto">
          <a:xfrm>
            <a:off x="7041232" y="53975"/>
            <a:ext cx="2670910"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173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07173" y="5060948"/>
            <a:ext cx="7214923" cy="29051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173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0750" y="1520825"/>
            <a:ext cx="4738688" cy="30424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1922" name="Rectangle 2"/>
          <p:cNvSpPr>
            <a:spLocks noChangeArrowheads="1"/>
          </p:cNvSpPr>
          <p:nvPr/>
        </p:nvSpPr>
        <p:spPr bwMode="auto">
          <a:xfrm>
            <a:off x="457200" y="777875"/>
            <a:ext cx="17203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(6</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Màn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hình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chỉnh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sửa</a:t>
            </a:r>
            <a:endParaRPr lang="ko-KR" altLang="en-US" sz="1200" b="1" dirty="0">
              <a:latin typeface="Times New Roman" panose="02020603050405020304" pitchFamily="18" charset="0"/>
              <a:cs typeface="Times New Roman" panose="02020603050405020304" pitchFamily="18" charset="0"/>
            </a:endParaRPr>
          </a:p>
        </p:txBody>
      </p:sp>
      <p:sp>
        <p:nvSpPr>
          <p:cNvPr id="81923" name="Rectangle 3"/>
          <p:cNvSpPr>
            <a:spLocks noChangeArrowheads="1"/>
          </p:cNvSpPr>
          <p:nvPr/>
        </p:nvSpPr>
        <p:spPr bwMode="auto">
          <a:xfrm>
            <a:off x="660400" y="1125538"/>
            <a:ext cx="91630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comment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comment,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p:txBody>
      </p:sp>
      <p:sp>
        <p:nvSpPr>
          <p:cNvPr id="81924" name="Rectangle 4"/>
          <p:cNvSpPr>
            <a:spLocks noChangeArrowheads="1"/>
          </p:cNvSpPr>
          <p:nvPr/>
        </p:nvSpPr>
        <p:spPr bwMode="auto">
          <a:xfrm>
            <a:off x="6253163" y="3213100"/>
            <a:ext cx="12298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(7) </a:t>
            </a:r>
            <a:r>
              <a:rPr lang="en-US" altLang="ko-KR" sz="1400" b="1" dirty="0" smtClean="0">
                <a:latin typeface="Times New Roman" panose="02020603050405020304" pitchFamily="18" charset="0"/>
                <a:cs typeface="Times New Roman" panose="02020603050405020304" pitchFamily="18" charset="0"/>
              </a:rPr>
              <a:t>Status bar</a:t>
            </a:r>
            <a:endParaRPr lang="ko-KR" altLang="en-US" sz="1400" b="1" dirty="0">
              <a:latin typeface="Times New Roman" panose="02020603050405020304" pitchFamily="18" charset="0"/>
              <a:cs typeface="Times New Roman" panose="02020603050405020304" pitchFamily="18" charset="0"/>
            </a:endParaRPr>
          </a:p>
        </p:txBody>
      </p:sp>
      <p:sp>
        <p:nvSpPr>
          <p:cNvPr id="81925" name="Rectangle 5"/>
          <p:cNvSpPr>
            <a:spLocks noChangeArrowheads="1"/>
          </p:cNvSpPr>
          <p:nvPr/>
        </p:nvSpPr>
        <p:spPr bwMode="auto">
          <a:xfrm>
            <a:off x="6440488" y="3559175"/>
            <a:ext cx="33147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Status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GPPW.</a:t>
            </a:r>
            <a:endParaRPr lang="en-US" altLang="ko-KR" sz="1200" dirty="0">
              <a:latin typeface="Times New Roman" panose="02020603050405020304" pitchFamily="18" charset="0"/>
              <a:cs typeface="Times New Roman" panose="02020603050405020304" pitchFamily="18" charset="0"/>
            </a:endParaRPr>
          </a:p>
        </p:txBody>
      </p:sp>
      <p:sp>
        <p:nvSpPr>
          <p:cNvPr id="81932" name="AutoShape 10"/>
          <p:cNvSpPr>
            <a:spLocks noChangeArrowheads="1"/>
          </p:cNvSpPr>
          <p:nvPr/>
        </p:nvSpPr>
        <p:spPr bwMode="auto">
          <a:xfrm>
            <a:off x="3709433" y="5014913"/>
            <a:ext cx="519377" cy="393700"/>
          </a:xfrm>
          <a:prstGeom prst="roundRect">
            <a:avLst>
              <a:gd name="adj" fmla="val 16667"/>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81933" name="AutoShape 11"/>
          <p:cNvSpPr>
            <a:spLocks noChangeArrowheads="1"/>
          </p:cNvSpPr>
          <p:nvPr/>
        </p:nvSpPr>
        <p:spPr bwMode="auto">
          <a:xfrm>
            <a:off x="4463562" y="5014913"/>
            <a:ext cx="570971" cy="393700"/>
          </a:xfrm>
          <a:prstGeom prst="roundRect">
            <a:avLst>
              <a:gd name="adj" fmla="val 16667"/>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81934" name="AutoShape 12"/>
          <p:cNvSpPr>
            <a:spLocks noChangeArrowheads="1"/>
          </p:cNvSpPr>
          <p:nvPr/>
        </p:nvSpPr>
        <p:spPr bwMode="auto">
          <a:xfrm>
            <a:off x="6989762" y="5014913"/>
            <a:ext cx="570971" cy="393700"/>
          </a:xfrm>
          <a:prstGeom prst="roundRect">
            <a:avLst>
              <a:gd name="adj" fmla="val 16667"/>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81935" name="AutoShape 13"/>
          <p:cNvSpPr>
            <a:spLocks noChangeArrowheads="1"/>
          </p:cNvSpPr>
          <p:nvPr/>
        </p:nvSpPr>
        <p:spPr bwMode="auto">
          <a:xfrm>
            <a:off x="7758245" y="5014913"/>
            <a:ext cx="311282" cy="393700"/>
          </a:xfrm>
          <a:prstGeom prst="roundRect">
            <a:avLst>
              <a:gd name="adj" fmla="val 16667"/>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81936" name="AutoShape 14"/>
          <p:cNvSpPr>
            <a:spLocks noChangeArrowheads="1"/>
          </p:cNvSpPr>
          <p:nvPr/>
        </p:nvSpPr>
        <p:spPr bwMode="auto">
          <a:xfrm>
            <a:off x="8069527" y="5014913"/>
            <a:ext cx="311282" cy="393700"/>
          </a:xfrm>
          <a:prstGeom prst="roundRect">
            <a:avLst>
              <a:gd name="adj" fmla="val 16667"/>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81938" name="Line 16"/>
          <p:cNvSpPr>
            <a:spLocks noChangeShapeType="1"/>
          </p:cNvSpPr>
          <p:nvPr/>
        </p:nvSpPr>
        <p:spPr bwMode="auto">
          <a:xfrm>
            <a:off x="3979441" y="5408613"/>
            <a:ext cx="0" cy="395287"/>
          </a:xfrm>
          <a:prstGeom prst="line">
            <a:avLst/>
          </a:prstGeom>
          <a:noFill/>
          <a:ln w="9525">
            <a:solidFill>
              <a:srgbClr val="000000"/>
            </a:solidFill>
            <a:round/>
            <a:headEnd type="triangle" w="sm" len="sm"/>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1939" name="Line 17"/>
          <p:cNvSpPr>
            <a:spLocks noChangeShapeType="1"/>
          </p:cNvSpPr>
          <p:nvPr/>
        </p:nvSpPr>
        <p:spPr bwMode="auto">
          <a:xfrm>
            <a:off x="4785163" y="5408613"/>
            <a:ext cx="0" cy="395287"/>
          </a:xfrm>
          <a:prstGeom prst="line">
            <a:avLst/>
          </a:prstGeom>
          <a:noFill/>
          <a:ln w="9525">
            <a:solidFill>
              <a:srgbClr val="000000"/>
            </a:solidFill>
            <a:round/>
            <a:headEnd type="triangle" w="sm" len="sm"/>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1940" name="Line 18"/>
          <p:cNvSpPr>
            <a:spLocks noChangeShapeType="1"/>
          </p:cNvSpPr>
          <p:nvPr/>
        </p:nvSpPr>
        <p:spPr bwMode="auto">
          <a:xfrm flipH="1">
            <a:off x="6872816" y="5408613"/>
            <a:ext cx="235105" cy="395287"/>
          </a:xfrm>
          <a:prstGeom prst="line">
            <a:avLst/>
          </a:prstGeom>
          <a:noFill/>
          <a:ln w="9525">
            <a:solidFill>
              <a:srgbClr val="000000"/>
            </a:solidFill>
            <a:round/>
            <a:headEnd type="triangle" w="sm" len="sm"/>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1941" name="Line 19"/>
          <p:cNvSpPr>
            <a:spLocks noChangeShapeType="1"/>
          </p:cNvSpPr>
          <p:nvPr/>
        </p:nvSpPr>
        <p:spPr bwMode="auto">
          <a:xfrm>
            <a:off x="7927380" y="5408613"/>
            <a:ext cx="0" cy="395287"/>
          </a:xfrm>
          <a:prstGeom prst="line">
            <a:avLst/>
          </a:prstGeom>
          <a:noFill/>
          <a:ln w="9525">
            <a:solidFill>
              <a:srgbClr val="000000"/>
            </a:solidFill>
            <a:round/>
            <a:headEnd type="triangle" w="sm" len="sm"/>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1942" name="Line 20"/>
          <p:cNvSpPr>
            <a:spLocks noChangeShapeType="1"/>
          </p:cNvSpPr>
          <p:nvPr/>
        </p:nvSpPr>
        <p:spPr bwMode="auto">
          <a:xfrm>
            <a:off x="8225168" y="4621213"/>
            <a:ext cx="0" cy="393700"/>
          </a:xfrm>
          <a:prstGeom prst="line">
            <a:avLst/>
          </a:prstGeom>
          <a:noFill/>
          <a:ln w="9525">
            <a:solidFill>
              <a:srgbClr val="000000"/>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nvGrpSpPr>
          <p:cNvPr id="81944" name="Group 24"/>
          <p:cNvGrpSpPr>
            <a:grpSpLocks/>
          </p:cNvGrpSpPr>
          <p:nvPr/>
        </p:nvGrpSpPr>
        <p:grpSpPr bwMode="auto">
          <a:xfrm>
            <a:off x="3332799" y="5788025"/>
            <a:ext cx="1116145" cy="520700"/>
            <a:chOff x="3384" y="14087"/>
            <a:chExt cx="1745" cy="449"/>
          </a:xfrm>
        </p:grpSpPr>
        <p:sp>
          <p:nvSpPr>
            <p:cNvPr id="81957" name="AutoShape 25"/>
            <p:cNvSpPr>
              <a:spLocks noChangeArrowheads="1"/>
            </p:cNvSpPr>
            <p:nvPr/>
          </p:nvSpPr>
          <p:spPr bwMode="auto">
            <a:xfrm>
              <a:off x="3384" y="14087"/>
              <a:ext cx="1745" cy="449"/>
            </a:xfrm>
            <a:prstGeom prst="roundRect">
              <a:avLst>
                <a:gd name="adj" fmla="val 16667"/>
              </a:avLst>
            </a:prstGeom>
            <a:solidFill>
              <a:srgbClr val="FFFFFF"/>
            </a:solidFill>
            <a:ln w="9525">
              <a:solidFill>
                <a:srgbClr val="000000"/>
              </a:solidFill>
              <a:round/>
              <a:headEnd/>
              <a:tailEnd/>
            </a:ln>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81958" name="Text Box 26"/>
            <p:cNvSpPr txBox="1">
              <a:spLocks noChangeArrowheads="1"/>
            </p:cNvSpPr>
            <p:nvPr/>
          </p:nvSpPr>
          <p:spPr bwMode="auto">
            <a:xfrm>
              <a:off x="3482" y="14158"/>
              <a:ext cx="1538"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latinLnBrk="0">
                <a:lnSpc>
                  <a:spcPct val="100000"/>
                </a:lnSpc>
                <a:spcBef>
                  <a:spcPct val="0"/>
                </a:spcBef>
                <a:buFontTx/>
                <a:buNone/>
              </a:pPr>
              <a:r>
                <a:rPr kumimoji="0" lang="en-US" altLang="ko-KR" sz="1200" dirty="0" err="1" smtClean="0">
                  <a:latin typeface="Times New Roman" panose="02020603050405020304" pitchFamily="18" charset="0"/>
                  <a:cs typeface="Times New Roman" panose="02020603050405020304" pitchFamily="18" charset="0"/>
                </a:rPr>
                <a:t>Biểu</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thị</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hình</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thái</a:t>
              </a:r>
              <a:r>
                <a:rPr kumimoji="0" lang="en-US" altLang="ko-KR" sz="1200" dirty="0" smtClean="0">
                  <a:latin typeface="Times New Roman" panose="02020603050405020304" pitchFamily="18" charset="0"/>
                  <a:cs typeface="Times New Roman" panose="02020603050405020304" pitchFamily="18" charset="0"/>
                </a:rPr>
                <a:t> CPU.</a:t>
              </a:r>
              <a:endParaRPr kumimoji="0" lang="en-US" altLang="ko-KR" sz="1200" dirty="0">
                <a:latin typeface="Times New Roman" panose="02020603050405020304" pitchFamily="18" charset="0"/>
                <a:cs typeface="Times New Roman" panose="02020603050405020304" pitchFamily="18" charset="0"/>
              </a:endParaRPr>
            </a:p>
          </p:txBody>
        </p:sp>
      </p:grpSp>
      <p:grpSp>
        <p:nvGrpSpPr>
          <p:cNvPr id="81945" name="Group 27"/>
          <p:cNvGrpSpPr>
            <a:grpSpLocks/>
          </p:cNvGrpSpPr>
          <p:nvPr/>
        </p:nvGrpSpPr>
        <p:grpSpPr bwMode="auto">
          <a:xfrm>
            <a:off x="4483588" y="5788025"/>
            <a:ext cx="1549532" cy="520700"/>
            <a:chOff x="6661" y="14007"/>
            <a:chExt cx="1225" cy="449"/>
          </a:xfrm>
        </p:grpSpPr>
        <p:sp>
          <p:nvSpPr>
            <p:cNvPr id="81955" name="AutoShape 28"/>
            <p:cNvSpPr>
              <a:spLocks noChangeArrowheads="1"/>
            </p:cNvSpPr>
            <p:nvPr/>
          </p:nvSpPr>
          <p:spPr bwMode="auto">
            <a:xfrm>
              <a:off x="6661" y="14007"/>
              <a:ext cx="1225" cy="449"/>
            </a:xfrm>
            <a:prstGeom prst="roundRect">
              <a:avLst>
                <a:gd name="adj" fmla="val 16667"/>
              </a:avLst>
            </a:prstGeom>
            <a:solidFill>
              <a:srgbClr val="FFFFFF"/>
            </a:solidFill>
            <a:ln w="9525">
              <a:solidFill>
                <a:srgbClr val="000000"/>
              </a:solidFill>
              <a:round/>
              <a:headEnd/>
              <a:tailEnd/>
            </a:ln>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81956" name="Text Box 29"/>
            <p:cNvSpPr txBox="1">
              <a:spLocks noChangeArrowheads="1"/>
            </p:cNvSpPr>
            <p:nvPr/>
          </p:nvSpPr>
          <p:spPr bwMode="auto">
            <a:xfrm>
              <a:off x="6782" y="14078"/>
              <a:ext cx="97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latinLnBrk="0">
                <a:lnSpc>
                  <a:spcPct val="100000"/>
                </a:lnSpc>
                <a:spcBef>
                  <a:spcPct val="0"/>
                </a:spcBef>
                <a:buFontTx/>
                <a:buNone/>
              </a:pPr>
              <a:r>
                <a:rPr kumimoji="0" lang="en-US" altLang="ko-KR" sz="1200" dirty="0" err="1" smtClean="0">
                  <a:latin typeface="Times New Roman" panose="02020603050405020304" pitchFamily="18" charset="0"/>
                  <a:cs typeface="Times New Roman" panose="02020603050405020304" pitchFamily="18" charset="0"/>
                </a:rPr>
                <a:t>Biểu</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thị</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đường</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kết</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nối</a:t>
              </a:r>
              <a:r>
                <a:rPr kumimoji="0" lang="en-US" altLang="ko-KR" sz="1200" dirty="0" smtClean="0">
                  <a:latin typeface="Times New Roman" panose="02020603050405020304" pitchFamily="18" charset="0"/>
                  <a:cs typeface="Times New Roman" panose="02020603050405020304" pitchFamily="18" charset="0"/>
                </a:rPr>
                <a:t> </a:t>
              </a:r>
              <a:r>
                <a:rPr kumimoji="0" lang="ko-KR" altLang="en-US" sz="1200" dirty="0" smtClean="0">
                  <a:latin typeface="Times New Roman" panose="02020603050405020304" pitchFamily="18" charset="0"/>
                  <a:cs typeface="Times New Roman" panose="02020603050405020304" pitchFamily="18" charset="0"/>
                </a:rPr>
                <a:t> </a:t>
              </a:r>
              <a:r>
                <a:rPr kumimoji="0" lang="en-US" altLang="ko-KR" sz="1200" dirty="0" smtClean="0">
                  <a:latin typeface="Times New Roman" panose="02020603050405020304" pitchFamily="18" charset="0"/>
                  <a:cs typeface="Times New Roman" panose="02020603050405020304" pitchFamily="18" charset="0"/>
                </a:rPr>
                <a:t>CPU.</a:t>
              </a:r>
              <a:endParaRPr kumimoji="0" lang="en-US" altLang="ko-KR" sz="1200" dirty="0">
                <a:latin typeface="Times New Roman" panose="02020603050405020304" pitchFamily="18" charset="0"/>
                <a:cs typeface="Times New Roman" panose="02020603050405020304" pitchFamily="18" charset="0"/>
              </a:endParaRPr>
            </a:p>
          </p:txBody>
        </p:sp>
      </p:grpSp>
      <p:grpSp>
        <p:nvGrpSpPr>
          <p:cNvPr id="81946" name="Group 30"/>
          <p:cNvGrpSpPr>
            <a:grpSpLocks/>
          </p:cNvGrpSpPr>
          <p:nvPr/>
        </p:nvGrpSpPr>
        <p:grpSpPr bwMode="auto">
          <a:xfrm>
            <a:off x="6072981" y="5788025"/>
            <a:ext cx="1155700" cy="520700"/>
            <a:chOff x="6661" y="14007"/>
            <a:chExt cx="1225" cy="449"/>
          </a:xfrm>
        </p:grpSpPr>
        <p:sp>
          <p:nvSpPr>
            <p:cNvPr id="81953" name="AutoShape 31"/>
            <p:cNvSpPr>
              <a:spLocks noChangeArrowheads="1"/>
            </p:cNvSpPr>
            <p:nvPr/>
          </p:nvSpPr>
          <p:spPr bwMode="auto">
            <a:xfrm>
              <a:off x="6661" y="14007"/>
              <a:ext cx="1225" cy="449"/>
            </a:xfrm>
            <a:prstGeom prst="roundRect">
              <a:avLst>
                <a:gd name="adj" fmla="val 16667"/>
              </a:avLst>
            </a:prstGeom>
            <a:solidFill>
              <a:srgbClr val="FFFFFF"/>
            </a:solidFill>
            <a:ln w="9525">
              <a:solidFill>
                <a:srgbClr val="000000"/>
              </a:solidFill>
              <a:round/>
              <a:headEnd/>
              <a:tailEnd/>
            </a:ln>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81954" name="Text Box 32"/>
            <p:cNvSpPr txBox="1">
              <a:spLocks noChangeArrowheads="1"/>
            </p:cNvSpPr>
            <p:nvPr/>
          </p:nvSpPr>
          <p:spPr bwMode="auto">
            <a:xfrm>
              <a:off x="6782" y="14078"/>
              <a:ext cx="97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latinLnBrk="0">
                <a:lnSpc>
                  <a:spcPct val="100000"/>
                </a:lnSpc>
                <a:spcBef>
                  <a:spcPct val="0"/>
                </a:spcBef>
                <a:buFontTx/>
                <a:buNone/>
              </a:pPr>
              <a:r>
                <a:rPr kumimoji="0" lang="en-US" altLang="ko-KR" sz="1200" dirty="0" err="1" smtClean="0">
                  <a:latin typeface="Times New Roman" panose="02020603050405020304" pitchFamily="18" charset="0"/>
                  <a:cs typeface="Times New Roman" panose="02020603050405020304" pitchFamily="18" charset="0"/>
                </a:rPr>
                <a:t>Biểu</a:t>
              </a:r>
              <a:r>
                <a:rPr kumimoji="0" lang="en-US" altLang="ko-KR" sz="1200" dirty="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thị</a:t>
              </a:r>
              <a:r>
                <a:rPr kumimoji="0" lang="en-US" altLang="ko-KR" sz="1200" dirty="0" smtClean="0">
                  <a:latin typeface="Times New Roman" panose="02020603050405020304" pitchFamily="18" charset="0"/>
                  <a:cs typeface="Times New Roman" panose="02020603050405020304" pitchFamily="18" charset="0"/>
                </a:rPr>
                <a:t> mode </a:t>
              </a:r>
              <a:r>
                <a:rPr kumimoji="0" lang="en-US" altLang="ko-KR" sz="1200" dirty="0" err="1" smtClean="0">
                  <a:latin typeface="Times New Roman" panose="02020603050405020304" pitchFamily="18" charset="0"/>
                  <a:cs typeface="Times New Roman" panose="02020603050405020304" pitchFamily="18" charset="0"/>
                </a:rPr>
                <a:t>hiện</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tại</a:t>
              </a:r>
              <a:r>
                <a:rPr kumimoji="0" lang="en-US" altLang="ko-KR" sz="1200" dirty="0" smtClean="0">
                  <a:latin typeface="Times New Roman" panose="02020603050405020304" pitchFamily="18" charset="0"/>
                  <a:cs typeface="Times New Roman" panose="02020603050405020304" pitchFamily="18" charset="0"/>
                </a:rPr>
                <a:t>.</a:t>
              </a:r>
              <a:endParaRPr kumimoji="0" lang="en-US" altLang="ko-KR" sz="1200" dirty="0">
                <a:latin typeface="Times New Roman" panose="02020603050405020304" pitchFamily="18" charset="0"/>
                <a:cs typeface="Times New Roman" panose="02020603050405020304" pitchFamily="18" charset="0"/>
              </a:endParaRPr>
            </a:p>
          </p:txBody>
        </p:sp>
      </p:grpSp>
      <p:grpSp>
        <p:nvGrpSpPr>
          <p:cNvPr id="81947" name="Group 33"/>
          <p:cNvGrpSpPr>
            <a:grpSpLocks/>
          </p:cNvGrpSpPr>
          <p:nvPr/>
        </p:nvGrpSpPr>
        <p:grpSpPr bwMode="auto">
          <a:xfrm>
            <a:off x="7275248" y="5788025"/>
            <a:ext cx="2046552" cy="520700"/>
            <a:chOff x="6661" y="14007"/>
            <a:chExt cx="1225" cy="449"/>
          </a:xfrm>
        </p:grpSpPr>
        <p:sp>
          <p:nvSpPr>
            <p:cNvPr id="81951" name="AutoShape 34"/>
            <p:cNvSpPr>
              <a:spLocks noChangeArrowheads="1"/>
            </p:cNvSpPr>
            <p:nvPr/>
          </p:nvSpPr>
          <p:spPr bwMode="auto">
            <a:xfrm>
              <a:off x="6661" y="14007"/>
              <a:ext cx="1225" cy="449"/>
            </a:xfrm>
            <a:prstGeom prst="roundRect">
              <a:avLst>
                <a:gd name="adj" fmla="val 16667"/>
              </a:avLst>
            </a:prstGeom>
            <a:solidFill>
              <a:srgbClr val="FFFFFF"/>
            </a:solidFill>
            <a:ln w="9525">
              <a:solidFill>
                <a:srgbClr val="000000"/>
              </a:solidFill>
              <a:round/>
              <a:headEnd/>
              <a:tailEnd/>
            </a:ln>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81952" name="Text Box 35"/>
            <p:cNvSpPr txBox="1">
              <a:spLocks noChangeArrowheads="1"/>
            </p:cNvSpPr>
            <p:nvPr/>
          </p:nvSpPr>
          <p:spPr bwMode="auto">
            <a:xfrm>
              <a:off x="6782" y="14078"/>
              <a:ext cx="97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latinLnBrk="0">
                <a:lnSpc>
                  <a:spcPct val="100000"/>
                </a:lnSpc>
                <a:spcBef>
                  <a:spcPct val="0"/>
                </a:spcBef>
                <a:buFontTx/>
                <a:buNone/>
              </a:pPr>
              <a:r>
                <a:rPr kumimoji="0" lang="en-US" altLang="ko-KR" sz="1200" dirty="0" err="1" smtClean="0">
                  <a:latin typeface="Times New Roman" panose="02020603050405020304" pitchFamily="18" charset="0"/>
                  <a:cs typeface="Times New Roman" panose="02020603050405020304" pitchFamily="18" charset="0"/>
                </a:rPr>
                <a:t>Biểu</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thị</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trạng</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thái</a:t>
              </a:r>
              <a:r>
                <a:rPr kumimoji="0" lang="en-US" altLang="ko-KR" sz="1200" dirty="0" smtClean="0">
                  <a:latin typeface="Times New Roman" panose="02020603050405020304" pitchFamily="18" charset="0"/>
                  <a:cs typeface="Times New Roman" panose="02020603050405020304" pitchFamily="18" charset="0"/>
                </a:rPr>
                <a:t> </a:t>
              </a:r>
            </a:p>
            <a:p>
              <a:pPr algn="ctr" latinLnBrk="0">
                <a:lnSpc>
                  <a:spcPct val="100000"/>
                </a:lnSpc>
                <a:spcBef>
                  <a:spcPct val="0"/>
                </a:spcBef>
                <a:buFontTx/>
                <a:buNone/>
              </a:pPr>
              <a:r>
                <a:rPr kumimoji="0" lang="en-US" altLang="ko-KR" sz="1200" dirty="0" smtClean="0">
                  <a:latin typeface="Times New Roman" panose="02020603050405020304" pitchFamily="18" charset="0"/>
                  <a:cs typeface="Times New Roman" panose="02020603050405020304" pitchFamily="18" charset="0"/>
                </a:rPr>
                <a:t>Caps Lock.</a:t>
              </a:r>
              <a:endParaRPr kumimoji="0" lang="en-US" altLang="ko-KR" sz="1200" dirty="0">
                <a:latin typeface="Times New Roman" panose="02020603050405020304" pitchFamily="18" charset="0"/>
                <a:cs typeface="Times New Roman" panose="02020603050405020304" pitchFamily="18" charset="0"/>
              </a:endParaRPr>
            </a:p>
          </p:txBody>
        </p:sp>
      </p:grpSp>
      <p:grpSp>
        <p:nvGrpSpPr>
          <p:cNvPr id="81948" name="Group 36"/>
          <p:cNvGrpSpPr>
            <a:grpSpLocks/>
          </p:cNvGrpSpPr>
          <p:nvPr/>
        </p:nvGrpSpPr>
        <p:grpSpPr bwMode="auto">
          <a:xfrm>
            <a:off x="6766189" y="4119563"/>
            <a:ext cx="2047183" cy="520700"/>
            <a:chOff x="6661" y="14007"/>
            <a:chExt cx="1268" cy="449"/>
          </a:xfrm>
        </p:grpSpPr>
        <p:sp>
          <p:nvSpPr>
            <p:cNvPr id="81949" name="AutoShape 37"/>
            <p:cNvSpPr>
              <a:spLocks noChangeArrowheads="1"/>
            </p:cNvSpPr>
            <p:nvPr/>
          </p:nvSpPr>
          <p:spPr bwMode="auto">
            <a:xfrm>
              <a:off x="6661" y="14007"/>
              <a:ext cx="1225" cy="449"/>
            </a:xfrm>
            <a:prstGeom prst="roundRect">
              <a:avLst>
                <a:gd name="adj" fmla="val 16667"/>
              </a:avLst>
            </a:prstGeom>
            <a:solidFill>
              <a:srgbClr val="FFFFFF"/>
            </a:solidFill>
            <a:ln w="9525">
              <a:solidFill>
                <a:srgbClr val="000000"/>
              </a:solidFill>
              <a:round/>
              <a:headEnd/>
              <a:tailEnd/>
            </a:ln>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81950" name="Text Box 38"/>
            <p:cNvSpPr txBox="1">
              <a:spLocks noChangeArrowheads="1"/>
            </p:cNvSpPr>
            <p:nvPr/>
          </p:nvSpPr>
          <p:spPr bwMode="auto">
            <a:xfrm>
              <a:off x="6698" y="14140"/>
              <a:ext cx="1231"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kumimoji="0" lang="en-US" altLang="ko-KR" sz="1200" dirty="0" err="1" smtClean="0">
                  <a:latin typeface="Times New Roman" panose="02020603050405020304" pitchFamily="18" charset="0"/>
                  <a:cs typeface="Times New Roman" panose="02020603050405020304" pitchFamily="18" charset="0"/>
                </a:rPr>
                <a:t>Biểu</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thị</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trạng</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thái</a:t>
              </a:r>
              <a:r>
                <a:rPr kumimoji="0" lang="en-US" altLang="ko-KR" sz="1200" dirty="0" smtClean="0">
                  <a:latin typeface="Times New Roman" panose="02020603050405020304" pitchFamily="18" charset="0"/>
                  <a:cs typeface="Times New Roman" panose="02020603050405020304" pitchFamily="18" charset="0"/>
                </a:rPr>
                <a:t> </a:t>
              </a:r>
              <a:r>
                <a:rPr kumimoji="0" lang="en-US" altLang="ko-KR" sz="1200" dirty="0" err="1" smtClean="0">
                  <a:latin typeface="Times New Roman" panose="02020603050405020304" pitchFamily="18" charset="0"/>
                  <a:cs typeface="Times New Roman" panose="02020603050405020304" pitchFamily="18" charset="0"/>
                </a:rPr>
                <a:t>Num</a:t>
              </a:r>
              <a:r>
                <a:rPr kumimoji="0" lang="en-US" altLang="ko-KR" sz="1200" dirty="0" smtClean="0">
                  <a:latin typeface="Times New Roman" panose="02020603050405020304" pitchFamily="18" charset="0"/>
                  <a:cs typeface="Times New Roman" panose="02020603050405020304" pitchFamily="18" charset="0"/>
                </a:rPr>
                <a:t> Lock.</a:t>
              </a:r>
              <a:endParaRPr kumimoji="0" lang="en-US" altLang="ko-KR" sz="1200" dirty="0">
                <a:latin typeface="Times New Roman" panose="02020603050405020304" pitchFamily="18" charset="0"/>
                <a:cs typeface="Times New Roman" panose="02020603050405020304" pitchFamily="18" charset="0"/>
              </a:endParaRPr>
            </a:p>
          </p:txBody>
        </p:sp>
      </p:grpSp>
      <p:sp>
        <p:nvSpPr>
          <p:cNvPr id="35" name="Rectangle 9"/>
          <p:cNvSpPr>
            <a:spLocks noChangeArrowheads="1"/>
          </p:cNvSpPr>
          <p:nvPr/>
        </p:nvSpPr>
        <p:spPr bwMode="auto">
          <a:xfrm>
            <a:off x="60325" y="65087"/>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36" name="Rectangle 12"/>
          <p:cNvSpPr>
            <a:spLocks noChangeArrowheads="1"/>
          </p:cNvSpPr>
          <p:nvPr/>
        </p:nvSpPr>
        <p:spPr bwMode="auto">
          <a:xfrm>
            <a:off x="7041232" y="53975"/>
            <a:ext cx="2670910"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275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6113" y="1201738"/>
            <a:ext cx="3065462" cy="50942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2946" name="Text Box 2"/>
          <p:cNvSpPr txBox="1">
            <a:spLocks noChangeArrowheads="1"/>
          </p:cNvSpPr>
          <p:nvPr/>
        </p:nvSpPr>
        <p:spPr bwMode="auto">
          <a:xfrm>
            <a:off x="544513" y="728663"/>
            <a:ext cx="32656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3. </a:t>
            </a:r>
            <a:r>
              <a:rPr lang="en-US" altLang="ko-KR" sz="1600" b="1" dirty="0" err="1" smtClean="0">
                <a:latin typeface="Times New Roman" panose="02020603050405020304" pitchFamily="18" charset="0"/>
                <a:cs typeface="Times New Roman" panose="02020603050405020304" pitchFamily="18" charset="0"/>
              </a:rPr>
              <a:t>Giải</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thích</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hạng</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mục</a:t>
            </a:r>
            <a:r>
              <a:rPr lang="en-US" altLang="ko-KR" sz="1600" b="1" dirty="0" smtClean="0">
                <a:latin typeface="Times New Roman" panose="02020603050405020304" pitchFamily="18" charset="0"/>
                <a:cs typeface="Times New Roman" panose="02020603050405020304" pitchFamily="18" charset="0"/>
              </a:rPr>
              <a:t> ở Menu bar</a:t>
            </a:r>
            <a:endParaRPr lang="ko-KR" altLang="en-US" sz="1600" b="1" dirty="0">
              <a:latin typeface="Times New Roman" panose="02020603050405020304" pitchFamily="18" charset="0"/>
              <a:cs typeface="Times New Roman" panose="02020603050405020304" pitchFamily="18" charset="0"/>
            </a:endParaRPr>
          </a:p>
        </p:txBody>
      </p:sp>
      <p:sp>
        <p:nvSpPr>
          <p:cNvPr id="82947" name="Rectangle 8"/>
          <p:cNvSpPr>
            <a:spLocks noChangeArrowheads="1"/>
          </p:cNvSpPr>
          <p:nvPr/>
        </p:nvSpPr>
        <p:spPr bwMode="auto">
          <a:xfrm>
            <a:off x="6130925" y="2225675"/>
            <a:ext cx="33591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lưu</a:t>
            </a:r>
            <a:r>
              <a:rPr lang="en-US" altLang="ko-KR" sz="1000" dirty="0" smtClean="0">
                <a:latin typeface="Times New Roman" panose="02020603050405020304" pitchFamily="18" charset="0"/>
                <a:cs typeface="Times New Roman" panose="02020603050405020304" pitchFamily="18" charset="0"/>
              </a:rPr>
              <a:t> project </a:t>
            </a:r>
            <a:r>
              <a:rPr lang="en-US" altLang="ko-KR" sz="1000" dirty="0" err="1" smtClean="0">
                <a:latin typeface="Times New Roman" panose="02020603050405020304" pitchFamily="18" charset="0"/>
                <a:cs typeface="Times New Roman" panose="02020603050405020304" pitchFamily="18" charset="0"/>
              </a:rPr>
              <a:t>mà</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hiện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tại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đang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sửa</a:t>
            </a:r>
            <a:endParaRPr lang="ko-KR" altLang="en-US" sz="1000" dirty="0">
              <a:latin typeface="Times New Roman" panose="02020603050405020304" pitchFamily="18" charset="0"/>
              <a:cs typeface="Times New Roman" panose="02020603050405020304" pitchFamily="18" charset="0"/>
            </a:endParaRPr>
          </a:p>
        </p:txBody>
      </p:sp>
      <p:sp>
        <p:nvSpPr>
          <p:cNvPr id="82949" name="Rectangle 5"/>
          <p:cNvSpPr>
            <a:spLocks noChangeArrowheads="1"/>
          </p:cNvSpPr>
          <p:nvPr/>
        </p:nvSpPr>
        <p:spPr bwMode="auto">
          <a:xfrm>
            <a:off x="3751263" y="1616075"/>
            <a:ext cx="118974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tạo</a:t>
            </a:r>
            <a:r>
              <a:rPr lang="en-US" altLang="ko-KR" sz="1000" dirty="0" smtClean="0">
                <a:latin typeface="Times New Roman" panose="02020603050405020304" pitchFamily="18" charset="0"/>
                <a:cs typeface="Times New Roman" panose="02020603050405020304" pitchFamily="18" charset="0"/>
              </a:rPr>
              <a:t> project </a:t>
            </a:r>
            <a:r>
              <a:rPr lang="en-US" altLang="ko-KR" sz="1000" dirty="0" err="1" smtClean="0">
                <a:latin typeface="Times New Roman" panose="02020603050405020304" pitchFamily="18" charset="0"/>
                <a:cs typeface="Times New Roman" panose="02020603050405020304" pitchFamily="18" charset="0"/>
              </a:rPr>
              <a:t>mới</a:t>
            </a:r>
            <a:endParaRPr lang="ko-KR" altLang="en-US" sz="1000" dirty="0">
              <a:latin typeface="Times New Roman" panose="02020603050405020304" pitchFamily="18" charset="0"/>
              <a:cs typeface="Times New Roman" panose="02020603050405020304" pitchFamily="18" charset="0"/>
            </a:endParaRPr>
          </a:p>
        </p:txBody>
      </p:sp>
      <p:sp>
        <p:nvSpPr>
          <p:cNvPr id="82950" name="Rectangle 6"/>
          <p:cNvSpPr>
            <a:spLocks noChangeArrowheads="1"/>
          </p:cNvSpPr>
          <p:nvPr/>
        </p:nvSpPr>
        <p:spPr bwMode="auto">
          <a:xfrm>
            <a:off x="6602413" y="1812925"/>
            <a:ext cx="21146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mở</a:t>
            </a:r>
            <a:r>
              <a:rPr lang="en-US" altLang="ko-KR" sz="1000" dirty="0" smtClean="0">
                <a:latin typeface="Times New Roman" panose="02020603050405020304" pitchFamily="18" charset="0"/>
                <a:cs typeface="Times New Roman" panose="02020603050405020304" pitchFamily="18" charset="0"/>
              </a:rPr>
              <a:t> project </a:t>
            </a:r>
            <a:r>
              <a:rPr lang="en-US" altLang="ko-KR" sz="1000" dirty="0" err="1" smtClean="0">
                <a:latin typeface="Times New Roman" panose="02020603050405020304" pitchFamily="18" charset="0"/>
                <a:cs typeface="Times New Roman" panose="02020603050405020304" pitchFamily="18" charset="0"/>
              </a:rPr>
              <a:t>đã</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lưu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trước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trong</a:t>
            </a:r>
            <a:r>
              <a:rPr lang="en-US" altLang="ko-KR" sz="1000" dirty="0" smtClean="0">
                <a:latin typeface="Times New Roman" panose="02020603050405020304" pitchFamily="18" charset="0"/>
                <a:cs typeface="Times New Roman" panose="02020603050405020304" pitchFamily="18" charset="0"/>
              </a:rPr>
              <a:t> PC</a:t>
            </a:r>
            <a:endParaRPr lang="ko-KR" altLang="en-US" sz="1000" dirty="0">
              <a:latin typeface="Times New Roman" panose="02020603050405020304" pitchFamily="18" charset="0"/>
              <a:cs typeface="Times New Roman" panose="02020603050405020304" pitchFamily="18" charset="0"/>
            </a:endParaRPr>
          </a:p>
        </p:txBody>
      </p:sp>
      <p:sp>
        <p:nvSpPr>
          <p:cNvPr id="82951" name="Rectangle 7"/>
          <p:cNvSpPr>
            <a:spLocks noChangeArrowheads="1"/>
          </p:cNvSpPr>
          <p:nvPr/>
        </p:nvSpPr>
        <p:spPr bwMode="auto">
          <a:xfrm>
            <a:off x="3848100" y="2028825"/>
            <a:ext cx="92685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tắt</a:t>
            </a:r>
            <a:r>
              <a:rPr lang="en-US" altLang="ko-KR" sz="1000" dirty="0" smtClean="0">
                <a:latin typeface="Times New Roman" panose="02020603050405020304" pitchFamily="18" charset="0"/>
                <a:cs typeface="Times New Roman" panose="02020603050405020304" pitchFamily="18" charset="0"/>
              </a:rPr>
              <a:t> project</a:t>
            </a:r>
            <a:endParaRPr lang="ko-KR" altLang="en-US" sz="1000" dirty="0">
              <a:latin typeface="Times New Roman" panose="02020603050405020304" pitchFamily="18" charset="0"/>
              <a:cs typeface="Times New Roman" panose="02020603050405020304" pitchFamily="18" charset="0"/>
            </a:endParaRPr>
          </a:p>
        </p:txBody>
      </p:sp>
      <p:sp>
        <p:nvSpPr>
          <p:cNvPr id="82952" name="Rectangle 9"/>
          <p:cNvSpPr>
            <a:spLocks noChangeArrowheads="1"/>
          </p:cNvSpPr>
          <p:nvPr/>
        </p:nvSpPr>
        <p:spPr bwMode="auto">
          <a:xfrm>
            <a:off x="3770313" y="2464445"/>
            <a:ext cx="259077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lưu</a:t>
            </a:r>
            <a:r>
              <a:rPr lang="en-US" altLang="ko-KR" sz="1000" dirty="0" smtClean="0">
                <a:latin typeface="Times New Roman" panose="02020603050405020304" pitchFamily="18" charset="0"/>
                <a:cs typeface="Times New Roman" panose="02020603050405020304" pitchFamily="18" charset="0"/>
              </a:rPr>
              <a:t> project </a:t>
            </a:r>
            <a:r>
              <a:rPr lang="en-US" altLang="ko-KR" sz="1000" dirty="0" err="1" smtClean="0">
                <a:latin typeface="Times New Roman" panose="02020603050405020304" pitchFamily="18" charset="0"/>
                <a:cs typeface="Times New Roman" panose="02020603050405020304" pitchFamily="18" charset="0"/>
              </a:rPr>
              <a:t>vốn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có</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dưới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dạng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một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tên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khác</a:t>
            </a:r>
            <a:endParaRPr lang="ko-KR" altLang="en-US" sz="1000" dirty="0">
              <a:latin typeface="Times New Roman" panose="02020603050405020304" pitchFamily="18" charset="0"/>
              <a:cs typeface="Times New Roman" panose="02020603050405020304" pitchFamily="18" charset="0"/>
            </a:endParaRPr>
          </a:p>
        </p:txBody>
      </p:sp>
      <p:sp>
        <p:nvSpPr>
          <p:cNvPr id="82953" name="Rectangle 10"/>
          <p:cNvSpPr>
            <a:spLocks noChangeArrowheads="1"/>
          </p:cNvSpPr>
          <p:nvPr/>
        </p:nvSpPr>
        <p:spPr bwMode="auto">
          <a:xfrm>
            <a:off x="6977063" y="2716473"/>
            <a:ext cx="21194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xóa</a:t>
            </a:r>
            <a:r>
              <a:rPr lang="en-US" altLang="ko-KR" sz="1000" dirty="0" smtClean="0">
                <a:latin typeface="Times New Roman" panose="02020603050405020304" pitchFamily="18" charset="0"/>
                <a:cs typeface="Times New Roman" panose="02020603050405020304" pitchFamily="18" charset="0"/>
              </a:rPr>
              <a:t> project </a:t>
            </a:r>
            <a:r>
              <a:rPr lang="en-US" altLang="ko-KR" sz="1000" dirty="0" err="1" smtClean="0">
                <a:latin typeface="Times New Roman" panose="02020603050405020304" pitchFamily="18" charset="0"/>
                <a:cs typeface="Times New Roman" panose="02020603050405020304" pitchFamily="18" charset="0"/>
              </a:rPr>
              <a:t>đã</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được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lưu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trong</a:t>
            </a:r>
            <a:r>
              <a:rPr lang="en-US" altLang="ko-KR" sz="1000" dirty="0" smtClean="0">
                <a:latin typeface="Times New Roman" panose="02020603050405020304" pitchFamily="18" charset="0"/>
                <a:cs typeface="Times New Roman" panose="02020603050405020304" pitchFamily="18" charset="0"/>
              </a:rPr>
              <a:t> PC</a:t>
            </a:r>
            <a:endParaRPr lang="ko-KR" altLang="en-US" sz="1000" dirty="0">
              <a:latin typeface="Times New Roman" panose="02020603050405020304" pitchFamily="18" charset="0"/>
              <a:cs typeface="Times New Roman" panose="02020603050405020304" pitchFamily="18" charset="0"/>
            </a:endParaRPr>
          </a:p>
        </p:txBody>
      </p:sp>
      <p:sp>
        <p:nvSpPr>
          <p:cNvPr id="82954" name="Rectangle 11"/>
          <p:cNvSpPr>
            <a:spLocks noChangeArrowheads="1"/>
          </p:cNvSpPr>
          <p:nvPr/>
        </p:nvSpPr>
        <p:spPr bwMode="auto">
          <a:xfrm>
            <a:off x="3751263" y="2915543"/>
            <a:ext cx="53014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đối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chiếu</a:t>
            </a:r>
            <a:r>
              <a:rPr lang="en-US" altLang="ko-KR" sz="1000" dirty="0">
                <a:latin typeface="Times New Roman" panose="02020603050405020304" pitchFamily="18" charset="0"/>
                <a:cs typeface="Times New Roman" panose="02020603050405020304" pitchFamily="18" charset="0"/>
              </a:rPr>
              <a:t> </a:t>
            </a:r>
            <a:r>
              <a:rPr lang="en-US" altLang="ko-KR" sz="1000" dirty="0" err="1">
                <a:latin typeface="Times New Roman" panose="02020603050405020304" pitchFamily="18" charset="0"/>
                <a:cs typeface="Times New Roman" panose="02020603050405020304" pitchFamily="18" charset="0"/>
              </a:rPr>
              <a:t>nội</a:t>
            </a:r>
            <a:r>
              <a:rPr lang="en-US" altLang="ko-KR" sz="1000" dirty="0">
                <a:latin typeface="Times New Roman" panose="02020603050405020304" pitchFamily="18" charset="0"/>
                <a:cs typeface="Times New Roman" panose="02020603050405020304" pitchFamily="18" charset="0"/>
              </a:rPr>
              <a:t> dung </a:t>
            </a:r>
            <a:r>
              <a:rPr lang="en-US" altLang="ko-KR" sz="1000" dirty="0" err="1">
                <a:latin typeface="Times New Roman" panose="02020603050405020304" pitchFamily="18" charset="0"/>
                <a:cs typeface="Times New Roman" panose="02020603050405020304" pitchFamily="18" charset="0"/>
              </a:rPr>
              <a:t>được</a:t>
            </a:r>
            <a:r>
              <a:rPr lang="en-US" altLang="ko-KR" sz="1000" dirty="0">
                <a:latin typeface="Times New Roman" panose="02020603050405020304" pitchFamily="18" charset="0"/>
                <a:cs typeface="Times New Roman" panose="02020603050405020304" pitchFamily="18" charset="0"/>
              </a:rPr>
              <a:t> </a:t>
            </a:r>
            <a:r>
              <a:rPr lang="en-US" altLang="ko-KR" sz="1000" dirty="0" err="1">
                <a:latin typeface="Times New Roman" panose="02020603050405020304" pitchFamily="18" charset="0"/>
                <a:cs typeface="Times New Roman" panose="02020603050405020304" pitchFamily="18" charset="0"/>
              </a:rPr>
              <a:t>lưu</a:t>
            </a:r>
            <a:r>
              <a:rPr lang="en-US" altLang="ko-KR" sz="1000" dirty="0">
                <a:latin typeface="Times New Roman" panose="02020603050405020304" pitchFamily="18" charset="0"/>
                <a:cs typeface="Times New Roman" panose="02020603050405020304" pitchFamily="18" charset="0"/>
              </a:rPr>
              <a:t> </a:t>
            </a:r>
            <a:r>
              <a:rPr lang="en-US" altLang="ko-KR" sz="1000" dirty="0" err="1">
                <a:latin typeface="Times New Roman" panose="02020603050405020304" pitchFamily="18" charset="0"/>
                <a:cs typeface="Times New Roman" panose="02020603050405020304" pitchFamily="18" charset="0"/>
              </a:rPr>
              <a:t>trong</a:t>
            </a:r>
            <a:r>
              <a:rPr lang="en-US" altLang="ko-KR" sz="1000" dirty="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PC </a:t>
            </a:r>
            <a:r>
              <a:rPr lang="en-US" altLang="ko-KR" sz="1000" dirty="0" err="1" smtClean="0">
                <a:latin typeface="Times New Roman" panose="02020603050405020304" pitchFamily="18" charset="0"/>
                <a:cs typeface="Times New Roman" panose="02020603050405020304" pitchFamily="18" charset="0"/>
              </a:rPr>
              <a:t>với</a:t>
            </a:r>
            <a:r>
              <a:rPr lang="en-US" altLang="ko-KR" sz="1000" dirty="0" smtClean="0">
                <a:latin typeface="Times New Roman" panose="02020603050405020304" pitchFamily="18" charset="0"/>
                <a:cs typeface="Times New Roman" panose="02020603050405020304" pitchFamily="18" charset="0"/>
              </a:rPr>
              <a:t> CPU </a:t>
            </a:r>
            <a:r>
              <a:rPr lang="en-US" altLang="ko-KR" sz="1000" dirty="0" err="1" smtClean="0">
                <a:latin typeface="Times New Roman" panose="02020603050405020304" pitchFamily="18" charset="0"/>
                <a:cs typeface="Times New Roman" panose="02020603050405020304" pitchFamily="18" charset="0"/>
              </a:rPr>
              <a:t>hiện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đang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giao</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tiếp</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Tham</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khảo</a:t>
            </a:r>
            <a:r>
              <a:rPr lang="en-US" altLang="ko-KR" sz="1000" dirty="0" smtClean="0">
                <a:latin typeface="Times New Roman" panose="02020603050405020304" pitchFamily="18" charset="0"/>
                <a:cs typeface="Times New Roman" panose="02020603050405020304" pitchFamily="18" charset="0"/>
              </a:rPr>
              <a:t> ở </a:t>
            </a:r>
            <a:r>
              <a:rPr lang="en-US" altLang="ko-KR" sz="1000" dirty="0" err="1" smtClean="0">
                <a:latin typeface="Times New Roman" panose="02020603050405020304" pitchFamily="18" charset="0"/>
                <a:cs typeface="Times New Roman" panose="02020603050405020304" pitchFamily="18" charset="0"/>
              </a:rPr>
              <a:t>trang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sau</a:t>
            </a:r>
            <a:r>
              <a:rPr lang="en-US" altLang="ko-KR" sz="1000" dirty="0" smtClean="0">
                <a:latin typeface="Times New Roman" panose="02020603050405020304" pitchFamily="18" charset="0"/>
                <a:cs typeface="Times New Roman" panose="02020603050405020304" pitchFamily="18" charset="0"/>
              </a:rPr>
              <a:t>)</a:t>
            </a:r>
            <a:endParaRPr lang="en-US" altLang="ko-KR" sz="1000" dirty="0">
              <a:latin typeface="Times New Roman" panose="02020603050405020304" pitchFamily="18" charset="0"/>
              <a:cs typeface="Times New Roman" panose="02020603050405020304" pitchFamily="18" charset="0"/>
            </a:endParaRPr>
          </a:p>
        </p:txBody>
      </p:sp>
      <p:sp>
        <p:nvSpPr>
          <p:cNvPr id="82955" name="Line 12"/>
          <p:cNvSpPr>
            <a:spLocks noChangeShapeType="1"/>
          </p:cNvSpPr>
          <p:nvPr/>
        </p:nvSpPr>
        <p:spPr bwMode="auto">
          <a:xfrm>
            <a:off x="3513138" y="1952625"/>
            <a:ext cx="31194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2956" name="Line 13"/>
          <p:cNvSpPr>
            <a:spLocks noChangeShapeType="1"/>
          </p:cNvSpPr>
          <p:nvPr/>
        </p:nvSpPr>
        <p:spPr bwMode="auto">
          <a:xfrm>
            <a:off x="3513138" y="2359025"/>
            <a:ext cx="26654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2957" name="Line 14"/>
          <p:cNvSpPr>
            <a:spLocks noChangeShapeType="1"/>
          </p:cNvSpPr>
          <p:nvPr/>
        </p:nvSpPr>
        <p:spPr bwMode="auto">
          <a:xfrm>
            <a:off x="2019301" y="2851410"/>
            <a:ext cx="501173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2958" name="Rectangle 15"/>
          <p:cNvSpPr>
            <a:spLocks noChangeArrowheads="1"/>
          </p:cNvSpPr>
          <p:nvPr/>
        </p:nvSpPr>
        <p:spPr bwMode="auto">
          <a:xfrm>
            <a:off x="3751263" y="3161730"/>
            <a:ext cx="57261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copy </a:t>
            </a:r>
            <a:r>
              <a:rPr lang="en-US" altLang="ko-KR" sz="1000" dirty="0" err="1" smtClean="0">
                <a:latin typeface="Times New Roman" panose="02020603050405020304" pitchFamily="18" charset="0"/>
                <a:cs typeface="Times New Roman" panose="02020603050405020304" pitchFamily="18" charset="0"/>
              </a:rPr>
              <a:t>nội</a:t>
            </a:r>
            <a:r>
              <a:rPr lang="en-US" altLang="ko-KR" sz="1000" dirty="0" smtClean="0">
                <a:latin typeface="Times New Roman" panose="02020603050405020304" pitchFamily="18" charset="0"/>
                <a:cs typeface="Times New Roman" panose="02020603050405020304" pitchFamily="18" charset="0"/>
              </a:rPr>
              <a:t> dung </a:t>
            </a:r>
            <a:r>
              <a:rPr lang="en-US" altLang="ko-KR" sz="1000" dirty="0" err="1" smtClean="0">
                <a:latin typeface="Times New Roman" panose="02020603050405020304" pitchFamily="18" charset="0"/>
                <a:cs typeface="Times New Roman" panose="02020603050405020304" pitchFamily="18" charset="0"/>
              </a:rPr>
              <a:t>được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lưu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trong</a:t>
            </a:r>
            <a:r>
              <a:rPr lang="en-US" altLang="ko-KR" sz="1000" dirty="0" smtClean="0">
                <a:latin typeface="Times New Roman" panose="02020603050405020304" pitchFamily="18" charset="0"/>
                <a:cs typeface="Times New Roman" panose="02020603050405020304" pitchFamily="18" charset="0"/>
              </a:rPr>
              <a:t> PC </a:t>
            </a:r>
            <a:r>
              <a:rPr lang="en-US" altLang="ko-KR" sz="1000" dirty="0" err="1" smtClean="0">
                <a:latin typeface="Times New Roman" panose="02020603050405020304" pitchFamily="18" charset="0"/>
                <a:cs typeface="Times New Roman" panose="02020603050405020304" pitchFamily="18" charset="0"/>
              </a:rPr>
              <a:t>và</a:t>
            </a:r>
            <a:r>
              <a:rPr lang="en-US" altLang="ko-KR" sz="1000" dirty="0" smtClean="0">
                <a:latin typeface="Times New Roman" panose="02020603050405020304" pitchFamily="18" charset="0"/>
                <a:cs typeface="Times New Roman" panose="02020603050405020304" pitchFamily="18" charset="0"/>
              </a:rPr>
              <a:t> CPU </a:t>
            </a:r>
            <a:r>
              <a:rPr lang="en-US" altLang="ko-KR" sz="1000" dirty="0" err="1" smtClean="0">
                <a:latin typeface="Times New Roman" panose="02020603050405020304" pitchFamily="18" charset="0"/>
                <a:cs typeface="Times New Roman" panose="02020603050405020304" pitchFamily="18" charset="0"/>
              </a:rPr>
              <a:t>đang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giao</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tiếp</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sao</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chép</a:t>
            </a:r>
            <a:r>
              <a:rPr lang="en-US" altLang="ko-KR" sz="1000" dirty="0" smtClean="0">
                <a:latin typeface="Times New Roman" panose="02020603050405020304" pitchFamily="18" charset="0"/>
                <a:cs typeface="Times New Roman" panose="02020603050405020304" pitchFamily="18" charset="0"/>
              </a:rPr>
              <a:t> comment</a:t>
            </a:r>
            <a:r>
              <a:rPr lang="ko-KR" altLang="en-US" sz="10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a:t>
            </a:r>
            <a:r>
              <a:rPr lang="en-US" altLang="ko-KR" sz="1000" dirty="0" err="1" smtClean="0">
                <a:latin typeface="Times New Roman" panose="02020603050405020304" pitchFamily="18" charset="0"/>
                <a:cs typeface="Times New Roman" panose="02020603050405020304" pitchFamily="18" charset="0"/>
              </a:rPr>
              <a:t>Tham</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khảo</a:t>
            </a:r>
            <a:r>
              <a:rPr lang="en-US" altLang="ko-KR" sz="1000" dirty="0" smtClean="0">
                <a:latin typeface="Times New Roman" panose="02020603050405020304" pitchFamily="18" charset="0"/>
                <a:cs typeface="Times New Roman" panose="02020603050405020304" pitchFamily="18" charset="0"/>
              </a:rPr>
              <a:t> ở </a:t>
            </a:r>
            <a:r>
              <a:rPr lang="en-US" altLang="ko-KR" sz="1000" dirty="0" err="1" smtClean="0">
                <a:latin typeface="Times New Roman" panose="02020603050405020304" pitchFamily="18" charset="0"/>
                <a:cs typeface="Times New Roman" panose="02020603050405020304" pitchFamily="18" charset="0"/>
              </a:rPr>
              <a:t>trang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sau</a:t>
            </a:r>
            <a:r>
              <a:rPr lang="en-US" altLang="ko-KR" sz="1000" dirty="0" smtClean="0">
                <a:latin typeface="Times New Roman" panose="02020603050405020304" pitchFamily="18" charset="0"/>
                <a:cs typeface="Times New Roman" panose="02020603050405020304" pitchFamily="18" charset="0"/>
              </a:rPr>
              <a:t>)</a:t>
            </a:r>
            <a:endParaRPr lang="en-US" altLang="ko-KR" sz="1000" dirty="0">
              <a:latin typeface="Times New Roman" panose="02020603050405020304" pitchFamily="18" charset="0"/>
              <a:cs typeface="Times New Roman" panose="02020603050405020304" pitchFamily="18" charset="0"/>
            </a:endParaRPr>
          </a:p>
        </p:txBody>
      </p:sp>
      <p:sp>
        <p:nvSpPr>
          <p:cNvPr id="82959" name="Rectangle 16"/>
          <p:cNvSpPr>
            <a:spLocks noChangeArrowheads="1"/>
          </p:cNvSpPr>
          <p:nvPr/>
        </p:nvSpPr>
        <p:spPr bwMode="auto">
          <a:xfrm>
            <a:off x="3770313" y="3652577"/>
            <a:ext cx="20521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loại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hình</a:t>
            </a:r>
            <a:r>
              <a:rPr lang="en-US" altLang="ko-KR" sz="1000" dirty="0" smtClean="0">
                <a:latin typeface="Times New Roman" panose="02020603050405020304" pitchFamily="18" charset="0"/>
                <a:cs typeface="Times New Roman" panose="02020603050405020304" pitchFamily="18" charset="0"/>
              </a:rPr>
              <a:t> PLC </a:t>
            </a:r>
            <a:r>
              <a:rPr lang="en-US" altLang="ko-KR" sz="1000" dirty="0" err="1" smtClean="0">
                <a:latin typeface="Times New Roman" panose="02020603050405020304" pitchFamily="18" charset="0"/>
                <a:cs typeface="Times New Roman" panose="02020603050405020304" pitchFamily="18" charset="0"/>
              </a:rPr>
              <a:t>đã</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được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thay</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đổi</a:t>
            </a:r>
            <a:r>
              <a:rPr lang="ko-KR" altLang="en-US" sz="1000" dirty="0" smtClean="0">
                <a:latin typeface="Times New Roman" panose="02020603050405020304" pitchFamily="18" charset="0"/>
                <a:cs typeface="Times New Roman" panose="02020603050405020304" pitchFamily="18" charset="0"/>
              </a:rPr>
              <a:t> </a:t>
            </a:r>
            <a:endParaRPr lang="ko-KR" altLang="en-US" sz="1000" dirty="0">
              <a:latin typeface="Times New Roman" panose="02020603050405020304" pitchFamily="18" charset="0"/>
              <a:cs typeface="Times New Roman" panose="02020603050405020304" pitchFamily="18" charset="0"/>
            </a:endParaRPr>
          </a:p>
        </p:txBody>
      </p:sp>
      <p:sp>
        <p:nvSpPr>
          <p:cNvPr id="82960" name="Rectangle 17"/>
          <p:cNvSpPr>
            <a:spLocks noChangeArrowheads="1"/>
          </p:cNvSpPr>
          <p:nvPr/>
        </p:nvSpPr>
        <p:spPr bwMode="auto">
          <a:xfrm>
            <a:off x="3770313" y="5128741"/>
            <a:ext cx="22781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Thiết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lập</a:t>
            </a:r>
            <a:r>
              <a:rPr lang="en-US" altLang="ko-KR" sz="1000" dirty="0" smtClean="0">
                <a:latin typeface="Times New Roman" panose="02020603050405020304" pitchFamily="18" charset="0"/>
                <a:cs typeface="Times New Roman" panose="02020603050405020304" pitchFamily="18" charset="0"/>
              </a:rPr>
              <a:t> In </a:t>
            </a:r>
            <a:r>
              <a:rPr lang="en-US" altLang="ko-KR" sz="1000" dirty="0" err="1" smtClean="0">
                <a:latin typeface="Times New Roman" panose="02020603050405020304" pitchFamily="18" charset="0"/>
                <a:cs typeface="Times New Roman" panose="02020603050405020304" pitchFamily="18" charset="0"/>
              </a:rPr>
              <a:t>và</a:t>
            </a:r>
            <a:r>
              <a:rPr lang="en-US" altLang="ko-KR" sz="1000" dirty="0" smtClean="0">
                <a:latin typeface="Times New Roman" panose="02020603050405020304" pitchFamily="18" charset="0"/>
                <a:cs typeface="Times New Roman" panose="02020603050405020304" pitchFamily="18" charset="0"/>
              </a:rPr>
              <a:t> In (</a:t>
            </a:r>
            <a:r>
              <a:rPr lang="en-US" altLang="ko-KR" sz="1000" dirty="0" err="1" smtClean="0">
                <a:latin typeface="Times New Roman" panose="02020603050405020304" pitchFamily="18" charset="0"/>
                <a:cs typeface="Times New Roman" panose="02020603050405020304" pitchFamily="18" charset="0"/>
              </a:rPr>
              <a:t>Tham</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khảo</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trang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sau</a:t>
            </a:r>
            <a:r>
              <a:rPr lang="en-US" altLang="ko-KR" sz="1000" dirty="0" smtClean="0">
                <a:latin typeface="Times New Roman" panose="02020603050405020304" pitchFamily="18" charset="0"/>
                <a:cs typeface="Times New Roman" panose="02020603050405020304" pitchFamily="18" charset="0"/>
              </a:rPr>
              <a:t>)</a:t>
            </a:r>
            <a:endParaRPr lang="ko-KR" altLang="en-US" sz="1000" dirty="0">
              <a:latin typeface="Times New Roman" panose="02020603050405020304" pitchFamily="18" charset="0"/>
              <a:cs typeface="Times New Roman" panose="02020603050405020304" pitchFamily="18" charset="0"/>
            </a:endParaRPr>
          </a:p>
        </p:txBody>
      </p:sp>
      <p:sp>
        <p:nvSpPr>
          <p:cNvPr id="82961" name="Rectangle 18"/>
          <p:cNvSpPr>
            <a:spLocks noChangeArrowheads="1"/>
          </p:cNvSpPr>
          <p:nvPr/>
        </p:nvSpPr>
        <p:spPr bwMode="auto">
          <a:xfrm>
            <a:off x="3770313" y="5843588"/>
            <a:ext cx="505138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khởi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động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thêm</a:t>
            </a:r>
            <a:r>
              <a:rPr lang="en-US" altLang="ko-KR" sz="1000" dirty="0" smtClean="0">
                <a:latin typeface="Times New Roman" panose="02020603050405020304" pitchFamily="18" charset="0"/>
                <a:cs typeface="Times New Roman" panose="02020603050405020304" pitchFamily="18" charset="0"/>
              </a:rPr>
              <a:t> GX Developer </a:t>
            </a:r>
            <a:r>
              <a:rPr lang="en-US" altLang="ko-KR" sz="1000" dirty="0" err="1" smtClean="0">
                <a:latin typeface="Times New Roman" panose="02020603050405020304" pitchFamily="18" charset="0"/>
                <a:cs typeface="Times New Roman" panose="02020603050405020304" pitchFamily="18" charset="0"/>
              </a:rPr>
              <a:t>khác</a:t>
            </a:r>
            <a:r>
              <a:rPr lang="ko-KR" altLang="en-US" sz="1000" dirty="0" smtClean="0">
                <a:latin typeface="Times New Roman" panose="02020603050405020304" pitchFamily="18" charset="0"/>
                <a:cs typeface="Times New Roman" panose="02020603050405020304" pitchFamily="18" charset="0"/>
              </a:rPr>
              <a:t> </a:t>
            </a: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có</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thể</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khởi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động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tối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đa</a:t>
            </a:r>
            <a:r>
              <a:rPr lang="en-US" altLang="ko-KR" sz="1000" dirty="0" smtClean="0">
                <a:latin typeface="Times New Roman" panose="02020603050405020304" pitchFamily="18" charset="0"/>
                <a:cs typeface="Times New Roman" panose="02020603050405020304" pitchFamily="18" charset="0"/>
              </a:rPr>
              <a:t> 4 </a:t>
            </a:r>
            <a:r>
              <a:rPr lang="en-US" altLang="ko-KR" sz="1000" dirty="0" err="1" smtClean="0">
                <a:latin typeface="Times New Roman" panose="02020603050405020304" pitchFamily="18" charset="0"/>
                <a:cs typeface="Times New Roman" panose="02020603050405020304" pitchFamily="18" charset="0"/>
              </a:rPr>
              <a:t>cái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mà</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không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quá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tải</a:t>
            </a:r>
            <a:r>
              <a:rPr lang="en-US" altLang="ko-KR" sz="1000" dirty="0" smtClean="0">
                <a:latin typeface="Times New Roman" panose="02020603050405020304" pitchFamily="18" charset="0"/>
                <a:cs typeface="Times New Roman" panose="02020603050405020304" pitchFamily="18" charset="0"/>
              </a:rPr>
              <a:t>.</a:t>
            </a:r>
            <a:endParaRPr lang="ko-KR" altLang="en-US" sz="1000" b="1" dirty="0">
              <a:latin typeface="Times New Roman" panose="02020603050405020304" pitchFamily="18" charset="0"/>
              <a:cs typeface="Times New Roman" panose="02020603050405020304" pitchFamily="18" charset="0"/>
            </a:endParaRPr>
          </a:p>
        </p:txBody>
      </p:sp>
      <p:sp>
        <p:nvSpPr>
          <p:cNvPr id="82962" name="Rectangle 19"/>
          <p:cNvSpPr>
            <a:spLocks noChangeArrowheads="1"/>
          </p:cNvSpPr>
          <p:nvPr/>
        </p:nvSpPr>
        <p:spPr bwMode="auto">
          <a:xfrm>
            <a:off x="3779838" y="6057416"/>
            <a:ext cx="19591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tắt</a:t>
            </a:r>
            <a:r>
              <a:rPr lang="en-US" altLang="ko-KR" sz="1000" dirty="0" smtClean="0">
                <a:latin typeface="Times New Roman" panose="02020603050405020304" pitchFamily="18" charset="0"/>
                <a:cs typeface="Times New Roman" panose="02020603050405020304" pitchFamily="18" charset="0"/>
              </a:rPr>
              <a:t> </a:t>
            </a:r>
            <a:r>
              <a:rPr lang="ko-KR" altLang="en-US" sz="1000" dirty="0" smtClean="0">
                <a:latin typeface="Times New Roman" panose="02020603050405020304" pitchFamily="18" charset="0"/>
                <a:cs typeface="Times New Roman" panose="02020603050405020304" pitchFamily="18" charset="0"/>
              </a:rPr>
              <a:t> </a:t>
            </a:r>
            <a:r>
              <a:rPr lang="en-US" altLang="ko-KR" sz="1000" dirty="0">
                <a:latin typeface="Times New Roman" panose="02020603050405020304" pitchFamily="18" charset="0"/>
                <a:cs typeface="Times New Roman" panose="02020603050405020304" pitchFamily="18" charset="0"/>
              </a:rPr>
              <a:t>GX </a:t>
            </a:r>
            <a:r>
              <a:rPr lang="en-US" altLang="ko-KR" sz="1000" dirty="0" smtClean="0">
                <a:latin typeface="Times New Roman" panose="02020603050405020304" pitchFamily="18" charset="0"/>
                <a:cs typeface="Times New Roman" panose="02020603050405020304" pitchFamily="18" charset="0"/>
              </a:rPr>
              <a:t>Developer </a:t>
            </a:r>
            <a:r>
              <a:rPr lang="en-US" altLang="ko-KR" sz="1000" dirty="0" err="1" smtClean="0">
                <a:latin typeface="Times New Roman" panose="02020603050405020304" pitchFamily="18" charset="0"/>
                <a:cs typeface="Times New Roman" panose="02020603050405020304" pitchFamily="18" charset="0"/>
              </a:rPr>
              <a:t>đang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dùng</a:t>
            </a:r>
            <a:r>
              <a:rPr lang="en-US" altLang="ko-KR" sz="1000" smtClean="0">
                <a:latin typeface="Times New Roman" panose="02020603050405020304" pitchFamily="18" charset="0"/>
                <a:cs typeface="Times New Roman" panose="02020603050405020304" pitchFamily="18" charset="0"/>
              </a:rPr>
              <a:t>.</a:t>
            </a:r>
            <a:endParaRPr lang="ko-KR" altLang="en-US" sz="1000" dirty="0">
              <a:latin typeface="Times New Roman" panose="02020603050405020304" pitchFamily="18" charset="0"/>
              <a:cs typeface="Times New Roman" panose="02020603050405020304" pitchFamily="18" charset="0"/>
            </a:endParaRPr>
          </a:p>
        </p:txBody>
      </p:sp>
      <p:sp>
        <p:nvSpPr>
          <p:cNvPr id="82963" name="Rectangle 20"/>
          <p:cNvSpPr>
            <a:spLocks noChangeArrowheads="1"/>
          </p:cNvSpPr>
          <p:nvPr/>
        </p:nvSpPr>
        <p:spPr bwMode="auto">
          <a:xfrm>
            <a:off x="3760788" y="5596793"/>
            <a:ext cx="15905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000" dirty="0" err="1" smtClean="0">
                <a:latin typeface="Times New Roman" panose="02020603050405020304" pitchFamily="18" charset="0"/>
                <a:cs typeface="Times New Roman" panose="02020603050405020304" pitchFamily="18" charset="0"/>
              </a:rPr>
              <a:t>Nội</a:t>
            </a:r>
            <a:r>
              <a:rPr lang="en-US" altLang="ko-KR" sz="1000" dirty="0" smtClean="0">
                <a:latin typeface="Times New Roman" panose="02020603050405020304" pitchFamily="18" charset="0"/>
                <a:cs typeface="Times New Roman" panose="02020603050405020304" pitchFamily="18" charset="0"/>
              </a:rPr>
              <a:t> dung project </a:t>
            </a:r>
            <a:r>
              <a:rPr lang="en-US" altLang="ko-KR" sz="1000" dirty="0" err="1" smtClean="0">
                <a:latin typeface="Times New Roman" panose="02020603050405020304" pitchFamily="18" charset="0"/>
                <a:cs typeface="Times New Roman" panose="02020603050405020304" pitchFamily="18" charset="0"/>
              </a:rPr>
              <a:t>đang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xem</a:t>
            </a:r>
            <a:endParaRPr lang="ko-KR" altLang="en-US" sz="1000" dirty="0">
              <a:latin typeface="Times New Roman" panose="02020603050405020304" pitchFamily="18" charset="0"/>
              <a:cs typeface="Times New Roman" panose="02020603050405020304" pitchFamily="18" charset="0"/>
            </a:endParaRPr>
          </a:p>
        </p:txBody>
      </p:sp>
      <p:sp>
        <p:nvSpPr>
          <p:cNvPr id="82964" name="Line 21"/>
          <p:cNvSpPr>
            <a:spLocks noChangeShapeType="1"/>
          </p:cNvSpPr>
          <p:nvPr/>
        </p:nvSpPr>
        <p:spPr bwMode="auto">
          <a:xfrm>
            <a:off x="1619250" y="3249042"/>
            <a:ext cx="221138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2965" name="Line 22"/>
          <p:cNvSpPr>
            <a:spLocks noChangeShapeType="1"/>
          </p:cNvSpPr>
          <p:nvPr/>
        </p:nvSpPr>
        <p:spPr bwMode="auto">
          <a:xfrm>
            <a:off x="1820652" y="2151062"/>
            <a:ext cx="2090948" cy="317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2966" name="Line 23"/>
          <p:cNvSpPr>
            <a:spLocks noChangeShapeType="1"/>
          </p:cNvSpPr>
          <p:nvPr/>
        </p:nvSpPr>
        <p:spPr bwMode="auto">
          <a:xfrm>
            <a:off x="3513138" y="1751013"/>
            <a:ext cx="32226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2967" name="Line 25"/>
          <p:cNvSpPr>
            <a:spLocks noChangeShapeType="1"/>
          </p:cNvSpPr>
          <p:nvPr/>
        </p:nvSpPr>
        <p:spPr bwMode="auto">
          <a:xfrm>
            <a:off x="2181224" y="3787515"/>
            <a:ext cx="164306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2968" name="Line 26"/>
          <p:cNvSpPr>
            <a:spLocks noChangeShapeType="1"/>
          </p:cNvSpPr>
          <p:nvPr/>
        </p:nvSpPr>
        <p:spPr bwMode="auto">
          <a:xfrm>
            <a:off x="2038350" y="5263679"/>
            <a:ext cx="179228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2970" name="Line 28"/>
          <p:cNvSpPr>
            <a:spLocks noChangeShapeType="1"/>
          </p:cNvSpPr>
          <p:nvPr/>
        </p:nvSpPr>
        <p:spPr bwMode="auto">
          <a:xfrm>
            <a:off x="3590925" y="5722206"/>
            <a:ext cx="23971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2971" name="Line 29"/>
          <p:cNvSpPr>
            <a:spLocks noChangeShapeType="1"/>
          </p:cNvSpPr>
          <p:nvPr/>
        </p:nvSpPr>
        <p:spPr bwMode="auto">
          <a:xfrm>
            <a:off x="2813050" y="5989638"/>
            <a:ext cx="101123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2972" name="Line 30"/>
          <p:cNvSpPr>
            <a:spLocks noChangeShapeType="1"/>
          </p:cNvSpPr>
          <p:nvPr/>
        </p:nvSpPr>
        <p:spPr bwMode="auto">
          <a:xfrm>
            <a:off x="2095501" y="6193941"/>
            <a:ext cx="172878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2973" name="Line 31"/>
          <p:cNvSpPr>
            <a:spLocks noChangeShapeType="1"/>
          </p:cNvSpPr>
          <p:nvPr/>
        </p:nvSpPr>
        <p:spPr bwMode="auto">
          <a:xfrm>
            <a:off x="1685925" y="2593032"/>
            <a:ext cx="214471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7" name="Line 21"/>
          <p:cNvSpPr>
            <a:spLocks noChangeShapeType="1"/>
          </p:cNvSpPr>
          <p:nvPr/>
        </p:nvSpPr>
        <p:spPr bwMode="auto">
          <a:xfrm>
            <a:off x="1619250" y="3048322"/>
            <a:ext cx="221138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2" name="Rectangle 9"/>
          <p:cNvSpPr>
            <a:spLocks noChangeArrowheads="1"/>
          </p:cNvSpPr>
          <p:nvPr/>
        </p:nvSpPr>
        <p:spPr bwMode="auto">
          <a:xfrm>
            <a:off x="60325" y="65087"/>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33" name="Rectangle 12"/>
          <p:cNvSpPr>
            <a:spLocks noChangeArrowheads="1"/>
          </p:cNvSpPr>
          <p:nvPr/>
        </p:nvSpPr>
        <p:spPr bwMode="auto">
          <a:xfrm>
            <a:off x="7041232" y="53975"/>
            <a:ext cx="2670910"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377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6563" y="1066799"/>
            <a:ext cx="7158037" cy="47021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3971" name="Rectangle 3"/>
          <p:cNvSpPr>
            <a:spLocks noChangeArrowheads="1"/>
          </p:cNvSpPr>
          <p:nvPr/>
        </p:nvSpPr>
        <p:spPr bwMode="auto">
          <a:xfrm>
            <a:off x="344488" y="692150"/>
            <a:ext cx="550182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300" dirty="0" err="1" smtClean="0">
                <a:latin typeface="Times New Roman" panose="02020603050405020304" pitchFamily="18" charset="0"/>
                <a:cs typeface="Times New Roman" panose="02020603050405020304" pitchFamily="18" charset="0"/>
              </a:rPr>
              <a:t>Đối</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chiếu</a:t>
            </a:r>
            <a:r>
              <a:rPr lang="ko-KR" altLang="en-US" sz="1300" dirty="0" smtClean="0">
                <a:latin typeface="Times New Roman" panose="02020603050405020304" pitchFamily="18" charset="0"/>
                <a:cs typeface="Times New Roman" panose="02020603050405020304" pitchFamily="18" charset="0"/>
              </a:rPr>
              <a:t> </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khi</a:t>
            </a:r>
            <a:r>
              <a:rPr lang="en-US" altLang="ko-KR" sz="1300" dirty="0" smtClean="0">
                <a:latin typeface="Times New Roman" panose="02020603050405020304" pitchFamily="18" charset="0"/>
                <a:cs typeface="Times New Roman" panose="02020603050405020304" pitchFamily="18" charset="0"/>
              </a:rPr>
              <a:t> so </a:t>
            </a:r>
            <a:r>
              <a:rPr lang="en-US" altLang="ko-KR" sz="1300" dirty="0" err="1" smtClean="0">
                <a:latin typeface="Times New Roman" panose="02020603050405020304" pitchFamily="18" charset="0"/>
                <a:cs typeface="Times New Roman" panose="02020603050405020304" pitchFamily="18" charset="0"/>
              </a:rPr>
              <a:t>sánh</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nội</a:t>
            </a:r>
            <a:r>
              <a:rPr lang="en-US" altLang="ko-KR" sz="1300" dirty="0" smtClean="0">
                <a:latin typeface="Times New Roman" panose="02020603050405020304" pitchFamily="18" charset="0"/>
                <a:cs typeface="Times New Roman" panose="02020603050405020304" pitchFamily="18" charset="0"/>
              </a:rPr>
              <a:t> dung </a:t>
            </a:r>
            <a:r>
              <a:rPr lang="en-US" altLang="ko-KR" sz="1300" dirty="0" err="1" smtClean="0">
                <a:latin typeface="Times New Roman" panose="02020603050405020304" pitchFamily="18" charset="0"/>
                <a:cs typeface="Times New Roman" panose="02020603050405020304" pitchFamily="18" charset="0"/>
              </a:rPr>
              <a:t>được</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lưu</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trong</a:t>
            </a:r>
            <a:r>
              <a:rPr lang="en-US" altLang="ko-KR" sz="1300" dirty="0" smtClean="0">
                <a:latin typeface="Times New Roman" panose="02020603050405020304" pitchFamily="18" charset="0"/>
                <a:cs typeface="Times New Roman" panose="02020603050405020304" pitchFamily="18" charset="0"/>
              </a:rPr>
              <a:t> PC </a:t>
            </a:r>
            <a:r>
              <a:rPr lang="en-US" altLang="ko-KR" sz="1300" dirty="0" err="1" smtClean="0">
                <a:latin typeface="Times New Roman" panose="02020603050405020304" pitchFamily="18" charset="0"/>
                <a:cs typeface="Times New Roman" panose="02020603050405020304" pitchFamily="18" charset="0"/>
              </a:rPr>
              <a:t>và</a:t>
            </a:r>
            <a:r>
              <a:rPr lang="en-US" altLang="ko-KR" sz="1300" dirty="0" smtClean="0">
                <a:latin typeface="Times New Roman" panose="02020603050405020304" pitchFamily="18" charset="0"/>
                <a:cs typeface="Times New Roman" panose="02020603050405020304" pitchFamily="18" charset="0"/>
              </a:rPr>
              <a:t> CPU </a:t>
            </a:r>
            <a:r>
              <a:rPr lang="en-US" altLang="ko-KR" sz="1300" dirty="0" err="1" smtClean="0">
                <a:latin typeface="Times New Roman" panose="02020603050405020304" pitchFamily="18" charset="0"/>
                <a:cs typeface="Times New Roman" panose="02020603050405020304" pitchFamily="18" charset="0"/>
              </a:rPr>
              <a:t>hiện</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đang</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giao</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tiếp</a:t>
            </a:r>
            <a:endParaRPr lang="ko-KR" altLang="en-US" sz="1300" b="1" dirty="0">
              <a:latin typeface="Times New Roman" panose="02020603050405020304" pitchFamily="18" charset="0"/>
              <a:cs typeface="Times New Roman" panose="02020603050405020304" pitchFamily="18" charset="0"/>
            </a:endParaRPr>
          </a:p>
        </p:txBody>
      </p:sp>
      <p:sp>
        <p:nvSpPr>
          <p:cNvPr id="83972" name="Text Box 4"/>
          <p:cNvSpPr txBox="1">
            <a:spLocks noChangeArrowheads="1"/>
          </p:cNvSpPr>
          <p:nvPr/>
        </p:nvSpPr>
        <p:spPr bwMode="auto">
          <a:xfrm>
            <a:off x="4775200" y="1627188"/>
            <a:ext cx="39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a:solidFill>
                  <a:srgbClr val="CC3300"/>
                </a:solidFill>
                <a:latin typeface="Times New Roman" panose="02020603050405020304" pitchFamily="18" charset="0"/>
                <a:cs typeface="Times New Roman" panose="02020603050405020304" pitchFamily="18" charset="0"/>
              </a:rPr>
              <a:t>1</a:t>
            </a:r>
            <a:endParaRPr lang="en-US" altLang="ko-KR" sz="2000">
              <a:solidFill>
                <a:srgbClr val="CC3300"/>
              </a:solidFill>
              <a:latin typeface="Times New Roman" panose="02020603050405020304" pitchFamily="18" charset="0"/>
              <a:cs typeface="Times New Roman" panose="02020603050405020304" pitchFamily="18" charset="0"/>
            </a:endParaRPr>
          </a:p>
        </p:txBody>
      </p:sp>
      <p:sp>
        <p:nvSpPr>
          <p:cNvPr id="83973" name="Text Box 5"/>
          <p:cNvSpPr txBox="1">
            <a:spLocks noChangeArrowheads="1"/>
          </p:cNvSpPr>
          <p:nvPr/>
        </p:nvSpPr>
        <p:spPr bwMode="auto">
          <a:xfrm>
            <a:off x="452438" y="2673350"/>
            <a:ext cx="39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a:solidFill>
                  <a:srgbClr val="CC3300"/>
                </a:solidFill>
                <a:latin typeface="Times New Roman" panose="02020603050405020304" pitchFamily="18" charset="0"/>
                <a:cs typeface="Times New Roman" panose="02020603050405020304" pitchFamily="18" charset="0"/>
              </a:rPr>
              <a:t>2</a:t>
            </a:r>
            <a:endParaRPr lang="en-US" altLang="ko-KR" sz="2000">
              <a:solidFill>
                <a:srgbClr val="CC3300"/>
              </a:solidFill>
              <a:latin typeface="Times New Roman" panose="02020603050405020304" pitchFamily="18" charset="0"/>
              <a:cs typeface="Times New Roman" panose="02020603050405020304" pitchFamily="18" charset="0"/>
            </a:endParaRPr>
          </a:p>
        </p:txBody>
      </p:sp>
      <p:sp>
        <p:nvSpPr>
          <p:cNvPr id="83974" name="Text Box 6"/>
          <p:cNvSpPr txBox="1">
            <a:spLocks noChangeArrowheads="1"/>
          </p:cNvSpPr>
          <p:nvPr/>
        </p:nvSpPr>
        <p:spPr bwMode="auto">
          <a:xfrm>
            <a:off x="6608763" y="2565400"/>
            <a:ext cx="39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a:solidFill>
                  <a:srgbClr val="CC3300"/>
                </a:solidFill>
                <a:latin typeface="Times New Roman" panose="02020603050405020304" pitchFamily="18" charset="0"/>
                <a:cs typeface="Times New Roman" panose="02020603050405020304" pitchFamily="18" charset="0"/>
              </a:rPr>
              <a:t>3</a:t>
            </a:r>
            <a:endParaRPr lang="en-US" altLang="ko-KR" sz="2000">
              <a:solidFill>
                <a:srgbClr val="CC3300"/>
              </a:solidFill>
              <a:latin typeface="Times New Roman" panose="02020603050405020304" pitchFamily="18" charset="0"/>
              <a:cs typeface="Times New Roman" panose="02020603050405020304" pitchFamily="18" charset="0"/>
            </a:endParaRPr>
          </a:p>
        </p:txBody>
      </p:sp>
      <p:sp>
        <p:nvSpPr>
          <p:cNvPr id="83975" name="Rectangle 7"/>
          <p:cNvSpPr>
            <a:spLocks noChangeArrowheads="1"/>
          </p:cNvSpPr>
          <p:nvPr/>
        </p:nvSpPr>
        <p:spPr bwMode="auto">
          <a:xfrm>
            <a:off x="1059316" y="4337050"/>
            <a:ext cx="694421" cy="276999"/>
          </a:xfrm>
          <a:prstGeom prst="rect">
            <a:avLst/>
          </a:prstGeom>
          <a:solidFill>
            <a:schemeClr val="bg1"/>
          </a:solidFill>
          <a:ln w="9525">
            <a:solidFill>
              <a:schemeClr val="tx1"/>
            </a:solidFill>
            <a:miter lim="800000"/>
            <a:headEnd/>
            <a:tailEnd/>
          </a:ln>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Bản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gốc</a:t>
            </a:r>
            <a:endParaRPr lang="ko-KR" altLang="en-US" sz="1200" dirty="0">
              <a:latin typeface="Times New Roman" panose="02020603050405020304" pitchFamily="18" charset="0"/>
              <a:cs typeface="Times New Roman" panose="02020603050405020304" pitchFamily="18" charset="0"/>
            </a:endParaRPr>
          </a:p>
        </p:txBody>
      </p:sp>
      <p:sp>
        <p:nvSpPr>
          <p:cNvPr id="83976" name="Rectangle 8"/>
          <p:cNvSpPr>
            <a:spLocks noChangeArrowheads="1"/>
          </p:cNvSpPr>
          <p:nvPr/>
        </p:nvSpPr>
        <p:spPr bwMode="auto">
          <a:xfrm>
            <a:off x="2663514" y="4337050"/>
            <a:ext cx="1425390" cy="276999"/>
          </a:xfrm>
          <a:prstGeom prst="rect">
            <a:avLst/>
          </a:prstGeom>
          <a:solidFill>
            <a:schemeClr val="bg1"/>
          </a:solidFill>
          <a:ln w="9525">
            <a:solidFill>
              <a:schemeClr val="tx1"/>
            </a:solidFill>
            <a:miter lim="800000"/>
            <a:headEnd/>
            <a:tailEnd/>
          </a:ln>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chiếu</a:t>
            </a:r>
            <a:endParaRPr lang="ko-KR" altLang="en-US" sz="1200" dirty="0">
              <a:latin typeface="Times New Roman" panose="02020603050405020304" pitchFamily="18" charset="0"/>
              <a:cs typeface="Times New Roman" panose="02020603050405020304" pitchFamily="18" charset="0"/>
            </a:endParaRPr>
          </a:p>
        </p:txBody>
      </p:sp>
      <p:sp>
        <p:nvSpPr>
          <p:cNvPr id="83977" name="Rectangle 9"/>
          <p:cNvSpPr>
            <a:spLocks noChangeArrowheads="1"/>
          </p:cNvSpPr>
          <p:nvPr/>
        </p:nvSpPr>
        <p:spPr bwMode="auto">
          <a:xfrm>
            <a:off x="7668338" y="1447800"/>
            <a:ext cx="1928733"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1)Click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endParaRPr lang="en-US" altLang="ko-KR" sz="1200" dirty="0" smtClean="0">
              <a:latin typeface="Times New Roman" panose="02020603050405020304" pitchFamily="18" charset="0"/>
              <a:cs typeface="Times New Roman" panose="02020603050405020304" pitchFamily="18" charset="0"/>
            </a:endParaRPr>
          </a:p>
          <a:p>
            <a:pPr algn="ct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chiếu</a:t>
            </a:r>
            <a:endParaRPr lang="ko-KR" altLang="en-US" sz="1200" dirty="0">
              <a:latin typeface="Times New Roman" panose="02020603050405020304" pitchFamily="18" charset="0"/>
              <a:cs typeface="Times New Roman" panose="02020603050405020304" pitchFamily="18" charset="0"/>
            </a:endParaRPr>
          </a:p>
        </p:txBody>
      </p:sp>
      <p:sp>
        <p:nvSpPr>
          <p:cNvPr id="83978" name="Rectangle 10"/>
          <p:cNvSpPr>
            <a:spLocks noChangeArrowheads="1"/>
          </p:cNvSpPr>
          <p:nvPr/>
        </p:nvSpPr>
        <p:spPr bwMode="auto">
          <a:xfrm>
            <a:off x="7594600" y="2438400"/>
            <a:ext cx="227337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2)Click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program + </a:t>
            </a:r>
            <a:r>
              <a:rPr lang="en-US" altLang="ko-KR" sz="1200" dirty="0" err="1" smtClean="0">
                <a:latin typeface="Times New Roman" panose="02020603050405020304" pitchFamily="18" charset="0"/>
                <a:cs typeface="Times New Roman" panose="02020603050405020304" pitchFamily="18" charset="0"/>
              </a:rPr>
              <a:t>prameter</a:t>
            </a:r>
            <a:r>
              <a:rPr lang="en-US" altLang="ko-KR" sz="1200" dirty="0" smtClean="0">
                <a:latin typeface="Times New Roman" panose="02020603050405020304" pitchFamily="18" charset="0"/>
                <a:cs typeface="Times New Roman" panose="02020603050405020304" pitchFamily="18" charset="0"/>
              </a:rPr>
              <a:t> </a:t>
            </a:r>
          </a:p>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chiếu</a:t>
            </a:r>
            <a:endParaRPr lang="ko-KR" altLang="en-US" sz="1200" dirty="0">
              <a:latin typeface="Times New Roman" panose="02020603050405020304" pitchFamily="18" charset="0"/>
              <a:cs typeface="Times New Roman" panose="02020603050405020304" pitchFamily="18" charset="0"/>
            </a:endParaRPr>
          </a:p>
        </p:txBody>
      </p:sp>
      <p:sp>
        <p:nvSpPr>
          <p:cNvPr id="83979" name="Rectangle 11"/>
          <p:cNvSpPr>
            <a:spLocks noChangeArrowheads="1"/>
          </p:cNvSpPr>
          <p:nvPr/>
        </p:nvSpPr>
        <p:spPr bwMode="auto">
          <a:xfrm>
            <a:off x="7594600" y="3429000"/>
            <a:ext cx="198323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3)Click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p>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chiếu</a:t>
            </a:r>
            <a:endParaRPr lang="ko-KR" altLang="en-US" sz="1200" dirty="0">
              <a:latin typeface="Times New Roman" panose="02020603050405020304" pitchFamily="18" charset="0"/>
              <a:cs typeface="Times New Roman" panose="02020603050405020304" pitchFamily="18" charset="0"/>
            </a:endParaRPr>
          </a:p>
        </p:txBody>
      </p:sp>
      <p:sp>
        <p:nvSpPr>
          <p:cNvPr id="83980" name="Rectangle 12"/>
          <p:cNvSpPr>
            <a:spLocks noChangeArrowheads="1"/>
          </p:cNvSpPr>
          <p:nvPr/>
        </p:nvSpPr>
        <p:spPr bwMode="auto">
          <a:xfrm>
            <a:off x="-15552" y="5984875"/>
            <a:ext cx="989886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100" b="1" dirty="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Mục</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đích</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của</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đối</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chiếu</a:t>
            </a:r>
            <a:r>
              <a:rPr lang="ko-KR" altLang="en-US" sz="1100" b="1" dirty="0" smtClean="0">
                <a:latin typeface="Times New Roman" panose="02020603050405020304" pitchFamily="18" charset="0"/>
                <a:cs typeface="Times New Roman" panose="02020603050405020304" pitchFamily="18" charset="0"/>
              </a:rPr>
              <a:t> </a:t>
            </a:r>
            <a:r>
              <a:rPr lang="en-US" altLang="ko-KR" sz="1100" b="1" dirty="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trường</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hợp</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khi</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doanh</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nghiệp</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hoạc</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người</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khác</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thay</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đổi</a:t>
            </a:r>
            <a:r>
              <a:rPr lang="en-US" altLang="ko-KR" sz="1100" b="1" dirty="0" smtClean="0">
                <a:latin typeface="Times New Roman" panose="02020603050405020304" pitchFamily="18" charset="0"/>
                <a:cs typeface="Times New Roman" panose="02020603050405020304" pitchFamily="18" charset="0"/>
              </a:rPr>
              <a:t> Program </a:t>
            </a:r>
            <a:r>
              <a:rPr lang="en-US" altLang="ko-KR" sz="1100" b="1" dirty="0" err="1" smtClean="0">
                <a:latin typeface="Times New Roman" panose="02020603050405020304" pitchFamily="18" charset="0"/>
                <a:cs typeface="Times New Roman" panose="02020603050405020304" pitchFamily="18" charset="0"/>
              </a:rPr>
              <a:t>thì</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mình</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có</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thể</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kiểm</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tra</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là</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đã</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thay</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đổi</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mục</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gì</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thay</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đổi</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như</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thế</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nào</a:t>
            </a:r>
            <a:r>
              <a:rPr lang="en-US" altLang="ko-KR" sz="1100" b="1" dirty="0" smtClean="0">
                <a:latin typeface="Times New Roman" panose="02020603050405020304" pitchFamily="18" charset="0"/>
                <a:cs typeface="Times New Roman" panose="02020603050405020304" pitchFamily="18" charset="0"/>
              </a:rPr>
              <a:t>.</a:t>
            </a:r>
            <a:endParaRPr lang="en-US" altLang="ko-KR" sz="1100" b="1" dirty="0">
              <a:latin typeface="Times New Roman" panose="02020603050405020304" pitchFamily="18" charset="0"/>
              <a:cs typeface="Times New Roman" panose="02020603050405020304" pitchFamily="18" charset="0"/>
            </a:endParaRPr>
          </a:p>
        </p:txBody>
      </p:sp>
      <p:sp>
        <p:nvSpPr>
          <p:cNvPr id="83981" name="Rectangle 14"/>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83982" name="Rectangle 15"/>
          <p:cNvSpPr>
            <a:spLocks noChangeArrowheads="1"/>
          </p:cNvSpPr>
          <p:nvPr/>
        </p:nvSpPr>
        <p:spPr bwMode="auto">
          <a:xfrm>
            <a:off x="6969224" y="42863"/>
            <a:ext cx="2722206"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r>
              <a:rPr lang="ko-KR" altLang="en-US" sz="1600" b="1" dirty="0" smtClean="0">
                <a:latin typeface="Times New Roman" panose="02020603050405020304" pitchFamily="18" charset="0"/>
                <a:cs typeface="Times New Roman" panose="02020603050405020304" pitchFamily="18" charset="0"/>
              </a:rPr>
              <a:t> </a:t>
            </a:r>
            <a:endParaRPr lang="ko-KR" altLang="en-US" sz="1600" b="1" dirty="0">
              <a:latin typeface="Times New Roman" panose="02020603050405020304" pitchFamily="18" charset="0"/>
              <a:cs typeface="Times New Roman" panose="02020603050405020304" pitchFamily="18" charset="0"/>
            </a:endParaRPr>
          </a:p>
        </p:txBody>
      </p:sp>
      <p:sp>
        <p:nvSpPr>
          <p:cNvPr id="83983" name="Text Box 16"/>
          <p:cNvSpPr txBox="1">
            <a:spLocks noChangeArrowheads="1"/>
          </p:cNvSpPr>
          <p:nvPr/>
        </p:nvSpPr>
        <p:spPr bwMode="auto">
          <a:xfrm>
            <a:off x="867990" y="5283200"/>
            <a:ext cx="1746491" cy="381637"/>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8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p>
          <a:p>
            <a:pPr algn="ctr" eaLnBrk="1" hangingPunct="1">
              <a:lnSpc>
                <a:spcPct val="80000"/>
              </a:lnSpc>
              <a:spcBef>
                <a:spcPct val="0"/>
              </a:spcBef>
              <a:buFontTx/>
              <a:buNone/>
            </a:pP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endParaRPr lang="en-US" altLang="ko-KR" sz="1200" dirty="0">
              <a:latin typeface="Times New Roman" panose="02020603050405020304" pitchFamily="18" charset="0"/>
              <a:cs typeface="Times New Roman" panose="02020603050405020304" pitchFamily="18" charset="0"/>
            </a:endParaRPr>
          </a:p>
        </p:txBody>
      </p:sp>
      <p:sp>
        <p:nvSpPr>
          <p:cNvPr id="83984" name="Text Box 17"/>
          <p:cNvSpPr txBox="1">
            <a:spLocks noChangeArrowheads="1"/>
          </p:cNvSpPr>
          <p:nvPr/>
        </p:nvSpPr>
        <p:spPr bwMode="auto">
          <a:xfrm>
            <a:off x="2792413" y="5283200"/>
            <a:ext cx="2153652" cy="23390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PC</a:t>
            </a:r>
            <a:endParaRPr lang="en-US" altLang="ko-KR" sz="1200"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0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7050" y="1108075"/>
            <a:ext cx="6565900" cy="4540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4995" name="Rectangle 3"/>
          <p:cNvSpPr>
            <a:spLocks noChangeArrowheads="1"/>
          </p:cNvSpPr>
          <p:nvPr/>
        </p:nvSpPr>
        <p:spPr bwMode="auto">
          <a:xfrm>
            <a:off x="479425" y="750888"/>
            <a:ext cx="4546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None/>
            </a:pPr>
            <a:r>
              <a:rPr lang="en-US" altLang="ko-KR" sz="1200" dirty="0" smtClean="0">
                <a:latin typeface="Times New Roman" panose="02020603050405020304" pitchFamily="18" charset="0"/>
                <a:cs typeface="Times New Roman" panose="02020603050405020304" pitchFamily="18" charset="0"/>
              </a:rPr>
              <a:t>Copy</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copy </a:t>
            </a:r>
            <a:r>
              <a:rPr lang="en-US" altLang="ko-KR" sz="1200" dirty="0" err="1">
                <a:latin typeface="Times New Roman" panose="02020603050405020304" pitchFamily="18" charset="0"/>
                <a:cs typeface="Times New Roman" panose="02020603050405020304" pitchFamily="18" charset="0"/>
              </a:rPr>
              <a:t>nội</a:t>
            </a:r>
            <a:r>
              <a:rPr lang="en-US" altLang="ko-KR" sz="1200" dirty="0">
                <a:latin typeface="Times New Roman" panose="02020603050405020304" pitchFamily="18" charset="0"/>
                <a:cs typeface="Times New Roman" panose="02020603050405020304" pitchFamily="18" charset="0"/>
              </a:rPr>
              <a:t> dung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lưu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trong</a:t>
            </a:r>
            <a:r>
              <a:rPr lang="en-US" altLang="ko-KR" sz="1200" dirty="0">
                <a:latin typeface="Times New Roman" panose="02020603050405020304" pitchFamily="18" charset="0"/>
                <a:cs typeface="Times New Roman" panose="02020603050405020304" pitchFamily="18" charset="0"/>
              </a:rPr>
              <a:t> PC </a:t>
            </a:r>
            <a:r>
              <a:rPr lang="en-US" altLang="ko-KR" sz="1200" dirty="0" err="1">
                <a:latin typeface="Times New Roman" panose="02020603050405020304" pitchFamily="18" charset="0"/>
                <a:cs typeface="Times New Roman" panose="02020603050405020304" pitchFamily="18" charset="0"/>
              </a:rPr>
              <a:t>và</a:t>
            </a:r>
            <a:r>
              <a:rPr lang="en-US" altLang="ko-KR" sz="1200" dirty="0">
                <a:latin typeface="Times New Roman" panose="02020603050405020304" pitchFamily="18" charset="0"/>
                <a:cs typeface="Times New Roman" panose="02020603050405020304" pitchFamily="18" charset="0"/>
              </a:rPr>
              <a:t> CPU </a:t>
            </a:r>
            <a:r>
              <a:rPr lang="en-US" altLang="ko-KR" sz="1200" dirty="0" err="1">
                <a:latin typeface="Times New Roman" panose="02020603050405020304" pitchFamily="18" charset="0"/>
                <a:cs typeface="Times New Roman" panose="02020603050405020304" pitchFamily="18" charset="0"/>
              </a:rPr>
              <a:t>đang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giao</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84996" name="Text Box 4"/>
          <p:cNvSpPr txBox="1">
            <a:spLocks noChangeArrowheads="1"/>
          </p:cNvSpPr>
          <p:nvPr/>
        </p:nvSpPr>
        <p:spPr bwMode="auto">
          <a:xfrm>
            <a:off x="5638800" y="1822450"/>
            <a:ext cx="39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a:solidFill>
                  <a:srgbClr val="CC3300"/>
                </a:solidFill>
                <a:latin typeface="Times New Roman" panose="02020603050405020304" pitchFamily="18" charset="0"/>
                <a:cs typeface="Times New Roman" panose="02020603050405020304" pitchFamily="18" charset="0"/>
              </a:rPr>
              <a:t>1</a:t>
            </a:r>
            <a:endParaRPr lang="en-US" altLang="ko-KR" sz="2000">
              <a:solidFill>
                <a:srgbClr val="CC3300"/>
              </a:solidFill>
              <a:latin typeface="Times New Roman" panose="02020603050405020304" pitchFamily="18" charset="0"/>
              <a:cs typeface="Times New Roman" panose="02020603050405020304" pitchFamily="18" charset="0"/>
            </a:endParaRPr>
          </a:p>
        </p:txBody>
      </p:sp>
      <p:sp>
        <p:nvSpPr>
          <p:cNvPr id="84997" name="Text Box 5"/>
          <p:cNvSpPr txBox="1">
            <a:spLocks noChangeArrowheads="1"/>
          </p:cNvSpPr>
          <p:nvPr/>
        </p:nvSpPr>
        <p:spPr bwMode="auto">
          <a:xfrm>
            <a:off x="1138238" y="3455987"/>
            <a:ext cx="39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a:solidFill>
                  <a:srgbClr val="CC3300"/>
                </a:solidFill>
                <a:latin typeface="Times New Roman" panose="02020603050405020304" pitchFamily="18" charset="0"/>
                <a:cs typeface="Times New Roman" panose="02020603050405020304" pitchFamily="18" charset="0"/>
              </a:rPr>
              <a:t>2</a:t>
            </a:r>
            <a:endParaRPr lang="en-US" altLang="ko-KR" sz="2000">
              <a:solidFill>
                <a:srgbClr val="CC3300"/>
              </a:solidFill>
              <a:latin typeface="Times New Roman" panose="02020603050405020304" pitchFamily="18" charset="0"/>
              <a:cs typeface="Times New Roman" panose="02020603050405020304" pitchFamily="18" charset="0"/>
            </a:endParaRPr>
          </a:p>
        </p:txBody>
      </p:sp>
      <p:sp>
        <p:nvSpPr>
          <p:cNvPr id="84998" name="Text Box 6"/>
          <p:cNvSpPr txBox="1">
            <a:spLocks noChangeArrowheads="1"/>
          </p:cNvSpPr>
          <p:nvPr/>
        </p:nvSpPr>
        <p:spPr bwMode="auto">
          <a:xfrm>
            <a:off x="2377666" y="5099050"/>
            <a:ext cx="39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a:solidFill>
                  <a:srgbClr val="CC3300"/>
                </a:solidFill>
                <a:latin typeface="Times New Roman" panose="02020603050405020304" pitchFamily="18" charset="0"/>
                <a:cs typeface="Times New Roman" panose="02020603050405020304" pitchFamily="18" charset="0"/>
              </a:rPr>
              <a:t>3</a:t>
            </a:r>
            <a:endParaRPr lang="en-US" altLang="ko-KR" sz="2000">
              <a:solidFill>
                <a:srgbClr val="CC3300"/>
              </a:solidFill>
              <a:latin typeface="Times New Roman" panose="02020603050405020304" pitchFamily="18" charset="0"/>
              <a:cs typeface="Times New Roman" panose="02020603050405020304" pitchFamily="18" charset="0"/>
            </a:endParaRPr>
          </a:p>
        </p:txBody>
      </p:sp>
      <p:sp>
        <p:nvSpPr>
          <p:cNvPr id="84999" name="Rectangle 7"/>
          <p:cNvSpPr>
            <a:spLocks noChangeArrowheads="1"/>
          </p:cNvSpPr>
          <p:nvPr/>
        </p:nvSpPr>
        <p:spPr bwMode="auto">
          <a:xfrm>
            <a:off x="7005228" y="1447800"/>
            <a:ext cx="298511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100" dirty="0">
                <a:latin typeface="Times New Roman" panose="02020603050405020304" pitchFamily="18" charset="0"/>
                <a:cs typeface="Times New Roman" panose="02020603050405020304" pitchFamily="18" charset="0"/>
              </a:rPr>
              <a:t>(</a:t>
            </a:r>
            <a:r>
              <a:rPr lang="en-US" altLang="ko-KR" sz="1100" dirty="0" smtClean="0">
                <a:latin typeface="Times New Roman" panose="02020603050405020304" pitchFamily="18" charset="0"/>
                <a:cs typeface="Times New Roman" panose="02020603050405020304" pitchFamily="18" charset="0"/>
              </a:rPr>
              <a:t>1)Click </a:t>
            </a:r>
            <a:r>
              <a:rPr lang="en-US" altLang="ko-KR" sz="1100" dirty="0" err="1" smtClean="0">
                <a:latin typeface="Times New Roman" panose="02020603050405020304" pitchFamily="18" charset="0"/>
                <a:cs typeface="Times New Roman" panose="02020603050405020304" pitchFamily="18" charset="0"/>
              </a:rPr>
              <a:t>vào</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tham</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khảo</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và</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tìm</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đối</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tượng</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sẽ</a:t>
            </a:r>
            <a:r>
              <a:rPr lang="en-US" altLang="ko-KR" sz="1100" dirty="0" smtClean="0">
                <a:latin typeface="Times New Roman" panose="02020603050405020304" pitchFamily="18" charset="0"/>
                <a:cs typeface="Times New Roman" panose="02020603050405020304" pitchFamily="18" charset="0"/>
              </a:rPr>
              <a:t> copy.</a:t>
            </a:r>
            <a:endParaRPr lang="en-US" altLang="ko-KR" sz="1100" dirty="0">
              <a:latin typeface="Times New Roman" panose="02020603050405020304" pitchFamily="18" charset="0"/>
              <a:cs typeface="Times New Roman" panose="02020603050405020304" pitchFamily="18" charset="0"/>
            </a:endParaRPr>
          </a:p>
        </p:txBody>
      </p:sp>
      <p:sp>
        <p:nvSpPr>
          <p:cNvPr id="85000" name="Rectangle 8"/>
          <p:cNvSpPr>
            <a:spLocks noChangeArrowheads="1"/>
          </p:cNvSpPr>
          <p:nvPr/>
        </p:nvSpPr>
        <p:spPr bwMode="auto">
          <a:xfrm>
            <a:off x="7005228" y="2438400"/>
            <a:ext cx="295144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100" dirty="0">
                <a:latin typeface="Times New Roman" panose="02020603050405020304" pitchFamily="18" charset="0"/>
                <a:cs typeface="Times New Roman" panose="02020603050405020304" pitchFamily="18" charset="0"/>
              </a:rPr>
              <a:t>(</a:t>
            </a:r>
            <a:r>
              <a:rPr lang="en-US" altLang="ko-KR" sz="1100" dirty="0" smtClean="0">
                <a:latin typeface="Times New Roman" panose="02020603050405020304" pitchFamily="18" charset="0"/>
                <a:cs typeface="Times New Roman" panose="02020603050405020304" pitchFamily="18" charset="0"/>
              </a:rPr>
              <a:t>2)Click </a:t>
            </a:r>
            <a:r>
              <a:rPr lang="en-US" altLang="ko-KR" sz="1100" dirty="0" err="1" smtClean="0">
                <a:latin typeface="Times New Roman" panose="02020603050405020304" pitchFamily="18" charset="0"/>
                <a:cs typeface="Times New Roman" panose="02020603050405020304" pitchFamily="18" charset="0"/>
              </a:rPr>
              <a:t>vào</a:t>
            </a:r>
            <a:r>
              <a:rPr lang="en-US" altLang="ko-KR" sz="1100" dirty="0" smtClean="0">
                <a:latin typeface="Times New Roman" panose="02020603050405020304" pitchFamily="18" charset="0"/>
                <a:cs typeface="Times New Roman" panose="02020603050405020304" pitchFamily="18" charset="0"/>
              </a:rPr>
              <a:t> Program hay Comment</a:t>
            </a:r>
            <a:r>
              <a:rPr lang="ko-KR" altLang="en-US"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sẽ</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sao</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chép</a:t>
            </a:r>
            <a:r>
              <a:rPr lang="en-US" altLang="ko-KR" sz="1100" dirty="0" smtClean="0">
                <a:latin typeface="Times New Roman" panose="02020603050405020304" pitchFamily="18" charset="0"/>
                <a:cs typeface="Times New Roman" panose="02020603050405020304" pitchFamily="18" charset="0"/>
              </a:rPr>
              <a:t>.</a:t>
            </a:r>
            <a:endParaRPr lang="en-US" altLang="ko-KR" sz="1100" dirty="0">
              <a:latin typeface="Times New Roman" panose="02020603050405020304" pitchFamily="18" charset="0"/>
              <a:cs typeface="Times New Roman" panose="02020603050405020304" pitchFamily="18" charset="0"/>
            </a:endParaRPr>
          </a:p>
        </p:txBody>
      </p:sp>
      <p:sp>
        <p:nvSpPr>
          <p:cNvPr id="85001" name="Rectangle 9"/>
          <p:cNvSpPr>
            <a:spLocks noChangeArrowheads="1"/>
          </p:cNvSpPr>
          <p:nvPr/>
        </p:nvSpPr>
        <p:spPr bwMode="auto">
          <a:xfrm>
            <a:off x="7005228" y="3429000"/>
            <a:ext cx="296267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100" dirty="0">
                <a:latin typeface="Times New Roman" panose="02020603050405020304" pitchFamily="18" charset="0"/>
                <a:cs typeface="Times New Roman" panose="02020603050405020304" pitchFamily="18" charset="0"/>
              </a:rPr>
              <a:t>(</a:t>
            </a:r>
            <a:r>
              <a:rPr lang="en-US" altLang="ko-KR" sz="1100" dirty="0" smtClean="0">
                <a:latin typeface="Times New Roman" panose="02020603050405020304" pitchFamily="18" charset="0"/>
                <a:cs typeface="Times New Roman" panose="02020603050405020304" pitchFamily="18" charset="0"/>
              </a:rPr>
              <a:t>3)Click </a:t>
            </a:r>
            <a:r>
              <a:rPr lang="en-US" altLang="ko-KR" sz="1100" dirty="0" err="1" smtClean="0">
                <a:latin typeface="Times New Roman" panose="02020603050405020304" pitchFamily="18" charset="0"/>
                <a:cs typeface="Times New Roman" panose="02020603050405020304" pitchFamily="18" charset="0"/>
              </a:rPr>
              <a:t>vào</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thực</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hiện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thì</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sẽ</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thực</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hiện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việc</a:t>
            </a:r>
            <a:r>
              <a:rPr lang="en-US" altLang="ko-KR" sz="1100" dirty="0" smtClean="0">
                <a:latin typeface="Times New Roman" panose="02020603050405020304" pitchFamily="18" charset="0"/>
                <a:cs typeface="Times New Roman" panose="02020603050405020304" pitchFamily="18" charset="0"/>
              </a:rPr>
              <a:t> copy.</a:t>
            </a:r>
            <a:endParaRPr lang="en-US" altLang="ko-KR" sz="1100" dirty="0">
              <a:latin typeface="Times New Roman" panose="02020603050405020304" pitchFamily="18" charset="0"/>
              <a:cs typeface="Times New Roman" panose="02020603050405020304" pitchFamily="18" charset="0"/>
            </a:endParaRPr>
          </a:p>
        </p:txBody>
      </p:sp>
      <p:sp>
        <p:nvSpPr>
          <p:cNvPr id="85002" name="Rectangle 10"/>
          <p:cNvSpPr>
            <a:spLocks noChangeArrowheads="1"/>
          </p:cNvSpPr>
          <p:nvPr/>
        </p:nvSpPr>
        <p:spPr bwMode="auto">
          <a:xfrm>
            <a:off x="527050" y="5791200"/>
            <a:ext cx="89979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Mục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đích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của</a:t>
            </a:r>
            <a:r>
              <a:rPr lang="en-US" altLang="ko-KR" sz="1200" b="1" dirty="0" smtClean="0">
                <a:latin typeface="Times New Roman" panose="02020603050405020304" pitchFamily="18" charset="0"/>
                <a:cs typeface="Times New Roman" panose="02020603050405020304" pitchFamily="18" charset="0"/>
              </a:rPr>
              <a:t> Copy: </a:t>
            </a:r>
            <a:r>
              <a:rPr lang="en-US" altLang="ko-KR" sz="1200" b="1" dirty="0" err="1" smtClean="0">
                <a:latin typeface="Times New Roman" panose="02020603050405020304" pitchFamily="18" charset="0"/>
                <a:cs typeface="Times New Roman" panose="02020603050405020304" pitchFamily="18" charset="0"/>
              </a:rPr>
              <a:t>Nếu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có</a:t>
            </a:r>
            <a:r>
              <a:rPr lang="en-US" altLang="ko-KR" sz="1200" b="1" dirty="0" smtClean="0">
                <a:latin typeface="Times New Roman" panose="02020603050405020304" pitchFamily="18" charset="0"/>
                <a:cs typeface="Times New Roman" panose="02020603050405020304" pitchFamily="18" charset="0"/>
              </a:rPr>
              <a:t> file comment </a:t>
            </a:r>
            <a:r>
              <a:rPr lang="en-US" altLang="ko-KR" sz="1200" b="1" dirty="0" err="1" smtClean="0">
                <a:latin typeface="Times New Roman" panose="02020603050405020304" pitchFamily="18" charset="0"/>
                <a:cs typeface="Times New Roman" panose="02020603050405020304" pitchFamily="18" charset="0"/>
              </a:rPr>
              <a:t>được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lưu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sau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đọc</a:t>
            </a:r>
            <a:r>
              <a:rPr lang="en-US" altLang="ko-KR" sz="1200" b="1" dirty="0" smtClean="0">
                <a:latin typeface="Times New Roman" panose="02020603050405020304" pitchFamily="18" charset="0"/>
                <a:cs typeface="Times New Roman" panose="02020603050405020304" pitchFamily="18" charset="0"/>
              </a:rPr>
              <a:t> PLC </a:t>
            </a:r>
            <a:r>
              <a:rPr lang="en-US" altLang="ko-KR" sz="1200" b="1" dirty="0" err="1" smtClean="0">
                <a:latin typeface="Times New Roman" panose="02020603050405020304" pitchFamily="18" charset="0"/>
                <a:cs typeface="Times New Roman" panose="02020603050405020304" pitchFamily="18" charset="0"/>
              </a:rPr>
              <a:t>của</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thiết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bị</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tại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thì</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sao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chép</a:t>
            </a:r>
            <a:r>
              <a:rPr lang="en-US" altLang="ko-KR" sz="1200" b="1" dirty="0" smtClean="0">
                <a:latin typeface="Times New Roman" panose="02020603050405020304" pitchFamily="18" charset="0"/>
                <a:cs typeface="Times New Roman" panose="02020603050405020304" pitchFamily="18" charset="0"/>
              </a:rPr>
              <a:t> comment </a:t>
            </a:r>
            <a:r>
              <a:rPr lang="en-US" altLang="ko-KR" sz="1200" b="1" dirty="0" err="1" smtClean="0">
                <a:latin typeface="Times New Roman" panose="02020603050405020304" pitchFamily="18" charset="0"/>
                <a:cs typeface="Times New Roman" panose="02020603050405020304" pitchFamily="18" charset="0"/>
              </a:rPr>
              <a:t>lại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có</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thể</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được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sử</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dụng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rất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hữu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ích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trong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việc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phân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tích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giải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mã</a:t>
            </a:r>
            <a:r>
              <a:rPr lang="en-US" altLang="ko-KR" sz="1200" b="1" dirty="0" smtClean="0">
                <a:latin typeface="Times New Roman" panose="02020603050405020304" pitchFamily="18" charset="0"/>
                <a:cs typeface="Times New Roman" panose="02020603050405020304" pitchFamily="18" charset="0"/>
              </a:rPr>
              <a:t> program.</a:t>
            </a:r>
            <a:endParaRPr lang="en-US" altLang="ko-KR" sz="1200" b="1" dirty="0">
              <a:latin typeface="Times New Roman" panose="02020603050405020304" pitchFamily="18" charset="0"/>
              <a:cs typeface="Times New Roman" panose="02020603050405020304" pitchFamily="18" charset="0"/>
            </a:endParaRPr>
          </a:p>
        </p:txBody>
      </p:sp>
      <p:sp>
        <p:nvSpPr>
          <p:cNvPr id="85003" name="Rectangle 12"/>
          <p:cNvSpPr>
            <a:spLocks noChangeArrowheads="1"/>
          </p:cNvSpPr>
          <p:nvPr/>
        </p:nvSpPr>
        <p:spPr bwMode="auto">
          <a:xfrm>
            <a:off x="60325" y="53975"/>
            <a:ext cx="2895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a:t>
            </a:r>
            <a:r>
              <a:rPr lang="en-US" altLang="ko-KR" sz="1800" b="1" dirty="0">
                <a:latin typeface="Times New Roman" panose="02020603050405020304" pitchFamily="18" charset="0"/>
                <a:cs typeface="Times New Roman" panose="02020603050405020304" pitchFamily="18" charset="0"/>
              </a:rPr>
              <a:t>Developer </a:t>
            </a:r>
            <a:endParaRPr lang="ko-KR" altLang="en-US" sz="1800" b="1" dirty="0">
              <a:latin typeface="Times New Roman" panose="02020603050405020304" pitchFamily="18" charset="0"/>
              <a:cs typeface="Times New Roman" panose="02020603050405020304" pitchFamily="18" charset="0"/>
            </a:endParaRPr>
          </a:p>
        </p:txBody>
      </p:sp>
      <p:sp>
        <p:nvSpPr>
          <p:cNvPr id="85004" name="Rectangle 13"/>
          <p:cNvSpPr>
            <a:spLocks noChangeArrowheads="1"/>
          </p:cNvSpPr>
          <p:nvPr/>
        </p:nvSpPr>
        <p:spPr bwMode="auto">
          <a:xfrm>
            <a:off x="7149244" y="42863"/>
            <a:ext cx="2619614"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smtClean="0">
                <a:latin typeface="Times New Roman" panose="02020603050405020304" pitchFamily="18" charset="0"/>
                <a:cs typeface="Times New Roman" panose="02020603050405020304" pitchFamily="18" charset="0"/>
              </a:rPr>
              <a:t>1.Cấu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a:latin typeface="Times New Roman" panose="02020603050405020304" pitchFamily="18" charset="0"/>
                <a:cs typeface="Times New Roman" panose="02020603050405020304" pitchFamily="18" charset="0"/>
              </a:rPr>
              <a:t>GPPW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8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5138" y="1047750"/>
            <a:ext cx="7343775" cy="51244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6019" name="Rectangle 3"/>
          <p:cNvSpPr>
            <a:spLocks noChangeArrowheads="1"/>
          </p:cNvSpPr>
          <p:nvPr/>
        </p:nvSpPr>
        <p:spPr bwMode="auto">
          <a:xfrm>
            <a:off x="398463" y="706438"/>
            <a:ext cx="30075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In</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copy </a:t>
            </a:r>
            <a:r>
              <a:rPr lang="en-US" altLang="ko-KR" sz="1200" dirty="0" err="1" smtClean="0">
                <a:latin typeface="Times New Roman" panose="02020603050405020304" pitchFamily="18" charset="0"/>
                <a:cs typeface="Times New Roman" panose="02020603050405020304" pitchFamily="18" charset="0"/>
              </a:rPr>
              <a:t>toàn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phần</a:t>
            </a:r>
            <a:r>
              <a:rPr lang="en-US" altLang="ko-KR" sz="1200" dirty="0" smtClean="0">
                <a:latin typeface="Times New Roman" panose="02020603050405020304" pitchFamily="18" charset="0"/>
                <a:cs typeface="Times New Roman" panose="02020603050405020304" pitchFamily="18" charset="0"/>
              </a:rPr>
              <a:t> program</a:t>
            </a:r>
            <a:endParaRPr lang="ko-KR" altLang="en-US" sz="1200" dirty="0">
              <a:latin typeface="Times New Roman" panose="02020603050405020304" pitchFamily="18" charset="0"/>
              <a:cs typeface="Times New Roman" panose="02020603050405020304" pitchFamily="18" charset="0"/>
            </a:endParaRPr>
          </a:p>
        </p:txBody>
      </p:sp>
      <p:sp>
        <p:nvSpPr>
          <p:cNvPr id="86020" name="Text Box 4"/>
          <p:cNvSpPr txBox="1">
            <a:spLocks noChangeArrowheads="1"/>
          </p:cNvSpPr>
          <p:nvPr/>
        </p:nvSpPr>
        <p:spPr bwMode="auto">
          <a:xfrm>
            <a:off x="4295403" y="1988009"/>
            <a:ext cx="39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a:solidFill>
                  <a:srgbClr val="CC3300"/>
                </a:solidFill>
                <a:latin typeface="Times New Roman" panose="02020603050405020304" pitchFamily="18" charset="0"/>
                <a:cs typeface="Times New Roman" panose="02020603050405020304" pitchFamily="18" charset="0"/>
              </a:rPr>
              <a:t>3</a:t>
            </a:r>
            <a:endParaRPr lang="en-US" altLang="ko-KR" sz="2000">
              <a:solidFill>
                <a:srgbClr val="CC3300"/>
              </a:solidFill>
              <a:latin typeface="Times New Roman" panose="02020603050405020304" pitchFamily="18" charset="0"/>
              <a:cs typeface="Times New Roman" panose="02020603050405020304" pitchFamily="18" charset="0"/>
            </a:endParaRPr>
          </a:p>
        </p:txBody>
      </p:sp>
      <p:sp>
        <p:nvSpPr>
          <p:cNvPr id="86021" name="Text Box 5"/>
          <p:cNvSpPr txBox="1">
            <a:spLocks noChangeArrowheads="1"/>
          </p:cNvSpPr>
          <p:nvPr/>
        </p:nvSpPr>
        <p:spPr bwMode="auto">
          <a:xfrm>
            <a:off x="569913" y="2393950"/>
            <a:ext cx="39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a:solidFill>
                  <a:srgbClr val="CC3300"/>
                </a:solidFill>
                <a:latin typeface="Times New Roman" panose="02020603050405020304" pitchFamily="18" charset="0"/>
                <a:cs typeface="Times New Roman" panose="02020603050405020304" pitchFamily="18" charset="0"/>
              </a:rPr>
              <a:t>4</a:t>
            </a:r>
            <a:endParaRPr lang="en-US" altLang="ko-KR" sz="2000">
              <a:solidFill>
                <a:srgbClr val="CC3300"/>
              </a:solidFill>
              <a:latin typeface="Times New Roman" panose="02020603050405020304" pitchFamily="18" charset="0"/>
              <a:cs typeface="Times New Roman" panose="02020603050405020304" pitchFamily="18" charset="0"/>
            </a:endParaRPr>
          </a:p>
        </p:txBody>
      </p:sp>
      <p:sp>
        <p:nvSpPr>
          <p:cNvPr id="86022" name="Text Box 6"/>
          <p:cNvSpPr txBox="1">
            <a:spLocks noChangeArrowheads="1"/>
          </p:cNvSpPr>
          <p:nvPr/>
        </p:nvSpPr>
        <p:spPr bwMode="auto">
          <a:xfrm>
            <a:off x="5661025" y="5553075"/>
            <a:ext cx="39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a:solidFill>
                  <a:srgbClr val="CC3300"/>
                </a:solidFill>
                <a:latin typeface="Times New Roman" panose="02020603050405020304" pitchFamily="18" charset="0"/>
                <a:cs typeface="Times New Roman" panose="02020603050405020304" pitchFamily="18" charset="0"/>
              </a:rPr>
              <a:t>5</a:t>
            </a:r>
            <a:endParaRPr lang="en-US" altLang="ko-KR" sz="2000">
              <a:solidFill>
                <a:srgbClr val="CC3300"/>
              </a:solidFill>
              <a:latin typeface="Times New Roman" panose="02020603050405020304" pitchFamily="18" charset="0"/>
              <a:cs typeface="Times New Roman" panose="02020603050405020304" pitchFamily="18" charset="0"/>
            </a:endParaRPr>
          </a:p>
        </p:txBody>
      </p:sp>
      <p:sp>
        <p:nvSpPr>
          <p:cNvPr id="86023" name="Rectangle 7"/>
          <p:cNvSpPr>
            <a:spLocks noChangeArrowheads="1"/>
          </p:cNvSpPr>
          <p:nvPr/>
        </p:nvSpPr>
        <p:spPr bwMode="auto">
          <a:xfrm>
            <a:off x="7886700" y="1268413"/>
            <a:ext cx="2005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máy</a:t>
            </a:r>
            <a:r>
              <a:rPr lang="en-US" altLang="ko-KR" sz="1200" dirty="0" smtClean="0">
                <a:latin typeface="Times New Roman" panose="02020603050405020304" pitchFamily="18" charset="0"/>
                <a:cs typeface="Times New Roman" panose="02020603050405020304" pitchFamily="18" charset="0"/>
              </a:rPr>
              <a:t> in</a:t>
            </a:r>
            <a:endParaRPr lang="ko-KR" altLang="en-US" sz="1200" dirty="0">
              <a:latin typeface="Times New Roman" panose="02020603050405020304" pitchFamily="18" charset="0"/>
              <a:cs typeface="Times New Roman" panose="02020603050405020304" pitchFamily="18" charset="0"/>
            </a:endParaRPr>
          </a:p>
        </p:txBody>
      </p:sp>
      <p:sp>
        <p:nvSpPr>
          <p:cNvPr id="86024" name="Rectangle 8"/>
          <p:cNvSpPr>
            <a:spLocks noChangeArrowheads="1"/>
          </p:cNvSpPr>
          <p:nvPr/>
        </p:nvSpPr>
        <p:spPr bwMode="auto">
          <a:xfrm>
            <a:off x="7886700" y="2640013"/>
            <a:ext cx="18181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3.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chon Program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in</a:t>
            </a:r>
            <a:endParaRPr lang="ko-KR" altLang="en-US" sz="1200" dirty="0">
              <a:latin typeface="Times New Roman" panose="02020603050405020304" pitchFamily="18" charset="0"/>
              <a:cs typeface="Times New Roman" panose="02020603050405020304" pitchFamily="18" charset="0"/>
            </a:endParaRPr>
          </a:p>
        </p:txBody>
      </p:sp>
      <p:sp>
        <p:nvSpPr>
          <p:cNvPr id="86025" name="Rectangle 9"/>
          <p:cNvSpPr>
            <a:spLocks noChangeArrowheads="1"/>
          </p:cNvSpPr>
          <p:nvPr/>
        </p:nvSpPr>
        <p:spPr bwMode="auto">
          <a:xfrm>
            <a:off x="7886700" y="4697413"/>
            <a:ext cx="208582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5.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p>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endParaRPr lang="ko-KR" altLang="en-US" sz="1200" dirty="0">
              <a:latin typeface="Times New Roman" panose="02020603050405020304" pitchFamily="18" charset="0"/>
              <a:cs typeface="Times New Roman" panose="02020603050405020304" pitchFamily="18" charset="0"/>
            </a:endParaRPr>
          </a:p>
        </p:txBody>
      </p:sp>
      <p:sp>
        <p:nvSpPr>
          <p:cNvPr id="86026" name="Rectangle 10"/>
          <p:cNvSpPr>
            <a:spLocks noChangeArrowheads="1"/>
          </p:cNvSpPr>
          <p:nvPr/>
        </p:nvSpPr>
        <p:spPr bwMode="auto">
          <a:xfrm>
            <a:off x="377825" y="6172200"/>
            <a:ext cx="57567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sổ</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hướng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dẫn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hại</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dễ</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dàng</a:t>
            </a:r>
            <a:r>
              <a:rPr lang="en-US" altLang="ko-KR" sz="1200" dirty="0" smtClean="0">
                <a:latin typeface="Times New Roman" panose="02020603050405020304" pitchFamily="18" charset="0"/>
                <a:cs typeface="Times New Roman" panose="02020603050405020304" pitchFamily="18" charset="0"/>
              </a:rPr>
              <a:t> in </a:t>
            </a:r>
            <a:r>
              <a:rPr lang="en-US" altLang="ko-KR" sz="1200" dirty="0" err="1" smtClean="0">
                <a:latin typeface="Times New Roman" panose="02020603050405020304" pitchFamily="18" charset="0"/>
                <a:cs typeface="Times New Roman" panose="02020603050405020304" pitchFamily="18" charset="0"/>
              </a:rPr>
              <a:t>ra.</a:t>
            </a:r>
            <a:endParaRPr lang="ko-KR" altLang="en-US" sz="1200" dirty="0">
              <a:latin typeface="Times New Roman" panose="02020603050405020304" pitchFamily="18" charset="0"/>
              <a:cs typeface="Times New Roman" panose="02020603050405020304" pitchFamily="18" charset="0"/>
            </a:endParaRPr>
          </a:p>
        </p:txBody>
      </p:sp>
      <p:sp>
        <p:nvSpPr>
          <p:cNvPr id="86027" name="Text Box 11"/>
          <p:cNvSpPr txBox="1">
            <a:spLocks noChangeArrowheads="1"/>
          </p:cNvSpPr>
          <p:nvPr/>
        </p:nvSpPr>
        <p:spPr bwMode="auto">
          <a:xfrm>
            <a:off x="2216150" y="5553075"/>
            <a:ext cx="39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a:solidFill>
                  <a:srgbClr val="CC3300"/>
                </a:solidFill>
                <a:latin typeface="Times New Roman" panose="02020603050405020304" pitchFamily="18" charset="0"/>
                <a:cs typeface="Times New Roman" panose="02020603050405020304" pitchFamily="18" charset="0"/>
              </a:rPr>
              <a:t>2</a:t>
            </a:r>
            <a:endParaRPr lang="en-US" altLang="ko-KR" sz="2000">
              <a:solidFill>
                <a:srgbClr val="CC3300"/>
              </a:solidFill>
              <a:latin typeface="Times New Roman" panose="02020603050405020304" pitchFamily="18" charset="0"/>
              <a:cs typeface="Times New Roman" panose="02020603050405020304" pitchFamily="18" charset="0"/>
            </a:endParaRPr>
          </a:p>
        </p:txBody>
      </p:sp>
      <p:sp>
        <p:nvSpPr>
          <p:cNvPr id="86028" name="Text Box 12"/>
          <p:cNvSpPr txBox="1">
            <a:spLocks noChangeArrowheads="1"/>
          </p:cNvSpPr>
          <p:nvPr/>
        </p:nvSpPr>
        <p:spPr bwMode="auto">
          <a:xfrm>
            <a:off x="1138238" y="5553075"/>
            <a:ext cx="39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a:solidFill>
                  <a:srgbClr val="CC3300"/>
                </a:solidFill>
                <a:latin typeface="Times New Roman" panose="02020603050405020304" pitchFamily="18" charset="0"/>
                <a:cs typeface="Times New Roman" panose="02020603050405020304" pitchFamily="18" charset="0"/>
              </a:rPr>
              <a:t>1</a:t>
            </a:r>
            <a:endParaRPr lang="en-US" altLang="ko-KR" sz="2000">
              <a:solidFill>
                <a:srgbClr val="CC3300"/>
              </a:solidFill>
              <a:latin typeface="Times New Roman" panose="02020603050405020304" pitchFamily="18" charset="0"/>
              <a:cs typeface="Times New Roman" panose="02020603050405020304" pitchFamily="18" charset="0"/>
            </a:endParaRPr>
          </a:p>
        </p:txBody>
      </p:sp>
      <p:sp>
        <p:nvSpPr>
          <p:cNvPr id="86029" name="Text Box 13"/>
          <p:cNvSpPr txBox="1">
            <a:spLocks noChangeArrowheads="1"/>
          </p:cNvSpPr>
          <p:nvPr/>
        </p:nvSpPr>
        <p:spPr bwMode="auto">
          <a:xfrm>
            <a:off x="4487863" y="5562600"/>
            <a:ext cx="39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a:solidFill>
                  <a:srgbClr val="CC3300"/>
                </a:solidFill>
                <a:latin typeface="Times New Roman" panose="02020603050405020304" pitchFamily="18" charset="0"/>
                <a:cs typeface="Times New Roman" panose="02020603050405020304" pitchFamily="18" charset="0"/>
              </a:rPr>
              <a:t>6</a:t>
            </a:r>
            <a:endParaRPr lang="en-US" altLang="ko-KR" sz="2000">
              <a:solidFill>
                <a:srgbClr val="CC3300"/>
              </a:solidFill>
              <a:latin typeface="Times New Roman" panose="02020603050405020304" pitchFamily="18" charset="0"/>
              <a:cs typeface="Times New Roman" panose="02020603050405020304" pitchFamily="18" charset="0"/>
            </a:endParaRPr>
          </a:p>
        </p:txBody>
      </p:sp>
      <p:sp>
        <p:nvSpPr>
          <p:cNvPr id="86030" name="Rectangle 14"/>
          <p:cNvSpPr>
            <a:spLocks noChangeArrowheads="1"/>
          </p:cNvSpPr>
          <p:nvPr/>
        </p:nvSpPr>
        <p:spPr bwMode="auto">
          <a:xfrm>
            <a:off x="7886700" y="2030413"/>
            <a:ext cx="20991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2. </a:t>
            </a:r>
            <a:r>
              <a:rPr lang="en-US" altLang="ko-KR" sz="1200" dirty="0" err="1">
                <a:latin typeface="Times New Roman" panose="02020603050405020304" pitchFamily="18" charset="0"/>
                <a:cs typeface="Times New Roman" panose="02020603050405020304" pitchFamily="18" charset="0"/>
              </a:rPr>
              <a:t>T</a:t>
            </a:r>
            <a:r>
              <a:rPr lang="en-US" altLang="ko-KR" sz="1200" dirty="0" err="1" smtClean="0">
                <a:latin typeface="Times New Roman" panose="02020603050405020304" pitchFamily="18" charset="0"/>
                <a:cs typeface="Times New Roman" panose="02020603050405020304" pitchFamily="18" charset="0"/>
              </a:rPr>
              <a: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giấy</a:t>
            </a:r>
            <a:r>
              <a:rPr lang="en-US" altLang="ko-KR" sz="1200" dirty="0" smtClean="0">
                <a:latin typeface="Times New Roman" panose="02020603050405020304" pitchFamily="18" charset="0"/>
                <a:cs typeface="Times New Roman" panose="02020603050405020304" pitchFamily="18" charset="0"/>
              </a:rPr>
              <a:t> in</a:t>
            </a:r>
            <a:endParaRPr lang="ko-KR" altLang="en-US" sz="1200" dirty="0">
              <a:latin typeface="Times New Roman" panose="02020603050405020304" pitchFamily="18" charset="0"/>
              <a:cs typeface="Times New Roman" panose="02020603050405020304" pitchFamily="18" charset="0"/>
            </a:endParaRPr>
          </a:p>
        </p:txBody>
      </p:sp>
      <p:sp>
        <p:nvSpPr>
          <p:cNvPr id="86031" name="Rectangle 15"/>
          <p:cNvSpPr>
            <a:spLocks noChangeArrowheads="1"/>
          </p:cNvSpPr>
          <p:nvPr/>
        </p:nvSpPr>
        <p:spPr bwMode="auto">
          <a:xfrm>
            <a:off x="7886700" y="3311525"/>
            <a:ext cx="18303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4.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bổ</a:t>
            </a:r>
            <a:r>
              <a:rPr lang="en-US" altLang="ko-KR" sz="1200" dirty="0" smtClean="0">
                <a:latin typeface="Times New Roman" panose="02020603050405020304" pitchFamily="18" charset="0"/>
                <a:cs typeface="Times New Roman" panose="02020603050405020304" pitchFamily="18" charset="0"/>
              </a:rPr>
              <a:t> sung (Device comment, contact user .v.v.)</a:t>
            </a:r>
            <a:endParaRPr lang="en-US" altLang="ko-KR" sz="1200" dirty="0">
              <a:latin typeface="Times New Roman" panose="02020603050405020304" pitchFamily="18" charset="0"/>
              <a:cs typeface="Times New Roman" panose="02020603050405020304" pitchFamily="18" charset="0"/>
            </a:endParaRPr>
          </a:p>
        </p:txBody>
      </p:sp>
      <p:sp>
        <p:nvSpPr>
          <p:cNvPr id="86032" name="Rectangle 16"/>
          <p:cNvSpPr>
            <a:spLocks noChangeArrowheads="1"/>
          </p:cNvSpPr>
          <p:nvPr/>
        </p:nvSpPr>
        <p:spPr bwMode="auto">
          <a:xfrm>
            <a:off x="7725308" y="5443538"/>
            <a:ext cx="23054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6.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“in”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in </a:t>
            </a:r>
            <a:r>
              <a:rPr lang="en-US" altLang="ko-KR" sz="1200" dirty="0" err="1" smtClean="0">
                <a:latin typeface="Times New Roman" panose="02020603050405020304" pitchFamily="18" charset="0"/>
                <a:cs typeface="Times New Roman" panose="02020603050405020304" pitchFamily="18" charset="0"/>
              </a:rPr>
              <a:t>ra.</a:t>
            </a:r>
            <a:endParaRPr lang="en-US" altLang="ko-KR" sz="1200" dirty="0">
              <a:latin typeface="Times New Roman" panose="02020603050405020304" pitchFamily="18" charset="0"/>
              <a:cs typeface="Times New Roman" panose="02020603050405020304" pitchFamily="18" charset="0"/>
            </a:endParaRPr>
          </a:p>
        </p:txBody>
      </p:sp>
      <p:sp>
        <p:nvSpPr>
          <p:cNvPr id="86033" name="Rectangle 18"/>
          <p:cNvSpPr>
            <a:spLocks noChangeArrowheads="1"/>
          </p:cNvSpPr>
          <p:nvPr/>
        </p:nvSpPr>
        <p:spPr bwMode="auto">
          <a:xfrm>
            <a:off x="60325" y="53975"/>
            <a:ext cx="2895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a:t>
            </a:r>
            <a:r>
              <a:rPr lang="en-US" altLang="ko-KR" sz="1800" b="1" dirty="0">
                <a:latin typeface="Times New Roman" panose="02020603050405020304" pitchFamily="18" charset="0"/>
                <a:cs typeface="Times New Roman" panose="02020603050405020304" pitchFamily="18" charset="0"/>
              </a:rPr>
              <a:t>Developer </a:t>
            </a:r>
            <a:endParaRPr lang="ko-KR" altLang="en-US" sz="1800" b="1" dirty="0">
              <a:latin typeface="Times New Roman" panose="02020603050405020304" pitchFamily="18" charset="0"/>
              <a:cs typeface="Times New Roman" panose="02020603050405020304" pitchFamily="18" charset="0"/>
            </a:endParaRPr>
          </a:p>
        </p:txBody>
      </p:sp>
      <p:sp>
        <p:nvSpPr>
          <p:cNvPr id="86034" name="Rectangle 19"/>
          <p:cNvSpPr>
            <a:spLocks noChangeArrowheads="1"/>
          </p:cNvSpPr>
          <p:nvPr/>
        </p:nvSpPr>
        <p:spPr bwMode="auto">
          <a:xfrm>
            <a:off x="7221252" y="42863"/>
            <a:ext cx="2722206"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r>
              <a:rPr lang="ko-KR" altLang="en-US" sz="1600" b="1" dirty="0" smtClean="0">
                <a:latin typeface="Times New Roman" panose="02020603050405020304" pitchFamily="18" charset="0"/>
                <a:cs typeface="Times New Roman" panose="02020603050405020304" pitchFamily="18" charset="0"/>
              </a:rPr>
              <a:t>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68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6287" y="798512"/>
            <a:ext cx="3482975" cy="53482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7043" name="Rectangle 3"/>
          <p:cNvSpPr>
            <a:spLocks noChangeArrowheads="1"/>
          </p:cNvSpPr>
          <p:nvPr/>
        </p:nvSpPr>
        <p:spPr bwMode="auto">
          <a:xfrm>
            <a:off x="4551363" y="1242281"/>
            <a:ext cx="44085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hủy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chữa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write mode</a:t>
            </a:r>
            <a:endParaRPr lang="ko-KR" altLang="en-US" sz="1200" dirty="0">
              <a:latin typeface="Times New Roman" panose="02020603050405020304" pitchFamily="18" charset="0"/>
              <a:cs typeface="Times New Roman" panose="02020603050405020304" pitchFamily="18" charset="0"/>
            </a:endParaRPr>
          </a:p>
        </p:txBody>
      </p:sp>
      <p:sp>
        <p:nvSpPr>
          <p:cNvPr id="87044" name="Rectangle 4"/>
          <p:cNvSpPr>
            <a:spLocks noChangeArrowheads="1"/>
          </p:cNvSpPr>
          <p:nvPr/>
        </p:nvSpPr>
        <p:spPr bwMode="auto">
          <a:xfrm>
            <a:off x="4541838" y="1480406"/>
            <a:ext cx="36984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quay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chữa</a:t>
            </a:r>
            <a:endParaRPr lang="ko-KR" altLang="en-US" sz="1200" dirty="0">
              <a:latin typeface="Times New Roman" panose="02020603050405020304" pitchFamily="18" charset="0"/>
              <a:cs typeface="Times New Roman" panose="02020603050405020304" pitchFamily="18" charset="0"/>
            </a:endParaRPr>
          </a:p>
        </p:txBody>
      </p:sp>
      <p:sp>
        <p:nvSpPr>
          <p:cNvPr id="87045" name="Rectangle 5"/>
          <p:cNvSpPr>
            <a:spLocks noChangeArrowheads="1"/>
          </p:cNvSpPr>
          <p:nvPr/>
        </p:nvSpPr>
        <p:spPr bwMode="auto">
          <a:xfrm>
            <a:off x="8517396" y="1379600"/>
            <a:ext cx="184731" cy="5170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p:txBody>
      </p:sp>
      <p:sp>
        <p:nvSpPr>
          <p:cNvPr id="87046" name="Line 6"/>
          <p:cNvSpPr>
            <a:spLocks noChangeShapeType="1"/>
          </p:cNvSpPr>
          <p:nvPr/>
        </p:nvSpPr>
        <p:spPr bwMode="auto">
          <a:xfrm>
            <a:off x="4017963" y="1391506"/>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47" name="Line 7"/>
          <p:cNvSpPr>
            <a:spLocks noChangeShapeType="1"/>
          </p:cNvSpPr>
          <p:nvPr/>
        </p:nvSpPr>
        <p:spPr bwMode="auto">
          <a:xfrm>
            <a:off x="4017963" y="1629631"/>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48" name="Line 8"/>
          <p:cNvSpPr>
            <a:spLocks noChangeShapeType="1"/>
          </p:cNvSpPr>
          <p:nvPr/>
        </p:nvSpPr>
        <p:spPr bwMode="auto">
          <a:xfrm>
            <a:off x="4017963" y="1880828"/>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49" name="Line 9"/>
          <p:cNvSpPr>
            <a:spLocks noChangeShapeType="1"/>
          </p:cNvSpPr>
          <p:nvPr/>
        </p:nvSpPr>
        <p:spPr bwMode="auto">
          <a:xfrm>
            <a:off x="4017963" y="2091966"/>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50" name="Line 10"/>
          <p:cNvSpPr>
            <a:spLocks noChangeShapeType="1"/>
          </p:cNvSpPr>
          <p:nvPr/>
        </p:nvSpPr>
        <p:spPr bwMode="auto">
          <a:xfrm>
            <a:off x="4017963" y="2303351"/>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51" name="Line 11"/>
          <p:cNvSpPr>
            <a:spLocks noChangeShapeType="1"/>
          </p:cNvSpPr>
          <p:nvPr/>
        </p:nvSpPr>
        <p:spPr bwMode="auto">
          <a:xfrm>
            <a:off x="4017963" y="2600908"/>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52" name="Line 12"/>
          <p:cNvSpPr>
            <a:spLocks noChangeShapeType="1"/>
          </p:cNvSpPr>
          <p:nvPr/>
        </p:nvSpPr>
        <p:spPr bwMode="auto">
          <a:xfrm>
            <a:off x="4017963" y="2807407"/>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53" name="Line 13"/>
          <p:cNvSpPr>
            <a:spLocks noChangeShapeType="1"/>
          </p:cNvSpPr>
          <p:nvPr/>
        </p:nvSpPr>
        <p:spPr bwMode="auto">
          <a:xfrm>
            <a:off x="4025900" y="3032956"/>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54" name="Line 14"/>
          <p:cNvSpPr>
            <a:spLocks noChangeShapeType="1"/>
          </p:cNvSpPr>
          <p:nvPr/>
        </p:nvSpPr>
        <p:spPr bwMode="auto">
          <a:xfrm>
            <a:off x="4025900" y="3284984"/>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55" name="Line 15"/>
          <p:cNvSpPr>
            <a:spLocks noChangeShapeType="1"/>
          </p:cNvSpPr>
          <p:nvPr/>
        </p:nvSpPr>
        <p:spPr bwMode="auto">
          <a:xfrm>
            <a:off x="4017963" y="4014589"/>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56" name="Line 16"/>
          <p:cNvSpPr>
            <a:spLocks noChangeShapeType="1"/>
          </p:cNvSpPr>
          <p:nvPr/>
        </p:nvSpPr>
        <p:spPr bwMode="auto">
          <a:xfrm>
            <a:off x="4017963" y="4221088"/>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57" name="Line 17"/>
          <p:cNvSpPr>
            <a:spLocks noChangeShapeType="1"/>
          </p:cNvSpPr>
          <p:nvPr/>
        </p:nvSpPr>
        <p:spPr bwMode="auto">
          <a:xfrm>
            <a:off x="4017963" y="4545124"/>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58" name="Line 18"/>
          <p:cNvSpPr>
            <a:spLocks noChangeShapeType="1"/>
          </p:cNvSpPr>
          <p:nvPr/>
        </p:nvSpPr>
        <p:spPr bwMode="auto">
          <a:xfrm>
            <a:off x="4017963" y="4820109"/>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59" name="Line 19"/>
          <p:cNvSpPr>
            <a:spLocks noChangeShapeType="1"/>
          </p:cNvSpPr>
          <p:nvPr/>
        </p:nvSpPr>
        <p:spPr bwMode="auto">
          <a:xfrm>
            <a:off x="4016375" y="5029659"/>
            <a:ext cx="52863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60" name="Line 20"/>
          <p:cNvSpPr>
            <a:spLocks noChangeShapeType="1"/>
          </p:cNvSpPr>
          <p:nvPr/>
        </p:nvSpPr>
        <p:spPr bwMode="auto">
          <a:xfrm>
            <a:off x="4016375" y="5686425"/>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61" name="Rectangle 22"/>
          <p:cNvSpPr>
            <a:spLocks noChangeArrowheads="1"/>
          </p:cNvSpPr>
          <p:nvPr/>
        </p:nvSpPr>
        <p:spPr bwMode="auto">
          <a:xfrm>
            <a:off x="60325" y="55563"/>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87062" name="Rectangle 23"/>
          <p:cNvSpPr>
            <a:spLocks noChangeArrowheads="1"/>
          </p:cNvSpPr>
          <p:nvPr/>
        </p:nvSpPr>
        <p:spPr bwMode="auto">
          <a:xfrm>
            <a:off x="7113240" y="44450"/>
            <a:ext cx="2722206"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r>
              <a:rPr lang="ko-KR" altLang="en-US" sz="1600" b="1" dirty="0" smtClean="0">
                <a:latin typeface="Times New Roman" panose="02020603050405020304" pitchFamily="18" charset="0"/>
                <a:cs typeface="Times New Roman" panose="02020603050405020304" pitchFamily="18" charset="0"/>
              </a:rPr>
              <a:t> </a:t>
            </a:r>
            <a:endParaRPr lang="ko-KR" altLang="en-US" sz="1600" b="1" dirty="0">
              <a:latin typeface="Times New Roman" panose="02020603050405020304" pitchFamily="18" charset="0"/>
              <a:cs typeface="Times New Roman" panose="02020603050405020304" pitchFamily="18" charset="0"/>
            </a:endParaRPr>
          </a:p>
        </p:txBody>
      </p:sp>
      <p:sp>
        <p:nvSpPr>
          <p:cNvPr id="87063" name="Line 24"/>
          <p:cNvSpPr>
            <a:spLocks noChangeShapeType="1"/>
          </p:cNvSpPr>
          <p:nvPr/>
        </p:nvSpPr>
        <p:spPr bwMode="auto">
          <a:xfrm>
            <a:off x="4016375" y="3501008"/>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64" name="Line 25"/>
          <p:cNvSpPr>
            <a:spLocks noChangeShapeType="1"/>
          </p:cNvSpPr>
          <p:nvPr/>
        </p:nvSpPr>
        <p:spPr bwMode="auto">
          <a:xfrm>
            <a:off x="4016375" y="3780408"/>
            <a:ext cx="53022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7065" name="Rectangle 26"/>
          <p:cNvSpPr>
            <a:spLocks noChangeArrowheads="1"/>
          </p:cNvSpPr>
          <p:nvPr/>
        </p:nvSpPr>
        <p:spPr bwMode="auto">
          <a:xfrm>
            <a:off x="4519613" y="3412046"/>
            <a:ext cx="50184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NOP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muốn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step)</a:t>
            </a:r>
            <a:endParaRPr lang="en-US" altLang="ko-KR" sz="1200" dirty="0">
              <a:latin typeface="Times New Roman" panose="02020603050405020304" pitchFamily="18" charset="0"/>
              <a:cs typeface="Times New Roman" panose="02020603050405020304" pitchFamily="18" charset="0"/>
            </a:endParaRPr>
          </a:p>
        </p:txBody>
      </p:sp>
      <p:sp>
        <p:nvSpPr>
          <p:cNvPr id="87066" name="Rectangle 27"/>
          <p:cNvSpPr>
            <a:spLocks noChangeArrowheads="1"/>
          </p:cNvSpPr>
          <p:nvPr/>
        </p:nvSpPr>
        <p:spPr bwMode="auto">
          <a:xfrm>
            <a:off x="4519613" y="3686683"/>
            <a:ext cx="5100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xóa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đồng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NOP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Xóa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thiếu</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lượng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30" name="Rectangle 3"/>
          <p:cNvSpPr>
            <a:spLocks noChangeArrowheads="1"/>
          </p:cNvSpPr>
          <p:nvPr/>
        </p:nvSpPr>
        <p:spPr bwMode="auto">
          <a:xfrm>
            <a:off x="4551363" y="1747963"/>
            <a:ext cx="24929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chép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sp>
        <p:nvSpPr>
          <p:cNvPr id="31" name="Rectangle 4"/>
          <p:cNvSpPr>
            <a:spLocks noChangeArrowheads="1"/>
          </p:cNvSpPr>
          <p:nvPr/>
        </p:nvSpPr>
        <p:spPr bwMode="auto">
          <a:xfrm>
            <a:off x="4541838" y="1986088"/>
            <a:ext cx="20505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chép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endParaRPr lang="ko-KR" altLang="en-US" sz="1200" dirty="0">
              <a:latin typeface="Times New Roman" panose="02020603050405020304" pitchFamily="18" charset="0"/>
              <a:cs typeface="Times New Roman" panose="02020603050405020304" pitchFamily="18" charset="0"/>
            </a:endParaRPr>
          </a:p>
        </p:txBody>
      </p:sp>
      <p:sp>
        <p:nvSpPr>
          <p:cNvPr id="32" name="Rectangle 3"/>
          <p:cNvSpPr>
            <a:spLocks noChangeArrowheads="1"/>
          </p:cNvSpPr>
          <p:nvPr/>
        </p:nvSpPr>
        <p:spPr bwMode="auto">
          <a:xfrm>
            <a:off x="4551363" y="2225464"/>
            <a:ext cx="35365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chép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chép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cắt</a:t>
            </a:r>
            <a:endParaRPr lang="ko-KR" altLang="en-US" sz="1200" dirty="0">
              <a:latin typeface="Times New Roman" panose="02020603050405020304" pitchFamily="18" charset="0"/>
              <a:cs typeface="Times New Roman" panose="02020603050405020304" pitchFamily="18" charset="0"/>
            </a:endParaRPr>
          </a:p>
        </p:txBody>
      </p:sp>
      <p:sp>
        <p:nvSpPr>
          <p:cNvPr id="33" name="Rectangle 4"/>
          <p:cNvSpPr>
            <a:spLocks noChangeArrowheads="1"/>
          </p:cNvSpPr>
          <p:nvPr/>
        </p:nvSpPr>
        <p:spPr bwMode="auto">
          <a:xfrm>
            <a:off x="4541838" y="2463589"/>
            <a:ext cx="28520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hàng</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write mode</a:t>
            </a:r>
            <a:endParaRPr lang="ko-KR" altLang="en-US" sz="1200" dirty="0">
              <a:latin typeface="Times New Roman" panose="02020603050405020304" pitchFamily="18" charset="0"/>
              <a:cs typeface="Times New Roman" panose="02020603050405020304" pitchFamily="18" charset="0"/>
            </a:endParaRPr>
          </a:p>
        </p:txBody>
      </p:sp>
      <p:sp>
        <p:nvSpPr>
          <p:cNvPr id="34" name="Rectangle 3"/>
          <p:cNvSpPr>
            <a:spLocks noChangeArrowheads="1"/>
          </p:cNvSpPr>
          <p:nvPr/>
        </p:nvSpPr>
        <p:spPr bwMode="auto">
          <a:xfrm>
            <a:off x="4551363" y="2657512"/>
            <a:ext cx="15456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xóa</a:t>
            </a:r>
            <a:r>
              <a:rPr lang="en-US" altLang="ko-KR" sz="1200" dirty="0" smtClean="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hàng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ngang</a:t>
            </a:r>
            <a:endParaRPr lang="ko-KR" altLang="en-US" sz="1200" dirty="0">
              <a:latin typeface="Times New Roman" panose="02020603050405020304" pitchFamily="18" charset="0"/>
              <a:cs typeface="Times New Roman" panose="02020603050405020304" pitchFamily="18" charset="0"/>
            </a:endParaRPr>
          </a:p>
        </p:txBody>
      </p:sp>
      <p:sp>
        <p:nvSpPr>
          <p:cNvPr id="35" name="Rectangle 4"/>
          <p:cNvSpPr>
            <a:spLocks noChangeArrowheads="1"/>
          </p:cNvSpPr>
          <p:nvPr/>
        </p:nvSpPr>
        <p:spPr bwMode="auto">
          <a:xfrm>
            <a:off x="4541838" y="2895637"/>
            <a:ext cx="15969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dọc</a:t>
            </a:r>
            <a:endParaRPr lang="ko-KR" altLang="en-US" sz="1200" dirty="0">
              <a:latin typeface="Times New Roman" panose="02020603050405020304" pitchFamily="18" charset="0"/>
              <a:cs typeface="Times New Roman" panose="02020603050405020304" pitchFamily="18" charset="0"/>
            </a:endParaRPr>
          </a:p>
        </p:txBody>
      </p:sp>
      <p:sp>
        <p:nvSpPr>
          <p:cNvPr id="36" name="Rectangle 3"/>
          <p:cNvSpPr>
            <a:spLocks noChangeArrowheads="1"/>
          </p:cNvSpPr>
          <p:nvPr/>
        </p:nvSpPr>
        <p:spPr bwMode="auto">
          <a:xfrm>
            <a:off x="4551363" y="3889127"/>
            <a:ext cx="33185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Ấn</a:t>
            </a:r>
            <a:r>
              <a:rPr lang="en-US" altLang="ko-KR" sz="1200" dirty="0" smtClean="0">
                <a:latin typeface="Times New Roman" panose="02020603050405020304" pitchFamily="18" charset="0"/>
                <a:cs typeface="Times New Roman" panose="02020603050405020304" pitchFamily="18" charset="0"/>
              </a:rPr>
              <a:t> F10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thêm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lượng</a:t>
            </a:r>
            <a:r>
              <a:rPr lang="en-US" altLang="ko-KR" sz="1200" dirty="0" smtClean="0">
                <a:latin typeface="Times New Roman" panose="02020603050405020304" pitchFamily="18" charset="0"/>
                <a:cs typeface="Times New Roman" panose="02020603050405020304" pitchFamily="18" charset="0"/>
              </a:rPr>
              <a:t> Line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muốn</a:t>
            </a:r>
            <a:endParaRPr lang="ko-KR" altLang="en-US" sz="1200" dirty="0">
              <a:latin typeface="Times New Roman" panose="02020603050405020304" pitchFamily="18" charset="0"/>
              <a:cs typeface="Times New Roman" panose="02020603050405020304" pitchFamily="18" charset="0"/>
            </a:endParaRPr>
          </a:p>
        </p:txBody>
      </p:sp>
      <p:sp>
        <p:nvSpPr>
          <p:cNvPr id="37" name="Rectangle 4"/>
          <p:cNvSpPr>
            <a:spLocks noChangeArrowheads="1"/>
          </p:cNvSpPr>
          <p:nvPr/>
        </p:nvSpPr>
        <p:spPr bwMode="auto">
          <a:xfrm>
            <a:off x="4541838" y="4127252"/>
            <a:ext cx="21611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xóa</a:t>
            </a:r>
            <a:r>
              <a:rPr lang="en-US" altLang="ko-KR" sz="1200" dirty="0" smtClean="0">
                <a:latin typeface="Times New Roman" panose="02020603050405020304" pitchFamily="18" charset="0"/>
                <a:cs typeface="Times New Roman" panose="02020603050405020304" pitchFamily="18" charset="0"/>
              </a:rPr>
              <a:t> Line(</a:t>
            </a:r>
            <a:r>
              <a:rPr lang="en-US" altLang="ko-KR" sz="1200" dirty="0" err="1" smtClean="0">
                <a:latin typeface="Times New Roman" panose="02020603050405020304" pitchFamily="18" charset="0"/>
                <a:cs typeface="Times New Roman" panose="02020603050405020304" pitchFamily="18" charset="0"/>
              </a:rPr>
              <a:t>Giống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38" name="Rectangle 3"/>
          <p:cNvSpPr>
            <a:spLocks noChangeArrowheads="1"/>
          </p:cNvSpPr>
          <p:nvPr/>
        </p:nvSpPr>
        <p:spPr bwMode="auto">
          <a:xfrm>
            <a:off x="4551363" y="4663740"/>
            <a:ext cx="19335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monitoring</a:t>
            </a:r>
            <a:endParaRPr lang="ko-KR" altLang="en-US" sz="1200" dirty="0">
              <a:latin typeface="Times New Roman" panose="02020603050405020304" pitchFamily="18" charset="0"/>
              <a:cs typeface="Times New Roman" panose="02020603050405020304" pitchFamily="18" charset="0"/>
            </a:endParaRPr>
          </a:p>
        </p:txBody>
      </p:sp>
      <p:sp>
        <p:nvSpPr>
          <p:cNvPr id="39" name="Rectangle 4"/>
          <p:cNvSpPr>
            <a:spLocks noChangeArrowheads="1"/>
          </p:cNvSpPr>
          <p:nvPr/>
        </p:nvSpPr>
        <p:spPr bwMode="auto">
          <a:xfrm>
            <a:off x="4541838" y="4901865"/>
            <a:ext cx="10005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40" name="Rectangle 3"/>
          <p:cNvSpPr>
            <a:spLocks noChangeArrowheads="1"/>
          </p:cNvSpPr>
          <p:nvPr/>
        </p:nvSpPr>
        <p:spPr bwMode="auto">
          <a:xfrm>
            <a:off x="4551363" y="5554663"/>
            <a:ext cx="34515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biết</a:t>
            </a:r>
            <a:r>
              <a:rPr lang="en-US" altLang="ko-KR" sz="1200" dirty="0" smtClean="0">
                <a:latin typeface="Times New Roman" panose="02020603050405020304" pitchFamily="18" charset="0"/>
                <a:cs typeface="Times New Roman" panose="02020603050405020304" pitchFamily="18" charset="0"/>
              </a:rPr>
              <a:t> shortcut key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hiệu</a:t>
            </a:r>
            <a:r>
              <a:rPr lang="en-US" altLang="ko-KR" sz="1200" dirty="0" smtClean="0">
                <a:latin typeface="Times New Roman" panose="02020603050405020304" pitchFamily="18" charset="0"/>
                <a:cs typeface="Times New Roman" panose="02020603050405020304" pitchFamily="18" charset="0"/>
              </a:rPr>
              <a:t> mode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Ladder</a:t>
            </a:r>
            <a:endParaRPr lang="ko-KR" altLang="en-US" sz="1200" dirty="0">
              <a:latin typeface="Times New Roman" panose="02020603050405020304" pitchFamily="18" charset="0"/>
              <a:cs typeface="Times New Roman" panose="02020603050405020304" pitchFamily="18" charset="0"/>
            </a:endParaRPr>
          </a:p>
        </p:txBody>
      </p:sp>
      <p:sp>
        <p:nvSpPr>
          <p:cNvPr id="41" name="Rectangle 4"/>
          <p:cNvSpPr>
            <a:spLocks noChangeArrowheads="1"/>
          </p:cNvSpPr>
          <p:nvPr/>
        </p:nvSpPr>
        <p:spPr bwMode="auto">
          <a:xfrm>
            <a:off x="4541838" y="4449516"/>
            <a:ext cx="47838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Timer, count(</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PLC)</a:t>
            </a:r>
            <a:endParaRPr lang="en-US" altLang="ko-KR" sz="1200" dirty="0">
              <a:latin typeface="Times New Roman" panose="02020603050405020304" pitchFamily="18" charset="0"/>
              <a:cs typeface="Times New Roman" panose="02020603050405020304" pitchFamily="18" charset="0"/>
            </a:endParaRPr>
          </a:p>
        </p:txBody>
      </p:sp>
      <p:sp>
        <p:nvSpPr>
          <p:cNvPr id="42" name="Rectangle 4"/>
          <p:cNvSpPr>
            <a:spLocks noChangeArrowheads="1"/>
          </p:cNvSpPr>
          <p:nvPr/>
        </p:nvSpPr>
        <p:spPr bwMode="auto">
          <a:xfrm>
            <a:off x="4541838" y="3147665"/>
            <a:ext cx="13917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xóa</a:t>
            </a:r>
            <a:r>
              <a:rPr lang="en-US" altLang="ko-KR" sz="1200" dirty="0" smtClean="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hàng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dọc</a:t>
            </a:r>
            <a:endParaRPr lang="ko-KR" altLang="en-US" sz="1200"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78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9313" y="1504951"/>
            <a:ext cx="3382962" cy="34004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8067" name="Rectangle 2"/>
          <p:cNvSpPr>
            <a:spLocks noChangeArrowheads="1"/>
          </p:cNvSpPr>
          <p:nvPr/>
        </p:nvSpPr>
        <p:spPr bwMode="auto">
          <a:xfrm>
            <a:off x="4622800" y="1846565"/>
            <a:ext cx="3323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nào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đâu</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sp>
        <p:nvSpPr>
          <p:cNvPr id="88068" name="Rectangle 3"/>
          <p:cNvSpPr>
            <a:spLocks noChangeArrowheads="1"/>
          </p:cNvSpPr>
          <p:nvPr/>
        </p:nvSpPr>
        <p:spPr bwMode="auto">
          <a:xfrm>
            <a:off x="4619625" y="2062465"/>
            <a:ext cx="31582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đâu</a:t>
            </a:r>
            <a:endParaRPr lang="ko-KR" altLang="en-US" sz="1200" dirty="0">
              <a:latin typeface="Times New Roman" panose="02020603050405020304" pitchFamily="18" charset="0"/>
              <a:cs typeface="Times New Roman" panose="02020603050405020304" pitchFamily="18" charset="0"/>
            </a:endParaRPr>
          </a:p>
        </p:txBody>
      </p:sp>
      <p:sp>
        <p:nvSpPr>
          <p:cNvPr id="88070" name="Line 7"/>
          <p:cNvSpPr>
            <a:spLocks noChangeShapeType="1"/>
          </p:cNvSpPr>
          <p:nvPr/>
        </p:nvSpPr>
        <p:spPr bwMode="auto">
          <a:xfrm>
            <a:off x="4070350" y="2016428"/>
            <a:ext cx="5397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8071" name="Line 8"/>
          <p:cNvSpPr>
            <a:spLocks noChangeShapeType="1"/>
          </p:cNvSpPr>
          <p:nvPr/>
        </p:nvSpPr>
        <p:spPr bwMode="auto">
          <a:xfrm>
            <a:off x="2197100" y="2208515"/>
            <a:ext cx="24130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8072" name="Line 9"/>
          <p:cNvSpPr>
            <a:spLocks noChangeShapeType="1"/>
          </p:cNvSpPr>
          <p:nvPr/>
        </p:nvSpPr>
        <p:spPr bwMode="auto">
          <a:xfrm>
            <a:off x="2347913" y="2416478"/>
            <a:ext cx="22621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8073" name="Line 10"/>
          <p:cNvSpPr>
            <a:spLocks noChangeShapeType="1"/>
          </p:cNvSpPr>
          <p:nvPr/>
        </p:nvSpPr>
        <p:spPr bwMode="auto">
          <a:xfrm>
            <a:off x="4070350" y="2781509"/>
            <a:ext cx="5397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8074" name="Line 11"/>
          <p:cNvSpPr>
            <a:spLocks noChangeShapeType="1"/>
          </p:cNvSpPr>
          <p:nvPr/>
        </p:nvSpPr>
        <p:spPr bwMode="auto">
          <a:xfrm>
            <a:off x="4070350" y="3228831"/>
            <a:ext cx="5397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8075" name="Line 12"/>
          <p:cNvSpPr>
            <a:spLocks noChangeShapeType="1"/>
          </p:cNvSpPr>
          <p:nvPr/>
        </p:nvSpPr>
        <p:spPr bwMode="auto">
          <a:xfrm>
            <a:off x="2436813" y="3614537"/>
            <a:ext cx="21605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8076" name="Line 14"/>
          <p:cNvSpPr>
            <a:spLocks noChangeShapeType="1"/>
          </p:cNvSpPr>
          <p:nvPr/>
        </p:nvSpPr>
        <p:spPr bwMode="auto">
          <a:xfrm>
            <a:off x="2601913" y="4622800"/>
            <a:ext cx="1987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8077" name="Line 15"/>
          <p:cNvSpPr>
            <a:spLocks noChangeShapeType="1"/>
          </p:cNvSpPr>
          <p:nvPr/>
        </p:nvSpPr>
        <p:spPr bwMode="auto">
          <a:xfrm>
            <a:off x="2592388" y="4822825"/>
            <a:ext cx="19970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8078" name="Rectangle 16"/>
          <p:cNvSpPr>
            <a:spLocks noChangeArrowheads="1"/>
          </p:cNvSpPr>
          <p:nvPr/>
        </p:nvSpPr>
        <p:spPr bwMode="auto">
          <a:xfrm>
            <a:off x="920750" y="5314950"/>
            <a:ext cx="55933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Tham</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khảo</a:t>
            </a:r>
            <a:r>
              <a:rPr lang="en-US" altLang="ko-KR" sz="1200" b="1"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danh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mục</a:t>
            </a:r>
            <a:r>
              <a:rPr lang="en-US" altLang="ko-KR" sz="1200" b="1" dirty="0" smtClean="0">
                <a:latin typeface="Times New Roman" panose="02020603050405020304" pitchFamily="18" charset="0"/>
                <a:cs typeface="Times New Roman" panose="02020603050405020304" pitchFamily="18" charset="0"/>
              </a:rPr>
              <a:t> device </a:t>
            </a:r>
            <a:r>
              <a:rPr lang="en-US" altLang="ko-KR" sz="1200" b="1" dirty="0" err="1" smtClean="0">
                <a:latin typeface="Times New Roman" panose="02020603050405020304" pitchFamily="18" charset="0"/>
                <a:cs typeface="Times New Roman" panose="02020603050405020304" pitchFamily="18" charset="0"/>
              </a:rPr>
              <a:t>sử</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dụng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và</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danh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mục</a:t>
            </a:r>
            <a:r>
              <a:rPr lang="en-US" altLang="ko-KR" sz="1200" b="1" dirty="0" smtClean="0">
                <a:latin typeface="Times New Roman" panose="02020603050405020304" pitchFamily="18" charset="0"/>
                <a:cs typeface="Times New Roman" panose="02020603050405020304" pitchFamily="18" charset="0"/>
              </a:rPr>
              <a:t> Cross reference ở </a:t>
            </a:r>
            <a:r>
              <a:rPr lang="en-US" altLang="ko-KR" sz="1200" b="1" dirty="0" err="1" smtClean="0">
                <a:latin typeface="Times New Roman" panose="02020603050405020304" pitchFamily="18" charset="0"/>
                <a:cs typeface="Times New Roman" panose="02020603050405020304" pitchFamily="18" charset="0"/>
              </a:rPr>
              <a:t>trang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sau</a:t>
            </a:r>
            <a:r>
              <a:rPr lang="ko-KR" altLang="en-US" sz="1200" b="1" dirty="0" smtClean="0">
                <a:latin typeface="Times New Roman" panose="02020603050405020304" pitchFamily="18" charset="0"/>
                <a:cs typeface="Times New Roman" panose="02020603050405020304" pitchFamily="18" charset="0"/>
              </a:rPr>
              <a:t> </a:t>
            </a:r>
            <a:endParaRPr lang="ko-KR" altLang="en-US" sz="1200" b="1" dirty="0">
              <a:latin typeface="Times New Roman" panose="02020603050405020304" pitchFamily="18" charset="0"/>
              <a:cs typeface="Times New Roman" panose="02020603050405020304" pitchFamily="18" charset="0"/>
            </a:endParaRPr>
          </a:p>
        </p:txBody>
      </p:sp>
      <p:sp>
        <p:nvSpPr>
          <p:cNvPr id="88079" name="Line 18"/>
          <p:cNvSpPr>
            <a:spLocks noChangeShapeType="1"/>
          </p:cNvSpPr>
          <p:nvPr/>
        </p:nvSpPr>
        <p:spPr bwMode="auto">
          <a:xfrm>
            <a:off x="2871788" y="3819528"/>
            <a:ext cx="17176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20" name="Rectangle 3"/>
          <p:cNvSpPr>
            <a:spLocks noChangeArrowheads="1"/>
          </p:cNvSpPr>
          <p:nvPr/>
        </p:nvSpPr>
        <p:spPr bwMode="auto">
          <a:xfrm>
            <a:off x="4619625" y="2279159"/>
            <a:ext cx="12378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Step</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No</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21" name="Rectangle 3"/>
          <p:cNvSpPr>
            <a:spLocks noChangeArrowheads="1"/>
          </p:cNvSpPr>
          <p:nvPr/>
        </p:nvSpPr>
        <p:spPr bwMode="auto">
          <a:xfrm>
            <a:off x="4619625" y="2574429"/>
            <a:ext cx="2218877"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7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coil</a:t>
            </a:r>
            <a:endParaRPr lang="ko-KR" altLang="en-US" sz="1200" dirty="0">
              <a:latin typeface="Times New Roman" panose="02020603050405020304" pitchFamily="18" charset="0"/>
              <a:cs typeface="Times New Roman" panose="02020603050405020304" pitchFamily="18" charset="0"/>
            </a:endParaRPr>
          </a:p>
        </p:txBody>
      </p:sp>
      <p:sp>
        <p:nvSpPr>
          <p:cNvPr id="23" name="Rectangle 3"/>
          <p:cNvSpPr>
            <a:spLocks noChangeArrowheads="1"/>
          </p:cNvSpPr>
          <p:nvPr/>
        </p:nvSpPr>
        <p:spPr bwMode="auto">
          <a:xfrm>
            <a:off x="4619625" y="3079993"/>
            <a:ext cx="30412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Device(</a:t>
            </a:r>
            <a:r>
              <a:rPr lang="en-US" altLang="ko-KR" sz="1200" dirty="0" err="1" smtClean="0">
                <a:latin typeface="Times New Roman" panose="02020603050405020304" pitchFamily="18" charset="0"/>
                <a:cs typeface="Times New Roman" panose="02020603050405020304" pitchFamily="18" charset="0"/>
              </a:rPr>
              <a:t>ví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X1</a:t>
            </a:r>
            <a:r>
              <a:rPr lang="en-US" altLang="ko-KR" sz="1200" dirty="0">
                <a:latin typeface="Times New Roman" panose="02020603050405020304" pitchFamily="18" charset="0"/>
                <a:cs typeface="Times New Roman" panose="02020603050405020304" pitchFamily="18" charset="0"/>
                <a:sym typeface="Wingdings" pitchFamily="2" charset="2"/>
              </a:rPr>
              <a:t>X2)</a:t>
            </a:r>
            <a:endParaRPr lang="ko-KR" altLang="en-US" sz="1200" dirty="0">
              <a:latin typeface="Times New Roman" panose="02020603050405020304" pitchFamily="18" charset="0"/>
              <a:cs typeface="Times New Roman" panose="02020603050405020304" pitchFamily="18" charset="0"/>
            </a:endParaRPr>
          </a:p>
        </p:txBody>
      </p:sp>
      <p:sp>
        <p:nvSpPr>
          <p:cNvPr id="24" name="Rectangle 3"/>
          <p:cNvSpPr>
            <a:spLocks noChangeArrowheads="1"/>
          </p:cNvSpPr>
          <p:nvPr/>
        </p:nvSpPr>
        <p:spPr bwMode="auto">
          <a:xfrm>
            <a:off x="4619625" y="3476037"/>
            <a:ext cx="284359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lẫn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giữa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B</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sp>
        <p:nvSpPr>
          <p:cNvPr id="25" name="Rectangle 3"/>
          <p:cNvSpPr>
            <a:spLocks noChangeArrowheads="1"/>
          </p:cNvSpPr>
          <p:nvPr/>
        </p:nvSpPr>
        <p:spPr bwMode="auto">
          <a:xfrm>
            <a:off x="4619625" y="3681028"/>
            <a:ext cx="12907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en-US" altLang="ko-KR" sz="1200" dirty="0" smtClean="0">
                <a:latin typeface="Times New Roman" panose="02020603050405020304" pitchFamily="18" charset="0"/>
                <a:cs typeface="Times New Roman" panose="02020603050405020304" pitchFamily="18" charset="0"/>
              </a:rPr>
              <a:t> card</a:t>
            </a:r>
            <a:endParaRPr lang="ko-KR" altLang="en-US" sz="1200" dirty="0">
              <a:latin typeface="Times New Roman" panose="02020603050405020304" pitchFamily="18" charset="0"/>
              <a:cs typeface="Times New Roman" panose="02020603050405020304" pitchFamily="18" charset="0"/>
            </a:endParaRPr>
          </a:p>
        </p:txBody>
      </p:sp>
      <p:sp>
        <p:nvSpPr>
          <p:cNvPr id="26" name="Rectangle 3"/>
          <p:cNvSpPr>
            <a:spLocks noChangeArrowheads="1"/>
          </p:cNvSpPr>
          <p:nvPr/>
        </p:nvSpPr>
        <p:spPr bwMode="auto">
          <a:xfrm>
            <a:off x="4619625" y="4484300"/>
            <a:ext cx="29113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atinLnBrk="0">
              <a:lnSpc>
                <a:spcPct val="100000"/>
              </a:lnSpc>
              <a:spcBef>
                <a:spcPct val="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sp>
        <p:nvSpPr>
          <p:cNvPr id="27" name="Rectangle 3"/>
          <p:cNvSpPr>
            <a:spLocks noChangeArrowheads="1"/>
          </p:cNvSpPr>
          <p:nvPr/>
        </p:nvSpPr>
        <p:spPr bwMode="auto">
          <a:xfrm>
            <a:off x="4619625" y="4684325"/>
            <a:ext cx="29498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devices</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sp>
        <p:nvSpPr>
          <p:cNvPr id="28" name="Rectangle 22"/>
          <p:cNvSpPr>
            <a:spLocks noChangeArrowheads="1"/>
          </p:cNvSpPr>
          <p:nvPr/>
        </p:nvSpPr>
        <p:spPr bwMode="auto">
          <a:xfrm>
            <a:off x="60325" y="55563"/>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29" name="Rectangle 23"/>
          <p:cNvSpPr>
            <a:spLocks noChangeArrowheads="1"/>
          </p:cNvSpPr>
          <p:nvPr/>
        </p:nvSpPr>
        <p:spPr bwMode="auto">
          <a:xfrm>
            <a:off x="7113240" y="44450"/>
            <a:ext cx="2722206"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r>
              <a:rPr lang="ko-KR" altLang="en-US" sz="1600" b="1" dirty="0" smtClean="0">
                <a:latin typeface="Times New Roman" panose="02020603050405020304" pitchFamily="18" charset="0"/>
                <a:cs typeface="Times New Roman" panose="02020603050405020304" pitchFamily="18" charset="0"/>
              </a:rPr>
              <a:t>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763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8464" y="905371"/>
            <a:ext cx="4504763" cy="28393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9092" name="Rectangle 4"/>
          <p:cNvSpPr>
            <a:spLocks noChangeArrowheads="1"/>
          </p:cNvSpPr>
          <p:nvPr/>
        </p:nvSpPr>
        <p:spPr bwMode="auto">
          <a:xfrm>
            <a:off x="4633227" y="898525"/>
            <a:ext cx="5925175" cy="2215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Cross reference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chặn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coil hay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lặp</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cải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thì</a:t>
            </a:r>
            <a:r>
              <a:rPr lang="en-US" altLang="ko-KR" sz="1200" b="1" dirty="0" smtClean="0">
                <a:latin typeface="Times New Roman" panose="02020603050405020304" pitchFamily="18" charset="0"/>
                <a:cs typeface="Times New Roman" panose="02020603050405020304" pitchFamily="18" charset="0"/>
              </a:rPr>
              <a:t> relay </a:t>
            </a:r>
            <a:r>
              <a:rPr lang="en-US" altLang="ko-KR" sz="1200" b="1" dirty="0" err="1" smtClean="0">
                <a:latin typeface="Times New Roman" panose="02020603050405020304" pitchFamily="18" charset="0"/>
                <a:cs typeface="Times New Roman" panose="02020603050405020304" pitchFamily="18" charset="0"/>
              </a:rPr>
              <a:t>bên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trong</a:t>
            </a:r>
            <a:r>
              <a:rPr lang="en-US" altLang="ko-KR" sz="1200" b="1" dirty="0" smtClean="0">
                <a:latin typeface="Times New Roman" panose="02020603050405020304" pitchFamily="18" charset="0"/>
                <a:cs typeface="Times New Roman" panose="02020603050405020304" pitchFamily="18" charset="0"/>
              </a:rPr>
              <a:t> M </a:t>
            </a:r>
            <a:r>
              <a:rPr lang="en-US" altLang="ko-KR" sz="1200" b="1" dirty="0" err="1" smtClean="0">
                <a:latin typeface="Times New Roman" panose="02020603050405020304" pitchFamily="18" charset="0"/>
                <a:cs typeface="Times New Roman" panose="02020603050405020304" pitchFamily="18" charset="0"/>
              </a:rPr>
              <a:t>hoạc</a:t>
            </a:r>
            <a:r>
              <a:rPr lang="en-US" altLang="ko-KR" sz="1200" b="1" dirty="0" smtClean="0">
                <a:latin typeface="Times New Roman" panose="02020603050405020304" pitchFamily="18" charset="0"/>
                <a:cs typeface="Times New Roman" panose="02020603050405020304" pitchFamily="18" charset="0"/>
              </a:rPr>
              <a:t> Timer </a:t>
            </a:r>
            <a:r>
              <a:rPr lang="en-US" altLang="ko-KR" sz="1200" b="1" dirty="0" err="1" smtClean="0">
                <a:latin typeface="Times New Roman" panose="02020603050405020304" pitchFamily="18" charset="0"/>
                <a:cs typeface="Times New Roman" panose="02020603050405020304" pitchFamily="18" charset="0"/>
              </a:rPr>
              <a:t>được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sử</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dụng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rất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nhiều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nên</a:t>
            </a:r>
            <a:r>
              <a:rPr lang="en-US" altLang="ko-KR" sz="1200" b="1" dirty="0" smtClean="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tuyệt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đối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không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được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dùng</a:t>
            </a:r>
            <a:r>
              <a:rPr lang="en-US" altLang="ko-KR" sz="1200" b="1" dirty="0" smtClean="0">
                <a:latin typeface="Times New Roman" panose="02020603050405020304" pitchFamily="18" charset="0"/>
                <a:cs typeface="Times New Roman" panose="02020603050405020304" pitchFamily="18" charset="0"/>
              </a:rPr>
              <a:t> coil </a:t>
            </a:r>
            <a:r>
              <a:rPr lang="en-US" altLang="ko-KR" sz="1200" b="1" dirty="0" err="1" smtClean="0">
                <a:latin typeface="Times New Roman" panose="02020603050405020304" pitchFamily="18" charset="0"/>
                <a:cs typeface="Times New Roman" panose="02020603050405020304" pitchFamily="18" charset="0"/>
              </a:rPr>
              <a:t>trùng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lặp</a:t>
            </a:r>
            <a:r>
              <a:rPr lang="en-US" altLang="ko-KR" sz="1200" b="1" dirty="0" smtClean="0">
                <a:latin typeface="Times New Roman" panose="02020603050405020304" pitchFamily="18" charset="0"/>
                <a:cs typeface="Times New Roman" panose="02020603050405020304" pitchFamily="18" charset="0"/>
              </a:rPr>
              <a:t>.</a:t>
            </a:r>
            <a:endParaRPr lang="en-US" altLang="ko-KR" sz="12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Bit device,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mong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muốn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en-US" altLang="ko-KR" sz="1200" dirty="0" smtClean="0">
                <a:latin typeface="Times New Roman" panose="02020603050405020304" pitchFamily="18" charset="0"/>
                <a:cs typeface="Times New Roman" panose="02020603050405020304" pitchFamily="18" charset="0"/>
              </a:rPr>
              <a:t> “ </a:t>
            </a:r>
          </a:p>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option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kiếm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lựa</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cả</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 Word </a:t>
            </a:r>
            <a:r>
              <a:rPr lang="en-US" altLang="ko-KR" sz="1200" dirty="0" smtClean="0">
                <a:latin typeface="Times New Roman" panose="02020603050405020304" pitchFamily="18" charset="0"/>
                <a:cs typeface="Times New Roman" panose="02020603050405020304" pitchFamily="18" charset="0"/>
              </a:rPr>
              <a:t>device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kiếm</a:t>
            </a:r>
            <a:r>
              <a:rPr lang="en-US" altLang="ko-KR" sz="1200" dirty="0" smtClean="0">
                <a:latin typeface="Times New Roman" panose="02020603050405020304" pitchFamily="18" charset="0"/>
                <a:cs typeface="Times New Roman" panose="02020603050405020304" pitchFamily="18" charset="0"/>
              </a:rPr>
              <a:t> timer T </a:t>
            </a:r>
            <a:r>
              <a:rPr lang="en-US" altLang="ko-KR" sz="1200" dirty="0" err="1" smtClean="0">
                <a:latin typeface="Times New Roman" panose="02020603050405020304" pitchFamily="18" charset="0"/>
                <a:cs typeface="Times New Roman" panose="02020603050405020304" pitchFamily="18" charset="0"/>
              </a:rPr>
              <a:t>hoạc</a:t>
            </a:r>
            <a:r>
              <a:rPr lang="en-US" altLang="ko-KR" sz="1200" dirty="0" smtClean="0">
                <a:latin typeface="Times New Roman" panose="02020603050405020304" pitchFamily="18" charset="0"/>
                <a:cs typeface="Times New Roman" panose="02020603050405020304" pitchFamily="18" charset="0"/>
              </a:rPr>
              <a:t> data register D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“double word “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89093" name="Rectangle 5"/>
          <p:cNvSpPr>
            <a:spLocks noChangeArrowheads="1"/>
          </p:cNvSpPr>
          <p:nvPr/>
        </p:nvSpPr>
        <p:spPr bwMode="auto">
          <a:xfrm>
            <a:off x="5016500" y="3932238"/>
            <a:ext cx="4213225"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Danh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nhưng</a:t>
            </a:r>
            <a:r>
              <a:rPr lang="en-US" altLang="ko-KR" sz="1200" dirty="0" smtClean="0">
                <a:latin typeface="Times New Roman" panose="02020603050405020304" pitchFamily="18" charset="0"/>
                <a:cs typeface="Times New Roman" panose="02020603050405020304" pitchFamily="18" charset="0"/>
              </a:rPr>
              <a:t>  click “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kiếm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kiếm</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Display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Coil (Y)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nhưng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gì</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89096" name="Text Box 9"/>
          <p:cNvSpPr txBox="1">
            <a:spLocks noChangeArrowheads="1"/>
          </p:cNvSpPr>
          <p:nvPr/>
        </p:nvSpPr>
        <p:spPr bwMode="auto">
          <a:xfrm>
            <a:off x="2105025" y="4941888"/>
            <a:ext cx="588963" cy="268287"/>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ko-KR" altLang="en-US" sz="1000" b="1">
                <a:latin typeface="Times New Roman" panose="02020603050405020304" pitchFamily="18" charset="0"/>
                <a:cs typeface="Times New Roman" panose="02020603050405020304" pitchFamily="18" charset="0"/>
              </a:rPr>
              <a:t>출력 수</a:t>
            </a:r>
          </a:p>
        </p:txBody>
      </p:sp>
      <p:sp>
        <p:nvSpPr>
          <p:cNvPr id="89097" name="Line 10"/>
          <p:cNvSpPr>
            <a:spLocks noChangeShapeType="1"/>
          </p:cNvSpPr>
          <p:nvPr/>
        </p:nvSpPr>
        <p:spPr bwMode="auto">
          <a:xfrm>
            <a:off x="2398713" y="5192713"/>
            <a:ext cx="0" cy="2159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pic>
        <p:nvPicPr>
          <p:cNvPr id="19763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8464" y="3919414"/>
            <a:ext cx="4504763" cy="22972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 name="Rectangle 22"/>
          <p:cNvSpPr>
            <a:spLocks noChangeArrowheads="1"/>
          </p:cNvSpPr>
          <p:nvPr/>
        </p:nvSpPr>
        <p:spPr bwMode="auto">
          <a:xfrm>
            <a:off x="60325" y="55563"/>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1" name="Rectangle 23"/>
          <p:cNvSpPr>
            <a:spLocks noChangeArrowheads="1"/>
          </p:cNvSpPr>
          <p:nvPr/>
        </p:nvSpPr>
        <p:spPr bwMode="auto">
          <a:xfrm>
            <a:off x="7113240" y="44450"/>
            <a:ext cx="2722206"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r>
              <a:rPr lang="ko-KR" altLang="en-US" sz="1600" b="1" dirty="0" smtClean="0">
                <a:latin typeface="Times New Roman" panose="02020603050405020304" pitchFamily="18" charset="0"/>
                <a:cs typeface="Times New Roman" panose="02020603050405020304" pitchFamily="18" charset="0"/>
              </a:rPr>
              <a:t>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8662"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5449" y="2673350"/>
            <a:ext cx="3477373" cy="229870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865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8624" y="769938"/>
            <a:ext cx="3566319" cy="14716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0116" name="Rectangle 4"/>
          <p:cNvSpPr>
            <a:spLocks noChangeArrowheads="1"/>
          </p:cNvSpPr>
          <p:nvPr/>
        </p:nvSpPr>
        <p:spPr bwMode="auto">
          <a:xfrm>
            <a:off x="4251325" y="1260475"/>
            <a:ext cx="26429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sang </a:t>
            </a:r>
            <a:r>
              <a:rPr lang="en-US" altLang="ko-KR" sz="1200" dirty="0" err="1" smtClean="0">
                <a:latin typeface="Times New Roman" panose="02020603050405020304" pitchFamily="18" charset="0"/>
                <a:cs typeface="Times New Roman" panose="02020603050405020304" pitchFamily="18" charset="0"/>
              </a:rPr>
              <a:t>ngôn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ngữ</a:t>
            </a:r>
            <a:r>
              <a:rPr lang="en-US" altLang="ko-KR" sz="1200" dirty="0" smtClean="0">
                <a:latin typeface="Times New Roman" panose="02020603050405020304" pitchFamily="18" charset="0"/>
                <a:cs typeface="Times New Roman" panose="02020603050405020304" pitchFamily="18" charset="0"/>
              </a:rPr>
              <a:t> PLC</a:t>
            </a:r>
            <a:endParaRPr lang="ko-KR" altLang="en-US" sz="1200" dirty="0">
              <a:latin typeface="Times New Roman" panose="02020603050405020304" pitchFamily="18" charset="0"/>
              <a:cs typeface="Times New Roman" panose="02020603050405020304" pitchFamily="18" charset="0"/>
            </a:endParaRPr>
          </a:p>
        </p:txBody>
      </p:sp>
      <p:sp>
        <p:nvSpPr>
          <p:cNvPr id="90117" name="Rectangle 5"/>
          <p:cNvSpPr>
            <a:spLocks noChangeArrowheads="1"/>
          </p:cNvSpPr>
          <p:nvPr/>
        </p:nvSpPr>
        <p:spPr bwMode="auto">
          <a:xfrm>
            <a:off x="4275138" y="1511300"/>
            <a:ext cx="44550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nơi</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sp>
        <p:nvSpPr>
          <p:cNvPr id="90118" name="Rectangle 6"/>
          <p:cNvSpPr>
            <a:spLocks noChangeArrowheads="1"/>
          </p:cNvSpPr>
          <p:nvPr/>
        </p:nvSpPr>
        <p:spPr bwMode="auto">
          <a:xfrm>
            <a:off x="4232920" y="1956606"/>
            <a:ext cx="5038559" cy="30654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lúc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a:t>
            </a:r>
            <a:r>
              <a:rPr lang="en-US" altLang="ko-KR" sz="1200" dirty="0" err="1" smtClean="0">
                <a:latin typeface="Times New Roman" panose="02020603050405020304" pitchFamily="18" charset="0"/>
                <a:cs typeface="Times New Roman" panose="02020603050405020304" pitchFamily="18" charset="0"/>
              </a:rPr>
              <a:t>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thẳng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Run</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7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40000"/>
              </a:lnSpc>
              <a:spcBef>
                <a:spcPct val="50000"/>
              </a:spcBef>
              <a:buFontTx/>
              <a:buNone/>
            </a:pP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4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4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PLC </a:t>
            </a:r>
            <a:r>
              <a:rPr lang="en-US" altLang="ko-KR" sz="1200" dirty="0" smtClean="0">
                <a:latin typeface="Times New Roman" panose="02020603050405020304" pitchFamily="18" charset="0"/>
                <a:cs typeface="Times New Roman" panose="02020603050405020304" pitchFamily="18" charset="0"/>
              </a:rPr>
              <a:t>Error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lúc</a:t>
            </a:r>
            <a:r>
              <a:rPr lang="en-US" altLang="ko-KR" sz="1200" dirty="0" smtClean="0">
                <a:latin typeface="Times New Roman" panose="02020603050405020304" pitchFamily="18" charset="0"/>
                <a:cs typeface="Times New Roman" panose="02020603050405020304" pitchFamily="18" charset="0"/>
              </a:rPr>
              <a:t> Run</a:t>
            </a:r>
            <a:endParaRPr lang="ko-KR" altLang="en-US" sz="1200" dirty="0">
              <a:latin typeface="Times New Roman" panose="02020603050405020304" pitchFamily="18" charset="0"/>
              <a:cs typeface="Times New Roman" panose="02020603050405020304" pitchFamily="18" charset="0"/>
            </a:endParaRPr>
          </a:p>
          <a:p>
            <a:pPr eaLnBrk="1" hangingPunct="1">
              <a:lnSpc>
                <a:spcPct val="6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program)</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210000"/>
              </a:lnSpc>
              <a:spcBef>
                <a:spcPct val="50000"/>
              </a:spcBef>
              <a:buFontTx/>
              <a:buNone/>
            </a:pP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những</a:t>
            </a:r>
            <a:r>
              <a:rPr lang="en-US" altLang="ko-KR" sz="1200" dirty="0" smtClean="0">
                <a:latin typeface="Times New Roman" panose="02020603050405020304" pitchFamily="18" charset="0"/>
                <a:cs typeface="Times New Roman" panose="02020603050405020304" pitchFamily="18" charset="0"/>
              </a:rPr>
              <a:t> card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không</a:t>
            </a:r>
            <a:endParaRPr lang="en-US" altLang="ko-KR" sz="1200" dirty="0">
              <a:latin typeface="Times New Roman" panose="02020603050405020304" pitchFamily="18" charset="0"/>
              <a:cs typeface="Times New Roman" panose="02020603050405020304" pitchFamily="18" charset="0"/>
            </a:endParaRPr>
          </a:p>
        </p:txBody>
      </p:sp>
      <p:sp>
        <p:nvSpPr>
          <p:cNvPr id="90119" name="Line 7"/>
          <p:cNvSpPr>
            <a:spLocks noChangeShapeType="1"/>
          </p:cNvSpPr>
          <p:nvPr/>
        </p:nvSpPr>
        <p:spPr bwMode="auto">
          <a:xfrm>
            <a:off x="3846836" y="1398588"/>
            <a:ext cx="388614"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90120" name="Line 8"/>
          <p:cNvSpPr>
            <a:spLocks noChangeShapeType="1"/>
          </p:cNvSpPr>
          <p:nvPr/>
        </p:nvSpPr>
        <p:spPr bwMode="auto">
          <a:xfrm>
            <a:off x="3902823" y="1639888"/>
            <a:ext cx="3326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90121" name="Line 9"/>
          <p:cNvSpPr>
            <a:spLocks noChangeShapeType="1"/>
          </p:cNvSpPr>
          <p:nvPr/>
        </p:nvSpPr>
        <p:spPr bwMode="auto">
          <a:xfrm>
            <a:off x="3846836" y="2084388"/>
            <a:ext cx="388614"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90122" name="Line 10"/>
          <p:cNvSpPr>
            <a:spLocks noChangeShapeType="1"/>
          </p:cNvSpPr>
          <p:nvPr/>
        </p:nvSpPr>
        <p:spPr bwMode="auto">
          <a:xfrm>
            <a:off x="2025650" y="3377162"/>
            <a:ext cx="212883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90123" name="Line 11"/>
          <p:cNvSpPr>
            <a:spLocks noChangeShapeType="1"/>
          </p:cNvSpPr>
          <p:nvPr/>
        </p:nvSpPr>
        <p:spPr bwMode="auto">
          <a:xfrm>
            <a:off x="2257425" y="4575175"/>
            <a:ext cx="189071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90128" name="Rectangle 17"/>
          <p:cNvSpPr>
            <a:spLocks noChangeArrowheads="1"/>
          </p:cNvSpPr>
          <p:nvPr/>
        </p:nvSpPr>
        <p:spPr bwMode="auto">
          <a:xfrm>
            <a:off x="425450" y="950968"/>
            <a:ext cx="172405" cy="455503"/>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90129" name="Text Box 18"/>
          <p:cNvSpPr txBox="1">
            <a:spLocks noChangeArrowheads="1"/>
          </p:cNvSpPr>
          <p:nvPr/>
        </p:nvSpPr>
        <p:spPr bwMode="auto">
          <a:xfrm>
            <a:off x="4016375" y="2368550"/>
            <a:ext cx="5092214" cy="529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smtClean="0">
                <a:latin typeface="Times New Roman" panose="02020603050405020304" pitchFamily="18" charset="0"/>
                <a:cs typeface="Times New Roman" panose="02020603050405020304" pitchFamily="18" charset="0"/>
              </a:rPr>
              <a:t>※</a:t>
            </a:r>
            <a:r>
              <a:rPr lang="en-US" altLang="ko-KR" sz="1200" b="1" dirty="0" err="1" smtClean="0">
                <a:latin typeface="Times New Roman" panose="02020603050405020304" pitchFamily="18" charset="0"/>
                <a:cs typeface="Times New Roman" panose="02020603050405020304" pitchFamily="18" charset="0"/>
              </a:rPr>
              <a:t>Trường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hợp</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chỉ</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chuyển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đổi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thì</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bắt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buộc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sau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viết</a:t>
            </a:r>
            <a:r>
              <a:rPr lang="en-US" altLang="ko-KR" sz="1200" b="1" dirty="0" smtClean="0">
                <a:latin typeface="Times New Roman" panose="02020603050405020304" pitchFamily="18" charset="0"/>
                <a:cs typeface="Times New Roman" panose="02020603050405020304" pitchFamily="18" charset="0"/>
              </a:rPr>
              <a:t> PLC </a:t>
            </a:r>
            <a:r>
              <a:rPr lang="en-US" altLang="ko-KR" sz="1200" b="1" dirty="0" err="1" smtClean="0">
                <a:latin typeface="Times New Roman" panose="02020603050405020304" pitchFamily="18" charset="0"/>
                <a:cs typeface="Times New Roman" panose="02020603050405020304" pitchFamily="18" charset="0"/>
              </a:rPr>
              <a:t>phải</a:t>
            </a:r>
            <a:r>
              <a:rPr lang="en-US" altLang="ko-KR" sz="1200" b="1" dirty="0" smtClean="0">
                <a:latin typeface="Times New Roman" panose="02020603050405020304" pitchFamily="18" charset="0"/>
                <a:cs typeface="Times New Roman" panose="02020603050405020304" pitchFamily="18" charset="0"/>
              </a:rPr>
              <a:t> reset PLC</a:t>
            </a:r>
          </a:p>
          <a:p>
            <a:pPr eaLnBrk="1" hangingPunct="1">
              <a:spcBef>
                <a:spcPct val="0"/>
              </a:spcBef>
              <a:buFontTx/>
              <a:buNone/>
            </a:pP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thì</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mới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tiến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hành</a:t>
            </a:r>
            <a:r>
              <a:rPr lang="en-US" altLang="ko-KR" sz="1200" b="1" dirty="0" smtClean="0">
                <a:latin typeface="Times New Roman" panose="02020603050405020304" pitchFamily="18" charset="0"/>
                <a:cs typeface="Times New Roman" panose="02020603050405020304" pitchFamily="18" charset="0"/>
              </a:rPr>
              <a:t> Run </a:t>
            </a:r>
            <a:r>
              <a:rPr lang="en-US" altLang="ko-KR" sz="1200" b="1" dirty="0" err="1" smtClean="0">
                <a:latin typeface="Times New Roman" panose="02020603050405020304" pitchFamily="18" charset="0"/>
                <a:cs typeface="Times New Roman" panose="02020603050405020304" pitchFamily="18" charset="0"/>
              </a:rPr>
              <a:t>bình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thường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được</a:t>
            </a:r>
            <a:endParaRPr lang="en-US" altLang="ko-KR" sz="1200" b="1" dirty="0" smtClean="0">
              <a:latin typeface="Times New Roman" panose="02020603050405020304" pitchFamily="18" charset="0"/>
              <a:cs typeface="Times New Roman" panose="02020603050405020304" pitchFamily="18" charset="0"/>
            </a:endParaRPr>
          </a:p>
        </p:txBody>
      </p:sp>
      <p:pic>
        <p:nvPicPr>
          <p:cNvPr id="198660"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1968" y="5213350"/>
            <a:ext cx="5689721" cy="699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8661"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75513" y="4343143"/>
            <a:ext cx="2220912" cy="157013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22"/>
          <p:cNvSpPr>
            <a:spLocks noChangeArrowheads="1"/>
          </p:cNvSpPr>
          <p:nvPr/>
        </p:nvSpPr>
        <p:spPr bwMode="auto">
          <a:xfrm>
            <a:off x="60325" y="55563"/>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9" name="Rectangle 23"/>
          <p:cNvSpPr>
            <a:spLocks noChangeArrowheads="1"/>
          </p:cNvSpPr>
          <p:nvPr/>
        </p:nvSpPr>
        <p:spPr bwMode="auto">
          <a:xfrm>
            <a:off x="7113240" y="44450"/>
            <a:ext cx="2722206"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r>
              <a:rPr lang="ko-KR" altLang="en-US" sz="1600" b="1" dirty="0" smtClean="0">
                <a:latin typeface="Times New Roman" panose="02020603050405020304" pitchFamily="18" charset="0"/>
                <a:cs typeface="Times New Roman" panose="02020603050405020304" pitchFamily="18" charset="0"/>
              </a:rPr>
              <a:t>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968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9113" y="831850"/>
            <a:ext cx="3306762" cy="533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1138" name="Rectangle 2"/>
          <p:cNvSpPr>
            <a:spLocks noChangeArrowheads="1"/>
          </p:cNvSpPr>
          <p:nvPr/>
        </p:nvSpPr>
        <p:spPr bwMode="auto">
          <a:xfrm>
            <a:off x="4144963" y="1242281"/>
            <a:ext cx="291618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comment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endParaRPr lang="ko-KR" altLang="en-US" sz="1200" dirty="0">
              <a:latin typeface="Times New Roman" panose="02020603050405020304" pitchFamily="18" charset="0"/>
              <a:cs typeface="Times New Roman" panose="02020603050405020304" pitchFamily="18" charset="0"/>
            </a:endParaRPr>
          </a:p>
        </p:txBody>
      </p:sp>
      <p:sp>
        <p:nvSpPr>
          <p:cNvPr id="91139" name="Rectangle 3"/>
          <p:cNvSpPr>
            <a:spLocks noChangeArrowheads="1"/>
          </p:cNvSpPr>
          <p:nvPr/>
        </p:nvSpPr>
        <p:spPr bwMode="auto">
          <a:xfrm>
            <a:off x="4141788" y="1451831"/>
            <a:ext cx="34916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hàng</a:t>
            </a:r>
            <a:r>
              <a:rPr lang="en-US" altLang="ko-KR" sz="1200" dirty="0" smtClean="0">
                <a:latin typeface="Times New Roman" panose="02020603050405020304" pitchFamily="18" charset="0"/>
                <a:cs typeface="Times New Roman" panose="02020603050405020304" pitchFamily="18" charset="0"/>
              </a:rPr>
              <a:t> program</a:t>
            </a:r>
            <a:endParaRPr lang="ko-KR" altLang="en-US" sz="1200" dirty="0">
              <a:latin typeface="Times New Roman" panose="02020603050405020304" pitchFamily="18" charset="0"/>
              <a:cs typeface="Times New Roman" panose="02020603050405020304" pitchFamily="18" charset="0"/>
            </a:endParaRPr>
          </a:p>
        </p:txBody>
      </p:sp>
      <p:sp>
        <p:nvSpPr>
          <p:cNvPr id="91140" name="Rectangle 4"/>
          <p:cNvSpPr>
            <a:spLocks noChangeArrowheads="1"/>
          </p:cNvSpPr>
          <p:nvPr/>
        </p:nvSpPr>
        <p:spPr bwMode="auto">
          <a:xfrm>
            <a:off x="4151313" y="1669318"/>
            <a:ext cx="3506088" cy="4792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khối</a:t>
            </a:r>
            <a:r>
              <a:rPr lang="en-US" altLang="ko-KR" sz="1200" dirty="0" smtClean="0">
                <a:latin typeface="Times New Roman" panose="02020603050405020304" pitchFamily="18" charset="0"/>
                <a:cs typeface="Times New Roman" panose="02020603050405020304" pitchFamily="18" charset="0"/>
              </a:rPr>
              <a:t> program.</a:t>
            </a: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800" dirty="0">
              <a:latin typeface="Times New Roman" panose="02020603050405020304" pitchFamily="18" charset="0"/>
              <a:cs typeface="Times New Roman" panose="02020603050405020304" pitchFamily="18" charset="0"/>
            </a:endParaRPr>
          </a:p>
          <a:p>
            <a:pPr eaLnBrk="1" hangingPunct="1">
              <a:lnSpc>
                <a:spcPct val="17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muốn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toolbar</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8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phóng</a:t>
            </a:r>
            <a:r>
              <a:rPr lang="en-US" altLang="ko-KR" sz="1200" dirty="0" smtClean="0">
                <a:latin typeface="Times New Roman" panose="02020603050405020304" pitchFamily="18" charset="0"/>
                <a:cs typeface="Times New Roman" panose="02020603050405020304" pitchFamily="18" charset="0"/>
              </a:rPr>
              <a:t> to/</a:t>
            </a:r>
            <a:r>
              <a:rPr lang="en-US" altLang="ko-KR" sz="1200" dirty="0" err="1" smtClean="0">
                <a:latin typeface="Times New Roman" panose="02020603050405020304" pitchFamily="18" charset="0"/>
                <a:cs typeface="Times New Roman" panose="02020603050405020304" pitchFamily="18" charset="0"/>
              </a:rPr>
              <a:t>thu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nhỏ</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6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List mode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ladder mode</a:t>
            </a:r>
            <a:endParaRPr lang="ko-KR" altLang="en-US" sz="1200" dirty="0">
              <a:latin typeface="Times New Roman" panose="02020603050405020304" pitchFamily="18" charset="0"/>
              <a:cs typeface="Times New Roman" panose="02020603050405020304" pitchFamily="18" charset="0"/>
            </a:endParaRPr>
          </a:p>
          <a:p>
            <a:pPr eaLnBrk="1" hangingPunct="1">
              <a:lnSpc>
                <a:spcPct val="16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6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9 </a:t>
            </a:r>
            <a:r>
              <a:rPr lang="en-US" altLang="ko-KR" sz="1200" dirty="0" err="1" smtClean="0">
                <a:latin typeface="Times New Roman" panose="02020603050405020304" pitchFamily="18" charset="0"/>
                <a:cs typeface="Times New Roman" panose="02020603050405020304" pitchFamily="18" charset="0"/>
              </a:rPr>
              <a:t>cái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12 </a:t>
            </a:r>
            <a:r>
              <a:rPr lang="en-US" altLang="ko-KR" sz="1200" dirty="0" err="1" smtClean="0">
                <a:latin typeface="Times New Roman" panose="02020603050405020304" pitchFamily="18" charset="0"/>
                <a:cs typeface="Times New Roman" panose="02020603050405020304" pitchFamily="18" charset="0"/>
              </a:rPr>
              <a:t>cái</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p:txBody>
      </p:sp>
      <p:sp>
        <p:nvSpPr>
          <p:cNvPr id="91142" name="Line 7"/>
          <p:cNvSpPr>
            <a:spLocks noChangeShapeType="1"/>
          </p:cNvSpPr>
          <p:nvPr/>
        </p:nvSpPr>
        <p:spPr bwMode="auto">
          <a:xfrm>
            <a:off x="3758591" y="1393093"/>
            <a:ext cx="389546"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91143" name="Line 8"/>
          <p:cNvSpPr>
            <a:spLocks noChangeShapeType="1"/>
          </p:cNvSpPr>
          <p:nvPr/>
        </p:nvSpPr>
        <p:spPr bwMode="auto">
          <a:xfrm>
            <a:off x="3758591" y="1585181"/>
            <a:ext cx="389546"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91144" name="Line 9"/>
          <p:cNvSpPr>
            <a:spLocks noChangeShapeType="1"/>
          </p:cNvSpPr>
          <p:nvPr/>
        </p:nvSpPr>
        <p:spPr bwMode="auto">
          <a:xfrm>
            <a:off x="3758591" y="1812193"/>
            <a:ext cx="389546"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91145" name="Line 10"/>
          <p:cNvSpPr>
            <a:spLocks noChangeShapeType="1"/>
          </p:cNvSpPr>
          <p:nvPr/>
        </p:nvSpPr>
        <p:spPr bwMode="auto">
          <a:xfrm>
            <a:off x="3703880" y="3727450"/>
            <a:ext cx="388451"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91146" name="Line 11"/>
          <p:cNvSpPr>
            <a:spLocks noChangeShapeType="1"/>
          </p:cNvSpPr>
          <p:nvPr/>
        </p:nvSpPr>
        <p:spPr bwMode="auto">
          <a:xfrm>
            <a:off x="3648074" y="4260850"/>
            <a:ext cx="38845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91147" name="Line 12"/>
          <p:cNvSpPr>
            <a:spLocks noChangeShapeType="1"/>
          </p:cNvSpPr>
          <p:nvPr/>
        </p:nvSpPr>
        <p:spPr bwMode="auto">
          <a:xfrm>
            <a:off x="3758591" y="5265204"/>
            <a:ext cx="389546"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91148" name="Line 13"/>
          <p:cNvSpPr>
            <a:spLocks noChangeShapeType="1"/>
          </p:cNvSpPr>
          <p:nvPr/>
        </p:nvSpPr>
        <p:spPr bwMode="auto">
          <a:xfrm>
            <a:off x="3758591" y="5553236"/>
            <a:ext cx="389546"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nvGrpSpPr>
          <p:cNvPr id="91149" name="Group 14"/>
          <p:cNvGrpSpPr>
            <a:grpSpLocks/>
          </p:cNvGrpSpPr>
          <p:nvPr/>
        </p:nvGrpSpPr>
        <p:grpSpPr bwMode="auto">
          <a:xfrm>
            <a:off x="7542213" y="2868613"/>
            <a:ext cx="1981200" cy="1497012"/>
            <a:chOff x="4128" y="1584"/>
            <a:chExt cx="1104" cy="912"/>
          </a:xfrm>
        </p:grpSpPr>
        <p:pic>
          <p:nvPicPr>
            <p:cNvPr id="91155" name="Picture 15"/>
            <p:cNvPicPr>
              <a:picLocks noChangeAspect="1" noChangeArrowheads="1"/>
            </p:cNvPicPr>
            <p:nvPr/>
          </p:nvPicPr>
          <p:blipFill>
            <a:blip r:embed="rId4">
              <a:extLst>
                <a:ext uri="{28A0092B-C50C-407E-A947-70E740481C1C}">
                  <a14:useLocalDpi xmlns:a14="http://schemas.microsoft.com/office/drawing/2010/main" val="0"/>
                </a:ext>
              </a:extLst>
            </a:blip>
            <a:srcRect l="29688" t="30208" r="61719" b="50000"/>
            <a:stretch>
              <a:fillRect/>
            </a:stretch>
          </p:blipFill>
          <p:spPr bwMode="auto">
            <a:xfrm>
              <a:off x="4128" y="1584"/>
              <a:ext cx="528" cy="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56" name="Picture 16"/>
            <p:cNvPicPr>
              <a:picLocks noChangeAspect="1" noChangeArrowheads="1"/>
            </p:cNvPicPr>
            <p:nvPr/>
          </p:nvPicPr>
          <p:blipFill>
            <a:blip r:embed="rId4">
              <a:extLst>
                <a:ext uri="{28A0092B-C50C-407E-A947-70E740481C1C}">
                  <a14:useLocalDpi xmlns:a14="http://schemas.microsoft.com/office/drawing/2010/main" val="0"/>
                </a:ext>
              </a:extLst>
            </a:blip>
            <a:srcRect l="66406" t="30208" r="24219" b="50000"/>
            <a:stretch>
              <a:fillRect/>
            </a:stretch>
          </p:blipFill>
          <p:spPr bwMode="auto">
            <a:xfrm>
              <a:off x="4656" y="1584"/>
              <a:ext cx="576" cy="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1150" name="Rectangle 17"/>
          <p:cNvSpPr>
            <a:spLocks noChangeArrowheads="1"/>
          </p:cNvSpPr>
          <p:nvPr/>
        </p:nvSpPr>
        <p:spPr bwMode="auto">
          <a:xfrm>
            <a:off x="7975600" y="2528888"/>
            <a:ext cx="11693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smtClean="0">
                <a:latin typeface="Times New Roman" panose="02020603050405020304" pitchFamily="18" charset="0"/>
                <a:cs typeface="Times New Roman" panose="02020603050405020304" pitchFamily="18" charset="0"/>
              </a:rPr>
              <a:t>-</a:t>
            </a:r>
            <a:r>
              <a:rPr lang="en-US" altLang="ko-KR" sz="1200" b="1" smtClean="0">
                <a:latin typeface="Times New Roman" panose="02020603050405020304" pitchFamily="18" charset="0"/>
                <a:cs typeface="Times New Roman" panose="02020603050405020304" pitchFamily="18" charset="0"/>
              </a:rPr>
              <a:t>Ladder mode-</a:t>
            </a:r>
            <a:endParaRPr lang="en-US" altLang="ko-KR" sz="1200" b="1" dirty="0">
              <a:latin typeface="Times New Roman" panose="02020603050405020304" pitchFamily="18" charset="0"/>
              <a:cs typeface="Times New Roman" panose="02020603050405020304" pitchFamily="18" charset="0"/>
            </a:endParaRPr>
          </a:p>
        </p:txBody>
      </p:sp>
      <p:pic>
        <p:nvPicPr>
          <p:cNvPr id="91151" name="Picture 18"/>
          <p:cNvPicPr>
            <a:picLocks noChangeAspect="1" noChangeArrowheads="1"/>
          </p:cNvPicPr>
          <p:nvPr/>
        </p:nvPicPr>
        <p:blipFill>
          <a:blip r:embed="rId5">
            <a:extLst>
              <a:ext uri="{28A0092B-C50C-407E-A947-70E740481C1C}">
                <a14:useLocalDpi xmlns:a14="http://schemas.microsoft.com/office/drawing/2010/main" val="0"/>
              </a:ext>
            </a:extLst>
          </a:blip>
          <a:srcRect l="26563" t="30208" r="60156" b="63330"/>
          <a:stretch>
            <a:fillRect/>
          </a:stretch>
        </p:blipFill>
        <p:spPr bwMode="auto">
          <a:xfrm>
            <a:off x="7543800" y="5318125"/>
            <a:ext cx="1981200"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52" name="Rectangle 19"/>
          <p:cNvSpPr>
            <a:spLocks noChangeArrowheads="1"/>
          </p:cNvSpPr>
          <p:nvPr/>
        </p:nvSpPr>
        <p:spPr bwMode="auto">
          <a:xfrm>
            <a:off x="7904163" y="5026025"/>
            <a:ext cx="94128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smtClean="0">
                <a:latin typeface="Times New Roman" panose="02020603050405020304" pitchFamily="18" charset="0"/>
                <a:cs typeface="Times New Roman" panose="02020603050405020304" pitchFamily="18" charset="0"/>
              </a:rPr>
              <a:t>-List mode-</a:t>
            </a:r>
            <a:endParaRPr lang="en-US" altLang="ko-KR" sz="1200" b="1" dirty="0">
              <a:latin typeface="Times New Roman" panose="02020603050405020304" pitchFamily="18" charset="0"/>
              <a:cs typeface="Times New Roman" panose="02020603050405020304" pitchFamily="18" charset="0"/>
            </a:endParaRPr>
          </a:p>
        </p:txBody>
      </p:sp>
      <p:sp>
        <p:nvSpPr>
          <p:cNvPr id="3" name="직사각형 2"/>
          <p:cNvSpPr/>
          <p:nvPr/>
        </p:nvSpPr>
        <p:spPr bwMode="auto">
          <a:xfrm>
            <a:off x="7941331" y="5237524"/>
            <a:ext cx="1188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2" name="Rectangle 22"/>
          <p:cNvSpPr>
            <a:spLocks noChangeArrowheads="1"/>
          </p:cNvSpPr>
          <p:nvPr/>
        </p:nvSpPr>
        <p:spPr bwMode="auto">
          <a:xfrm>
            <a:off x="60325" y="55563"/>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4</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23" name="Rectangle 23"/>
          <p:cNvSpPr>
            <a:spLocks noChangeArrowheads="1"/>
          </p:cNvSpPr>
          <p:nvPr/>
        </p:nvSpPr>
        <p:spPr bwMode="auto">
          <a:xfrm>
            <a:off x="7113240" y="44450"/>
            <a:ext cx="2722206"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 </a:t>
            </a:r>
            <a:r>
              <a:rPr lang="ko-KR" altLang="en-US" sz="1600" b="1" dirty="0" smtClean="0">
                <a:latin typeface="Times New Roman" panose="02020603050405020304" pitchFamily="18" charset="0"/>
                <a:cs typeface="Times New Roman" panose="02020603050405020304" pitchFamily="18" charset="0"/>
              </a:rPr>
              <a:t> </a:t>
            </a:r>
            <a:endParaRPr lang="ko-KR" altLang="en-US" sz="1600" b="1" dirty="0">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73"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92174" name="Rectangle 16"/>
          <p:cNvSpPr>
            <a:spLocks noChangeArrowheads="1"/>
          </p:cNvSpPr>
          <p:nvPr/>
        </p:nvSpPr>
        <p:spPr bwMode="auto">
          <a:xfrm>
            <a:off x="7178634" y="42863"/>
            <a:ext cx="2670910"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a:t>
            </a:r>
            <a:endParaRPr lang="ko-KR" altLang="en-US" sz="1600" b="1" dirty="0">
              <a:latin typeface="Times New Roman" panose="02020603050405020304" pitchFamily="18" charset="0"/>
              <a:cs typeface="Times New Roman" panose="02020603050405020304" pitchFamily="18" charset="0"/>
            </a:endParaRPr>
          </a:p>
        </p:txBody>
      </p:sp>
      <p:pic>
        <p:nvPicPr>
          <p:cNvPr id="2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6496" y="728700"/>
            <a:ext cx="3060340" cy="56441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Rectangle 2"/>
          <p:cNvSpPr>
            <a:spLocks noChangeArrowheads="1"/>
          </p:cNvSpPr>
          <p:nvPr/>
        </p:nvSpPr>
        <p:spPr bwMode="auto">
          <a:xfrm>
            <a:off x="3786634" y="1196752"/>
            <a:ext cx="50914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chắc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chắn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Mode)</a:t>
            </a:r>
            <a:endParaRPr lang="en-US" altLang="ko-KR" sz="1200" dirty="0">
              <a:latin typeface="Times New Roman" panose="02020603050405020304" pitchFamily="18" charset="0"/>
              <a:cs typeface="Times New Roman" panose="02020603050405020304" pitchFamily="18" charset="0"/>
            </a:endParaRPr>
          </a:p>
        </p:txBody>
      </p:sp>
      <p:sp>
        <p:nvSpPr>
          <p:cNvPr id="27" name="Rectangle 3"/>
          <p:cNvSpPr>
            <a:spLocks noChangeArrowheads="1"/>
          </p:cNvSpPr>
          <p:nvPr/>
        </p:nvSpPr>
        <p:spPr bwMode="auto">
          <a:xfrm>
            <a:off x="3786634" y="1465312"/>
            <a:ext cx="31325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a:t>
            </a:r>
            <a:r>
              <a:rPr lang="en-US" altLang="ko-KR" sz="1200" dirty="0" err="1" smtClean="0">
                <a:latin typeface="Times New Roman" panose="02020603050405020304" pitchFamily="18" charset="0"/>
                <a:cs typeface="Times New Roman" panose="02020603050405020304" pitchFamily="18" charset="0"/>
              </a:rPr>
              <a:t>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PLC CPU</a:t>
            </a:r>
            <a:endParaRPr lang="ko-KR" altLang="en-US" sz="1200" dirty="0">
              <a:latin typeface="Times New Roman" panose="02020603050405020304" pitchFamily="18" charset="0"/>
              <a:cs typeface="Times New Roman" panose="02020603050405020304" pitchFamily="18" charset="0"/>
            </a:endParaRPr>
          </a:p>
        </p:txBody>
      </p:sp>
      <p:sp>
        <p:nvSpPr>
          <p:cNvPr id="28" name="Line 6"/>
          <p:cNvSpPr>
            <a:spLocks noChangeShapeType="1"/>
          </p:cNvSpPr>
          <p:nvPr/>
        </p:nvSpPr>
        <p:spPr bwMode="auto">
          <a:xfrm>
            <a:off x="1748644" y="1334864"/>
            <a:ext cx="202370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29" name="Line 12"/>
          <p:cNvSpPr>
            <a:spLocks noChangeShapeType="1"/>
          </p:cNvSpPr>
          <p:nvPr/>
        </p:nvSpPr>
        <p:spPr bwMode="auto">
          <a:xfrm>
            <a:off x="1856656" y="5373216"/>
            <a:ext cx="1915691"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0" name="Line 13"/>
          <p:cNvSpPr>
            <a:spLocks noChangeShapeType="1"/>
          </p:cNvSpPr>
          <p:nvPr/>
        </p:nvSpPr>
        <p:spPr bwMode="auto">
          <a:xfrm>
            <a:off x="2072680" y="5805264"/>
            <a:ext cx="169966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1" name="Line 18"/>
          <p:cNvSpPr>
            <a:spLocks noChangeShapeType="1"/>
          </p:cNvSpPr>
          <p:nvPr/>
        </p:nvSpPr>
        <p:spPr bwMode="auto">
          <a:xfrm>
            <a:off x="1770509" y="6157913"/>
            <a:ext cx="20129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2" name="Rectangle 4"/>
          <p:cNvSpPr>
            <a:spLocks noChangeArrowheads="1"/>
          </p:cNvSpPr>
          <p:nvPr/>
        </p:nvSpPr>
        <p:spPr bwMode="auto">
          <a:xfrm>
            <a:off x="3786634" y="1760151"/>
            <a:ext cx="5702870"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Ladder Program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PLC CPU</a:t>
            </a:r>
            <a:endParaRPr lang="ko-KR" altLang="en-US" sz="1200" dirty="0" smtClean="0">
              <a:latin typeface="Times New Roman" panose="02020603050405020304" pitchFamily="18" charset="0"/>
              <a:cs typeface="Times New Roman" panose="02020603050405020304" pitchFamily="18" charset="0"/>
            </a:endParaRPr>
          </a:p>
        </p:txBody>
      </p:sp>
      <p:sp>
        <p:nvSpPr>
          <p:cNvPr id="33" name="Line 6"/>
          <p:cNvSpPr>
            <a:spLocks noChangeShapeType="1"/>
          </p:cNvSpPr>
          <p:nvPr/>
        </p:nvSpPr>
        <p:spPr bwMode="auto">
          <a:xfrm>
            <a:off x="1748644" y="1664804"/>
            <a:ext cx="202370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4" name="Line 6"/>
          <p:cNvSpPr>
            <a:spLocks noChangeShapeType="1"/>
          </p:cNvSpPr>
          <p:nvPr/>
        </p:nvSpPr>
        <p:spPr bwMode="auto">
          <a:xfrm>
            <a:off x="1748644" y="1844824"/>
            <a:ext cx="202370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5" name="Line 6"/>
          <p:cNvSpPr>
            <a:spLocks noChangeShapeType="1"/>
          </p:cNvSpPr>
          <p:nvPr/>
        </p:nvSpPr>
        <p:spPr bwMode="auto">
          <a:xfrm>
            <a:off x="1712640" y="3212976"/>
            <a:ext cx="202370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6" name="Line 6"/>
          <p:cNvSpPr>
            <a:spLocks noChangeShapeType="1"/>
          </p:cNvSpPr>
          <p:nvPr/>
        </p:nvSpPr>
        <p:spPr bwMode="auto">
          <a:xfrm>
            <a:off x="3260813" y="3969060"/>
            <a:ext cx="46805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7" name="Rectangle 4"/>
          <p:cNvSpPr>
            <a:spLocks noChangeArrowheads="1"/>
          </p:cNvSpPr>
          <p:nvPr/>
        </p:nvSpPr>
        <p:spPr bwMode="auto">
          <a:xfrm>
            <a:off x="3786634" y="2896225"/>
            <a:ext cx="570287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24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dõi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Online</a:t>
            </a:r>
            <a:endParaRPr lang="ko-KR" altLang="en-US" sz="1200" dirty="0" smtClean="0">
              <a:latin typeface="Times New Roman" panose="02020603050405020304" pitchFamily="18" charset="0"/>
              <a:cs typeface="Times New Roman" panose="02020603050405020304" pitchFamily="18" charset="0"/>
            </a:endParaRPr>
          </a:p>
        </p:txBody>
      </p:sp>
      <p:sp>
        <p:nvSpPr>
          <p:cNvPr id="38" name="Rectangle 4"/>
          <p:cNvSpPr>
            <a:spLocks noChangeArrowheads="1"/>
          </p:cNvSpPr>
          <p:nvPr/>
        </p:nvSpPr>
        <p:spPr bwMode="auto">
          <a:xfrm>
            <a:off x="3786634" y="3961626"/>
            <a:ext cx="5702870" cy="2954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3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Remote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PLC sang Stop Mode </a:t>
            </a:r>
            <a:r>
              <a:rPr lang="en-US" altLang="ko-KR" sz="1200" dirty="0" err="1" smtClean="0">
                <a:latin typeface="Times New Roman" panose="02020603050405020304" pitchFamily="18" charset="0"/>
                <a:cs typeface="Times New Roman" panose="02020603050405020304" pitchFamily="18" charset="0"/>
              </a:rPr>
              <a:t>hoặc</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Run </a:t>
            </a:r>
            <a:r>
              <a:rPr lang="en-US" altLang="ko-KR" sz="1200" dirty="0" smtClean="0">
                <a:latin typeface="Times New Roman" panose="02020603050405020304" pitchFamily="18" charset="0"/>
                <a:cs typeface="Times New Roman" panose="02020603050405020304" pitchFamily="18" charset="0"/>
              </a:rPr>
              <a:t>Mode</a:t>
            </a:r>
          </a:p>
          <a:p>
            <a:pPr eaLnBrk="1" hangingPunct="1">
              <a:lnSpc>
                <a:spcPct val="3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Hữu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CPU ở </a:t>
            </a:r>
            <a:r>
              <a:rPr lang="en-US" altLang="ko-KR" sz="1200" dirty="0" err="1" smtClean="0">
                <a:latin typeface="Times New Roman" panose="02020603050405020304" pitchFamily="18" charset="0"/>
                <a:cs typeface="Times New Roman" panose="02020603050405020304" pitchFamily="18" charset="0"/>
              </a:rPr>
              <a:t>khoảng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xa</a:t>
            </a:r>
            <a:r>
              <a:rPr lang="en-US" altLang="ko-KR" sz="1200" dirty="0" smtClean="0">
                <a:latin typeface="Times New Roman" panose="02020603050405020304" pitchFamily="18" charset="0"/>
                <a:cs typeface="Times New Roman" panose="02020603050405020304" pitchFamily="18" charset="0"/>
              </a:rPr>
              <a:t>.)</a:t>
            </a:r>
          </a:p>
        </p:txBody>
      </p:sp>
      <p:sp>
        <p:nvSpPr>
          <p:cNvPr id="39" name="Rectangle 4"/>
          <p:cNvSpPr>
            <a:spLocks noChangeArrowheads="1"/>
          </p:cNvSpPr>
          <p:nvPr/>
        </p:nvSpPr>
        <p:spPr bwMode="auto">
          <a:xfrm>
            <a:off x="3786634" y="5823613"/>
            <a:ext cx="5975350" cy="701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24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đồng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hồ</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CPU(</a:t>
            </a:r>
            <a:r>
              <a:rPr lang="en-US" altLang="ko-KR" sz="1200" dirty="0" err="1" smtClean="0">
                <a:latin typeface="Times New Roman" panose="02020603050405020304" pitchFamily="18" charset="0"/>
                <a:cs typeface="Times New Roman" panose="02020603050405020304" pitchFamily="18" charset="0"/>
              </a:rPr>
              <a:t>Hữu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CPU Error)</a:t>
            </a:r>
          </a:p>
          <a:p>
            <a:pPr eaLnBrk="1" hangingPunct="1">
              <a:lnSpc>
                <a:spcPct val="4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Data </a:t>
            </a:r>
            <a:r>
              <a:rPr lang="en-US" altLang="ko-KR" sz="1200" dirty="0" err="1" smtClean="0">
                <a:latin typeface="Times New Roman" panose="02020603050405020304" pitchFamily="18" charset="0"/>
                <a:cs typeface="Times New Roman" panose="02020603050405020304" pitchFamily="18" charset="0"/>
              </a:rPr>
              <a:t>đồng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hồ</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pin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PLC</a:t>
            </a:r>
            <a:endParaRPr lang="ko-KR" altLang="en-US" sz="1200" dirty="0">
              <a:latin typeface="Times New Roman" panose="02020603050405020304" pitchFamily="18" charset="0"/>
              <a:cs typeface="Times New Roman" panose="02020603050405020304" pitchFamily="18" charset="0"/>
            </a:endParaRPr>
          </a:p>
        </p:txBody>
      </p:sp>
      <p:sp>
        <p:nvSpPr>
          <p:cNvPr id="40" name="Rectangle 4"/>
          <p:cNvSpPr>
            <a:spLocks noChangeArrowheads="1"/>
          </p:cNvSpPr>
          <p:nvPr/>
        </p:nvSpPr>
        <p:spPr bwMode="auto">
          <a:xfrm>
            <a:off x="3786634" y="5654712"/>
            <a:ext cx="4932548" cy="294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Format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nhớ</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PLC CPU</a:t>
            </a:r>
          </a:p>
        </p:txBody>
      </p:sp>
      <p:sp>
        <p:nvSpPr>
          <p:cNvPr id="41" name="Line 13"/>
          <p:cNvSpPr>
            <a:spLocks noChangeShapeType="1"/>
          </p:cNvSpPr>
          <p:nvPr/>
        </p:nvSpPr>
        <p:spPr bwMode="auto">
          <a:xfrm>
            <a:off x="2072680" y="5589240"/>
            <a:ext cx="169966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42" name="Rectangle 4"/>
          <p:cNvSpPr>
            <a:spLocks noChangeArrowheads="1"/>
          </p:cNvSpPr>
          <p:nvPr/>
        </p:nvSpPr>
        <p:spPr bwMode="auto">
          <a:xfrm>
            <a:off x="3786634" y="5481228"/>
            <a:ext cx="4932548" cy="225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Clear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nhớ</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PLC CPU</a:t>
            </a:r>
          </a:p>
        </p:txBody>
      </p:sp>
      <p:sp>
        <p:nvSpPr>
          <p:cNvPr id="43" name="Rectangle 4"/>
          <p:cNvSpPr>
            <a:spLocks noChangeArrowheads="1"/>
          </p:cNvSpPr>
          <p:nvPr/>
        </p:nvSpPr>
        <p:spPr bwMode="auto">
          <a:xfrm>
            <a:off x="3786634" y="5265204"/>
            <a:ext cx="6026906" cy="225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ký</a:t>
            </a:r>
            <a:r>
              <a:rPr lang="en-US" altLang="ko-KR" sz="1200" dirty="0" smtClean="0">
                <a:latin typeface="Times New Roman" panose="02020603050405020304" pitchFamily="18" charset="0"/>
                <a:cs typeface="Times New Roman" panose="02020603050405020304" pitchFamily="18" charset="0"/>
              </a:rPr>
              <a:t> Password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hiểm</a:t>
            </a:r>
            <a:endParaRPr lang="en-US" altLang="ko-KR" sz="1200" dirty="0" smtClean="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95884253"/>
      </p:ext>
    </p:extLst>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2" name="Rectangle 16"/>
          <p:cNvSpPr>
            <a:spLocks noChangeArrowheads="1"/>
          </p:cNvSpPr>
          <p:nvPr/>
        </p:nvSpPr>
        <p:spPr bwMode="auto">
          <a:xfrm>
            <a:off x="7178634" y="42863"/>
            <a:ext cx="2670910"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a:t>
            </a:r>
            <a:endParaRPr lang="ko-KR" altLang="en-US" sz="1600" b="1" dirty="0">
              <a:latin typeface="Times New Roman" panose="02020603050405020304" pitchFamily="18" charset="0"/>
              <a:cs typeface="Times New Roman" panose="02020603050405020304" pitchFamily="18" charset="0"/>
            </a:endParaRPr>
          </a:p>
        </p:txBody>
      </p:sp>
      <p:pic>
        <p:nvPicPr>
          <p:cNvPr id="1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6936" y="1229418"/>
            <a:ext cx="4347451" cy="14186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2480" y="1229418"/>
            <a:ext cx="3060340" cy="45398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 name="Line 6"/>
          <p:cNvSpPr>
            <a:spLocks noChangeShapeType="1"/>
          </p:cNvSpPr>
          <p:nvPr/>
        </p:nvSpPr>
        <p:spPr bwMode="auto">
          <a:xfrm>
            <a:off x="3174306" y="5293965"/>
            <a:ext cx="6588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 name="Line 9"/>
          <p:cNvSpPr>
            <a:spLocks noChangeShapeType="1"/>
          </p:cNvSpPr>
          <p:nvPr/>
        </p:nvSpPr>
        <p:spPr bwMode="auto">
          <a:xfrm flipV="1">
            <a:off x="3174306" y="2453554"/>
            <a:ext cx="4587006" cy="284041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 name="Rectangle 4"/>
          <p:cNvSpPr>
            <a:spLocks noChangeArrowheads="1"/>
          </p:cNvSpPr>
          <p:nvPr/>
        </p:nvSpPr>
        <p:spPr bwMode="auto">
          <a:xfrm>
            <a:off x="3783906" y="3463057"/>
            <a:ext cx="542007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Simulator Program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PLC CPU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dõi</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PC</a:t>
            </a:r>
            <a:endParaRPr lang="en-US" altLang="ko-KR" sz="1200" dirty="0">
              <a:latin typeface="Times New Roman" panose="02020603050405020304" pitchFamily="18" charset="0"/>
              <a:cs typeface="Times New Roman" panose="02020603050405020304" pitchFamily="18" charset="0"/>
            </a:endParaRPr>
          </a:p>
        </p:txBody>
      </p:sp>
      <p:sp>
        <p:nvSpPr>
          <p:cNvPr id="19" name="Line 13"/>
          <p:cNvSpPr>
            <a:spLocks noChangeShapeType="1"/>
          </p:cNvSpPr>
          <p:nvPr/>
        </p:nvSpPr>
        <p:spPr bwMode="auto">
          <a:xfrm>
            <a:off x="2756793" y="3605683"/>
            <a:ext cx="10795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20" name="Line 14"/>
          <p:cNvSpPr>
            <a:spLocks noChangeShapeType="1"/>
          </p:cNvSpPr>
          <p:nvPr/>
        </p:nvSpPr>
        <p:spPr bwMode="auto">
          <a:xfrm>
            <a:off x="3384439" y="4541787"/>
            <a:ext cx="4524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21" name="Rectangle 4"/>
          <p:cNvSpPr>
            <a:spLocks noChangeArrowheads="1"/>
          </p:cNvSpPr>
          <p:nvPr/>
        </p:nvSpPr>
        <p:spPr bwMode="auto">
          <a:xfrm>
            <a:off x="3783906" y="4361767"/>
            <a:ext cx="4533613" cy="3176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30000"/>
              </a:lnSpc>
              <a:spcBef>
                <a:spcPct val="50000"/>
              </a:spcBef>
              <a:buFontTx/>
              <a:buNone/>
            </a:pP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gắn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thêm</a:t>
            </a:r>
            <a:r>
              <a:rPr lang="en-US" altLang="ko-KR" sz="1200" dirty="0" smtClean="0">
                <a:latin typeface="Times New Roman" panose="02020603050405020304" pitchFamily="18" charset="0"/>
                <a:cs typeface="Times New Roman" panose="02020603050405020304" pitchFamily="18" charset="0"/>
              </a:rPr>
              <a:t> Unit Card </a:t>
            </a:r>
            <a:r>
              <a:rPr lang="en-US" altLang="ko-KR" sz="1200" dirty="0" err="1" smtClean="0">
                <a:latin typeface="Times New Roman" panose="02020603050405020304" pitchFamily="18" charset="0"/>
                <a:cs typeface="Times New Roman" panose="02020603050405020304" pitchFamily="18" charset="0"/>
              </a:rPr>
              <a:t>đặc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biệt</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AD,DA,vv</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22" name="Rectangle 4"/>
          <p:cNvSpPr>
            <a:spLocks noChangeArrowheads="1"/>
          </p:cNvSpPr>
          <p:nvPr/>
        </p:nvSpPr>
        <p:spPr bwMode="auto">
          <a:xfrm>
            <a:off x="3783906" y="5153855"/>
            <a:ext cx="590257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3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Comment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16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8 </a:t>
            </a:r>
            <a:r>
              <a:rPr lang="en-US" altLang="ko-KR" sz="1200" dirty="0" err="1" smtClean="0">
                <a:latin typeface="Times New Roman" panose="02020603050405020304" pitchFamily="18" charset="0"/>
                <a:cs typeface="Times New Roman" panose="02020603050405020304" pitchFamily="18" charset="0"/>
              </a:rPr>
              <a:t>ký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a:t>
            </a:r>
            <a:r>
              <a:rPr lang="en-US" altLang="ko-KR" sz="1200" dirty="0" smtClean="0">
                <a:latin typeface="Times New Roman" panose="02020603050405020304" pitchFamily="18" charset="0"/>
                <a:cs typeface="Times New Roman" panose="02020603050405020304" pitchFamily="18" charset="0"/>
              </a:rPr>
              <a:t>(16ký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alphabet)</a:t>
            </a:r>
          </a:p>
          <a:p>
            <a:pPr eaLnBrk="1" hangingPunct="1">
              <a:lnSpc>
                <a:spcPct val="10000"/>
              </a:lnSpc>
              <a:spcBef>
                <a:spcPct val="50000"/>
              </a:spcBef>
              <a:buFontTx/>
              <a:buNone/>
            </a:pP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
              </a:lnSpc>
              <a:spcBef>
                <a:spcPct val="50000"/>
              </a:spcBef>
              <a:buFontTx/>
              <a:buNone/>
            </a:pPr>
            <a:r>
              <a:rPr lang="en-US" altLang="ko-KR" sz="1200" dirty="0" err="1">
                <a:latin typeface="Times New Roman" panose="02020603050405020304" pitchFamily="18" charset="0"/>
                <a:cs typeface="Times New Roman" panose="02020603050405020304" pitchFamily="18" charset="0"/>
              </a:rPr>
              <a:t>Nếu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cài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đặt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số</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ký</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tự</a:t>
            </a:r>
            <a:r>
              <a:rPr lang="en-US" altLang="ko-KR" sz="1200" dirty="0">
                <a:latin typeface="Times New Roman" panose="02020603050405020304" pitchFamily="18" charset="0"/>
                <a:cs typeface="Times New Roman" panose="02020603050405020304" pitchFamily="18" charset="0"/>
              </a:rPr>
              <a:t> Comment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32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biểu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16 </a:t>
            </a:r>
            <a:r>
              <a:rPr lang="en-US" altLang="ko-KR" sz="1200" dirty="0" err="1">
                <a:latin typeface="Times New Roman" panose="02020603050405020304" pitchFamily="18" charset="0"/>
                <a:cs typeface="Times New Roman" panose="02020603050405020304" pitchFamily="18" charset="0"/>
              </a:rPr>
              <a:t>ký</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tự</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tiếng</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a:t>
            </a:r>
            <a:r>
              <a:rPr lang="en-US" altLang="ko-KR" sz="1200" dirty="0" smtClean="0">
                <a:latin typeface="Times New Roman" panose="02020603050405020304" pitchFamily="18" charset="0"/>
                <a:cs typeface="Times New Roman" panose="02020603050405020304" pitchFamily="18" charset="0"/>
              </a:rPr>
              <a:t>(32ký </a:t>
            </a:r>
            <a:r>
              <a:rPr lang="en-US" altLang="ko-KR" sz="1200" dirty="0" err="1">
                <a:latin typeface="Times New Roman" panose="02020603050405020304" pitchFamily="18" charset="0"/>
                <a:cs typeface="Times New Roman" panose="02020603050405020304" pitchFamily="18" charset="0"/>
              </a:rPr>
              <a:t>tự</a:t>
            </a:r>
            <a:r>
              <a:rPr lang="en-US" altLang="ko-KR" sz="1200" dirty="0">
                <a:latin typeface="Times New Roman" panose="02020603050405020304" pitchFamily="18" charset="0"/>
                <a:cs typeface="Times New Roman" panose="02020603050405020304" pitchFamily="18" charset="0"/>
              </a:rPr>
              <a:t> alphabet)</a:t>
            </a:r>
          </a:p>
        </p:txBody>
      </p:sp>
    </p:spTree>
    <p:extLst>
      <p:ext uri="{BB962C8B-B14F-4D97-AF65-F5344CB8AC3E}">
        <p14:creationId xmlns:p14="http://schemas.microsoft.com/office/powerpoint/2010/main" val="703624995"/>
      </p:ext>
    </p:extLst>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5" name="Rectangle 16"/>
          <p:cNvSpPr>
            <a:spLocks noChangeArrowheads="1"/>
          </p:cNvSpPr>
          <p:nvPr/>
        </p:nvSpPr>
        <p:spPr bwMode="auto">
          <a:xfrm>
            <a:off x="7178634" y="42863"/>
            <a:ext cx="2670910" cy="38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Cấu</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tạo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màn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hình</a:t>
            </a:r>
            <a:r>
              <a:rPr lang="en-US" altLang="ko-KR" sz="1600" b="1" dirty="0" smtClean="0">
                <a:latin typeface="Times New Roman" panose="02020603050405020304" pitchFamily="18" charset="0"/>
                <a:cs typeface="Times New Roman" panose="02020603050405020304" pitchFamily="18" charset="0"/>
              </a:rPr>
              <a:t> GPPW</a:t>
            </a:r>
            <a:endParaRPr lang="ko-KR" altLang="en-US" sz="1600" b="1" dirty="0">
              <a:latin typeface="Times New Roman" panose="02020603050405020304" pitchFamily="18" charset="0"/>
              <a:cs typeface="Times New Roman" panose="02020603050405020304" pitchFamily="18" charset="0"/>
            </a:endParaRPr>
          </a:p>
        </p:txBody>
      </p:sp>
      <p:pic>
        <p:nvPicPr>
          <p:cNvPr id="25"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6496" y="3825044"/>
            <a:ext cx="3056870" cy="2088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6496" y="1160748"/>
            <a:ext cx="3071998" cy="22322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 name="Rectangle 2"/>
          <p:cNvSpPr>
            <a:spLocks noChangeArrowheads="1"/>
          </p:cNvSpPr>
          <p:nvPr/>
        </p:nvSpPr>
        <p:spPr bwMode="auto">
          <a:xfrm>
            <a:off x="4554984" y="4359295"/>
            <a:ext cx="4289957" cy="166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Chứa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CPU Error.</a:t>
            </a:r>
            <a:endParaRPr lang="en-US" altLang="ko-KR" sz="1200" dirty="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Register/Relay </a:t>
            </a:r>
            <a:r>
              <a:rPr lang="en-US" altLang="ko-KR" sz="1200" dirty="0" err="1" smtClean="0">
                <a:latin typeface="Times New Roman" panose="02020603050405020304" pitchFamily="18" charset="0"/>
                <a:cs typeface="Times New Roman" panose="02020603050405020304" pitchFamily="18" charset="0"/>
              </a:rPr>
              <a:t>đặc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biệt</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Ví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a:t>
            </a: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SM400, M9036)</a:t>
            </a:r>
          </a:p>
          <a:p>
            <a:pPr eaLnBrk="1" hangingPunct="1">
              <a:lnSpc>
                <a:spcPct val="3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phẩm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Program.</a:t>
            </a:r>
            <a:endParaRPr lang="en-US" altLang="ko-KR" sz="1200" dirty="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p:txBody>
      </p:sp>
      <p:sp>
        <p:nvSpPr>
          <p:cNvPr id="28" name="Rectangle 7"/>
          <p:cNvSpPr>
            <a:spLocks noChangeArrowheads="1"/>
          </p:cNvSpPr>
          <p:nvPr/>
        </p:nvSpPr>
        <p:spPr bwMode="auto">
          <a:xfrm>
            <a:off x="4637534" y="1622991"/>
            <a:ext cx="5042791" cy="1514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đồng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mở</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a:latin typeface="Times New Roman" panose="02020603050405020304" pitchFamily="18" charset="0"/>
                <a:cs typeface="Times New Roman" panose="02020603050405020304" pitchFamily="18" charset="0"/>
              </a:rPr>
              <a:t>.</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6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mở</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29" name="Line 9"/>
          <p:cNvSpPr>
            <a:spLocks noChangeShapeType="1"/>
          </p:cNvSpPr>
          <p:nvPr/>
        </p:nvSpPr>
        <p:spPr bwMode="auto">
          <a:xfrm>
            <a:off x="3008784" y="3009652"/>
            <a:ext cx="16382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0" name="Line 3"/>
          <p:cNvSpPr>
            <a:spLocks noChangeShapeType="1"/>
          </p:cNvSpPr>
          <p:nvPr/>
        </p:nvSpPr>
        <p:spPr bwMode="auto">
          <a:xfrm>
            <a:off x="2468724" y="5426095"/>
            <a:ext cx="213706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1" name="Line 15"/>
          <p:cNvSpPr>
            <a:spLocks noChangeShapeType="1"/>
          </p:cNvSpPr>
          <p:nvPr/>
        </p:nvSpPr>
        <p:spPr bwMode="auto">
          <a:xfrm>
            <a:off x="1388604" y="1736812"/>
            <a:ext cx="325845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2" name="Line 4"/>
          <p:cNvSpPr>
            <a:spLocks noChangeShapeType="1"/>
          </p:cNvSpPr>
          <p:nvPr/>
        </p:nvSpPr>
        <p:spPr bwMode="auto">
          <a:xfrm>
            <a:off x="1784649" y="4511695"/>
            <a:ext cx="2770336"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95903967"/>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9"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30"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pic>
        <p:nvPicPr>
          <p:cNvPr id="32" name="Picture 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43535" y="4178784"/>
            <a:ext cx="2904718" cy="2131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9239" y="4143859"/>
            <a:ext cx="1935229" cy="15539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04037" y="1665350"/>
            <a:ext cx="3096344" cy="2127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83757" y="1665350"/>
            <a:ext cx="2106656" cy="10441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 name="Picture 4"/>
          <p:cNvPicPr>
            <a:picLocks noChangeAspect="1" noChangeArrowheads="1"/>
          </p:cNvPicPr>
          <p:nvPr/>
        </p:nvPicPr>
        <p:blipFill rotWithShape="1">
          <a:blip r:embed="rId7">
            <a:extLst>
              <a:ext uri="{28A0092B-C50C-407E-A947-70E740481C1C}">
                <a14:useLocalDpi xmlns:a14="http://schemas.microsoft.com/office/drawing/2010/main" val="0"/>
              </a:ext>
            </a:extLst>
          </a:blip>
          <a:srcRect r="33125"/>
          <a:stretch/>
        </p:blipFill>
        <p:spPr bwMode="auto">
          <a:xfrm>
            <a:off x="855465" y="1701354"/>
            <a:ext cx="2146436" cy="1277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7" name="Rectangle 2"/>
          <p:cNvSpPr>
            <a:spLocks noChangeArrowheads="1"/>
          </p:cNvSpPr>
          <p:nvPr/>
        </p:nvSpPr>
        <p:spPr bwMode="auto">
          <a:xfrm>
            <a:off x="660339" y="3362809"/>
            <a:ext cx="5317481" cy="683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r>
              <a:rPr lang="en-US" altLang="ko-KR" sz="1200" dirty="0">
                <a:latin typeface="Times New Roman" panose="02020603050405020304" pitchFamily="18" charset="0"/>
                <a:cs typeface="Times New Roman" panose="02020603050405020304" pitchFamily="18" charset="0"/>
              </a:rPr>
              <a:t>(2)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USB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USB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sym typeface="Wingdings" pitchFamily="2" charset="2"/>
              </a:rPr>
              <a:t>I/F serial </a:t>
            </a:r>
            <a:r>
              <a:rPr lang="en-US" altLang="ko-KR" sz="1200" dirty="0" err="1" smtClean="0">
                <a:latin typeface="Times New Roman" panose="02020603050405020304" pitchFamily="18" charset="0"/>
                <a:cs typeface="Times New Roman" panose="02020603050405020304" pitchFamily="18" charset="0"/>
                <a:sym typeface="Wingdings" pitchFamily="2" charset="2"/>
              </a:rPr>
              <a:t>trên</a:t>
            </a:r>
            <a:r>
              <a:rPr lang="en-US" altLang="ko-KR" sz="1200" dirty="0" smtClean="0">
                <a:latin typeface="Times New Roman" panose="02020603050405020304" pitchFamily="18" charset="0"/>
                <a:cs typeface="Times New Roman" panose="02020603050405020304" pitchFamily="18" charset="0"/>
                <a:sym typeface="Wingdings" pitchFamily="2" charset="2"/>
              </a:rPr>
              <a:t> PC.</a:t>
            </a:r>
            <a:endParaRPr lang="en-US" altLang="ko-KR" sz="1200" dirty="0">
              <a:latin typeface="Times New Roman" panose="02020603050405020304" pitchFamily="18" charset="0"/>
              <a:cs typeface="Times New Roman" panose="02020603050405020304" pitchFamily="18" charset="0"/>
              <a:sym typeface="Wingdings" pitchFamily="2" charset="2"/>
            </a:endParaRPr>
          </a:p>
          <a:p>
            <a:pPr eaLnBrk="1" hangingPunct="1">
              <a:lnSpc>
                <a:spcPct val="70000"/>
              </a:lnSpc>
              <a:spcBef>
                <a:spcPct val="50000"/>
              </a:spcBef>
              <a:buFontTx/>
              <a:buNone/>
            </a:pPr>
            <a:r>
              <a:rPr lang="en-US" altLang="ko-KR" sz="1200" dirty="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Tức</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nếu</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dùng</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bằng</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thông</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tín</a:t>
            </a:r>
            <a:r>
              <a:rPr lang="en-US" altLang="ko-KR" sz="1200" dirty="0" smtClean="0">
                <a:latin typeface="Times New Roman" panose="02020603050405020304" pitchFamily="18" charset="0"/>
                <a:cs typeface="Times New Roman" panose="02020603050405020304" pitchFamily="18" charset="0"/>
                <a:sym typeface="Wingdings" pitchFamily="2" charset="2"/>
              </a:rPr>
              <a:t> RS-232C, </a:t>
            </a:r>
            <a:r>
              <a:rPr lang="en-US" altLang="ko-KR" sz="1200" dirty="0" err="1" smtClean="0">
                <a:latin typeface="Times New Roman" panose="02020603050405020304" pitchFamily="18" charset="0"/>
                <a:cs typeface="Times New Roman" panose="02020603050405020304" pitchFamily="18" charset="0"/>
                <a:sym typeface="Wingdings" pitchFamily="2" charset="2"/>
              </a:rPr>
              <a:t>chọn</a:t>
            </a:r>
            <a:r>
              <a:rPr lang="ko-KR" altLang="en-US"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smtClean="0">
                <a:latin typeface="Times New Roman" panose="02020603050405020304" pitchFamily="18" charset="0"/>
                <a:cs typeface="Times New Roman" panose="02020603050405020304" pitchFamily="18" charset="0"/>
                <a:sym typeface="Wingdings" pitchFamily="2" charset="2"/>
              </a:rPr>
              <a:t>RS-232C </a:t>
            </a:r>
            <a:r>
              <a:rPr lang="en-US" altLang="ko-KR" sz="1200" dirty="0" err="1" smtClean="0">
                <a:latin typeface="Times New Roman" panose="02020603050405020304" pitchFamily="18" charset="0"/>
                <a:cs typeface="Times New Roman" panose="02020603050405020304" pitchFamily="18" charset="0"/>
                <a:sym typeface="Wingdings" pitchFamily="2" charset="2"/>
              </a:rPr>
              <a:t>sau</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đó</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phải</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chỉ</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định</a:t>
            </a:r>
            <a:r>
              <a:rPr lang="ko-KR" altLang="en-US" sz="1200" dirty="0" smtClean="0">
                <a:latin typeface="Times New Roman" panose="02020603050405020304" pitchFamily="18" charset="0"/>
                <a:cs typeface="Times New Roman" panose="02020603050405020304" pitchFamily="18" charset="0"/>
                <a:sym typeface="Wingdings" pitchFamily="2" charset="2"/>
              </a:rPr>
              <a:t> </a:t>
            </a:r>
            <a:endParaRPr lang="ko-KR" altLang="en-US" sz="1200" dirty="0">
              <a:latin typeface="Times New Roman" panose="02020603050405020304" pitchFamily="18" charset="0"/>
              <a:cs typeface="Times New Roman" panose="02020603050405020304" pitchFamily="18" charset="0"/>
              <a:sym typeface="Wingdings" pitchFamily="2" charset="2"/>
            </a:endParaRPr>
          </a:p>
          <a:p>
            <a:pPr eaLnBrk="1" hangingPunct="1">
              <a:lnSpc>
                <a:spcPct val="70000"/>
              </a:lnSpc>
              <a:spcBef>
                <a:spcPct val="50000"/>
              </a:spcBef>
              <a:buFontTx/>
              <a:buNone/>
            </a:pPr>
            <a:r>
              <a:rPr lang="ko-KR" altLang="en-US" sz="1200" dirty="0">
                <a:latin typeface="Times New Roman" panose="02020603050405020304" pitchFamily="18" charset="0"/>
                <a:cs typeface="Times New Roman" panose="02020603050405020304" pitchFamily="18" charset="0"/>
                <a:sym typeface="Wingdings" pitchFamily="2" charset="2"/>
              </a:rPr>
              <a:t>     </a:t>
            </a:r>
            <a:r>
              <a:rPr lang="en-US" altLang="ko-KR" sz="1200" dirty="0" smtClean="0">
                <a:latin typeface="Times New Roman" panose="02020603050405020304" pitchFamily="18" charset="0"/>
                <a:cs typeface="Times New Roman" panose="02020603050405020304" pitchFamily="18" charset="0"/>
                <a:sym typeface="Wingdings" pitchFamily="2" charset="2"/>
              </a:rPr>
              <a:t>COM Port.   </a:t>
            </a:r>
            <a:endParaRPr lang="en-US" altLang="ko-KR" sz="1200" dirty="0">
              <a:latin typeface="Times New Roman" panose="02020603050405020304" pitchFamily="18" charset="0"/>
              <a:cs typeface="Times New Roman" panose="02020603050405020304" pitchFamily="18" charset="0"/>
            </a:endParaRPr>
          </a:p>
        </p:txBody>
      </p:sp>
      <p:sp>
        <p:nvSpPr>
          <p:cNvPr id="38" name="Text Box 7"/>
          <p:cNvSpPr txBox="1">
            <a:spLocks noChangeArrowheads="1"/>
          </p:cNvSpPr>
          <p:nvPr/>
        </p:nvSpPr>
        <p:spPr bwMode="auto">
          <a:xfrm>
            <a:off x="236476" y="584684"/>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39" name="Rectangle 8"/>
          <p:cNvSpPr>
            <a:spLocks noChangeArrowheads="1"/>
          </p:cNvSpPr>
          <p:nvPr/>
        </p:nvSpPr>
        <p:spPr bwMode="auto">
          <a:xfrm>
            <a:off x="603189" y="1318109"/>
            <a:ext cx="26725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Online.</a:t>
            </a:r>
            <a:endParaRPr lang="en-US" altLang="ko-KR" sz="1200" dirty="0">
              <a:latin typeface="Times New Roman" panose="02020603050405020304" pitchFamily="18" charset="0"/>
              <a:cs typeface="Times New Roman" panose="02020603050405020304" pitchFamily="18" charset="0"/>
            </a:endParaRPr>
          </a:p>
        </p:txBody>
      </p:sp>
      <p:sp>
        <p:nvSpPr>
          <p:cNvPr id="40" name="Rectangle 13"/>
          <p:cNvSpPr>
            <a:spLocks noChangeArrowheads="1"/>
          </p:cNvSpPr>
          <p:nvPr/>
        </p:nvSpPr>
        <p:spPr bwMode="auto">
          <a:xfrm>
            <a:off x="342839" y="918059"/>
            <a:ext cx="141250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2-1. </a:t>
            </a:r>
            <a:r>
              <a:rPr lang="en-US" altLang="ko-KR" sz="1400" b="1" dirty="0" err="1" smtClean="0">
                <a:latin typeface="Times New Roman" panose="02020603050405020304" pitchFamily="18" charset="0"/>
                <a:cs typeface="Times New Roman" panose="02020603050405020304" pitchFamily="18" charset="0"/>
              </a:rPr>
              <a:t>Đọc</a:t>
            </a:r>
            <a:r>
              <a:rPr lang="en-US" altLang="ko-KR" sz="1400" b="1" dirty="0" smtClean="0">
                <a:latin typeface="Times New Roman" panose="02020603050405020304" pitchFamily="18" charset="0"/>
                <a:cs typeface="Times New Roman" panose="02020603050405020304" pitchFamily="18" charset="0"/>
              </a:rPr>
              <a:t> Project</a:t>
            </a:r>
            <a:endParaRPr lang="ko-KR" altLang="en-US" sz="1400" b="1" dirty="0">
              <a:latin typeface="Times New Roman" panose="02020603050405020304" pitchFamily="18" charset="0"/>
              <a:cs typeface="Times New Roman" panose="02020603050405020304" pitchFamily="18" charset="0"/>
            </a:endParaRPr>
          </a:p>
        </p:txBody>
      </p:sp>
      <p:sp>
        <p:nvSpPr>
          <p:cNvPr id="41" name="AutoShape 15"/>
          <p:cNvSpPr>
            <a:spLocks noChangeArrowheads="1"/>
          </p:cNvSpPr>
          <p:nvPr/>
        </p:nvSpPr>
        <p:spPr bwMode="auto">
          <a:xfrm>
            <a:off x="3205101" y="1572921"/>
            <a:ext cx="195748" cy="904839"/>
          </a:xfrm>
          <a:prstGeom prst="rightArrow">
            <a:avLst>
              <a:gd name="adj1" fmla="val 50000"/>
              <a:gd name="adj2" fmla="val 25000"/>
            </a:avLst>
          </a:prstGeom>
          <a:solidFill>
            <a:srgbClr val="CCCCFF"/>
          </a:solidFill>
          <a:ln w="9525" algn="ctr">
            <a:solidFill>
              <a:schemeClr val="tx1"/>
            </a:solidFill>
            <a:miter lim="800000"/>
            <a:headEnd/>
            <a:tailEnd/>
          </a:ln>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42" name="Rectangle 16"/>
          <p:cNvSpPr>
            <a:spLocks noChangeArrowheads="1"/>
          </p:cNvSpPr>
          <p:nvPr/>
        </p:nvSpPr>
        <p:spPr bwMode="auto">
          <a:xfrm>
            <a:off x="1035485" y="2493442"/>
            <a:ext cx="1555018" cy="226660"/>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43" name="AutoShape 17"/>
          <p:cNvSpPr>
            <a:spLocks noChangeArrowheads="1"/>
          </p:cNvSpPr>
          <p:nvPr/>
        </p:nvSpPr>
        <p:spPr bwMode="auto">
          <a:xfrm>
            <a:off x="5643501" y="1609434"/>
            <a:ext cx="195748" cy="904839"/>
          </a:xfrm>
          <a:prstGeom prst="rightArrow">
            <a:avLst>
              <a:gd name="adj1" fmla="val 50000"/>
              <a:gd name="adj2" fmla="val 25000"/>
            </a:avLst>
          </a:prstGeom>
          <a:solidFill>
            <a:srgbClr val="CCCCFF"/>
          </a:solidFill>
          <a:ln w="9525" algn="ctr">
            <a:solidFill>
              <a:schemeClr val="tx1"/>
            </a:solidFill>
            <a:miter lim="800000"/>
            <a:headEnd/>
            <a:tailEnd/>
          </a:ln>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44" name="Rectangle 18"/>
          <p:cNvSpPr>
            <a:spLocks noChangeArrowheads="1"/>
          </p:cNvSpPr>
          <p:nvPr/>
        </p:nvSpPr>
        <p:spPr bwMode="auto">
          <a:xfrm>
            <a:off x="3873439" y="2793436"/>
            <a:ext cx="148470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Chọn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thông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số</a:t>
            </a:r>
            <a:r>
              <a:rPr lang="en-US" altLang="ko-KR" sz="1200" b="1" dirty="0" smtClean="0">
                <a:latin typeface="Times New Roman" panose="02020603050405020304" pitchFamily="18" charset="0"/>
                <a:cs typeface="Times New Roman" panose="02020603050405020304" pitchFamily="18" charset="0"/>
              </a:rPr>
              <a:t> CPU</a:t>
            </a:r>
            <a:endParaRPr lang="ko-KR" altLang="en-US" sz="1200" b="1" dirty="0">
              <a:latin typeface="Times New Roman" panose="02020603050405020304" pitchFamily="18" charset="0"/>
              <a:cs typeface="Times New Roman" panose="02020603050405020304" pitchFamily="18" charset="0"/>
            </a:endParaRPr>
          </a:p>
        </p:txBody>
      </p:sp>
      <p:sp>
        <p:nvSpPr>
          <p:cNvPr id="45" name="Rectangle 19"/>
          <p:cNvSpPr>
            <a:spLocks noChangeArrowheads="1"/>
          </p:cNvSpPr>
          <p:nvPr/>
        </p:nvSpPr>
        <p:spPr bwMode="auto">
          <a:xfrm>
            <a:off x="6903976" y="3837552"/>
            <a:ext cx="1410964"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Chọn</a:t>
            </a:r>
            <a:r>
              <a:rPr lang="en-US" altLang="ko-KR" sz="1200" b="1" dirty="0" smtClean="0">
                <a:latin typeface="Times New Roman" panose="02020603050405020304" pitchFamily="18" charset="0"/>
                <a:cs typeface="Times New Roman" panose="02020603050405020304" pitchFamily="18" charset="0"/>
              </a:rPr>
              <a:t> Port </a:t>
            </a:r>
            <a:r>
              <a:rPr lang="en-US" altLang="ko-KR" sz="1200" b="1" dirty="0" err="1" smtClean="0">
                <a:latin typeface="Times New Roman" panose="02020603050405020304" pitchFamily="18" charset="0"/>
                <a:cs typeface="Times New Roman" panose="02020603050405020304" pitchFamily="18" charset="0"/>
              </a:rPr>
              <a:t>tín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hiệu</a:t>
            </a:r>
            <a:endParaRPr lang="ko-KR" altLang="en-US" sz="1200" b="1" dirty="0">
              <a:latin typeface="Times New Roman" panose="02020603050405020304" pitchFamily="18" charset="0"/>
              <a:cs typeface="Times New Roman" panose="02020603050405020304" pitchFamily="18" charset="0"/>
            </a:endParaRPr>
          </a:p>
        </p:txBody>
      </p:sp>
      <p:sp>
        <p:nvSpPr>
          <p:cNvPr id="46" name="Rectangle 23"/>
          <p:cNvSpPr>
            <a:spLocks noChangeArrowheads="1"/>
          </p:cNvSpPr>
          <p:nvPr/>
        </p:nvSpPr>
        <p:spPr bwMode="auto">
          <a:xfrm>
            <a:off x="1444564" y="4293643"/>
            <a:ext cx="592137" cy="540060"/>
          </a:xfrm>
          <a:prstGeom prst="rect">
            <a:avLst/>
          </a:prstGeom>
          <a:noFill/>
          <a:ln w="2857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47" name="AutoShape 24"/>
          <p:cNvSpPr>
            <a:spLocks noChangeArrowheads="1"/>
          </p:cNvSpPr>
          <p:nvPr/>
        </p:nvSpPr>
        <p:spPr bwMode="auto">
          <a:xfrm>
            <a:off x="2297051" y="4626478"/>
            <a:ext cx="144463" cy="904839"/>
          </a:xfrm>
          <a:prstGeom prst="rightArrow">
            <a:avLst>
              <a:gd name="adj1" fmla="val 50000"/>
              <a:gd name="adj2" fmla="val 25000"/>
            </a:avLst>
          </a:prstGeom>
          <a:solidFill>
            <a:schemeClr val="bg2"/>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48" name="AutoShape 27"/>
          <p:cNvSpPr>
            <a:spLocks noChangeArrowheads="1"/>
          </p:cNvSpPr>
          <p:nvPr/>
        </p:nvSpPr>
        <p:spPr bwMode="auto">
          <a:xfrm>
            <a:off x="2081151" y="4266909"/>
            <a:ext cx="232430" cy="904839"/>
          </a:xfrm>
          <a:prstGeom prst="rightArrow">
            <a:avLst>
              <a:gd name="adj1" fmla="val 50000"/>
              <a:gd name="adj2" fmla="val 52533"/>
            </a:avLst>
          </a:prstGeom>
          <a:solidFill>
            <a:schemeClr val="bg2"/>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49" name="Text Box 30"/>
          <p:cNvSpPr txBox="1">
            <a:spLocks noChangeArrowheads="1"/>
          </p:cNvSpPr>
          <p:nvPr/>
        </p:nvSpPr>
        <p:spPr bwMode="auto">
          <a:xfrm>
            <a:off x="769876" y="5629759"/>
            <a:ext cx="172405" cy="45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ko-KR" sz="2000">
              <a:latin typeface="Times New Roman" panose="02020603050405020304" pitchFamily="18" charset="0"/>
              <a:ea typeface="HY견고딕" pitchFamily="18" charset="-127"/>
              <a:cs typeface="Times New Roman" panose="02020603050405020304" pitchFamily="18" charset="0"/>
            </a:endParaRPr>
          </a:p>
        </p:txBody>
      </p:sp>
      <p:sp>
        <p:nvSpPr>
          <p:cNvPr id="50" name="Rectangle 31"/>
          <p:cNvSpPr>
            <a:spLocks noChangeArrowheads="1"/>
          </p:cNvSpPr>
          <p:nvPr/>
        </p:nvSpPr>
        <p:spPr bwMode="auto">
          <a:xfrm>
            <a:off x="8127939" y="5229709"/>
            <a:ext cx="1513556" cy="720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r>
              <a:rPr lang="en-US" altLang="ko-KR" sz="1200" dirty="0">
                <a:latin typeface="Times New Roman" panose="02020603050405020304" pitchFamily="18" charset="0"/>
                <a:cs typeface="Times New Roman" panose="02020603050405020304" pitchFamily="18" charset="0"/>
              </a:rPr>
              <a:t>(3)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8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di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endParaRPr lang="en-US" altLang="ko-KR" sz="1200" dirty="0">
              <a:latin typeface="Times New Roman" panose="02020603050405020304" pitchFamily="18" charset="0"/>
              <a:cs typeface="Times New Roman" panose="02020603050405020304" pitchFamily="18" charset="0"/>
            </a:endParaRPr>
          </a:p>
          <a:p>
            <a:pPr eaLnBrk="1" hangingPunct="1">
              <a:lnSpc>
                <a:spcPct val="8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PLC.</a:t>
            </a:r>
            <a:endParaRPr lang="en-US" altLang="ko-KR" sz="1200" dirty="0">
              <a:latin typeface="Times New Roman" panose="02020603050405020304" pitchFamily="18" charset="0"/>
              <a:cs typeface="Times New Roman" panose="02020603050405020304" pitchFamily="18" charset="0"/>
            </a:endParaRPr>
          </a:p>
        </p:txBody>
      </p:sp>
      <p:sp>
        <p:nvSpPr>
          <p:cNvPr id="51" name="Rectangle 16"/>
          <p:cNvSpPr>
            <a:spLocks noChangeArrowheads="1"/>
          </p:cNvSpPr>
          <p:nvPr/>
        </p:nvSpPr>
        <p:spPr bwMode="auto">
          <a:xfrm>
            <a:off x="6112049" y="1953382"/>
            <a:ext cx="864096" cy="226660"/>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52" name="Rectangle 16"/>
          <p:cNvSpPr>
            <a:spLocks noChangeArrowheads="1"/>
          </p:cNvSpPr>
          <p:nvPr/>
        </p:nvSpPr>
        <p:spPr bwMode="auto">
          <a:xfrm>
            <a:off x="7192169" y="2421434"/>
            <a:ext cx="936104" cy="1414450"/>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pic>
        <p:nvPicPr>
          <p:cNvPr id="53"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73314" y="4178784"/>
            <a:ext cx="1960447" cy="10509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4" name="Rectangle 16"/>
          <p:cNvSpPr>
            <a:spLocks noChangeArrowheads="1"/>
          </p:cNvSpPr>
          <p:nvPr/>
        </p:nvSpPr>
        <p:spPr bwMode="auto">
          <a:xfrm>
            <a:off x="2973351" y="4496966"/>
            <a:ext cx="396044" cy="108012"/>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55" name="Rectangle 16"/>
          <p:cNvSpPr>
            <a:spLocks noChangeArrowheads="1"/>
          </p:cNvSpPr>
          <p:nvPr/>
        </p:nvSpPr>
        <p:spPr bwMode="auto">
          <a:xfrm>
            <a:off x="4279466" y="4360886"/>
            <a:ext cx="464431" cy="148097"/>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56" name="Rectangle 16"/>
          <p:cNvSpPr>
            <a:spLocks noChangeArrowheads="1"/>
          </p:cNvSpPr>
          <p:nvPr/>
        </p:nvSpPr>
        <p:spPr bwMode="auto">
          <a:xfrm>
            <a:off x="7126511" y="6015485"/>
            <a:ext cx="771240" cy="144500"/>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extLst>
      <p:ext uri="{BB962C8B-B14F-4D97-AF65-F5344CB8AC3E}">
        <p14:creationId xmlns:p14="http://schemas.microsoft.com/office/powerpoint/2010/main" val="554074247"/>
      </p:ext>
    </p:extLst>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33"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pic>
        <p:nvPicPr>
          <p:cNvPr id="3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0492" y="5553236"/>
            <a:ext cx="2824547" cy="760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69335" y="2900033"/>
            <a:ext cx="2664296" cy="18611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05339" y="1448780"/>
            <a:ext cx="1692188" cy="1321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8043" y="1456755"/>
            <a:ext cx="4391211" cy="2985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Rectangle 27"/>
          <p:cNvSpPr>
            <a:spLocks noChangeArrowheads="1"/>
          </p:cNvSpPr>
          <p:nvPr/>
        </p:nvSpPr>
        <p:spPr bwMode="auto">
          <a:xfrm>
            <a:off x="1404839" y="2024844"/>
            <a:ext cx="1511201" cy="180020"/>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39" name="Rectangle 30"/>
          <p:cNvSpPr>
            <a:spLocks noChangeArrowheads="1"/>
          </p:cNvSpPr>
          <p:nvPr/>
        </p:nvSpPr>
        <p:spPr bwMode="auto">
          <a:xfrm>
            <a:off x="396094" y="656692"/>
            <a:ext cx="9109075" cy="849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r>
              <a:rPr lang="en-US" altLang="ko-KR" sz="1200" dirty="0">
                <a:latin typeface="Times New Roman" panose="02020603050405020304" pitchFamily="18" charset="0"/>
                <a:cs typeface="Times New Roman" panose="02020603050405020304" pitchFamily="18" charset="0"/>
              </a:rPr>
              <a:t>(4)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PLC(</a:t>
            </a:r>
            <a:r>
              <a:rPr lang="en-US" altLang="ko-KR" sz="1200" dirty="0" err="1" smtClean="0">
                <a:latin typeface="Times New Roman" panose="02020603050405020304" pitchFamily="18" charset="0"/>
                <a:cs typeface="Times New Roman" panose="02020603050405020304" pitchFamily="18" charset="0"/>
              </a:rPr>
              <a:t>Program+Parameter</a:t>
            </a:r>
            <a:r>
              <a:rPr lang="en-US" altLang="ko-KR" sz="1200" dirty="0">
                <a:latin typeface="Times New Roman" panose="02020603050405020304" pitchFamily="18" charset="0"/>
                <a:cs typeface="Times New Roman" panose="02020603050405020304" pitchFamily="18" charset="0"/>
              </a:rPr>
              <a:t>)</a:t>
            </a:r>
          </a:p>
          <a:p>
            <a:pPr eaLnBrk="1" hangingPunct="1">
              <a:lnSpc>
                <a:spcPct val="140000"/>
              </a:lnSpc>
              <a:spcBef>
                <a:spcPct val="50000"/>
              </a:spcBef>
              <a:buFontTx/>
              <a:buNone/>
            </a:pPr>
            <a:r>
              <a:rPr lang="en-US" altLang="ko-KR" sz="1200" dirty="0">
                <a:latin typeface="Times New Roman" panose="02020603050405020304" pitchFamily="18" charset="0"/>
                <a:cs typeface="Times New Roman" panose="02020603050405020304" pitchFamily="18" charset="0"/>
              </a:rPr>
              <a:t>    ①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nhớ</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②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Parameter + Program) </a:t>
            </a:r>
            <a:r>
              <a:rPr lang="en-US" altLang="ko-KR" sz="1200" dirty="0">
                <a:latin typeface="Times New Roman" panose="02020603050405020304" pitchFamily="18" charset="0"/>
                <a:cs typeface="Times New Roman" panose="02020603050405020304" pitchFamily="18" charset="0"/>
              </a:rPr>
              <a:t>→ ③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④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⑤ </a:t>
            </a:r>
            <a:r>
              <a:rPr lang="en-US" altLang="ko-KR" sz="1200" dirty="0" err="1" smtClean="0">
                <a:latin typeface="Times New Roman" panose="02020603050405020304" pitchFamily="18" charset="0"/>
                <a:cs typeface="Times New Roman" panose="02020603050405020304" pitchFamily="18" charset="0"/>
              </a:rPr>
              <a:t>Đóng</a:t>
            </a:r>
            <a:r>
              <a:rPr lang="en-US" altLang="ko-KR" sz="1200" dirty="0" smtClean="0">
                <a:latin typeface="Times New Roman" panose="02020603050405020304" pitchFamily="18" charset="0"/>
                <a:cs typeface="Times New Roman" panose="02020603050405020304" pitchFamily="18" charset="0"/>
              </a:rPr>
              <a:t>(Di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40" name="Rectangle 32"/>
          <p:cNvSpPr>
            <a:spLocks noChangeArrowheads="1"/>
          </p:cNvSpPr>
          <p:nvPr/>
        </p:nvSpPr>
        <p:spPr bwMode="auto">
          <a:xfrm>
            <a:off x="7274732" y="3952987"/>
            <a:ext cx="827087" cy="387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r>
              <a:rPr lang="en-US" altLang="ko-KR" sz="1200" b="1" dirty="0" smtClean="0">
                <a:latin typeface="Times New Roman" panose="02020603050405020304" pitchFamily="18" charset="0"/>
                <a:cs typeface="Times New Roman" panose="02020603050405020304" pitchFamily="18" charset="0"/>
              </a:rPr>
              <a:t>Edit Screen</a:t>
            </a:r>
            <a:endParaRPr lang="ko-KR" altLang="en-US" sz="1200" b="1" dirty="0">
              <a:latin typeface="Times New Roman" panose="02020603050405020304" pitchFamily="18" charset="0"/>
              <a:cs typeface="Times New Roman" panose="02020603050405020304" pitchFamily="18" charset="0"/>
            </a:endParaRPr>
          </a:p>
        </p:txBody>
      </p:sp>
      <p:sp>
        <p:nvSpPr>
          <p:cNvPr id="41" name="Text Box 36"/>
          <p:cNvSpPr txBox="1">
            <a:spLocks noChangeArrowheads="1"/>
          </p:cNvSpPr>
          <p:nvPr/>
        </p:nvSpPr>
        <p:spPr bwMode="auto">
          <a:xfrm>
            <a:off x="1480208" y="1792052"/>
            <a:ext cx="320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①</a:t>
            </a:r>
          </a:p>
        </p:txBody>
      </p:sp>
      <p:sp>
        <p:nvSpPr>
          <p:cNvPr id="42" name="Text Box 37"/>
          <p:cNvSpPr txBox="1">
            <a:spLocks noChangeArrowheads="1"/>
          </p:cNvSpPr>
          <p:nvPr/>
        </p:nvSpPr>
        <p:spPr bwMode="auto">
          <a:xfrm>
            <a:off x="703809" y="2288493"/>
            <a:ext cx="320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②</a:t>
            </a:r>
          </a:p>
        </p:txBody>
      </p:sp>
      <p:sp>
        <p:nvSpPr>
          <p:cNvPr id="43" name="Text Box 38"/>
          <p:cNvSpPr txBox="1">
            <a:spLocks noChangeArrowheads="1"/>
          </p:cNvSpPr>
          <p:nvPr/>
        </p:nvSpPr>
        <p:spPr bwMode="auto">
          <a:xfrm>
            <a:off x="3987602" y="2132856"/>
            <a:ext cx="320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③</a:t>
            </a:r>
          </a:p>
        </p:txBody>
      </p:sp>
      <p:sp>
        <p:nvSpPr>
          <p:cNvPr id="44" name="Text Box 39"/>
          <p:cNvSpPr txBox="1">
            <a:spLocks noChangeArrowheads="1"/>
          </p:cNvSpPr>
          <p:nvPr/>
        </p:nvSpPr>
        <p:spPr bwMode="auto">
          <a:xfrm>
            <a:off x="6517407" y="2348880"/>
            <a:ext cx="320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④</a:t>
            </a:r>
          </a:p>
        </p:txBody>
      </p:sp>
      <p:sp>
        <p:nvSpPr>
          <p:cNvPr id="45" name="Text Box 40"/>
          <p:cNvSpPr txBox="1">
            <a:spLocks noChangeArrowheads="1"/>
          </p:cNvSpPr>
          <p:nvPr/>
        </p:nvSpPr>
        <p:spPr bwMode="auto">
          <a:xfrm>
            <a:off x="3980173" y="2339355"/>
            <a:ext cx="320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⑤</a:t>
            </a:r>
          </a:p>
        </p:txBody>
      </p:sp>
      <p:sp>
        <p:nvSpPr>
          <p:cNvPr id="46" name="Rectangle 41"/>
          <p:cNvSpPr>
            <a:spLocks noChangeArrowheads="1"/>
          </p:cNvSpPr>
          <p:nvPr/>
        </p:nvSpPr>
        <p:spPr bwMode="auto">
          <a:xfrm>
            <a:off x="396094" y="4509120"/>
            <a:ext cx="8821613" cy="849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r>
              <a:rPr lang="en-US" altLang="ko-KR" sz="1200" dirty="0">
                <a:latin typeface="Times New Roman" panose="02020603050405020304" pitchFamily="18" charset="0"/>
                <a:cs typeface="Times New Roman" panose="02020603050405020304" pitchFamily="18" charset="0"/>
              </a:rPr>
              <a:t>(4)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PLC(</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50000"/>
              </a:spcBef>
              <a:buFontTx/>
              <a:buNone/>
            </a:pPr>
            <a:r>
              <a:rPr lang="en-US" altLang="ko-KR" sz="1200" dirty="0">
                <a:latin typeface="Times New Roman" panose="02020603050405020304" pitchFamily="18" charset="0"/>
                <a:cs typeface="Times New Roman" panose="02020603050405020304" pitchFamily="18" charset="0"/>
              </a:rPr>
              <a:t>    ①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lượt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nhớ</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②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③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④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ko-KR" altLang="en-US" sz="1200" dirty="0" smtClean="0">
                <a:latin typeface="Times New Roman" panose="02020603050405020304" pitchFamily="18" charset="0"/>
                <a:cs typeface="Times New Roman" panose="02020603050405020304" pitchFamily="18" charset="0"/>
              </a:rPr>
              <a:t>→⑤ </a:t>
            </a:r>
            <a:r>
              <a:rPr lang="en-US" altLang="ko-KR" sz="1200" dirty="0" err="1">
                <a:latin typeface="Times New Roman" panose="02020603050405020304" pitchFamily="18" charset="0"/>
                <a:cs typeface="Times New Roman" panose="02020603050405020304" pitchFamily="18" charset="0"/>
              </a:rPr>
              <a:t>Đóng</a:t>
            </a:r>
            <a:r>
              <a:rPr lang="en-US" altLang="ko-KR" sz="1200" dirty="0">
                <a:latin typeface="Times New Roman" panose="02020603050405020304" pitchFamily="18" charset="0"/>
                <a:cs typeface="Times New Roman" panose="02020603050405020304" pitchFamily="18" charset="0"/>
              </a:rPr>
              <a:t>(Di </a:t>
            </a:r>
            <a:r>
              <a:rPr lang="en-US" altLang="ko-KR" sz="1200" dirty="0" err="1">
                <a:latin typeface="Times New Roman" panose="02020603050405020304" pitchFamily="18" charset="0"/>
                <a:cs typeface="Times New Roman" panose="02020603050405020304" pitchFamily="18" charset="0"/>
              </a:rPr>
              <a:t>chuyển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màn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hình</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47" name="AutoShape 43"/>
          <p:cNvSpPr>
            <a:spLocks noChangeArrowheads="1"/>
          </p:cNvSpPr>
          <p:nvPr/>
        </p:nvSpPr>
        <p:spPr bwMode="auto">
          <a:xfrm>
            <a:off x="1404790" y="5326448"/>
            <a:ext cx="288081" cy="226788"/>
          </a:xfrm>
          <a:prstGeom prst="downArrow">
            <a:avLst>
              <a:gd name="adj1" fmla="val 50000"/>
              <a:gd name="adj2" fmla="val 25000"/>
            </a:avLst>
          </a:prstGeom>
          <a:solidFill>
            <a:schemeClr val="bg2"/>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48" name="Line 44"/>
          <p:cNvSpPr>
            <a:spLocks noChangeShapeType="1"/>
          </p:cNvSpPr>
          <p:nvPr/>
        </p:nvSpPr>
        <p:spPr bwMode="auto">
          <a:xfrm>
            <a:off x="3204840" y="5837324"/>
            <a:ext cx="6477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49" name="Text Box 48"/>
          <p:cNvSpPr txBox="1">
            <a:spLocks noChangeArrowheads="1"/>
          </p:cNvSpPr>
          <p:nvPr/>
        </p:nvSpPr>
        <p:spPr bwMode="auto">
          <a:xfrm>
            <a:off x="3896532" y="5476515"/>
            <a:ext cx="1251162"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Tham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khảo</a:t>
            </a:r>
            <a:r>
              <a:rPr lang="en-US" altLang="ko-KR" sz="1200" dirty="0" smtClean="0">
                <a:latin typeface="Times New Roman" panose="02020603050405020304" pitchFamily="18" charset="0"/>
                <a:cs typeface="Times New Roman" panose="02020603050405020304" pitchFamily="18" charset="0"/>
              </a:rPr>
              <a:t> P16-</a:t>
            </a:r>
            <a:endParaRPr lang="en-US" altLang="ko-KR" sz="1200" dirty="0">
              <a:latin typeface="Times New Roman" panose="02020603050405020304" pitchFamily="18" charset="0"/>
              <a:cs typeface="Times New Roman" panose="02020603050405020304" pitchFamily="18" charset="0"/>
            </a:endParaRPr>
          </a:p>
        </p:txBody>
      </p:sp>
      <p:sp>
        <p:nvSpPr>
          <p:cNvPr id="50" name="Text Box 49"/>
          <p:cNvSpPr txBox="1">
            <a:spLocks noChangeArrowheads="1"/>
          </p:cNvSpPr>
          <p:nvPr/>
        </p:nvSpPr>
        <p:spPr bwMode="auto">
          <a:xfrm>
            <a:off x="3844867" y="5697252"/>
            <a:ext cx="3485748" cy="24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dirty="0" err="1" smtClean="0">
                <a:latin typeface="Times New Roman" panose="02020603050405020304" pitchFamily="18" charset="0"/>
                <a:cs typeface="Times New Roman" panose="02020603050405020304" pitchFamily="18" charset="0"/>
              </a:rPr>
              <a:t>Khoảng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lưu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trữ</a:t>
            </a:r>
            <a:r>
              <a:rPr lang="en-US" altLang="ko-KR" sz="1000" dirty="0" smtClean="0">
                <a:latin typeface="Times New Roman" panose="02020603050405020304" pitchFamily="18" charset="0"/>
                <a:cs typeface="Times New Roman" panose="02020603050405020304" pitchFamily="18" charset="0"/>
              </a:rPr>
              <a:t> Program + </a:t>
            </a:r>
            <a:r>
              <a:rPr lang="en-US" altLang="ko-KR" sz="1000" dirty="0" err="1" smtClean="0">
                <a:latin typeface="Times New Roman" panose="02020603050405020304" pitchFamily="18" charset="0"/>
                <a:cs typeface="Times New Roman" panose="02020603050405020304" pitchFamily="18" charset="0"/>
              </a:rPr>
              <a:t>Prameter</a:t>
            </a:r>
            <a:r>
              <a:rPr lang="en-US" altLang="ko-KR" sz="1000" dirty="0" smtClean="0">
                <a:latin typeface="Times New Roman" panose="02020603050405020304" pitchFamily="18" charset="0"/>
                <a:cs typeface="Times New Roman" panose="02020603050405020304" pitchFamily="18" charset="0"/>
              </a:rPr>
              <a:t> + Comment + Device Data</a:t>
            </a:r>
            <a:r>
              <a:rPr lang="ko-KR" altLang="en-US" sz="1000" dirty="0" smtClean="0">
                <a:latin typeface="Times New Roman" panose="02020603050405020304" pitchFamily="18" charset="0"/>
                <a:cs typeface="Times New Roman" panose="02020603050405020304" pitchFamily="18" charset="0"/>
              </a:rPr>
              <a:t> </a:t>
            </a:r>
            <a:endParaRPr lang="ko-KR" altLang="en-US" sz="1000" dirty="0">
              <a:latin typeface="Times New Roman" panose="02020603050405020304" pitchFamily="18" charset="0"/>
              <a:cs typeface="Times New Roman" panose="02020603050405020304" pitchFamily="18" charset="0"/>
            </a:endParaRPr>
          </a:p>
        </p:txBody>
      </p:sp>
      <p:sp>
        <p:nvSpPr>
          <p:cNvPr id="51" name="Text Box 50"/>
          <p:cNvSpPr txBox="1">
            <a:spLocks noChangeArrowheads="1"/>
          </p:cNvSpPr>
          <p:nvPr/>
        </p:nvSpPr>
        <p:spPr bwMode="auto">
          <a:xfrm>
            <a:off x="3844867" y="5913276"/>
            <a:ext cx="4184658" cy="24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dirty="0" err="1" smtClean="0">
                <a:latin typeface="Times New Roman" panose="02020603050405020304" pitchFamily="18" charset="0"/>
                <a:cs typeface="Times New Roman" panose="02020603050405020304" pitchFamily="18" charset="0"/>
              </a:rPr>
              <a:t>Khoảng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bộ</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nhớ</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ngoài</a:t>
            </a:r>
            <a:r>
              <a:rPr lang="en-US" altLang="ko-KR" sz="1000" dirty="0" smtClean="0">
                <a:latin typeface="Times New Roman" panose="02020603050405020304" pitchFamily="18" charset="0"/>
                <a:cs typeface="Times New Roman" panose="02020603050405020304" pitchFamily="18" charset="0"/>
              </a:rPr>
              <a:t>(</a:t>
            </a:r>
            <a:r>
              <a:rPr lang="en-US" altLang="ko-KR" sz="1000" dirty="0" err="1" smtClean="0">
                <a:latin typeface="Times New Roman" panose="02020603050405020304" pitchFamily="18" charset="0"/>
                <a:cs typeface="Times New Roman" panose="02020603050405020304" pitchFamily="18" charset="0"/>
              </a:rPr>
              <a:t>Trường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hợp</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đang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sử</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dụng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bộ</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nhở</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ngoài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cần</a:t>
            </a:r>
            <a:r>
              <a:rPr lang="ko-KR" altLang="en-US" sz="10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Back-Up)  </a:t>
            </a:r>
            <a:endParaRPr lang="en-US" altLang="ko-KR" sz="1000" dirty="0">
              <a:latin typeface="Times New Roman" panose="02020603050405020304" pitchFamily="18" charset="0"/>
              <a:cs typeface="Times New Roman" panose="02020603050405020304" pitchFamily="18" charset="0"/>
            </a:endParaRPr>
          </a:p>
        </p:txBody>
      </p:sp>
      <p:sp>
        <p:nvSpPr>
          <p:cNvPr id="52" name="Line 51"/>
          <p:cNvSpPr>
            <a:spLocks noChangeShapeType="1"/>
          </p:cNvSpPr>
          <p:nvPr/>
        </p:nvSpPr>
        <p:spPr bwMode="auto">
          <a:xfrm>
            <a:off x="2297361" y="6021288"/>
            <a:ext cx="15557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53" name="Line 53"/>
          <p:cNvSpPr>
            <a:spLocks noChangeShapeType="1"/>
          </p:cNvSpPr>
          <p:nvPr/>
        </p:nvSpPr>
        <p:spPr bwMode="auto">
          <a:xfrm>
            <a:off x="1980903" y="6237312"/>
            <a:ext cx="187220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square"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54" name="Text Box 54"/>
          <p:cNvSpPr txBox="1">
            <a:spLocks noChangeArrowheads="1"/>
          </p:cNvSpPr>
          <p:nvPr/>
        </p:nvSpPr>
        <p:spPr bwMode="auto">
          <a:xfrm>
            <a:off x="3844867" y="6129300"/>
            <a:ext cx="1608631" cy="24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000" dirty="0" err="1" smtClean="0">
                <a:latin typeface="Times New Roman" panose="02020603050405020304" pitchFamily="18" charset="0"/>
                <a:cs typeface="Times New Roman" panose="02020603050405020304" pitchFamily="18" charset="0"/>
              </a:rPr>
              <a:t>Khoảng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lưu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trữ</a:t>
            </a:r>
            <a:r>
              <a:rPr lang="en-US" altLang="ko-KR" sz="1000" dirty="0" smtClean="0">
                <a:latin typeface="Times New Roman" panose="02020603050405020304" pitchFamily="18" charset="0"/>
                <a:cs typeface="Times New Roman" panose="02020603050405020304" pitchFamily="18" charset="0"/>
              </a:rPr>
              <a:t> File register</a:t>
            </a:r>
            <a:endParaRPr lang="ko-KR" altLang="en-US" sz="1000" dirty="0">
              <a:latin typeface="Times New Roman" panose="02020603050405020304" pitchFamily="18" charset="0"/>
              <a:cs typeface="Times New Roman" panose="02020603050405020304" pitchFamily="18" charset="0"/>
            </a:endParaRPr>
          </a:p>
        </p:txBody>
      </p:sp>
      <p:sp>
        <p:nvSpPr>
          <p:cNvPr id="55" name="Rectangle 27"/>
          <p:cNvSpPr>
            <a:spLocks noChangeArrowheads="1"/>
          </p:cNvSpPr>
          <p:nvPr/>
        </p:nvSpPr>
        <p:spPr bwMode="auto">
          <a:xfrm>
            <a:off x="963267" y="2339355"/>
            <a:ext cx="684076" cy="163066"/>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56" name="Rectangle 27"/>
          <p:cNvSpPr>
            <a:spLocks noChangeArrowheads="1"/>
          </p:cNvSpPr>
          <p:nvPr/>
        </p:nvSpPr>
        <p:spPr bwMode="auto">
          <a:xfrm>
            <a:off x="4266109" y="2214389"/>
            <a:ext cx="684076" cy="132953"/>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57" name="Rectangle 27"/>
          <p:cNvSpPr>
            <a:spLocks noChangeArrowheads="1"/>
          </p:cNvSpPr>
          <p:nvPr/>
        </p:nvSpPr>
        <p:spPr bwMode="auto">
          <a:xfrm>
            <a:off x="4249155" y="2403934"/>
            <a:ext cx="684076" cy="132953"/>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58" name="Line 33"/>
          <p:cNvSpPr>
            <a:spLocks noChangeShapeType="1"/>
          </p:cNvSpPr>
          <p:nvPr/>
        </p:nvSpPr>
        <p:spPr bwMode="auto">
          <a:xfrm>
            <a:off x="5005240" y="2276872"/>
            <a:ext cx="9001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square"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59" name="Line 35"/>
          <p:cNvSpPr>
            <a:spLocks noChangeShapeType="1"/>
          </p:cNvSpPr>
          <p:nvPr/>
        </p:nvSpPr>
        <p:spPr bwMode="auto">
          <a:xfrm>
            <a:off x="5005239" y="2492896"/>
            <a:ext cx="792163" cy="57626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60" name="Rectangle 27"/>
          <p:cNvSpPr>
            <a:spLocks noChangeArrowheads="1"/>
          </p:cNvSpPr>
          <p:nvPr/>
        </p:nvSpPr>
        <p:spPr bwMode="auto">
          <a:xfrm>
            <a:off x="6778960" y="2420888"/>
            <a:ext cx="684076" cy="183629"/>
          </a:xfrm>
          <a:prstGeom prst="rect">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extLst>
      <p:ext uri="{BB962C8B-B14F-4D97-AF65-F5344CB8AC3E}">
        <p14:creationId xmlns:p14="http://schemas.microsoft.com/office/powerpoint/2010/main" val="2904188660"/>
      </p:ext>
    </p:extLst>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7"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pic>
        <p:nvPicPr>
          <p:cNvPr id="1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75" y="1099096"/>
            <a:ext cx="6700510" cy="50927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Text Box 3"/>
          <p:cNvSpPr txBox="1">
            <a:spLocks noChangeArrowheads="1"/>
          </p:cNvSpPr>
          <p:nvPr/>
        </p:nvSpPr>
        <p:spPr bwMode="auto">
          <a:xfrm>
            <a:off x="482600" y="1426121"/>
            <a:ext cx="393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a:solidFill>
                  <a:srgbClr val="CC3300"/>
                </a:solidFill>
                <a:latin typeface="Times New Roman" panose="02020603050405020304" pitchFamily="18" charset="0"/>
                <a:cs typeface="Times New Roman" panose="02020603050405020304" pitchFamily="18" charset="0"/>
              </a:rPr>
              <a:t>①</a:t>
            </a:r>
            <a:endParaRPr lang="en-US" altLang="ko-KR" sz="1400">
              <a:solidFill>
                <a:srgbClr val="CC3300"/>
              </a:solidFill>
              <a:latin typeface="Times New Roman" panose="02020603050405020304" pitchFamily="18" charset="0"/>
              <a:cs typeface="Times New Roman" panose="02020603050405020304" pitchFamily="18" charset="0"/>
            </a:endParaRPr>
          </a:p>
        </p:txBody>
      </p:sp>
      <p:sp>
        <p:nvSpPr>
          <p:cNvPr id="21" name="Text Box 4"/>
          <p:cNvSpPr txBox="1">
            <a:spLocks noChangeArrowheads="1"/>
          </p:cNvSpPr>
          <p:nvPr/>
        </p:nvSpPr>
        <p:spPr bwMode="auto">
          <a:xfrm>
            <a:off x="7364413" y="2118271"/>
            <a:ext cx="21463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②</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CPU serial</a:t>
            </a:r>
            <a:endParaRPr lang="ko-KR" altLang="en-US" sz="1200" dirty="0">
              <a:latin typeface="Times New Roman" panose="02020603050405020304" pitchFamily="18" charset="0"/>
              <a:cs typeface="Times New Roman" panose="02020603050405020304" pitchFamily="18" charset="0"/>
            </a:endParaRPr>
          </a:p>
        </p:txBody>
      </p:sp>
      <p:sp>
        <p:nvSpPr>
          <p:cNvPr id="22" name="Text Box 5"/>
          <p:cNvSpPr txBox="1">
            <a:spLocks noChangeArrowheads="1"/>
          </p:cNvSpPr>
          <p:nvPr/>
        </p:nvSpPr>
        <p:spPr bwMode="auto">
          <a:xfrm>
            <a:off x="2395761" y="2699432"/>
            <a:ext cx="393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solidFill>
                  <a:srgbClr val="CC3300"/>
                </a:solidFill>
                <a:latin typeface="Times New Roman" panose="02020603050405020304" pitchFamily="18" charset="0"/>
                <a:cs typeface="Times New Roman" panose="02020603050405020304" pitchFamily="18" charset="0"/>
              </a:rPr>
              <a:t>②</a:t>
            </a:r>
            <a:endParaRPr lang="en-US" altLang="ko-KR" sz="1400" dirty="0">
              <a:solidFill>
                <a:srgbClr val="CC3300"/>
              </a:solidFill>
              <a:latin typeface="Times New Roman" panose="02020603050405020304" pitchFamily="18" charset="0"/>
              <a:cs typeface="Times New Roman" panose="02020603050405020304" pitchFamily="18" charset="0"/>
            </a:endParaRPr>
          </a:p>
        </p:txBody>
      </p:sp>
      <p:sp>
        <p:nvSpPr>
          <p:cNvPr id="23" name="Text Box 6"/>
          <p:cNvSpPr txBox="1">
            <a:spLocks noChangeArrowheads="1"/>
          </p:cNvSpPr>
          <p:nvPr/>
        </p:nvSpPr>
        <p:spPr bwMode="auto">
          <a:xfrm>
            <a:off x="7364413" y="3108871"/>
            <a:ext cx="18161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③</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CPU</a:t>
            </a:r>
            <a:endParaRPr lang="ko-KR" altLang="en-US" sz="1200" dirty="0">
              <a:latin typeface="Times New Roman" panose="02020603050405020304" pitchFamily="18" charset="0"/>
              <a:cs typeface="Times New Roman" panose="02020603050405020304" pitchFamily="18" charset="0"/>
            </a:endParaRPr>
          </a:p>
        </p:txBody>
      </p:sp>
      <p:sp>
        <p:nvSpPr>
          <p:cNvPr id="24" name="Text Box 7"/>
          <p:cNvSpPr txBox="1">
            <a:spLocks noChangeArrowheads="1"/>
          </p:cNvSpPr>
          <p:nvPr/>
        </p:nvSpPr>
        <p:spPr bwMode="auto">
          <a:xfrm>
            <a:off x="2395761" y="3059472"/>
            <a:ext cx="393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solidFill>
                  <a:srgbClr val="CC3300"/>
                </a:solidFill>
                <a:latin typeface="Times New Roman" panose="02020603050405020304" pitchFamily="18" charset="0"/>
                <a:cs typeface="Times New Roman" panose="02020603050405020304" pitchFamily="18" charset="0"/>
              </a:rPr>
              <a:t>③</a:t>
            </a:r>
            <a:endParaRPr lang="en-US" altLang="ko-KR" sz="1400" dirty="0">
              <a:solidFill>
                <a:srgbClr val="CC3300"/>
              </a:solidFill>
              <a:latin typeface="Times New Roman" panose="02020603050405020304" pitchFamily="18" charset="0"/>
              <a:cs typeface="Times New Roman" panose="02020603050405020304" pitchFamily="18" charset="0"/>
            </a:endParaRPr>
          </a:p>
        </p:txBody>
      </p:sp>
      <p:sp>
        <p:nvSpPr>
          <p:cNvPr id="25" name="Text Box 8"/>
          <p:cNvSpPr txBox="1">
            <a:spLocks noChangeArrowheads="1"/>
          </p:cNvSpPr>
          <p:nvPr/>
        </p:nvSpPr>
        <p:spPr bwMode="auto">
          <a:xfrm>
            <a:off x="7364413" y="1127671"/>
            <a:ext cx="22288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①</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Project </a:t>
            </a:r>
            <a:r>
              <a:rPr lang="en-US" altLang="ko-KR" sz="1200" dirty="0" err="1" smtClean="0">
                <a:latin typeface="Times New Roman" panose="02020603050405020304" pitchFamily="18" charset="0"/>
                <a:cs typeface="Times New Roman" panose="02020603050405020304" pitchFamily="18" charset="0"/>
              </a:rPr>
              <a:t>mới</a:t>
            </a:r>
            <a:endParaRPr lang="ko-KR" altLang="en-US" sz="1200" dirty="0">
              <a:latin typeface="Times New Roman" panose="02020603050405020304" pitchFamily="18" charset="0"/>
              <a:cs typeface="Times New Roman" panose="02020603050405020304" pitchFamily="18" charset="0"/>
            </a:endParaRPr>
          </a:p>
        </p:txBody>
      </p:sp>
      <p:sp>
        <p:nvSpPr>
          <p:cNvPr id="26" name="Text Box 9"/>
          <p:cNvSpPr txBox="1">
            <a:spLocks noChangeArrowheads="1"/>
          </p:cNvSpPr>
          <p:nvPr/>
        </p:nvSpPr>
        <p:spPr bwMode="auto">
          <a:xfrm>
            <a:off x="5420097" y="2591420"/>
            <a:ext cx="393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solidFill>
                  <a:srgbClr val="CC3300"/>
                </a:solidFill>
                <a:latin typeface="Times New Roman" panose="02020603050405020304" pitchFamily="18" charset="0"/>
                <a:cs typeface="Times New Roman" panose="02020603050405020304" pitchFamily="18" charset="0"/>
              </a:rPr>
              <a:t>⑤</a:t>
            </a:r>
          </a:p>
        </p:txBody>
      </p:sp>
      <p:sp>
        <p:nvSpPr>
          <p:cNvPr id="27" name="Text Box 10"/>
          <p:cNvSpPr txBox="1">
            <a:spLocks noChangeArrowheads="1"/>
          </p:cNvSpPr>
          <p:nvPr/>
        </p:nvSpPr>
        <p:spPr bwMode="auto">
          <a:xfrm>
            <a:off x="7364413" y="5115471"/>
            <a:ext cx="1981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⑤</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Project</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mới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28" name="Rectangle 11"/>
          <p:cNvSpPr>
            <a:spLocks noChangeArrowheads="1"/>
          </p:cNvSpPr>
          <p:nvPr/>
        </p:nvSpPr>
        <p:spPr bwMode="auto">
          <a:xfrm>
            <a:off x="344488" y="692696"/>
            <a:ext cx="1752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2-2. </a:t>
            </a:r>
            <a:r>
              <a:rPr lang="en-US" altLang="ko-KR" sz="1400" b="1" dirty="0" err="1" smtClean="0">
                <a:latin typeface="Times New Roman" panose="02020603050405020304" pitchFamily="18" charset="0"/>
                <a:cs typeface="Times New Roman" panose="02020603050405020304" pitchFamily="18" charset="0"/>
              </a:rPr>
              <a:t>Tạo</a:t>
            </a:r>
            <a:r>
              <a:rPr lang="en-US" altLang="ko-KR" sz="1400" b="1" dirty="0" smtClean="0">
                <a:latin typeface="Times New Roman" panose="02020603050405020304" pitchFamily="18" charset="0"/>
                <a:cs typeface="Times New Roman" panose="02020603050405020304" pitchFamily="18" charset="0"/>
              </a:rPr>
              <a:t> Project </a:t>
            </a:r>
            <a:r>
              <a:rPr lang="en-US" altLang="ko-KR" sz="1400" b="1" dirty="0" err="1" smtClean="0">
                <a:latin typeface="Times New Roman" panose="02020603050405020304" pitchFamily="18" charset="0"/>
                <a:cs typeface="Times New Roman" panose="02020603050405020304" pitchFamily="18" charset="0"/>
              </a:rPr>
              <a:t>mới</a:t>
            </a:r>
            <a:endParaRPr lang="ko-KR" altLang="en-US" sz="1400" b="1" dirty="0">
              <a:latin typeface="Times New Roman" panose="02020603050405020304" pitchFamily="18" charset="0"/>
              <a:cs typeface="Times New Roman" panose="02020603050405020304" pitchFamily="18" charset="0"/>
            </a:endParaRPr>
          </a:p>
        </p:txBody>
      </p:sp>
      <p:sp>
        <p:nvSpPr>
          <p:cNvPr id="29" name="Text Box 15"/>
          <p:cNvSpPr txBox="1">
            <a:spLocks noChangeArrowheads="1"/>
          </p:cNvSpPr>
          <p:nvPr/>
        </p:nvSpPr>
        <p:spPr bwMode="auto">
          <a:xfrm>
            <a:off x="7364413" y="3891508"/>
            <a:ext cx="1981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④</a:t>
            </a:r>
            <a:r>
              <a:rPr lang="en-US" altLang="ko-KR" sz="1200" dirty="0" smtClean="0">
                <a:latin typeface="Times New Roman" panose="02020603050405020304" pitchFamily="18" charset="0"/>
                <a:cs typeface="Times New Roman" panose="02020603050405020304" pitchFamily="18" charset="0"/>
              </a:rPr>
              <a:t>.Check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tên</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Project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đường</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dẫn</a:t>
            </a:r>
            <a:r>
              <a:rPr lang="en-US" altLang="ko-KR" sz="1200" dirty="0" smtClean="0">
                <a:latin typeface="Times New Roman" panose="02020603050405020304" pitchFamily="18" charset="0"/>
                <a:cs typeface="Times New Roman" panose="02020603050405020304" pitchFamily="18" charset="0"/>
              </a:rPr>
              <a:t> &amp;</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tên</a:t>
            </a:r>
            <a:r>
              <a:rPr lang="en-US" altLang="ko-KR" sz="1200" dirty="0" smtClean="0">
                <a:latin typeface="Times New Roman" panose="02020603050405020304" pitchFamily="18" charset="0"/>
                <a:cs typeface="Times New Roman" panose="02020603050405020304" pitchFamily="18" charset="0"/>
              </a:rPr>
              <a:t> Project</a:t>
            </a:r>
            <a:endParaRPr lang="ko-KR" altLang="en-US" sz="1200" dirty="0">
              <a:latin typeface="Times New Roman" panose="02020603050405020304" pitchFamily="18" charset="0"/>
              <a:cs typeface="Times New Roman" panose="02020603050405020304" pitchFamily="18" charset="0"/>
            </a:endParaRPr>
          </a:p>
        </p:txBody>
      </p:sp>
      <p:sp>
        <p:nvSpPr>
          <p:cNvPr id="30" name="Text Box 16"/>
          <p:cNvSpPr txBox="1">
            <a:spLocks noChangeArrowheads="1"/>
          </p:cNvSpPr>
          <p:nvPr/>
        </p:nvSpPr>
        <p:spPr bwMode="auto">
          <a:xfrm>
            <a:off x="2323753" y="4463628"/>
            <a:ext cx="393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solidFill>
                  <a:srgbClr val="CC3300"/>
                </a:solidFill>
                <a:latin typeface="Times New Roman" panose="02020603050405020304" pitchFamily="18" charset="0"/>
                <a:cs typeface="Times New Roman" panose="02020603050405020304" pitchFamily="18" charset="0"/>
              </a:rPr>
              <a:t>④</a:t>
            </a:r>
          </a:p>
        </p:txBody>
      </p:sp>
    </p:spTree>
    <p:extLst>
      <p:ext uri="{BB962C8B-B14F-4D97-AF65-F5344CB8AC3E}">
        <p14:creationId xmlns:p14="http://schemas.microsoft.com/office/powerpoint/2010/main" val="620383042"/>
      </p:ext>
    </p:extLst>
  </p:cSld>
  <p:clrMapOvr>
    <a:masterClrMapping/>
  </p:clrMapOvr>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5"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pic>
        <p:nvPicPr>
          <p:cNvPr id="17"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3216" y="1108584"/>
            <a:ext cx="6700509" cy="50927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 name="Text Box 3"/>
          <p:cNvSpPr txBox="1">
            <a:spLocks noChangeArrowheads="1"/>
          </p:cNvSpPr>
          <p:nvPr/>
        </p:nvSpPr>
        <p:spPr bwMode="auto">
          <a:xfrm>
            <a:off x="380492" y="711709"/>
            <a:ext cx="14846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2-3. </a:t>
            </a:r>
            <a:r>
              <a:rPr lang="en-US" altLang="ko-KR" sz="1400" b="1" dirty="0" err="1" smtClean="0">
                <a:latin typeface="Times New Roman" panose="02020603050405020304" pitchFamily="18" charset="0"/>
                <a:cs typeface="Times New Roman" panose="02020603050405020304" pitchFamily="18" charset="0"/>
              </a:rPr>
              <a:t>Lưu</a:t>
            </a:r>
            <a:r>
              <a:rPr lang="en-US" altLang="ko-KR" sz="1400" b="1" dirty="0" smtClean="0">
                <a:latin typeface="Times New Roman" panose="02020603050405020304" pitchFamily="18" charset="0"/>
                <a:cs typeface="Times New Roman" panose="02020603050405020304" pitchFamily="18" charset="0"/>
              </a:rPr>
              <a:t> Project</a:t>
            </a:r>
            <a:r>
              <a:rPr lang="ko-KR" altLang="en-US" sz="1400" b="1" dirty="0" smtClean="0">
                <a:latin typeface="Times New Roman" panose="02020603050405020304" pitchFamily="18" charset="0"/>
                <a:cs typeface="Times New Roman" panose="02020603050405020304" pitchFamily="18" charset="0"/>
              </a:rPr>
              <a:t> </a:t>
            </a:r>
            <a:endParaRPr lang="ko-KR" altLang="en-US" sz="1400" b="1" dirty="0">
              <a:latin typeface="Times New Roman" panose="02020603050405020304" pitchFamily="18" charset="0"/>
              <a:cs typeface="Times New Roman" panose="02020603050405020304" pitchFamily="18" charset="0"/>
            </a:endParaRPr>
          </a:p>
        </p:txBody>
      </p:sp>
      <p:sp>
        <p:nvSpPr>
          <p:cNvPr id="19" name="Text Box 4"/>
          <p:cNvSpPr txBox="1">
            <a:spLocks noChangeArrowheads="1"/>
          </p:cNvSpPr>
          <p:nvPr/>
        </p:nvSpPr>
        <p:spPr bwMode="auto">
          <a:xfrm>
            <a:off x="8057642" y="1640396"/>
            <a:ext cx="14255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20" name="Text Box 6"/>
          <p:cNvSpPr txBox="1">
            <a:spLocks noChangeArrowheads="1"/>
          </p:cNvSpPr>
          <p:nvPr/>
        </p:nvSpPr>
        <p:spPr bwMode="auto">
          <a:xfrm>
            <a:off x="2607023" y="2636912"/>
            <a:ext cx="393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solidFill>
                  <a:srgbClr val="CC3300"/>
                </a:solidFill>
                <a:latin typeface="Times New Roman" panose="02020603050405020304" pitchFamily="18" charset="0"/>
                <a:cs typeface="Times New Roman" panose="02020603050405020304" pitchFamily="18" charset="0"/>
              </a:rPr>
              <a:t>②</a:t>
            </a:r>
            <a:endParaRPr lang="en-US" altLang="ko-KR" sz="1400" dirty="0">
              <a:solidFill>
                <a:srgbClr val="CC3300"/>
              </a:solidFill>
              <a:latin typeface="Times New Roman" panose="02020603050405020304" pitchFamily="18" charset="0"/>
              <a:cs typeface="Times New Roman" panose="02020603050405020304" pitchFamily="18" charset="0"/>
            </a:endParaRPr>
          </a:p>
        </p:txBody>
      </p:sp>
      <p:sp>
        <p:nvSpPr>
          <p:cNvPr id="21" name="Text Box 7"/>
          <p:cNvSpPr txBox="1">
            <a:spLocks noChangeArrowheads="1"/>
          </p:cNvSpPr>
          <p:nvPr/>
        </p:nvSpPr>
        <p:spPr bwMode="auto">
          <a:xfrm>
            <a:off x="2393343" y="4221088"/>
            <a:ext cx="393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solidFill>
                  <a:srgbClr val="CC3300"/>
                </a:solidFill>
                <a:latin typeface="Times New Roman" panose="02020603050405020304" pitchFamily="18" charset="0"/>
                <a:cs typeface="Times New Roman" panose="02020603050405020304" pitchFamily="18" charset="0"/>
              </a:rPr>
              <a:t>③</a:t>
            </a:r>
          </a:p>
        </p:txBody>
      </p:sp>
      <p:sp>
        <p:nvSpPr>
          <p:cNvPr id="22" name="Text Box 8"/>
          <p:cNvSpPr txBox="1">
            <a:spLocks noChangeArrowheads="1"/>
          </p:cNvSpPr>
          <p:nvPr/>
        </p:nvSpPr>
        <p:spPr bwMode="auto">
          <a:xfrm>
            <a:off x="5091299" y="4024114"/>
            <a:ext cx="393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solidFill>
                  <a:srgbClr val="CC3300"/>
                </a:solidFill>
                <a:latin typeface="Times New Roman" panose="02020603050405020304" pitchFamily="18" charset="0"/>
                <a:cs typeface="Times New Roman" panose="02020603050405020304" pitchFamily="18" charset="0"/>
              </a:rPr>
              <a:t>④</a:t>
            </a:r>
          </a:p>
        </p:txBody>
      </p:sp>
      <p:sp>
        <p:nvSpPr>
          <p:cNvPr id="23" name="Text Box 9"/>
          <p:cNvSpPr txBox="1">
            <a:spLocks noChangeArrowheads="1"/>
          </p:cNvSpPr>
          <p:nvPr/>
        </p:nvSpPr>
        <p:spPr bwMode="auto">
          <a:xfrm>
            <a:off x="8057642" y="2326196"/>
            <a:ext cx="1390650"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Project</a:t>
            </a:r>
            <a:endParaRPr lang="ko-KR" altLang="en-US" sz="1200" dirty="0">
              <a:latin typeface="Times New Roman" panose="02020603050405020304" pitchFamily="18" charset="0"/>
              <a:cs typeface="Times New Roman" panose="02020603050405020304" pitchFamily="18" charset="0"/>
            </a:endParaRPr>
          </a:p>
        </p:txBody>
      </p:sp>
      <p:sp>
        <p:nvSpPr>
          <p:cNvPr id="24" name="Text Box 10"/>
          <p:cNvSpPr txBox="1">
            <a:spLocks noChangeArrowheads="1"/>
          </p:cNvSpPr>
          <p:nvPr/>
        </p:nvSpPr>
        <p:spPr bwMode="auto">
          <a:xfrm>
            <a:off x="8057642" y="3164396"/>
            <a:ext cx="13541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3.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tên</a:t>
            </a:r>
            <a:r>
              <a:rPr lang="en-US" altLang="ko-KR" sz="1200" dirty="0" smtClean="0">
                <a:latin typeface="Times New Roman" panose="02020603050405020304" pitchFamily="18" charset="0"/>
                <a:cs typeface="Times New Roman" panose="02020603050405020304" pitchFamily="18" charset="0"/>
              </a:rPr>
              <a:t> Project</a:t>
            </a:r>
            <a:endParaRPr lang="ko-KR" altLang="en-US" sz="1200" dirty="0">
              <a:latin typeface="Times New Roman" panose="02020603050405020304" pitchFamily="18" charset="0"/>
              <a:cs typeface="Times New Roman" panose="02020603050405020304" pitchFamily="18" charset="0"/>
            </a:endParaRPr>
          </a:p>
        </p:txBody>
      </p:sp>
      <p:sp>
        <p:nvSpPr>
          <p:cNvPr id="25" name="Text Box 11"/>
          <p:cNvSpPr txBox="1">
            <a:spLocks noChangeArrowheads="1"/>
          </p:cNvSpPr>
          <p:nvPr/>
        </p:nvSpPr>
        <p:spPr bwMode="auto">
          <a:xfrm>
            <a:off x="8057642" y="4002596"/>
            <a:ext cx="1498153"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4. </a:t>
            </a:r>
            <a:r>
              <a:rPr lang="en-US" altLang="ko-KR" sz="1200" dirty="0" err="1" smtClean="0">
                <a:latin typeface="Times New Roman" panose="02020603050405020304" pitchFamily="18" charset="0"/>
                <a:cs typeface="Times New Roman" panose="02020603050405020304" pitchFamily="18" charset="0"/>
              </a:rPr>
              <a:t>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hoàn</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Project</a:t>
            </a:r>
            <a:endParaRPr lang="ko-KR" altLang="en-US" sz="1200" dirty="0">
              <a:latin typeface="Times New Roman" panose="02020603050405020304" pitchFamily="18" charset="0"/>
              <a:cs typeface="Times New Roman" panose="02020603050405020304" pitchFamily="18" charset="0"/>
            </a:endParaRPr>
          </a:p>
        </p:txBody>
      </p:sp>
      <p:sp>
        <p:nvSpPr>
          <p:cNvPr id="26" name="Text Box 15"/>
          <p:cNvSpPr txBox="1">
            <a:spLocks noChangeArrowheads="1"/>
          </p:cNvSpPr>
          <p:nvPr/>
        </p:nvSpPr>
        <p:spPr bwMode="auto">
          <a:xfrm>
            <a:off x="1042145" y="1314289"/>
            <a:ext cx="393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solidFill>
                  <a:srgbClr val="CC3300"/>
                </a:solidFill>
                <a:latin typeface="Times New Roman" panose="02020603050405020304" pitchFamily="18" charset="0"/>
                <a:cs typeface="Times New Roman" panose="02020603050405020304" pitchFamily="18" charset="0"/>
              </a:rPr>
              <a:t>①</a:t>
            </a:r>
            <a:endParaRPr lang="en-US" altLang="ko-KR" sz="1400" dirty="0">
              <a:solidFill>
                <a:srgbClr val="CC33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846170705"/>
      </p:ext>
    </p:extLst>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8"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pic>
        <p:nvPicPr>
          <p:cNvPr id="20" name="Picture 4"/>
          <p:cNvPicPr>
            <a:picLocks noChangeAspect="1" noChangeArrowheads="1"/>
          </p:cNvPicPr>
          <p:nvPr/>
        </p:nvPicPr>
        <p:blipFill rotWithShape="1">
          <a:blip r:embed="rId3">
            <a:extLst>
              <a:ext uri="{28A0092B-C50C-407E-A947-70E740481C1C}">
                <a14:useLocalDpi xmlns:a14="http://schemas.microsoft.com/office/drawing/2010/main" val="0"/>
              </a:ext>
            </a:extLst>
          </a:blip>
          <a:srcRect l="3785" r="15925"/>
          <a:stretch/>
        </p:blipFill>
        <p:spPr bwMode="auto">
          <a:xfrm>
            <a:off x="5427663" y="1108906"/>
            <a:ext cx="4125974" cy="3388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65563" y="1099605"/>
            <a:ext cx="1331590" cy="22321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 name="Text Box 2"/>
          <p:cNvSpPr txBox="1">
            <a:spLocks noChangeArrowheads="1"/>
          </p:cNvSpPr>
          <p:nvPr/>
        </p:nvSpPr>
        <p:spPr bwMode="auto">
          <a:xfrm>
            <a:off x="344488" y="656692"/>
            <a:ext cx="23423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2-4. </a:t>
            </a:r>
            <a:r>
              <a:rPr lang="en-US" altLang="ko-KR" sz="1400" b="1" dirty="0" err="1" smtClean="0">
                <a:latin typeface="Times New Roman" panose="02020603050405020304" pitchFamily="18" charset="0"/>
                <a:cs typeface="Times New Roman" panose="02020603050405020304" pitchFamily="18" charset="0"/>
              </a:rPr>
              <a:t>Cài</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đặt</a:t>
            </a:r>
            <a:r>
              <a:rPr lang="en-US" altLang="ko-KR" sz="1400" b="1" dirty="0" smtClean="0">
                <a:latin typeface="Times New Roman" panose="02020603050405020304" pitchFamily="18" charset="0"/>
                <a:cs typeface="Times New Roman" panose="02020603050405020304" pitchFamily="18" charset="0"/>
              </a:rPr>
              <a:t> PLC Parameter</a:t>
            </a:r>
            <a:endParaRPr lang="ko-KR" altLang="en-US" sz="1400" b="1" dirty="0">
              <a:latin typeface="Times New Roman" panose="02020603050405020304" pitchFamily="18" charset="0"/>
              <a:cs typeface="Times New Roman" panose="02020603050405020304" pitchFamily="18" charset="0"/>
            </a:endParaRPr>
          </a:p>
        </p:txBody>
      </p:sp>
      <p:sp>
        <p:nvSpPr>
          <p:cNvPr id="23" name="Rectangle 5"/>
          <p:cNvSpPr>
            <a:spLocks noChangeArrowheads="1"/>
          </p:cNvSpPr>
          <p:nvPr/>
        </p:nvSpPr>
        <p:spPr bwMode="auto">
          <a:xfrm>
            <a:off x="444624" y="1050392"/>
            <a:ext cx="3701293"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marL="228600" indent="-228600" eaLnBrk="1" hangingPunct="1">
              <a:lnSpc>
                <a:spcPct val="80000"/>
              </a:lnSpc>
              <a:spcBef>
                <a:spcPct val="50000"/>
              </a:spcBef>
              <a:buFontTx/>
              <a:buAutoNum type="arabicParenBoth"/>
            </a:pPr>
            <a:r>
              <a:rPr lang="en-US" altLang="ko-KR" sz="1200" b="1" dirty="0" err="1" smtClean="0">
                <a:latin typeface="Times New Roman" panose="02020603050405020304" pitchFamily="18" charset="0"/>
                <a:cs typeface="Times New Roman" panose="02020603050405020304" pitchFamily="18" charset="0"/>
              </a:rPr>
              <a:t>Phân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cấp</a:t>
            </a:r>
            <a:r>
              <a:rPr lang="en-US" altLang="ko-KR" sz="1200" b="1" dirty="0" smtClean="0">
                <a:latin typeface="Times New Roman" panose="02020603050405020304" pitchFamily="18" charset="0"/>
                <a:cs typeface="Times New Roman" panose="02020603050405020304" pitchFamily="18" charset="0"/>
              </a:rPr>
              <a:t> I/O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chủng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80000"/>
              </a:lnSpc>
              <a:spcBef>
                <a:spcPct val="50000"/>
              </a:spcBef>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Card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gắn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endParaRPr lang="ko-KR" altLang="en-US" sz="1200" dirty="0">
              <a:latin typeface="Times New Roman" panose="02020603050405020304" pitchFamily="18" charset="0"/>
              <a:cs typeface="Times New Roman" panose="02020603050405020304" pitchFamily="18" charset="0"/>
            </a:endParaRPr>
          </a:p>
        </p:txBody>
      </p:sp>
      <p:sp>
        <p:nvSpPr>
          <p:cNvPr id="24" name="Rectangle 6"/>
          <p:cNvSpPr>
            <a:spLocks noChangeArrowheads="1"/>
          </p:cNvSpPr>
          <p:nvPr/>
        </p:nvSpPr>
        <p:spPr bwMode="auto">
          <a:xfrm>
            <a:off x="681038" y="1648879"/>
            <a:ext cx="3302000" cy="24929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①.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Parameter</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②</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PLC Data</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③</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gắn</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④</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Display </a:t>
            </a:r>
            <a:r>
              <a:rPr lang="en-US" altLang="ko-KR" sz="1200" dirty="0" err="1" smtClean="0">
                <a:latin typeface="Times New Roman" panose="02020603050405020304" pitchFamily="18" charset="0"/>
                <a:cs typeface="Times New Roman" panose="02020603050405020304" pitchFamily="18" charset="0"/>
              </a:rPr>
              <a:t>sẽ</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PLC Data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cấp</a:t>
            </a:r>
            <a:r>
              <a:rPr lang="en-US" altLang="ko-KR" sz="1200" dirty="0" smtClean="0">
                <a:latin typeface="Times New Roman" panose="02020603050405020304" pitchFamily="18" charset="0"/>
                <a:cs typeface="Times New Roman" panose="02020603050405020304" pitchFamily="18" charset="0"/>
              </a:rPr>
              <a:t> I/O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thủ</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ex) </a:t>
            </a:r>
            <a:r>
              <a:rPr lang="en-US" altLang="ko-KR" sz="1200" dirty="0" smtClean="0">
                <a:latin typeface="Times New Roman" panose="02020603050405020304" pitchFamily="18" charset="0"/>
                <a:cs typeface="Times New Roman" panose="02020603050405020304" pitchFamily="18" charset="0"/>
              </a:rPr>
              <a:t>Slot </a:t>
            </a:r>
            <a:r>
              <a:rPr lang="en-US" altLang="ko-KR" sz="1200" dirty="0" err="1" smtClean="0">
                <a:latin typeface="Times New Roman" panose="02020603050405020304" pitchFamily="18" charset="0"/>
                <a:cs typeface="Times New Roman" panose="02020603050405020304" pitchFamily="18" charset="0"/>
              </a:rPr>
              <a:t>trống</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tùy</a:t>
            </a:r>
            <a:r>
              <a:rPr lang="en-US" altLang="ko-KR" sz="1200" dirty="0" smtClean="0">
                <a:latin typeface="Times New Roman" panose="02020603050405020304" pitchFamily="18" charset="0"/>
                <a:cs typeface="Times New Roman" panose="02020603050405020304" pitchFamily="18" charset="0"/>
              </a:rPr>
              <a:t> ý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thủ</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16 </a:t>
            </a:r>
            <a:r>
              <a:rPr lang="en-US" altLang="ko-KR" sz="1200" dirty="0" err="1" smtClean="0">
                <a:latin typeface="Times New Roman" panose="02020603050405020304" pitchFamily="18" charset="0"/>
                <a:cs typeface="Times New Roman" panose="02020603050405020304" pitchFamily="18" charset="0"/>
              </a:rPr>
              <a:t>điểm</a:t>
            </a:r>
            <a:endParaRPr lang="ko-KR" altLang="en-US" sz="1200" dirty="0">
              <a:latin typeface="Times New Roman" panose="02020603050405020304" pitchFamily="18" charset="0"/>
              <a:cs typeface="Times New Roman" panose="02020603050405020304" pitchFamily="18" charset="0"/>
            </a:endParaRPr>
          </a:p>
        </p:txBody>
      </p:sp>
      <p:sp>
        <p:nvSpPr>
          <p:cNvPr id="25" name="Rectangle 8"/>
          <p:cNvSpPr>
            <a:spLocks noChangeArrowheads="1"/>
          </p:cNvSpPr>
          <p:nvPr/>
        </p:nvSpPr>
        <p:spPr bwMode="auto">
          <a:xfrm>
            <a:off x="8077473" y="3822600"/>
            <a:ext cx="333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solidFill>
                  <a:srgbClr val="CC3300"/>
                </a:solidFill>
                <a:latin typeface="Times New Roman" panose="02020603050405020304" pitchFamily="18" charset="0"/>
                <a:cs typeface="Times New Roman" panose="02020603050405020304" pitchFamily="18" charset="0"/>
              </a:rPr>
              <a:t>②</a:t>
            </a:r>
          </a:p>
        </p:txBody>
      </p:sp>
      <p:sp>
        <p:nvSpPr>
          <p:cNvPr id="26" name="Rectangle 10"/>
          <p:cNvSpPr>
            <a:spLocks noChangeArrowheads="1"/>
          </p:cNvSpPr>
          <p:nvPr/>
        </p:nvSpPr>
        <p:spPr bwMode="auto">
          <a:xfrm>
            <a:off x="7780102" y="3282541"/>
            <a:ext cx="33337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solidFill>
                  <a:srgbClr val="CC3300"/>
                </a:solidFill>
                <a:latin typeface="Times New Roman" panose="02020603050405020304" pitchFamily="18" charset="0"/>
                <a:cs typeface="Times New Roman" panose="02020603050405020304" pitchFamily="18" charset="0"/>
              </a:rPr>
              <a:t>③</a:t>
            </a:r>
          </a:p>
        </p:txBody>
      </p:sp>
      <p:sp>
        <p:nvSpPr>
          <p:cNvPr id="27" name="Rectangle 16"/>
          <p:cNvSpPr>
            <a:spLocks noChangeArrowheads="1"/>
          </p:cNvSpPr>
          <p:nvPr/>
        </p:nvSpPr>
        <p:spPr bwMode="auto">
          <a:xfrm>
            <a:off x="4153037" y="2806792"/>
            <a:ext cx="900100" cy="174322"/>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8" name="AutoShape 17"/>
          <p:cNvSpPr>
            <a:spLocks noChangeArrowheads="1"/>
          </p:cNvSpPr>
          <p:nvPr/>
        </p:nvSpPr>
        <p:spPr bwMode="auto">
          <a:xfrm>
            <a:off x="5081071" y="2519641"/>
            <a:ext cx="224094" cy="904839"/>
          </a:xfrm>
          <a:prstGeom prst="rightArrow">
            <a:avLst>
              <a:gd name="adj1" fmla="val 50000"/>
              <a:gd name="adj2" fmla="val 46961"/>
            </a:avLst>
          </a:prstGeom>
          <a:solidFill>
            <a:schemeClr val="bg2"/>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9" name="Rectangle 7"/>
          <p:cNvSpPr>
            <a:spLocks noChangeArrowheads="1"/>
          </p:cNvSpPr>
          <p:nvPr/>
        </p:nvSpPr>
        <p:spPr bwMode="auto">
          <a:xfrm>
            <a:off x="3891670" y="2765090"/>
            <a:ext cx="33337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solidFill>
                  <a:srgbClr val="CC3300"/>
                </a:solidFill>
                <a:latin typeface="Times New Roman" panose="02020603050405020304" pitchFamily="18" charset="0"/>
                <a:cs typeface="Times New Roman" panose="02020603050405020304" pitchFamily="18" charset="0"/>
              </a:rPr>
              <a:t>①</a:t>
            </a:r>
          </a:p>
        </p:txBody>
      </p:sp>
      <p:sp>
        <p:nvSpPr>
          <p:cNvPr id="30" name="Rectangle 18"/>
          <p:cNvSpPr>
            <a:spLocks noChangeArrowheads="1"/>
          </p:cNvSpPr>
          <p:nvPr/>
        </p:nvSpPr>
        <p:spPr bwMode="auto">
          <a:xfrm>
            <a:off x="623888" y="4182640"/>
            <a:ext cx="333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solidFill>
                  <a:srgbClr val="CC3300"/>
                </a:solidFill>
                <a:latin typeface="Times New Roman" panose="02020603050405020304" pitchFamily="18" charset="0"/>
                <a:cs typeface="Times New Roman" panose="02020603050405020304" pitchFamily="18" charset="0"/>
              </a:rPr>
              <a:t>④</a:t>
            </a:r>
          </a:p>
        </p:txBody>
      </p:sp>
      <p:sp>
        <p:nvSpPr>
          <p:cNvPr id="31" name="Rectangle 16"/>
          <p:cNvSpPr>
            <a:spLocks noChangeArrowheads="1"/>
          </p:cNvSpPr>
          <p:nvPr/>
        </p:nvSpPr>
        <p:spPr bwMode="auto">
          <a:xfrm>
            <a:off x="8797553" y="1288926"/>
            <a:ext cx="648072" cy="180020"/>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pic>
        <p:nvPicPr>
          <p:cNvPr id="3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5013" y="4427004"/>
            <a:ext cx="4534148" cy="1671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29362126"/>
      </p:ext>
    </p:extLst>
  </p:cSld>
  <p:clrMapOvr>
    <a:masterClrMapping/>
  </p:clrMapOvr>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2"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pic>
        <p:nvPicPr>
          <p:cNvPr id="14" name="Picture 6"/>
          <p:cNvPicPr>
            <a:picLocks noChangeAspect="1" noChangeArrowheads="1"/>
          </p:cNvPicPr>
          <p:nvPr/>
        </p:nvPicPr>
        <p:blipFill rotWithShape="1">
          <a:blip r:embed="rId3">
            <a:extLst>
              <a:ext uri="{28A0092B-C50C-407E-A947-70E740481C1C}">
                <a14:useLocalDpi xmlns:a14="http://schemas.microsoft.com/office/drawing/2010/main" val="0"/>
              </a:ext>
            </a:extLst>
          </a:blip>
          <a:srcRect b="18831"/>
          <a:stretch/>
        </p:blipFill>
        <p:spPr bwMode="auto">
          <a:xfrm>
            <a:off x="769740" y="1016261"/>
            <a:ext cx="6200167" cy="1523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66084" y="2960477"/>
            <a:ext cx="5544616" cy="33600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 name="Rectangle 2"/>
          <p:cNvSpPr>
            <a:spLocks noChangeArrowheads="1"/>
          </p:cNvSpPr>
          <p:nvPr/>
        </p:nvSpPr>
        <p:spPr bwMode="auto">
          <a:xfrm>
            <a:off x="416496" y="656692"/>
            <a:ext cx="91630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(2) </a:t>
            </a:r>
            <a:r>
              <a:rPr lang="en-US" altLang="ko-KR" sz="1200" b="1" dirty="0" smtClean="0">
                <a:latin typeface="Times New Roman" panose="02020603050405020304" pitchFamily="18" charset="0"/>
                <a:cs typeface="Times New Roman" panose="02020603050405020304" pitchFamily="18" charset="0"/>
              </a:rPr>
              <a:t>Program</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Program.(</a:t>
            </a: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Đơn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Program)</a:t>
            </a:r>
            <a:endParaRPr lang="en-US" altLang="ko-KR" sz="1200" dirty="0">
              <a:latin typeface="Times New Roman" panose="02020603050405020304" pitchFamily="18" charset="0"/>
              <a:cs typeface="Times New Roman" panose="02020603050405020304" pitchFamily="18" charset="0"/>
            </a:endParaRPr>
          </a:p>
        </p:txBody>
      </p:sp>
      <p:sp>
        <p:nvSpPr>
          <p:cNvPr id="17" name="Rectangle 3"/>
          <p:cNvSpPr>
            <a:spLocks noChangeArrowheads="1"/>
          </p:cNvSpPr>
          <p:nvPr/>
        </p:nvSpPr>
        <p:spPr bwMode="auto">
          <a:xfrm>
            <a:off x="416496" y="3096680"/>
            <a:ext cx="3302000" cy="2215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(3) </a:t>
            </a:r>
            <a:r>
              <a:rPr lang="en-US" altLang="ko-KR" sz="1200" b="1" dirty="0" smtClean="0">
                <a:latin typeface="Times New Roman" panose="02020603050405020304" pitchFamily="18" charset="0"/>
                <a:cs typeface="Times New Roman" panose="02020603050405020304" pitchFamily="18" charset="0"/>
              </a:rPr>
              <a:t>Device</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Khoảng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khoảng</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Latch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tích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muốn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tích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Timer register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giảm</a:t>
            </a:r>
            <a:r>
              <a:rPr lang="en-US" altLang="ko-KR" sz="1200" dirty="0" smtClean="0">
                <a:latin typeface="Times New Roman" panose="02020603050405020304" pitchFamily="18" charset="0"/>
                <a:cs typeface="Times New Roman" panose="02020603050405020304" pitchFamily="18" charset="0"/>
              </a:rPr>
              <a:t> 2K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Work                </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khác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1K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tích</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trắng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phần</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8" name="Rectangle 8"/>
          <p:cNvSpPr>
            <a:spLocks noChangeArrowheads="1"/>
          </p:cNvSpPr>
          <p:nvPr/>
        </p:nvSpPr>
        <p:spPr bwMode="auto">
          <a:xfrm>
            <a:off x="4017301" y="1292566"/>
            <a:ext cx="633670" cy="182222"/>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9" name="Rectangle 9"/>
          <p:cNvSpPr>
            <a:spLocks noChangeArrowheads="1"/>
          </p:cNvSpPr>
          <p:nvPr/>
        </p:nvSpPr>
        <p:spPr bwMode="auto">
          <a:xfrm>
            <a:off x="6278352" y="3168117"/>
            <a:ext cx="529419" cy="165206"/>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 name="Rectangle 12"/>
          <p:cNvSpPr>
            <a:spLocks noChangeArrowheads="1"/>
          </p:cNvSpPr>
          <p:nvPr/>
        </p:nvSpPr>
        <p:spPr bwMode="auto">
          <a:xfrm>
            <a:off x="5736383" y="5463803"/>
            <a:ext cx="3062250" cy="468052"/>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extLst>
      <p:ext uri="{BB962C8B-B14F-4D97-AF65-F5344CB8AC3E}">
        <p14:creationId xmlns:p14="http://schemas.microsoft.com/office/powerpoint/2010/main" val="398143174"/>
      </p:ext>
    </p:extLst>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2"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pic>
        <p:nvPicPr>
          <p:cNvPr id="1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81959" y="1346746"/>
            <a:ext cx="5327751" cy="39212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Rectangle 2"/>
          <p:cNvSpPr>
            <a:spLocks noChangeArrowheads="1"/>
          </p:cNvSpPr>
          <p:nvPr/>
        </p:nvSpPr>
        <p:spPr bwMode="auto">
          <a:xfrm>
            <a:off x="308484" y="692696"/>
            <a:ext cx="53324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(4) PLC RAS</a:t>
            </a:r>
            <a:r>
              <a:rPr lang="en-US" altLang="ko-KR"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Khoảng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Error</a:t>
            </a:r>
            <a:endParaRPr lang="ko-KR" altLang="en-US" sz="1200" dirty="0">
              <a:latin typeface="Times New Roman" panose="02020603050405020304" pitchFamily="18" charset="0"/>
              <a:cs typeface="Times New Roman" panose="02020603050405020304" pitchFamily="18" charset="0"/>
            </a:endParaRPr>
          </a:p>
        </p:txBody>
      </p:sp>
      <p:sp>
        <p:nvSpPr>
          <p:cNvPr id="16" name="Rectangle 3"/>
          <p:cNvSpPr>
            <a:spLocks noChangeArrowheads="1"/>
          </p:cNvSpPr>
          <p:nvPr/>
        </p:nvSpPr>
        <p:spPr bwMode="auto">
          <a:xfrm>
            <a:off x="352934" y="1270546"/>
            <a:ext cx="3302000" cy="4893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a:latin typeface="Times New Roman" panose="02020603050405020304" pitchFamily="18" charset="0"/>
                <a:cs typeface="Times New Roman" panose="02020603050405020304" pitchFamily="18" charset="0"/>
              </a:rPr>
              <a:t> WDT(WATCH DOG TIMER) </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nhất</a:t>
            </a: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Run Scan </a:t>
            </a:r>
            <a:r>
              <a:rPr lang="en-US" altLang="ko-KR" sz="1200" dirty="0" err="1" smtClean="0">
                <a:latin typeface="Times New Roman" panose="02020603050405020304" pitchFamily="18" charset="0"/>
                <a:cs typeface="Times New Roman" panose="02020603050405020304" pitchFamily="18" charset="0"/>
              </a:rPr>
              <a:t>chậm</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WDT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PLC Error</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b)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Mode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Error</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(c</a:t>
            </a:r>
            <a:r>
              <a:rPr lang="en-US" altLang="ko-KR" sz="1200" dirty="0" smtClean="0">
                <a:latin typeface="Times New Roman" panose="02020603050405020304" pitchFamily="18" charset="0"/>
                <a:cs typeface="Times New Roman" panose="02020603050405020304" pitchFamily="18" charset="0"/>
              </a:rPr>
              <a:t>) Constant Scan</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Program. </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Scan Program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Constant Scan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giảm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Constant </a:t>
            </a:r>
            <a:r>
              <a:rPr lang="en-US" altLang="ko-KR" sz="1200" dirty="0" err="1" smtClean="0">
                <a:latin typeface="Times New Roman" panose="02020603050405020304" pitchFamily="18" charset="0"/>
                <a:cs typeface="Times New Roman" panose="02020603050405020304" pitchFamily="18" charset="0"/>
              </a:rPr>
              <a:t>còn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p:txBody>
      </p:sp>
      <p:sp>
        <p:nvSpPr>
          <p:cNvPr id="17" name="Rectangle 7"/>
          <p:cNvSpPr>
            <a:spLocks noChangeArrowheads="1"/>
          </p:cNvSpPr>
          <p:nvPr/>
        </p:nvSpPr>
        <p:spPr bwMode="auto">
          <a:xfrm>
            <a:off x="3968099" y="1847590"/>
            <a:ext cx="36420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solidFill>
                  <a:srgbClr val="CC3300"/>
                </a:solidFill>
                <a:latin typeface="Times New Roman" panose="02020603050405020304" pitchFamily="18" charset="0"/>
                <a:cs typeface="Times New Roman" panose="02020603050405020304" pitchFamily="18" charset="0"/>
              </a:rPr>
              <a:t>(a)</a:t>
            </a:r>
          </a:p>
        </p:txBody>
      </p:sp>
      <p:sp>
        <p:nvSpPr>
          <p:cNvPr id="18" name="Rectangle 8"/>
          <p:cNvSpPr>
            <a:spLocks noChangeArrowheads="1"/>
          </p:cNvSpPr>
          <p:nvPr/>
        </p:nvSpPr>
        <p:spPr bwMode="auto">
          <a:xfrm>
            <a:off x="3946538" y="2747690"/>
            <a:ext cx="3857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solidFill>
                  <a:srgbClr val="CC3300"/>
                </a:solidFill>
                <a:latin typeface="Times New Roman" panose="02020603050405020304" pitchFamily="18" charset="0"/>
                <a:cs typeface="Times New Roman" panose="02020603050405020304" pitchFamily="18" charset="0"/>
              </a:rPr>
              <a:t>(b)</a:t>
            </a:r>
          </a:p>
        </p:txBody>
      </p:sp>
      <p:sp>
        <p:nvSpPr>
          <p:cNvPr id="19" name="Rectangle 9"/>
          <p:cNvSpPr>
            <a:spLocks noChangeArrowheads="1"/>
          </p:cNvSpPr>
          <p:nvPr/>
        </p:nvSpPr>
        <p:spPr bwMode="auto">
          <a:xfrm>
            <a:off x="6538826" y="2423654"/>
            <a:ext cx="3561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solidFill>
                  <a:srgbClr val="CC3300"/>
                </a:solidFill>
                <a:latin typeface="Times New Roman" panose="02020603050405020304" pitchFamily="18" charset="0"/>
                <a:cs typeface="Times New Roman" panose="02020603050405020304" pitchFamily="18" charset="0"/>
              </a:rPr>
              <a:t>(c)</a:t>
            </a:r>
          </a:p>
        </p:txBody>
      </p:sp>
      <p:sp>
        <p:nvSpPr>
          <p:cNvPr id="20" name="Rectangle 6"/>
          <p:cNvSpPr>
            <a:spLocks noChangeArrowheads="1"/>
          </p:cNvSpPr>
          <p:nvPr/>
        </p:nvSpPr>
        <p:spPr bwMode="auto">
          <a:xfrm>
            <a:off x="5818746" y="1559558"/>
            <a:ext cx="630287" cy="198754"/>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extLst>
      <p:ext uri="{BB962C8B-B14F-4D97-AF65-F5344CB8AC3E}">
        <p14:creationId xmlns:p14="http://schemas.microsoft.com/office/powerpoint/2010/main" val="2387009722"/>
      </p:ext>
    </p:extLst>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4"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pic>
        <p:nvPicPr>
          <p:cNvPr id="16" name="Picture 3"/>
          <p:cNvPicPr>
            <a:picLocks noChangeAspect="1" noChangeArrowheads="1"/>
          </p:cNvPicPr>
          <p:nvPr/>
        </p:nvPicPr>
        <p:blipFill rotWithShape="1">
          <a:blip r:embed="rId3">
            <a:extLst>
              <a:ext uri="{28A0092B-C50C-407E-A947-70E740481C1C}">
                <a14:useLocalDpi xmlns:a14="http://schemas.microsoft.com/office/drawing/2010/main" val="0"/>
              </a:ext>
            </a:extLst>
          </a:blip>
          <a:srcRect l="3953" t="15216" r="53160" b="45675"/>
          <a:stretch/>
        </p:blipFill>
        <p:spPr bwMode="auto">
          <a:xfrm>
            <a:off x="699009" y="4072545"/>
            <a:ext cx="2831356" cy="18993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97833" y="1405545"/>
            <a:ext cx="5330303" cy="39212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 name="Rectangle 2"/>
          <p:cNvSpPr>
            <a:spLocks noChangeArrowheads="1"/>
          </p:cNvSpPr>
          <p:nvPr/>
        </p:nvSpPr>
        <p:spPr bwMode="auto">
          <a:xfrm>
            <a:off x="308484" y="800708"/>
            <a:ext cx="91630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(5) </a:t>
            </a:r>
            <a:r>
              <a:rPr lang="en-US" altLang="ko-KR" sz="1200" b="1" dirty="0" err="1" smtClean="0">
                <a:latin typeface="Times New Roman" panose="02020603050405020304" pitchFamily="18" charset="0"/>
                <a:cs typeface="Times New Roman" panose="02020603050405020304" pitchFamily="18" charset="0"/>
              </a:rPr>
              <a:t>Phương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pháp</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PLC File</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File register R</a:t>
            </a:r>
            <a:endParaRPr lang="ko-KR" altLang="en-US" sz="1200" dirty="0">
              <a:latin typeface="Times New Roman" panose="02020603050405020304" pitchFamily="18" charset="0"/>
              <a:cs typeface="Times New Roman" panose="02020603050405020304" pitchFamily="18" charset="0"/>
            </a:endParaRPr>
          </a:p>
        </p:txBody>
      </p:sp>
      <p:sp>
        <p:nvSpPr>
          <p:cNvPr id="19" name="Rectangle 3"/>
          <p:cNvSpPr>
            <a:spLocks noChangeArrowheads="1"/>
          </p:cNvSpPr>
          <p:nvPr/>
        </p:nvSpPr>
        <p:spPr bwMode="auto">
          <a:xfrm>
            <a:off x="556133" y="1181708"/>
            <a:ext cx="3514291" cy="2215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①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File </a:t>
            </a:r>
            <a:r>
              <a:rPr lang="en-US" altLang="ko-KR" sz="1200" dirty="0" err="1" smtClean="0">
                <a:latin typeface="Times New Roman" panose="02020603050405020304" pitchFamily="18" charset="0"/>
                <a:cs typeface="Times New Roman" panose="02020603050405020304" pitchFamily="18" charset="0"/>
              </a:rPr>
              <a:t>sau</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smtClean="0">
                <a:latin typeface="Times New Roman" panose="02020603050405020304" pitchFamily="18" charset="0"/>
                <a:cs typeface="Times New Roman" panose="02020603050405020304" pitchFamily="18" charset="0"/>
              </a:rPr>
              <a:t>②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Memory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RAM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chuẩn</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③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tên</a:t>
            </a:r>
            <a:r>
              <a:rPr lang="en-US" altLang="ko-KR" sz="1200" dirty="0" smtClean="0">
                <a:latin typeface="Times New Roman" panose="02020603050405020304" pitchFamily="18" charset="0"/>
                <a:cs typeface="Times New Roman" panose="02020603050405020304" pitchFamily="18" charset="0"/>
              </a:rPr>
              <a:t> File (</a:t>
            </a:r>
            <a:r>
              <a:rPr lang="en-US" altLang="ko-KR" sz="1200" dirty="0" err="1" smtClean="0">
                <a:latin typeface="Times New Roman" panose="02020603050405020304" pitchFamily="18" charset="0"/>
                <a:cs typeface="Times New Roman" panose="02020603050405020304" pitchFamily="18" charset="0"/>
              </a:rPr>
              <a:t>Tiếng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Anh</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Tiếng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④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lượng</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Giới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đặt:1~1018K</a:t>
            </a:r>
            <a:r>
              <a:rPr lang="en-US" altLang="ko-KR" sz="1200" dirty="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▶1K → </a:t>
            </a:r>
            <a:r>
              <a:rPr lang="en-US" altLang="ko-KR" sz="1200" dirty="0" smtClean="0">
                <a:latin typeface="Times New Roman" panose="02020603050405020304" pitchFamily="18" charset="0"/>
                <a:cs typeface="Times New Roman" panose="02020603050405020304" pitchFamily="18" charset="0"/>
              </a:rPr>
              <a:t>1024 </a:t>
            </a:r>
            <a:r>
              <a:rPr lang="en-US" altLang="ko-KR" sz="1200" dirty="0" err="1" smtClean="0">
                <a:latin typeface="Times New Roman" panose="02020603050405020304" pitchFamily="18" charset="0"/>
                <a:cs typeface="Times New Roman" panose="02020603050405020304" pitchFamily="18" charset="0"/>
              </a:rPr>
              <a:t>điểm</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Parameter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20" name="Rectangle 7"/>
          <p:cNvSpPr>
            <a:spLocks noChangeArrowheads="1"/>
          </p:cNvSpPr>
          <p:nvPr/>
        </p:nvSpPr>
        <p:spPr bwMode="auto">
          <a:xfrm>
            <a:off x="543620" y="4786709"/>
            <a:ext cx="33337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solidFill>
                  <a:srgbClr val="CC3300"/>
                </a:solidFill>
                <a:latin typeface="Times New Roman" panose="02020603050405020304" pitchFamily="18" charset="0"/>
                <a:cs typeface="Times New Roman" panose="02020603050405020304" pitchFamily="18" charset="0"/>
              </a:rPr>
              <a:t>①</a:t>
            </a:r>
          </a:p>
        </p:txBody>
      </p:sp>
      <p:sp>
        <p:nvSpPr>
          <p:cNvPr id="21" name="Rectangle 8"/>
          <p:cNvSpPr>
            <a:spLocks noChangeArrowheads="1"/>
          </p:cNvSpPr>
          <p:nvPr/>
        </p:nvSpPr>
        <p:spPr bwMode="auto">
          <a:xfrm>
            <a:off x="542033" y="4966729"/>
            <a:ext cx="333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solidFill>
                  <a:srgbClr val="CC3300"/>
                </a:solidFill>
                <a:latin typeface="Times New Roman" panose="02020603050405020304" pitchFamily="18" charset="0"/>
                <a:cs typeface="Times New Roman" panose="02020603050405020304" pitchFamily="18" charset="0"/>
              </a:rPr>
              <a:t>②</a:t>
            </a:r>
          </a:p>
        </p:txBody>
      </p:sp>
      <p:sp>
        <p:nvSpPr>
          <p:cNvPr id="22" name="Rectangle 9"/>
          <p:cNvSpPr>
            <a:spLocks noChangeArrowheads="1"/>
          </p:cNvSpPr>
          <p:nvPr/>
        </p:nvSpPr>
        <p:spPr bwMode="auto">
          <a:xfrm>
            <a:off x="542033" y="5254761"/>
            <a:ext cx="333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solidFill>
                  <a:srgbClr val="CC3300"/>
                </a:solidFill>
                <a:latin typeface="Times New Roman" panose="02020603050405020304" pitchFamily="18" charset="0"/>
                <a:cs typeface="Times New Roman" panose="02020603050405020304" pitchFamily="18" charset="0"/>
              </a:rPr>
              <a:t>③</a:t>
            </a:r>
          </a:p>
        </p:txBody>
      </p:sp>
      <p:sp>
        <p:nvSpPr>
          <p:cNvPr id="23" name="Rectangle 10"/>
          <p:cNvSpPr>
            <a:spLocks noChangeArrowheads="1"/>
          </p:cNvSpPr>
          <p:nvPr/>
        </p:nvSpPr>
        <p:spPr bwMode="auto">
          <a:xfrm>
            <a:off x="553145" y="5483361"/>
            <a:ext cx="333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solidFill>
                  <a:srgbClr val="CC3300"/>
                </a:solidFill>
                <a:latin typeface="Times New Roman" panose="02020603050405020304" pitchFamily="18" charset="0"/>
                <a:cs typeface="Times New Roman" panose="02020603050405020304" pitchFamily="18" charset="0"/>
              </a:rPr>
              <a:t>④</a:t>
            </a:r>
          </a:p>
        </p:txBody>
      </p:sp>
      <p:sp>
        <p:nvSpPr>
          <p:cNvPr id="24" name="Line 11"/>
          <p:cNvSpPr>
            <a:spLocks noChangeShapeType="1"/>
          </p:cNvSpPr>
          <p:nvPr/>
        </p:nvSpPr>
        <p:spPr bwMode="auto">
          <a:xfrm flipH="1">
            <a:off x="3386647" y="2734481"/>
            <a:ext cx="971810" cy="1260277"/>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square"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25" name="Rectangle 6"/>
          <p:cNvSpPr>
            <a:spLocks noChangeArrowheads="1"/>
          </p:cNvSpPr>
          <p:nvPr/>
        </p:nvSpPr>
        <p:spPr bwMode="auto">
          <a:xfrm>
            <a:off x="5357044" y="1637407"/>
            <a:ext cx="549585" cy="180020"/>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extLst>
      <p:ext uri="{BB962C8B-B14F-4D97-AF65-F5344CB8AC3E}">
        <p14:creationId xmlns:p14="http://schemas.microsoft.com/office/powerpoint/2010/main" val="1813240130"/>
      </p:ext>
    </p:extLst>
  </p:cSld>
  <p:clrMapOvr>
    <a:masterClrMapping/>
  </p:clrMapOvr>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0"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2" name="Text Box 2"/>
          <p:cNvSpPr txBox="1">
            <a:spLocks noChangeArrowheads="1"/>
          </p:cNvSpPr>
          <p:nvPr/>
        </p:nvSpPr>
        <p:spPr bwMode="auto">
          <a:xfrm>
            <a:off x="380492" y="656692"/>
            <a:ext cx="24897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2-5. Memory Clear </a:t>
            </a:r>
            <a:r>
              <a:rPr lang="en-US" altLang="ko-KR" sz="1400" b="1" dirty="0" err="1" smtClean="0">
                <a:latin typeface="Times New Roman" panose="02020603050405020304" pitchFamily="18" charset="0"/>
                <a:cs typeface="Times New Roman" panose="02020603050405020304" pitchFamily="18" charset="0"/>
              </a:rPr>
              <a:t>và</a:t>
            </a:r>
            <a:r>
              <a:rPr lang="ko-KR" altLang="en-US" sz="1400" b="1" dirty="0" smtClean="0">
                <a:latin typeface="Times New Roman" panose="02020603050405020304" pitchFamily="18" charset="0"/>
                <a:cs typeface="Times New Roman" panose="02020603050405020304" pitchFamily="18" charset="0"/>
              </a:rPr>
              <a:t> </a:t>
            </a:r>
            <a:r>
              <a:rPr lang="en-US" altLang="ko-KR" sz="1400" b="1" dirty="0">
                <a:latin typeface="Times New Roman" panose="02020603050405020304" pitchFamily="18" charset="0"/>
                <a:cs typeface="Times New Roman" panose="02020603050405020304" pitchFamily="18" charset="0"/>
              </a:rPr>
              <a:t>Format</a:t>
            </a:r>
          </a:p>
        </p:txBody>
      </p:sp>
      <p:sp>
        <p:nvSpPr>
          <p:cNvPr id="13" name="Rectangle 3"/>
          <p:cNvSpPr>
            <a:spLocks noChangeArrowheads="1"/>
          </p:cNvSpPr>
          <p:nvPr/>
        </p:nvSpPr>
        <p:spPr bwMode="auto">
          <a:xfrm>
            <a:off x="499555" y="3103001"/>
            <a:ext cx="7476727" cy="790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3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(2) </a:t>
            </a:r>
            <a:r>
              <a:rPr lang="en-US" altLang="ko-KR" sz="1200" dirty="0" smtClean="0">
                <a:latin typeface="Times New Roman" panose="02020603050405020304" pitchFamily="18" charset="0"/>
                <a:cs typeface="Times New Roman" panose="02020603050405020304" pitchFamily="18" charset="0"/>
              </a:rPr>
              <a:t>Stop PLC</a:t>
            </a:r>
            <a:endParaRPr lang="ko-KR" altLang="en-US" sz="1200" dirty="0">
              <a:latin typeface="Times New Roman" panose="02020603050405020304" pitchFamily="18" charset="0"/>
              <a:cs typeface="Times New Roman" panose="02020603050405020304" pitchFamily="18" charset="0"/>
            </a:endParaRPr>
          </a:p>
          <a:p>
            <a:pPr eaLnBrk="1" hangingPunct="1">
              <a:lnSpc>
                <a:spcPct val="9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1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PLC </a:t>
            </a:r>
            <a:r>
              <a:rPr lang="en-US" altLang="ko-KR" sz="1200" dirty="0">
                <a:latin typeface="Times New Roman" panose="02020603050405020304" pitchFamily="18" charset="0"/>
                <a:cs typeface="Times New Roman" panose="02020603050405020304" pitchFamily="18" charset="0"/>
              </a:rPr>
              <a:t>CPU </a:t>
            </a:r>
            <a:r>
              <a:rPr lang="en-US" altLang="ko-KR" sz="1200" dirty="0" smtClean="0">
                <a:latin typeface="Times New Roman" panose="02020603050405020304" pitchFamily="18" charset="0"/>
                <a:cs typeface="Times New Roman" panose="02020603050405020304" pitchFamily="18" charset="0"/>
              </a:rPr>
              <a:t>SW sang </a:t>
            </a:r>
            <a:r>
              <a:rPr lang="en-US" altLang="ko-KR" sz="1200" dirty="0" err="1" smtClean="0">
                <a:latin typeface="Times New Roman" panose="02020603050405020304" pitchFamily="18" charset="0"/>
                <a:cs typeface="Times New Roman" panose="02020603050405020304" pitchFamily="18" charset="0"/>
              </a:rPr>
              <a:t>phía</a:t>
            </a:r>
            <a:r>
              <a:rPr lang="en-US" altLang="ko-KR" sz="1200" dirty="0" smtClean="0">
                <a:latin typeface="Times New Roman" panose="02020603050405020304" pitchFamily="18" charset="0"/>
                <a:cs typeface="Times New Roman" panose="02020603050405020304" pitchFamily="18" charset="0"/>
              </a:rPr>
              <a:t> Stop.</a:t>
            </a:r>
            <a:endParaRPr lang="en-US" altLang="ko-KR" sz="1200" dirty="0">
              <a:latin typeface="Times New Roman" panose="02020603050405020304" pitchFamily="18" charset="0"/>
              <a:cs typeface="Times New Roman" panose="02020603050405020304" pitchFamily="18" charset="0"/>
            </a:endParaRPr>
          </a:p>
          <a:p>
            <a:pPr eaLnBrk="1" hangingPunct="1">
              <a:lnSpc>
                <a:spcPct val="8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2 </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Online</a:t>
            </a:r>
            <a:r>
              <a:rPr lang="ko-KR" altLang="en-US" sz="1200" dirty="0" smtClean="0">
                <a:latin typeface="Times New Roman" panose="02020603050405020304" pitchFamily="18" charset="0"/>
                <a:cs typeface="Times New Roman" panose="02020603050405020304" pitchFamily="18" charset="0"/>
                <a:sym typeface="Wingdings" pitchFamily="2" charset="2"/>
              </a:rPr>
              <a:t></a:t>
            </a:r>
            <a:r>
              <a:rPr lang="en-US" altLang="ko-KR" sz="1200" dirty="0" err="1" smtClean="0">
                <a:latin typeface="Times New Roman" panose="02020603050405020304" pitchFamily="18" charset="0"/>
                <a:cs typeface="Times New Roman" panose="02020603050405020304" pitchFamily="18" charset="0"/>
                <a:sym typeface="Wingdings" pitchFamily="2" charset="2"/>
              </a:rPr>
              <a:t>Điều</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chỉnh</a:t>
            </a:r>
            <a:r>
              <a:rPr lang="en-US" altLang="ko-KR" sz="1200" dirty="0" smtClean="0">
                <a:latin typeface="Times New Roman" panose="02020603050405020304" pitchFamily="18" charset="0"/>
                <a:cs typeface="Times New Roman" panose="02020603050405020304" pitchFamily="18" charset="0"/>
                <a:sym typeface="Wingdings" pitchFamily="2" charset="2"/>
              </a:rPr>
              <a:t> Remote </a:t>
            </a:r>
            <a:r>
              <a:rPr lang="en-US" altLang="ko-KR" sz="1200" dirty="0" err="1" smtClean="0">
                <a:latin typeface="Times New Roman" panose="02020603050405020304" pitchFamily="18" charset="0"/>
                <a:cs typeface="Times New Roman" panose="02020603050405020304" pitchFamily="18" charset="0"/>
                <a:sym typeface="Wingdings" pitchFamily="2" charset="2"/>
              </a:rPr>
              <a:t>để</a:t>
            </a:r>
            <a:r>
              <a:rPr lang="ko-KR" altLang="en-US"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a:latin typeface="Times New Roman" panose="02020603050405020304" pitchFamily="18" charset="0"/>
                <a:cs typeface="Times New Roman" panose="02020603050405020304" pitchFamily="18" charset="0"/>
                <a:sym typeface="Wingdings" pitchFamily="2" charset="2"/>
              </a:rPr>
              <a:t>PLC </a:t>
            </a:r>
            <a:r>
              <a:rPr lang="en-US" altLang="ko-KR" sz="1200" dirty="0" err="1">
                <a:latin typeface="Times New Roman" panose="02020603050405020304" pitchFamily="18" charset="0"/>
                <a:cs typeface="Times New Roman" panose="02020603050405020304" pitchFamily="18" charset="0"/>
                <a:sym typeface="Wingdings" pitchFamily="2" charset="2"/>
              </a:rPr>
              <a:t>Stop</a:t>
            </a:r>
            <a:r>
              <a:rPr lang="en-US" altLang="ko-KR" sz="1200" dirty="0" err="1" smtClean="0">
                <a:latin typeface="Times New Roman" panose="02020603050405020304" pitchFamily="18" charset="0"/>
                <a:cs typeface="Times New Roman" panose="02020603050405020304" pitchFamily="18" charset="0"/>
                <a:sym typeface="Wingdings" pitchFamily="2" charset="2"/>
              </a:rPr>
              <a:t>Thực</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hiện</a:t>
            </a:r>
            <a:r>
              <a:rPr lang="en-US" altLang="ko-KR" sz="1200" dirty="0" smtClean="0">
                <a:latin typeface="Times New Roman" panose="02020603050405020304" pitchFamily="18" charset="0"/>
                <a:cs typeface="Times New Roman" panose="02020603050405020304" pitchFamily="18" charset="0"/>
                <a:sym typeface="Wingdings" pitchFamily="2" charset="2"/>
              </a:rPr>
              <a:t>(</a:t>
            </a:r>
            <a:r>
              <a:rPr lang="en-US" altLang="ko-KR" sz="1200" dirty="0" err="1" smtClean="0">
                <a:latin typeface="Times New Roman" panose="02020603050405020304" pitchFamily="18" charset="0"/>
                <a:cs typeface="Times New Roman" panose="02020603050405020304" pitchFamily="18" charset="0"/>
                <a:sym typeface="Wingdings" pitchFamily="2" charset="2"/>
              </a:rPr>
              <a:t>Sau</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khi</a:t>
            </a:r>
            <a:r>
              <a:rPr lang="en-US" altLang="ko-KR" sz="1200" dirty="0" smtClean="0">
                <a:latin typeface="Times New Roman" panose="02020603050405020304" pitchFamily="18" charset="0"/>
                <a:cs typeface="Times New Roman" panose="02020603050405020304" pitchFamily="18" charset="0"/>
                <a:sym typeface="Wingdings" pitchFamily="2" charset="2"/>
              </a:rPr>
              <a:t> Format </a:t>
            </a:r>
            <a:r>
              <a:rPr lang="en-US" altLang="ko-KR" sz="1200" dirty="0" err="1" smtClean="0">
                <a:latin typeface="Times New Roman" panose="02020603050405020304" pitchFamily="18" charset="0"/>
                <a:cs typeface="Times New Roman" panose="02020603050405020304" pitchFamily="18" charset="0"/>
                <a:sym typeface="Wingdings" pitchFamily="2" charset="2"/>
              </a:rPr>
              <a:t>nhất</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thiết</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phải</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chuyển</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về</a:t>
            </a:r>
            <a:r>
              <a:rPr lang="ko-KR" altLang="en-US"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smtClean="0">
                <a:latin typeface="Times New Roman" panose="02020603050405020304" pitchFamily="18" charset="0"/>
                <a:cs typeface="Times New Roman" panose="02020603050405020304" pitchFamily="18" charset="0"/>
                <a:sym typeface="Wingdings" pitchFamily="2" charset="2"/>
              </a:rPr>
              <a:t>Run)</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p:txBody>
      </p:sp>
      <p:sp>
        <p:nvSpPr>
          <p:cNvPr id="14" name="Rectangle 6"/>
          <p:cNvSpPr>
            <a:spLocks noChangeArrowheads="1"/>
          </p:cNvSpPr>
          <p:nvPr/>
        </p:nvSpPr>
        <p:spPr bwMode="auto">
          <a:xfrm>
            <a:off x="599567" y="1075792"/>
            <a:ext cx="82012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Ấn</a:t>
            </a:r>
            <a:r>
              <a:rPr lang="en-US" altLang="ko-KR" sz="1200" dirty="0" smtClean="0">
                <a:latin typeface="Times New Roman" panose="02020603050405020304" pitchFamily="18" charset="0"/>
                <a:cs typeface="Times New Roman" panose="02020603050405020304" pitchFamily="18" charset="0"/>
              </a:rPr>
              <a:t> Mode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(F2)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Online</a:t>
            </a:r>
            <a:r>
              <a:rPr lang="ko-KR" altLang="en-US" sz="1200" dirty="0" smtClean="0">
                <a:latin typeface="Times New Roman" panose="02020603050405020304" pitchFamily="18" charset="0"/>
                <a:cs typeface="Times New Roman" panose="02020603050405020304" pitchFamily="18" charset="0"/>
                <a:sym typeface="Wingdings" pitchFamily="2" charset="2"/>
              </a:rPr>
              <a:t></a:t>
            </a:r>
            <a:r>
              <a:rPr lang="en-US" altLang="ko-KR" sz="1200" dirty="0" err="1" smtClean="0">
                <a:latin typeface="Times New Roman" panose="02020603050405020304" pitchFamily="18" charset="0"/>
                <a:cs typeface="Times New Roman" panose="02020603050405020304" pitchFamily="18" charset="0"/>
                <a:sym typeface="Wingdings" pitchFamily="2" charset="2"/>
              </a:rPr>
              <a:t>Chọn</a:t>
            </a:r>
            <a:r>
              <a:rPr lang="en-US" altLang="ko-KR" sz="1200" dirty="0" smtClean="0">
                <a:latin typeface="Times New Roman" panose="02020603050405020304" pitchFamily="18" charset="0"/>
                <a:cs typeface="Times New Roman" panose="02020603050405020304" pitchFamily="18" charset="0"/>
                <a:sym typeface="Wingdings" pitchFamily="2" charset="2"/>
              </a:rPr>
              <a:t> USB </a:t>
            </a:r>
            <a:r>
              <a:rPr lang="en-US" altLang="ko-KR" sz="1200" dirty="0" err="1" smtClean="0">
                <a:latin typeface="Times New Roman" panose="02020603050405020304" pitchFamily="18" charset="0"/>
                <a:cs typeface="Times New Roman" panose="02020603050405020304" pitchFamily="18" charset="0"/>
                <a:sym typeface="Wingdings" pitchFamily="2" charset="2"/>
              </a:rPr>
              <a:t>trong</a:t>
            </a:r>
            <a:r>
              <a:rPr lang="en-US" altLang="ko-KR" sz="1200" dirty="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mục</a:t>
            </a:r>
            <a:r>
              <a:rPr lang="en-US" altLang="ko-KR" sz="1200" dirty="0" smtClean="0">
                <a:latin typeface="Times New Roman" panose="02020603050405020304" pitchFamily="18" charset="0"/>
                <a:cs typeface="Times New Roman" panose="02020603050405020304" pitchFamily="18" charset="0"/>
                <a:sym typeface="Wingdings" pitchFamily="2" charset="2"/>
              </a:rPr>
              <a:t> USB </a:t>
            </a:r>
            <a:r>
              <a:rPr lang="en-US" altLang="ko-KR" sz="1200" dirty="0" err="1" smtClean="0">
                <a:latin typeface="Times New Roman" panose="02020603050405020304" pitchFamily="18" charset="0"/>
                <a:cs typeface="Times New Roman" panose="02020603050405020304" pitchFamily="18" charset="0"/>
                <a:sym typeface="Wingdings" pitchFamily="2" charset="2"/>
              </a:rPr>
              <a:t>của</a:t>
            </a:r>
            <a:r>
              <a:rPr lang="en-US" altLang="ko-KR" sz="1200" dirty="0" smtClean="0">
                <a:latin typeface="Times New Roman" panose="02020603050405020304" pitchFamily="18" charset="0"/>
                <a:cs typeface="Times New Roman" panose="02020603050405020304" pitchFamily="18" charset="0"/>
                <a:sym typeface="Wingdings" pitchFamily="2" charset="2"/>
              </a:rPr>
              <a:t> I/F serial </a:t>
            </a:r>
            <a:r>
              <a:rPr lang="en-US" altLang="ko-KR" sz="1200" dirty="0" err="1" smtClean="0">
                <a:latin typeface="Times New Roman" panose="02020603050405020304" pitchFamily="18" charset="0"/>
                <a:cs typeface="Times New Roman" panose="02020603050405020304" pitchFamily="18" charset="0"/>
                <a:sym typeface="Wingdings" pitchFamily="2" charset="2"/>
              </a:rPr>
              <a:t>trên</a:t>
            </a:r>
            <a:r>
              <a:rPr lang="en-US" altLang="ko-KR" sz="1200" dirty="0" smtClean="0">
                <a:latin typeface="Times New Roman" panose="02020603050405020304" pitchFamily="18" charset="0"/>
                <a:cs typeface="Times New Roman" panose="02020603050405020304" pitchFamily="18" charset="0"/>
                <a:sym typeface="Wingdings" pitchFamily="2" charset="2"/>
              </a:rPr>
              <a:t> PC </a:t>
            </a:r>
            <a:r>
              <a:rPr lang="en-US" altLang="ko-KR" sz="1200" dirty="0" err="1" smtClean="0">
                <a:latin typeface="Times New Roman" panose="02020603050405020304" pitchFamily="18" charset="0"/>
                <a:cs typeface="Times New Roman" panose="02020603050405020304" pitchFamily="18" charset="0"/>
                <a:sym typeface="Wingdings" pitchFamily="2" charset="2"/>
              </a:rPr>
              <a:t>sau</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đó</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xác</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nhận</a:t>
            </a:r>
            <a:r>
              <a:rPr lang="en-US" altLang="ko-KR" sz="1200" dirty="0" smtClean="0">
                <a:latin typeface="Times New Roman" panose="02020603050405020304" pitchFamily="18" charset="0"/>
                <a:cs typeface="Times New Roman" panose="02020603050405020304" pitchFamily="18" charset="0"/>
                <a:sym typeface="Wingdings" pitchFamily="2" charset="2"/>
              </a:rPr>
              <a:t>.</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pic>
        <p:nvPicPr>
          <p:cNvPr id="15"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b="63638"/>
          <a:stretch/>
        </p:blipFill>
        <p:spPr bwMode="auto">
          <a:xfrm>
            <a:off x="685033" y="1425068"/>
            <a:ext cx="5904655" cy="1575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 name="Picture 4"/>
          <p:cNvPicPr>
            <a:picLocks noChangeAspect="1" noChangeArrowheads="1"/>
          </p:cNvPicPr>
          <p:nvPr/>
        </p:nvPicPr>
        <p:blipFill rotWithShape="1">
          <a:blip r:embed="rId4">
            <a:extLst>
              <a:ext uri="{28A0092B-C50C-407E-A947-70E740481C1C}">
                <a14:useLocalDpi xmlns:a14="http://schemas.microsoft.com/office/drawing/2010/main" val="0"/>
              </a:ext>
            </a:extLst>
          </a:blip>
          <a:srcRect b="6734"/>
          <a:stretch/>
        </p:blipFill>
        <p:spPr bwMode="auto">
          <a:xfrm>
            <a:off x="613025" y="3931218"/>
            <a:ext cx="6552728" cy="22823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00857848"/>
      </p:ext>
    </p:extLst>
  </p:cSld>
  <p:clrMapOvr>
    <a:masterClrMapping/>
  </p:clrMapOvr>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7"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9" name="Rectangle 3"/>
          <p:cNvSpPr>
            <a:spLocks noChangeArrowheads="1"/>
          </p:cNvSpPr>
          <p:nvPr/>
        </p:nvSpPr>
        <p:spPr bwMode="auto">
          <a:xfrm>
            <a:off x="344488" y="692696"/>
            <a:ext cx="688842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(3) PLC Memory </a:t>
            </a:r>
            <a:r>
              <a:rPr lang="en-US" altLang="ko-KR" sz="1200" dirty="0" smtClean="0">
                <a:latin typeface="Times New Roman" panose="02020603050405020304" pitchFamily="18" charset="0"/>
                <a:cs typeface="Times New Roman" panose="02020603050405020304" pitchFamily="18" charset="0"/>
              </a:rPr>
              <a:t>Clear</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người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RAM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khoảng</a:t>
            </a:r>
            <a:r>
              <a:rPr lang="en-US" altLang="ko-KR" sz="1200" dirty="0" smtClean="0">
                <a:latin typeface="Times New Roman" panose="02020603050405020304" pitchFamily="18" charset="0"/>
                <a:cs typeface="Times New Roman" panose="02020603050405020304" pitchFamily="18" charset="0"/>
              </a:rPr>
              <a:t> File register </a:t>
            </a:r>
            <a:r>
              <a:rPr lang="en-US" altLang="ko-KR" sz="1200" dirty="0" err="1" smtClean="0">
                <a:latin typeface="Times New Roman" panose="02020603050405020304" pitchFamily="18" charset="0"/>
                <a:cs typeface="Times New Roman" panose="02020603050405020304" pitchFamily="18" charset="0"/>
              </a:rPr>
              <a:t>nên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Clear </a:t>
            </a:r>
            <a:r>
              <a:rPr lang="en-US" altLang="ko-KR" sz="1200" dirty="0" err="1" smtClean="0">
                <a:latin typeface="Times New Roman" panose="02020603050405020304" pitchFamily="18" charset="0"/>
                <a:cs typeface="Times New Roman" panose="02020603050405020304" pitchFamily="18" charset="0"/>
              </a:rPr>
              <a:t>toàn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pic>
        <p:nvPicPr>
          <p:cNvPr id="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1825" y="1545183"/>
            <a:ext cx="7450410" cy="387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705844"/>
      </p:ext>
    </p:extLst>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7"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9" name="Rectangle 2"/>
          <p:cNvSpPr>
            <a:spLocks noChangeArrowheads="1"/>
          </p:cNvSpPr>
          <p:nvPr/>
        </p:nvSpPr>
        <p:spPr bwMode="auto">
          <a:xfrm>
            <a:off x="308484" y="692696"/>
            <a:ext cx="89274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(4)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PLC </a:t>
            </a:r>
            <a:r>
              <a:rPr lang="en-US" altLang="ko-KR" sz="1200" dirty="0">
                <a:latin typeface="Times New Roman" panose="02020603050405020304" pitchFamily="18" charset="0"/>
                <a:cs typeface="Times New Roman" panose="02020603050405020304" pitchFamily="18" charset="0"/>
              </a:rPr>
              <a:t>Memory </a:t>
            </a:r>
            <a:r>
              <a:rPr lang="en-US" altLang="ko-KR" sz="1200" dirty="0" smtClean="0">
                <a:latin typeface="Times New Roman" panose="02020603050405020304" pitchFamily="18" charset="0"/>
                <a:cs typeface="Times New Roman" panose="02020603050405020304" pitchFamily="18" charset="0"/>
              </a:rPr>
              <a:t>Format</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Format </a:t>
            </a:r>
            <a:r>
              <a:rPr lang="en-US" altLang="ko-KR" sz="1200" dirty="0" err="1" smtClean="0">
                <a:latin typeface="Times New Roman" panose="02020603050405020304" pitchFamily="18" charset="0"/>
                <a:cs typeface="Times New Roman" panose="02020603050405020304" pitchFamily="18" charset="0"/>
              </a:rPr>
              <a:t>phần</a:t>
            </a:r>
            <a:r>
              <a:rPr lang="en-US" altLang="ko-KR" sz="1200" dirty="0" smtClean="0">
                <a:latin typeface="Times New Roman" panose="02020603050405020304" pitchFamily="18" charset="0"/>
                <a:cs typeface="Times New Roman" panose="02020603050405020304" pitchFamily="18" charset="0"/>
              </a:rPr>
              <a:t> Program Memory/Device Memory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Format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RAM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người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p:txBody>
      </p:sp>
      <p:pic>
        <p:nvPicPr>
          <p:cNvPr id="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6134" y="1519783"/>
            <a:ext cx="8070285" cy="3885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23967245"/>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3"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5" name="Text Box 2"/>
          <p:cNvSpPr txBox="1">
            <a:spLocks noChangeArrowheads="1"/>
          </p:cNvSpPr>
          <p:nvPr/>
        </p:nvSpPr>
        <p:spPr bwMode="auto">
          <a:xfrm>
            <a:off x="308484" y="620688"/>
            <a:ext cx="19350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2-6. </a:t>
            </a:r>
            <a:r>
              <a:rPr lang="en-US" altLang="ko-KR" sz="1400" b="1" dirty="0" err="1" smtClean="0">
                <a:latin typeface="Times New Roman" panose="02020603050405020304" pitchFamily="18" charset="0"/>
                <a:cs typeface="Times New Roman" panose="02020603050405020304" pitchFamily="18" charset="0"/>
              </a:rPr>
              <a:t>Tạo</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và</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lưu</a:t>
            </a:r>
            <a:r>
              <a:rPr lang="en-US" altLang="ko-KR" sz="1400" b="1" dirty="0" smtClean="0">
                <a:latin typeface="Times New Roman" panose="02020603050405020304" pitchFamily="18" charset="0"/>
                <a:cs typeface="Times New Roman" panose="02020603050405020304" pitchFamily="18" charset="0"/>
              </a:rPr>
              <a:t> Project</a:t>
            </a:r>
            <a:endParaRPr lang="ko-KR" altLang="en-US" sz="1400" b="1" dirty="0">
              <a:latin typeface="Times New Roman" panose="02020603050405020304" pitchFamily="18" charset="0"/>
              <a:cs typeface="Times New Roman" panose="02020603050405020304" pitchFamily="18" charset="0"/>
            </a:endParaRPr>
          </a:p>
        </p:txBody>
      </p:sp>
      <p:sp>
        <p:nvSpPr>
          <p:cNvPr id="16" name="Rectangle 3"/>
          <p:cNvSpPr>
            <a:spLocks noChangeArrowheads="1"/>
          </p:cNvSpPr>
          <p:nvPr/>
        </p:nvSpPr>
        <p:spPr bwMode="auto">
          <a:xfrm>
            <a:off x="467234" y="1003275"/>
            <a:ext cx="6386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Ladder(</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F5)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Mode Modify(</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F2),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SM412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click Enter.</a:t>
            </a:r>
            <a:endParaRPr lang="en-US" altLang="ko-KR" sz="1200" dirty="0">
              <a:latin typeface="Times New Roman" panose="02020603050405020304" pitchFamily="18" charset="0"/>
              <a:cs typeface="Times New Roman" panose="02020603050405020304" pitchFamily="18" charset="0"/>
            </a:endParaRPr>
          </a:p>
        </p:txBody>
      </p:sp>
      <p:sp>
        <p:nvSpPr>
          <p:cNvPr id="17" name="Rectangle 4"/>
          <p:cNvSpPr>
            <a:spLocks noChangeArrowheads="1"/>
          </p:cNvSpPr>
          <p:nvPr/>
        </p:nvSpPr>
        <p:spPr bwMode="auto">
          <a:xfrm>
            <a:off x="467234" y="2420913"/>
            <a:ext cx="46256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Ladder(</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F7),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Y40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click</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Enter.</a:t>
            </a:r>
            <a:endParaRPr lang="en-US" altLang="ko-KR" sz="1200" dirty="0">
              <a:latin typeface="Times New Roman" panose="02020603050405020304" pitchFamily="18" charset="0"/>
              <a:cs typeface="Times New Roman" panose="02020603050405020304" pitchFamily="18" charset="0"/>
            </a:endParaRPr>
          </a:p>
        </p:txBody>
      </p:sp>
      <p:sp>
        <p:nvSpPr>
          <p:cNvPr id="18" name="Rectangle 6"/>
          <p:cNvSpPr>
            <a:spLocks noChangeArrowheads="1"/>
          </p:cNvSpPr>
          <p:nvPr/>
        </p:nvSpPr>
        <p:spPr bwMode="auto">
          <a:xfrm>
            <a:off x="467234" y="4894238"/>
            <a:ext cx="74190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(3) </a:t>
            </a:r>
            <a:r>
              <a:rPr lang="en-US" altLang="ko-KR" sz="1200" dirty="0" err="1" smtClean="0">
                <a:latin typeface="Times New Roman" panose="02020603050405020304" pitchFamily="18" charset="0"/>
                <a:cs typeface="Times New Roman" panose="02020603050405020304" pitchFamily="18" charset="0"/>
              </a:rPr>
              <a:t>Nhấn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F4)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xám</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màu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trắng</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p:txBody>
      </p:sp>
      <p:pic>
        <p:nvPicPr>
          <p:cNvPr id="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2419" y="1327026"/>
            <a:ext cx="4533900" cy="1028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2419" y="2803190"/>
            <a:ext cx="5268105" cy="11161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2419" y="4099334"/>
            <a:ext cx="6868455" cy="5760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2419" y="5215458"/>
            <a:ext cx="6503834" cy="11161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68206604"/>
      </p:ext>
    </p:extLst>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9"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pic>
        <p:nvPicPr>
          <p:cNvPr id="2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6716" y="1147800"/>
            <a:ext cx="5447965" cy="3919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 name="Rectangle 2"/>
          <p:cNvSpPr>
            <a:spLocks noChangeArrowheads="1"/>
          </p:cNvSpPr>
          <p:nvPr/>
        </p:nvSpPr>
        <p:spPr bwMode="auto">
          <a:xfrm>
            <a:off x="385255" y="728700"/>
            <a:ext cx="69740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(4) </a:t>
            </a:r>
            <a:r>
              <a:rPr lang="en-US" altLang="ko-KR" sz="1200" b="1" dirty="0" smtClean="0">
                <a:latin typeface="Times New Roman" panose="02020603050405020304" pitchFamily="18" charset="0"/>
                <a:cs typeface="Times New Roman" panose="02020603050405020304" pitchFamily="18" charset="0"/>
              </a:rPr>
              <a:t>PLC</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Write Menu Bar</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Online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Parameter + Program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23" name="Rectangle 3"/>
          <p:cNvSpPr>
            <a:spLocks noChangeArrowheads="1"/>
          </p:cNvSpPr>
          <p:nvPr/>
        </p:nvSpPr>
        <p:spPr bwMode="auto">
          <a:xfrm>
            <a:off x="380492" y="5156237"/>
            <a:ext cx="709234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(5)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cửa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sổ</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Display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Đồng</a:t>
            </a:r>
            <a:r>
              <a:rPr lang="en-US" altLang="ko-KR" sz="1200" dirty="0" smtClean="0">
                <a:latin typeface="Times New Roman" panose="02020603050405020304" pitchFamily="18" charset="0"/>
                <a:cs typeface="Times New Roman" panose="02020603050405020304" pitchFamily="18" charset="0"/>
              </a:rPr>
              <a:t> ý”, “</a:t>
            </a:r>
            <a:r>
              <a:rPr lang="en-US" altLang="ko-KR" sz="1200" dirty="0" err="1" smtClean="0">
                <a:latin typeface="Times New Roman" panose="02020603050405020304" pitchFamily="18" charset="0"/>
                <a:cs typeface="Times New Roman" panose="02020603050405020304" pitchFamily="18" charset="0"/>
              </a:rPr>
              <a:t>Đồng</a:t>
            </a:r>
            <a:r>
              <a:rPr lang="en-US" altLang="ko-KR" sz="1200" dirty="0" smtClean="0">
                <a:latin typeface="Times New Roman" panose="02020603050405020304" pitchFamily="18" charset="0"/>
                <a:cs typeface="Times New Roman" panose="02020603050405020304" pitchFamily="18" charset="0"/>
              </a:rPr>
              <a:t> ý </a:t>
            </a:r>
            <a:r>
              <a:rPr lang="en-US" altLang="ko-KR" sz="1200" dirty="0" err="1" smtClean="0">
                <a:latin typeface="Times New Roman" panose="02020603050405020304" pitchFamily="18" charset="0"/>
                <a:cs typeface="Times New Roman" panose="02020603050405020304" pitchFamily="18" charset="0"/>
              </a:rPr>
              <a:t>tất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Đồng</a:t>
            </a:r>
            <a:r>
              <a:rPr lang="en-US" altLang="ko-KR" sz="1200" dirty="0" smtClean="0">
                <a:latin typeface="Times New Roman" panose="02020603050405020304" pitchFamily="18" charset="0"/>
                <a:cs typeface="Times New Roman" panose="02020603050405020304" pitchFamily="18" charset="0"/>
              </a:rPr>
              <a:t> ý”,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a:t>
            </a: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PLC Write</a:t>
            </a:r>
            <a:endParaRPr lang="ko-KR" altLang="en-US" sz="1200" dirty="0">
              <a:latin typeface="Times New Roman" panose="02020603050405020304" pitchFamily="18" charset="0"/>
              <a:cs typeface="Times New Roman" panose="02020603050405020304" pitchFamily="18" charset="0"/>
            </a:endParaRPr>
          </a:p>
        </p:txBody>
      </p:sp>
      <p:sp>
        <p:nvSpPr>
          <p:cNvPr id="24" name="Text Box 6"/>
          <p:cNvSpPr txBox="1">
            <a:spLocks noChangeArrowheads="1"/>
          </p:cNvSpPr>
          <p:nvPr/>
        </p:nvSpPr>
        <p:spPr bwMode="auto">
          <a:xfrm>
            <a:off x="884102" y="2335262"/>
            <a:ext cx="2921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dirty="0">
                <a:solidFill>
                  <a:srgbClr val="CC3300"/>
                </a:solidFill>
                <a:latin typeface="Times New Roman" panose="02020603050405020304" pitchFamily="18" charset="0"/>
                <a:cs typeface="Times New Roman" panose="02020603050405020304" pitchFamily="18" charset="0"/>
              </a:rPr>
              <a:t>v</a:t>
            </a:r>
            <a:endParaRPr lang="en-US" altLang="ko-KR" sz="2000" dirty="0">
              <a:solidFill>
                <a:srgbClr val="CC3300"/>
              </a:solidFill>
              <a:latin typeface="Times New Roman" panose="02020603050405020304" pitchFamily="18" charset="0"/>
              <a:cs typeface="Times New Roman" panose="02020603050405020304" pitchFamily="18" charset="0"/>
            </a:endParaRPr>
          </a:p>
        </p:txBody>
      </p:sp>
      <p:sp>
        <p:nvSpPr>
          <p:cNvPr id="25" name="Text Box 7"/>
          <p:cNvSpPr txBox="1">
            <a:spLocks noChangeArrowheads="1"/>
          </p:cNvSpPr>
          <p:nvPr/>
        </p:nvSpPr>
        <p:spPr bwMode="auto">
          <a:xfrm>
            <a:off x="2586167" y="1148298"/>
            <a:ext cx="2936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dirty="0">
                <a:solidFill>
                  <a:srgbClr val="CC3300"/>
                </a:solidFill>
                <a:latin typeface="Times New Roman" panose="02020603050405020304" pitchFamily="18" charset="0"/>
                <a:cs typeface="Times New Roman" panose="02020603050405020304" pitchFamily="18" charset="0"/>
              </a:rPr>
              <a:t>v</a:t>
            </a:r>
            <a:endParaRPr lang="en-US" altLang="ko-KR" sz="2000" dirty="0">
              <a:solidFill>
                <a:srgbClr val="CC3300"/>
              </a:solidFill>
              <a:latin typeface="Times New Roman" panose="02020603050405020304" pitchFamily="18" charset="0"/>
              <a:cs typeface="Times New Roman" panose="02020603050405020304" pitchFamily="18" charset="0"/>
            </a:endParaRPr>
          </a:p>
        </p:txBody>
      </p:sp>
      <p:sp>
        <p:nvSpPr>
          <p:cNvPr id="26" name="Text Box 8"/>
          <p:cNvSpPr txBox="1">
            <a:spLocks noChangeArrowheads="1"/>
          </p:cNvSpPr>
          <p:nvPr/>
        </p:nvSpPr>
        <p:spPr bwMode="auto">
          <a:xfrm>
            <a:off x="4772534" y="2191246"/>
            <a:ext cx="2936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dirty="0">
                <a:solidFill>
                  <a:srgbClr val="CC3300"/>
                </a:solidFill>
                <a:latin typeface="Times New Roman" panose="02020603050405020304" pitchFamily="18" charset="0"/>
                <a:cs typeface="Times New Roman" panose="02020603050405020304" pitchFamily="18" charset="0"/>
              </a:rPr>
              <a:t>v</a:t>
            </a:r>
            <a:endParaRPr lang="en-US" altLang="ko-KR" sz="2000" dirty="0">
              <a:solidFill>
                <a:srgbClr val="CC3300"/>
              </a:solidFill>
              <a:latin typeface="Times New Roman" panose="02020603050405020304" pitchFamily="18" charset="0"/>
              <a:cs typeface="Times New Roman" panose="02020603050405020304" pitchFamily="18" charset="0"/>
            </a:endParaRPr>
          </a:p>
        </p:txBody>
      </p:sp>
      <p:sp>
        <p:nvSpPr>
          <p:cNvPr id="27" name="Rectangle 27"/>
          <p:cNvSpPr>
            <a:spLocks noChangeArrowheads="1"/>
          </p:cNvSpPr>
          <p:nvPr/>
        </p:nvSpPr>
        <p:spPr bwMode="auto">
          <a:xfrm>
            <a:off x="451930" y="5638415"/>
            <a:ext cx="4787900"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PLC Write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PLC Reset</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S/W.</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Reset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vừa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p:txBody>
      </p:sp>
      <p:pic>
        <p:nvPicPr>
          <p:cNvPr id="28" name="Picture 28"/>
          <p:cNvPicPr>
            <a:picLocks noChangeAspect="1" noChangeArrowheads="1"/>
          </p:cNvPicPr>
          <p:nvPr/>
        </p:nvPicPr>
        <p:blipFill>
          <a:blip r:embed="rId4">
            <a:extLst>
              <a:ext uri="{28A0092B-C50C-407E-A947-70E740481C1C}">
                <a14:useLocalDpi xmlns:a14="http://schemas.microsoft.com/office/drawing/2010/main" val="0"/>
              </a:ext>
            </a:extLst>
          </a:blip>
          <a:srcRect l="21208" r="46909" b="38628"/>
          <a:stretch>
            <a:fillRect/>
          </a:stretch>
        </p:blipFill>
        <p:spPr bwMode="auto">
          <a:xfrm>
            <a:off x="7581392" y="3870362"/>
            <a:ext cx="1008063" cy="194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9" name="Rectangle 29"/>
          <p:cNvSpPr>
            <a:spLocks noChangeArrowheads="1"/>
          </p:cNvSpPr>
          <p:nvPr/>
        </p:nvSpPr>
        <p:spPr bwMode="auto">
          <a:xfrm>
            <a:off x="7687755" y="3811625"/>
            <a:ext cx="104457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a:latin typeface="Times New Roman" panose="02020603050405020304" pitchFamily="18" charset="0"/>
                <a:cs typeface="Times New Roman" panose="02020603050405020304" pitchFamily="18" charset="0"/>
              </a:rPr>
              <a:t>PLC CPU</a:t>
            </a:r>
          </a:p>
        </p:txBody>
      </p:sp>
      <p:sp>
        <p:nvSpPr>
          <p:cNvPr id="30" name="Rectangle 30"/>
          <p:cNvSpPr>
            <a:spLocks noChangeArrowheads="1"/>
          </p:cNvSpPr>
          <p:nvPr/>
        </p:nvSpPr>
        <p:spPr bwMode="auto">
          <a:xfrm>
            <a:off x="7957630" y="5539619"/>
            <a:ext cx="523316" cy="216024"/>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31" name="Line 32"/>
          <p:cNvSpPr>
            <a:spLocks noChangeShapeType="1"/>
          </p:cNvSpPr>
          <p:nvPr/>
        </p:nvSpPr>
        <p:spPr bwMode="auto">
          <a:xfrm>
            <a:off x="4952492" y="5648362"/>
            <a:ext cx="29876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32" name="Rectangle 30"/>
          <p:cNvSpPr>
            <a:spLocks noChangeArrowheads="1"/>
          </p:cNvSpPr>
          <p:nvPr/>
        </p:nvSpPr>
        <p:spPr bwMode="auto">
          <a:xfrm>
            <a:off x="1136131" y="2479278"/>
            <a:ext cx="756084" cy="216024"/>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33" name="Rectangle 30"/>
          <p:cNvSpPr>
            <a:spLocks noChangeArrowheads="1"/>
          </p:cNvSpPr>
          <p:nvPr/>
        </p:nvSpPr>
        <p:spPr bwMode="auto">
          <a:xfrm>
            <a:off x="884103" y="1507170"/>
            <a:ext cx="648072" cy="216024"/>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34" name="Rectangle 30"/>
          <p:cNvSpPr>
            <a:spLocks noChangeArrowheads="1"/>
          </p:cNvSpPr>
          <p:nvPr/>
        </p:nvSpPr>
        <p:spPr bwMode="auto">
          <a:xfrm>
            <a:off x="2828318" y="1354445"/>
            <a:ext cx="324036" cy="180020"/>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extLst>
      <p:ext uri="{BB962C8B-B14F-4D97-AF65-F5344CB8AC3E}">
        <p14:creationId xmlns:p14="http://schemas.microsoft.com/office/powerpoint/2010/main" val="1526903304"/>
      </p:ext>
    </p:extLst>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0"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1" name="Rectangle 2"/>
          <p:cNvSpPr>
            <a:spLocks noChangeArrowheads="1"/>
          </p:cNvSpPr>
          <p:nvPr/>
        </p:nvSpPr>
        <p:spPr bwMode="auto">
          <a:xfrm>
            <a:off x="344488" y="656692"/>
            <a:ext cx="8329613"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50000"/>
              </a:spcBef>
              <a:buFontTx/>
              <a:buNone/>
            </a:pPr>
            <a:r>
              <a:rPr lang="en-US" altLang="ko-KR" sz="1200" dirty="0">
                <a:latin typeface="Times New Roman" panose="02020603050405020304" pitchFamily="18" charset="0"/>
                <a:cs typeface="Times New Roman" panose="02020603050405020304" pitchFamily="18" charset="0"/>
              </a:rPr>
              <a:t>(6) </a:t>
            </a:r>
            <a:r>
              <a:rPr lang="en-US" altLang="ko-KR" sz="1200" dirty="0" err="1" smtClean="0">
                <a:latin typeface="Times New Roman" panose="02020603050405020304" pitchFamily="18" charset="0"/>
                <a:cs typeface="Times New Roman" panose="02020603050405020304" pitchFamily="18" charset="0"/>
              </a:rPr>
              <a:t>Đóng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F3 Monitor Mode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không</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50000"/>
              </a:spcBef>
              <a:buFontTx/>
              <a:buNone/>
            </a:pPr>
            <a:r>
              <a:rPr lang="en-US" altLang="ko-KR" sz="1200" dirty="0">
                <a:latin typeface="Times New Roman" panose="02020603050405020304" pitchFamily="18" charset="0"/>
                <a:cs typeface="Times New Roman" panose="02020603050405020304" pitchFamily="18" charset="0"/>
              </a:rPr>
              <a:t>(7)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Y40 Lamp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nháy</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không</a:t>
            </a:r>
            <a:endParaRPr lang="ko-KR" altLang="en-US" sz="1200" dirty="0">
              <a:latin typeface="Times New Roman" panose="02020603050405020304" pitchFamily="18" charset="0"/>
              <a:cs typeface="Times New Roman" panose="02020603050405020304" pitchFamily="18" charset="0"/>
            </a:endParaRPr>
          </a:p>
        </p:txBody>
      </p:sp>
      <p:pic>
        <p:nvPicPr>
          <p:cNvPr id="12" name="Picture 3"/>
          <p:cNvPicPr>
            <a:picLocks noChangeAspect="1" noChangeArrowheads="1"/>
          </p:cNvPicPr>
          <p:nvPr/>
        </p:nvPicPr>
        <p:blipFill>
          <a:blip r:embed="rId3">
            <a:extLst>
              <a:ext uri="{28A0092B-C50C-407E-A947-70E740481C1C}">
                <a14:useLocalDpi xmlns:a14="http://schemas.microsoft.com/office/drawing/2010/main" val="0"/>
              </a:ext>
            </a:extLst>
          </a:blip>
          <a:srcRect l="39981" t="32066" r="12169" b="58177"/>
          <a:stretch>
            <a:fillRect/>
          </a:stretch>
        </p:blipFill>
        <p:spPr bwMode="auto">
          <a:xfrm>
            <a:off x="615951" y="1453617"/>
            <a:ext cx="5961062" cy="841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4"/>
          <p:cNvSpPr>
            <a:spLocks noChangeArrowheads="1"/>
          </p:cNvSpPr>
          <p:nvPr/>
        </p:nvSpPr>
        <p:spPr bwMode="auto">
          <a:xfrm>
            <a:off x="344488" y="2577567"/>
            <a:ext cx="8942387"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90000"/>
              </a:lnSpc>
              <a:spcBef>
                <a:spcPct val="50000"/>
              </a:spcBef>
              <a:buFontTx/>
              <a:buNone/>
            </a:pPr>
            <a:r>
              <a:rPr lang="en-US" altLang="ko-KR" sz="1200" dirty="0">
                <a:latin typeface="Times New Roman" panose="02020603050405020304" pitchFamily="18" charset="0"/>
                <a:cs typeface="Times New Roman" panose="02020603050405020304" pitchFamily="18" charset="0"/>
              </a:rPr>
              <a:t>(8) </a:t>
            </a:r>
            <a:r>
              <a:rPr lang="en-US" altLang="ko-KR" sz="1200" b="1" dirty="0" smtClean="0">
                <a:latin typeface="Times New Roman" panose="02020603050405020304" pitchFamily="18" charset="0"/>
                <a:cs typeface="Times New Roman" panose="02020603050405020304" pitchFamily="18" charset="0"/>
              </a:rPr>
              <a:t>Write </a:t>
            </a:r>
            <a:r>
              <a:rPr lang="en-US" altLang="ko-KR" sz="1200" b="1" dirty="0" err="1" smtClean="0">
                <a:latin typeface="Times New Roman" panose="02020603050405020304" pitchFamily="18" charset="0"/>
                <a:cs typeface="Times New Roman" panose="02020603050405020304" pitchFamily="18" charset="0"/>
              </a:rPr>
              <a:t>khi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đang</a:t>
            </a:r>
            <a:r>
              <a:rPr lang="en-US" altLang="ko-KR" sz="1200" b="1" dirty="0" smtClean="0">
                <a:latin typeface="Times New Roman" panose="02020603050405020304" pitchFamily="18" charset="0"/>
                <a:cs typeface="Times New Roman" panose="02020603050405020304" pitchFamily="18" charset="0"/>
              </a:rPr>
              <a:t> RUN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Mode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F2)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ko-KR" altLang="en-US" sz="1200" dirty="0" smtClean="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Shift+F4 </a:t>
            </a:r>
            <a:r>
              <a:rPr lang="en-US" altLang="ko-KR" sz="1200" b="1" dirty="0" err="1" smtClean="0">
                <a:latin typeface="Times New Roman" panose="02020603050405020304" pitchFamily="18" charset="0"/>
                <a:cs typeface="Times New Roman" panose="02020603050405020304" pitchFamily="18" charset="0"/>
              </a:rPr>
              <a:t>để</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hoàn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thành</a:t>
            </a:r>
            <a:r>
              <a:rPr lang="en-US" altLang="ko-KR" sz="1200" b="1" dirty="0" smtClean="0">
                <a:latin typeface="Times New Roman" panose="02020603050405020304" pitchFamily="18" charset="0"/>
                <a:cs typeface="Times New Roman" panose="02020603050405020304" pitchFamily="18" charset="0"/>
              </a:rPr>
              <a:t> Write </a:t>
            </a:r>
            <a:r>
              <a:rPr lang="en-US" altLang="ko-KR" sz="1200" b="1" dirty="0" err="1" smtClean="0">
                <a:latin typeface="Times New Roman" panose="02020603050405020304" pitchFamily="18" charset="0"/>
                <a:cs typeface="Times New Roman" panose="02020603050405020304" pitchFamily="18" charset="0"/>
              </a:rPr>
              <a:t>khi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đang</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RUN.</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p:txBody>
      </p:sp>
      <p:pic>
        <p:nvPicPr>
          <p:cNvPr id="14" name="Picture 6"/>
          <p:cNvPicPr>
            <a:picLocks noChangeAspect="1" noChangeArrowheads="1"/>
          </p:cNvPicPr>
          <p:nvPr/>
        </p:nvPicPr>
        <p:blipFill>
          <a:blip r:embed="rId4">
            <a:extLst>
              <a:ext uri="{28A0092B-C50C-407E-A947-70E740481C1C}">
                <a14:useLocalDpi xmlns:a14="http://schemas.microsoft.com/office/drawing/2010/main" val="0"/>
              </a:ext>
            </a:extLst>
          </a:blip>
          <a:srcRect l="42188" t="36139" r="11719" b="51041"/>
          <a:stretch>
            <a:fillRect/>
          </a:stretch>
        </p:blipFill>
        <p:spPr bwMode="auto">
          <a:xfrm>
            <a:off x="563563" y="3015717"/>
            <a:ext cx="6419850" cy="1146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9"/>
          <p:cNvSpPr>
            <a:spLocks noChangeArrowheads="1"/>
          </p:cNvSpPr>
          <p:nvPr/>
        </p:nvSpPr>
        <p:spPr bwMode="auto">
          <a:xfrm>
            <a:off x="723900" y="4598454"/>
            <a:ext cx="7667087" cy="99411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Write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RUN,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F4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PLC Write</a:t>
            </a:r>
            <a:r>
              <a:rPr lang="en-US" altLang="ko-KR" sz="1100" dirty="0" smtClean="0">
                <a:latin typeface="Times New Roman" panose="02020603050405020304" pitchFamily="18" charset="0"/>
                <a:cs typeface="Times New Roman" panose="02020603050405020304" pitchFamily="18" charset="0"/>
              </a:rPr>
              <a:t>.</a:t>
            </a:r>
            <a:endParaRPr lang="en-US" altLang="ko-KR" sz="1100" dirty="0">
              <a:latin typeface="Times New Roman" panose="02020603050405020304" pitchFamily="18" charset="0"/>
              <a:cs typeface="Times New Roman" panose="02020603050405020304" pitchFamily="18" charset="0"/>
            </a:endParaRPr>
          </a:p>
          <a:p>
            <a:pPr eaLnBrk="1" hangingPunct="1">
              <a:lnSpc>
                <a:spcPct val="140000"/>
              </a:lnSpc>
              <a:spcBef>
                <a:spcPct val="50000"/>
              </a:spcBef>
              <a:buFontTx/>
              <a:buNone/>
            </a:pPr>
            <a:r>
              <a:rPr lang="en-US" altLang="ko-KR" sz="1100" dirty="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Đây</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có</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thể</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trở</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thành</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nguyên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nhân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gây</a:t>
            </a:r>
            <a:r>
              <a:rPr lang="en-US" altLang="ko-KR" sz="1100" dirty="0" smtClean="0">
                <a:latin typeface="Times New Roman" panose="02020603050405020304" pitchFamily="18" charset="0"/>
                <a:cs typeface="Times New Roman" panose="02020603050405020304" pitchFamily="18" charset="0"/>
              </a:rPr>
              <a:t> Down </a:t>
            </a:r>
            <a:r>
              <a:rPr lang="en-US" altLang="ko-KR" sz="1100" dirty="0" err="1" smtClean="0">
                <a:latin typeface="Times New Roman" panose="02020603050405020304" pitchFamily="18" charset="0"/>
                <a:cs typeface="Times New Roman" panose="02020603050405020304" pitchFamily="18" charset="0"/>
              </a:rPr>
              <a:t>thiết</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bị</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trong</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công</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xưởng</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nên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nếu</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trở</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thành</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nguyên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nhân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thì</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cần</a:t>
            </a:r>
            <a:r>
              <a:rPr lang="en-US" altLang="ko-KR" sz="1100" dirty="0" smtClean="0">
                <a:latin typeface="Times New Roman" panose="02020603050405020304" pitchFamily="18" charset="0"/>
                <a:cs typeface="Times New Roman" panose="02020603050405020304" pitchFamily="18" charset="0"/>
              </a:rPr>
              <a:t> Write </a:t>
            </a:r>
            <a:r>
              <a:rPr lang="en-US" altLang="ko-KR" sz="1100" dirty="0" err="1" smtClean="0">
                <a:latin typeface="Times New Roman" panose="02020603050405020304" pitchFamily="18" charset="0"/>
                <a:cs typeface="Times New Roman" panose="02020603050405020304" pitchFamily="18" charset="0"/>
              </a:rPr>
              <a:t>khi</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đang</a:t>
            </a:r>
            <a:r>
              <a:rPr lang="en-US" altLang="ko-KR" sz="1100" dirty="0" smtClean="0">
                <a:latin typeface="Times New Roman" panose="02020603050405020304" pitchFamily="18" charset="0"/>
                <a:cs typeface="Times New Roman" panose="02020603050405020304" pitchFamily="18" charset="0"/>
              </a:rPr>
              <a:t> Run.</a:t>
            </a:r>
            <a:endParaRPr lang="en-US" altLang="ko-KR" sz="1100" dirty="0">
              <a:latin typeface="Times New Roman" panose="02020603050405020304" pitchFamily="18" charset="0"/>
              <a:cs typeface="Times New Roman" panose="02020603050405020304" pitchFamily="18" charset="0"/>
            </a:endParaRPr>
          </a:p>
          <a:p>
            <a:pPr eaLnBrk="1" hangingPunct="1">
              <a:lnSpc>
                <a:spcPct val="140000"/>
              </a:lnSpc>
              <a:spcBef>
                <a:spcPct val="50000"/>
              </a:spcBef>
              <a:buFontTx/>
              <a:buNone/>
            </a:pPr>
            <a:r>
              <a:rPr lang="en-US" altLang="ko-KR" sz="1100" dirty="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Giả</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sử</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nếu</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phát</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sinh</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trường</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hợp</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này</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cần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đọc</a:t>
            </a:r>
            <a:r>
              <a:rPr lang="en-US" altLang="ko-KR" sz="1100" dirty="0" smtClean="0">
                <a:latin typeface="Times New Roman" panose="02020603050405020304" pitchFamily="18" charset="0"/>
                <a:cs typeface="Times New Roman" panose="02020603050405020304" pitchFamily="18" charset="0"/>
              </a:rPr>
              <a:t> PLC </a:t>
            </a:r>
            <a:r>
              <a:rPr lang="en-US" altLang="ko-KR" sz="1100" dirty="0" err="1" smtClean="0">
                <a:latin typeface="Times New Roman" panose="02020603050405020304" pitchFamily="18" charset="0"/>
                <a:cs typeface="Times New Roman" panose="02020603050405020304" pitchFamily="18" charset="0"/>
              </a:rPr>
              <a:t>sau</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đó</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tái</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chỉnh</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sửa</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rồi</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tiến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hành</a:t>
            </a:r>
            <a:r>
              <a:rPr lang="en-US" altLang="ko-KR" sz="1100" dirty="0" smtClean="0">
                <a:latin typeface="Times New Roman" panose="02020603050405020304" pitchFamily="18" charset="0"/>
                <a:cs typeface="Times New Roman" panose="02020603050405020304" pitchFamily="18" charset="0"/>
              </a:rPr>
              <a:t> Write </a:t>
            </a:r>
            <a:r>
              <a:rPr lang="en-US" altLang="ko-KR" sz="1100" dirty="0" err="1" smtClean="0">
                <a:latin typeface="Times New Roman" panose="02020603050405020304" pitchFamily="18" charset="0"/>
                <a:cs typeface="Times New Roman" panose="02020603050405020304" pitchFamily="18" charset="0"/>
              </a:rPr>
              <a:t>lại</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khi</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đang</a:t>
            </a:r>
            <a:r>
              <a:rPr lang="en-US" altLang="ko-KR" sz="1100" dirty="0" smtClean="0">
                <a:latin typeface="Times New Roman" panose="02020603050405020304" pitchFamily="18" charset="0"/>
                <a:cs typeface="Times New Roman" panose="02020603050405020304" pitchFamily="18" charset="0"/>
              </a:rPr>
              <a:t> RUN.</a:t>
            </a:r>
            <a:endParaRPr lang="en-US" altLang="ko-KR" sz="11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836071522"/>
      </p:ext>
    </p:extLst>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6"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pic>
        <p:nvPicPr>
          <p:cNvPr id="1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3609" y="4079404"/>
            <a:ext cx="7981096" cy="18868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4265" y="1537779"/>
            <a:ext cx="6264696" cy="1673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Text Box 2"/>
          <p:cNvSpPr txBox="1">
            <a:spLocks noChangeArrowheads="1"/>
          </p:cNvSpPr>
          <p:nvPr/>
        </p:nvSpPr>
        <p:spPr bwMode="auto">
          <a:xfrm>
            <a:off x="308484" y="584684"/>
            <a:ext cx="24994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2-7. </a:t>
            </a:r>
            <a:r>
              <a:rPr lang="en-US" altLang="ko-KR" sz="1400" b="1" dirty="0" err="1" smtClean="0">
                <a:latin typeface="Times New Roman" panose="02020603050405020304" pitchFamily="18" charset="0"/>
                <a:cs typeface="Times New Roman" panose="02020603050405020304" pitchFamily="18" charset="0"/>
              </a:rPr>
              <a:t>Cách</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chỉnh</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sửa</a:t>
            </a:r>
            <a:r>
              <a:rPr lang="en-US" altLang="ko-KR" sz="1400" b="1" dirty="0" smtClean="0">
                <a:latin typeface="Times New Roman" panose="02020603050405020304" pitchFamily="18" charset="0"/>
                <a:cs typeface="Times New Roman" panose="02020603050405020304" pitchFamily="18" charset="0"/>
              </a:rPr>
              <a:t> Comment</a:t>
            </a:r>
            <a:endParaRPr lang="ko-KR" altLang="en-US" sz="1400" b="1" dirty="0">
              <a:latin typeface="Times New Roman" panose="02020603050405020304" pitchFamily="18" charset="0"/>
              <a:cs typeface="Times New Roman" panose="02020603050405020304" pitchFamily="18" charset="0"/>
            </a:endParaRPr>
          </a:p>
        </p:txBody>
      </p:sp>
      <p:sp>
        <p:nvSpPr>
          <p:cNvPr id="21" name="Rectangle 3"/>
          <p:cNvSpPr>
            <a:spLocks noChangeArrowheads="1"/>
          </p:cNvSpPr>
          <p:nvPr/>
        </p:nvSpPr>
        <p:spPr bwMode="auto">
          <a:xfrm>
            <a:off x="324359" y="962509"/>
            <a:ext cx="867251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smtClean="0">
                <a:latin typeface="Times New Roman" panose="02020603050405020304" pitchFamily="18" charset="0"/>
                <a:cs typeface="Times New Roman" panose="02020603050405020304" pitchFamily="18" charset="0"/>
              </a:rPr>
              <a:t>Comment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Comment.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① </a:t>
            </a:r>
            <a:r>
              <a:rPr lang="en-US" altLang="ko-KR" sz="1200" dirty="0" err="1">
                <a:latin typeface="Times New Roman" panose="02020603050405020304" pitchFamily="18" charset="0"/>
                <a:cs typeface="Times New Roman" panose="02020603050405020304" pitchFamily="18" charset="0"/>
              </a:rPr>
              <a:t>P</a:t>
            </a:r>
            <a:r>
              <a:rPr lang="en-US" altLang="ko-KR" sz="1200" dirty="0" err="1" smtClean="0">
                <a:latin typeface="Times New Roman" panose="02020603050405020304" pitchFamily="18" charset="0"/>
                <a:cs typeface="Times New Roman" panose="02020603050405020304" pitchFamily="18" charset="0"/>
              </a:rPr>
              <a:t>hương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pháp</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Comment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Ladder</a:t>
            </a:r>
            <a:endParaRPr lang="ko-KR" altLang="en-US" sz="1200" dirty="0">
              <a:latin typeface="Times New Roman" panose="02020603050405020304" pitchFamily="18" charset="0"/>
              <a:cs typeface="Times New Roman" panose="02020603050405020304" pitchFamily="18" charset="0"/>
            </a:endParaRPr>
          </a:p>
        </p:txBody>
      </p:sp>
      <p:sp>
        <p:nvSpPr>
          <p:cNvPr id="22" name="Rectangle 4"/>
          <p:cNvSpPr>
            <a:spLocks noChangeArrowheads="1"/>
          </p:cNvSpPr>
          <p:nvPr/>
        </p:nvSpPr>
        <p:spPr bwMode="auto">
          <a:xfrm>
            <a:off x="364046" y="3637044"/>
            <a:ext cx="9245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②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Device Comment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tiên</a:t>
            </a:r>
            <a:r>
              <a:rPr lang="ko-KR" altLang="en-US" sz="1200" dirty="0" smtClean="0">
                <a:latin typeface="Times New Roman" panose="02020603050405020304" pitchFamily="18" charset="0"/>
                <a:cs typeface="Times New Roman" panose="02020603050405020304" pitchFamily="18" charset="0"/>
                <a:sym typeface="Wingdings" pitchFamily="2" charset="2"/>
              </a:rPr>
              <a:t></a:t>
            </a:r>
            <a:r>
              <a:rPr lang="en-US" altLang="ko-KR" sz="1200" dirty="0" err="1" smtClean="0">
                <a:latin typeface="Times New Roman" panose="02020603050405020304" pitchFamily="18" charset="0"/>
                <a:cs typeface="Times New Roman" panose="02020603050405020304" pitchFamily="18" charset="0"/>
                <a:sym typeface="Wingdings" pitchFamily="2" charset="2"/>
              </a:rPr>
              <a:t>Nhập</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lần</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lượt</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tên</a:t>
            </a:r>
            <a:r>
              <a:rPr lang="en-US" altLang="ko-KR" sz="1200" dirty="0" smtClean="0">
                <a:latin typeface="Times New Roman" panose="02020603050405020304" pitchFamily="18" charset="0"/>
                <a:cs typeface="Times New Roman" panose="02020603050405020304" pitchFamily="18" charset="0"/>
                <a:sym typeface="Wingdings" pitchFamily="2" charset="2"/>
              </a:rPr>
              <a:t> Comment</a:t>
            </a:r>
            <a:endParaRPr lang="ko-KR" altLang="en-US" sz="1200" dirty="0">
              <a:latin typeface="Times New Roman" panose="02020603050405020304" pitchFamily="18" charset="0"/>
              <a:cs typeface="Times New Roman" panose="02020603050405020304" pitchFamily="18" charset="0"/>
            </a:endParaRPr>
          </a:p>
        </p:txBody>
      </p:sp>
      <p:sp>
        <p:nvSpPr>
          <p:cNvPr id="23" name="Text Box 9"/>
          <p:cNvSpPr txBox="1">
            <a:spLocks noChangeArrowheads="1"/>
          </p:cNvSpPr>
          <p:nvPr/>
        </p:nvSpPr>
        <p:spPr bwMode="auto">
          <a:xfrm>
            <a:off x="2120429" y="1357366"/>
            <a:ext cx="379387" cy="396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dirty="0">
                <a:solidFill>
                  <a:srgbClr val="CC3300"/>
                </a:solidFill>
                <a:latin typeface="Times New Roman" panose="02020603050405020304" pitchFamily="18" charset="0"/>
                <a:cs typeface="Times New Roman" panose="02020603050405020304" pitchFamily="18" charset="0"/>
              </a:rPr>
              <a:t>v</a:t>
            </a:r>
            <a:endParaRPr lang="en-US" altLang="ko-KR" sz="2000" dirty="0">
              <a:solidFill>
                <a:srgbClr val="CC3300"/>
              </a:solidFill>
              <a:latin typeface="Times New Roman" panose="02020603050405020304" pitchFamily="18" charset="0"/>
              <a:cs typeface="Times New Roman" panose="02020603050405020304" pitchFamily="18" charset="0"/>
            </a:endParaRPr>
          </a:p>
        </p:txBody>
      </p:sp>
      <p:sp>
        <p:nvSpPr>
          <p:cNvPr id="24" name="Rectangle 13"/>
          <p:cNvSpPr>
            <a:spLocks noChangeArrowheads="1"/>
          </p:cNvSpPr>
          <p:nvPr/>
        </p:nvSpPr>
        <p:spPr bwMode="auto">
          <a:xfrm>
            <a:off x="860289" y="4814143"/>
            <a:ext cx="1872208" cy="455503"/>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5" name="AutoShape 14"/>
          <p:cNvSpPr>
            <a:spLocks noChangeArrowheads="1"/>
          </p:cNvSpPr>
          <p:nvPr/>
        </p:nvSpPr>
        <p:spPr bwMode="auto">
          <a:xfrm>
            <a:off x="2768501" y="4814143"/>
            <a:ext cx="360040" cy="360040"/>
          </a:xfrm>
          <a:prstGeom prst="rightArrow">
            <a:avLst>
              <a:gd name="adj1" fmla="val 50000"/>
              <a:gd name="adj2" fmla="val 46841"/>
            </a:avLst>
          </a:prstGeom>
          <a:solidFill>
            <a:srgbClr val="FF3300"/>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6" name="Text Box 15"/>
          <p:cNvSpPr txBox="1">
            <a:spLocks noChangeArrowheads="1"/>
          </p:cNvSpPr>
          <p:nvPr/>
        </p:nvSpPr>
        <p:spPr bwMode="auto">
          <a:xfrm>
            <a:off x="3956633" y="4130067"/>
            <a:ext cx="967430" cy="307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smtClean="0">
                <a:latin typeface="Times New Roman" panose="02020603050405020304" pitchFamily="18" charset="0"/>
                <a:cs typeface="Times New Roman" panose="02020603050405020304" pitchFamily="18" charset="0"/>
              </a:rPr>
              <a:t>I/O </a:t>
            </a:r>
            <a:r>
              <a:rPr lang="en-US" altLang="ko-KR" sz="1200" b="1" dirty="0" err="1" smtClean="0">
                <a:latin typeface="Times New Roman" panose="02020603050405020304" pitchFamily="18" charset="0"/>
                <a:cs typeface="Times New Roman" panose="02020603050405020304" pitchFamily="18" charset="0"/>
              </a:rPr>
              <a:t>đầu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tiên</a:t>
            </a:r>
            <a:endParaRPr lang="en-US" altLang="ko-KR" sz="1200" b="1" dirty="0">
              <a:latin typeface="Times New Roman" panose="02020603050405020304" pitchFamily="18" charset="0"/>
              <a:cs typeface="Times New Roman" panose="02020603050405020304" pitchFamily="18" charset="0"/>
            </a:endParaRPr>
          </a:p>
        </p:txBody>
      </p:sp>
      <p:pic>
        <p:nvPicPr>
          <p:cNvPr id="27"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08561" y="2005831"/>
            <a:ext cx="5324592" cy="11881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 name="위로 굽은 화살표 27"/>
          <p:cNvSpPr/>
          <p:nvPr/>
        </p:nvSpPr>
        <p:spPr bwMode="auto">
          <a:xfrm rot="5400000">
            <a:off x="2372457" y="1897819"/>
            <a:ext cx="1116124" cy="1044116"/>
          </a:xfrm>
          <a:prstGeom prst="bentUpArrow">
            <a:avLst>
              <a:gd name="adj1" fmla="val 10303"/>
              <a:gd name="adj2" fmla="val 10202"/>
              <a:gd name="adj3" fmla="val 25000"/>
            </a:avLst>
          </a:prstGeom>
          <a:solidFill>
            <a:srgbClr val="FF3300"/>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85337" tIns="42669" rIns="85337" bIns="42669" rtlCol="0" anchor="ctr">
            <a:spAutoFit/>
          </a:bodyPr>
          <a:lstStyle/>
          <a:p>
            <a:pPr algn="ct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extLst>
      <p:ext uri="{BB962C8B-B14F-4D97-AF65-F5344CB8AC3E}">
        <p14:creationId xmlns:p14="http://schemas.microsoft.com/office/powerpoint/2010/main" val="2431603732"/>
      </p:ext>
    </p:extLst>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21"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pic>
        <p:nvPicPr>
          <p:cNvPr id="23" name="Picture 9"/>
          <p:cNvPicPr>
            <a:picLocks noChangeAspect="1" noChangeArrowheads="1"/>
          </p:cNvPicPr>
          <p:nvPr/>
        </p:nvPicPr>
        <p:blipFill rotWithShape="1">
          <a:blip r:embed="rId3">
            <a:extLst>
              <a:ext uri="{28A0092B-C50C-407E-A947-70E740481C1C}">
                <a14:useLocalDpi xmlns:a14="http://schemas.microsoft.com/office/drawing/2010/main" val="0"/>
              </a:ext>
            </a:extLst>
          </a:blip>
          <a:srcRect r="32866"/>
          <a:stretch/>
        </p:blipFill>
        <p:spPr bwMode="auto">
          <a:xfrm>
            <a:off x="5024562" y="2240905"/>
            <a:ext cx="2864743" cy="819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00626" y="3177009"/>
            <a:ext cx="3024336" cy="7482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12"/>
          <p:cNvPicPr>
            <a:picLocks noChangeAspect="1" noChangeArrowheads="1"/>
          </p:cNvPicPr>
          <p:nvPr/>
        </p:nvPicPr>
        <p:blipFill rotWithShape="1">
          <a:blip r:embed="rId5">
            <a:extLst>
              <a:ext uri="{28A0092B-C50C-407E-A947-70E740481C1C}">
                <a14:useLocalDpi xmlns:a14="http://schemas.microsoft.com/office/drawing/2010/main" val="0"/>
              </a:ext>
            </a:extLst>
          </a:blip>
          <a:srcRect r="57371"/>
          <a:stretch/>
        </p:blipFill>
        <p:spPr bwMode="auto">
          <a:xfrm>
            <a:off x="5024562" y="4077109"/>
            <a:ext cx="2464693" cy="1038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13"/>
          <p:cNvPicPr>
            <a:picLocks noChangeAspect="1" noChangeArrowheads="1"/>
          </p:cNvPicPr>
          <p:nvPr/>
        </p:nvPicPr>
        <p:blipFill rotWithShape="1">
          <a:blip r:embed="rId5">
            <a:extLst>
              <a:ext uri="{28A0092B-C50C-407E-A947-70E740481C1C}">
                <a14:useLocalDpi xmlns:a14="http://schemas.microsoft.com/office/drawing/2010/main" val="0"/>
              </a:ext>
            </a:extLst>
          </a:blip>
          <a:srcRect l="81160"/>
          <a:stretch/>
        </p:blipFill>
        <p:spPr bwMode="auto">
          <a:xfrm>
            <a:off x="7480635" y="4077109"/>
            <a:ext cx="1089273" cy="1038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 name="Picture 9"/>
          <p:cNvPicPr>
            <a:picLocks noChangeAspect="1" noChangeArrowheads="1"/>
          </p:cNvPicPr>
          <p:nvPr/>
        </p:nvPicPr>
        <p:blipFill rotWithShape="1">
          <a:blip r:embed="rId3">
            <a:extLst>
              <a:ext uri="{28A0092B-C50C-407E-A947-70E740481C1C}">
                <a14:useLocalDpi xmlns:a14="http://schemas.microsoft.com/office/drawing/2010/main" val="0"/>
              </a:ext>
            </a:extLst>
          </a:blip>
          <a:srcRect l="75622" r="-1"/>
          <a:stretch/>
        </p:blipFill>
        <p:spPr bwMode="auto">
          <a:xfrm>
            <a:off x="7260654" y="2240905"/>
            <a:ext cx="1040271" cy="819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 name="Picture 3"/>
          <p:cNvPicPr>
            <a:picLocks noChangeAspect="1" noChangeArrowheads="1"/>
          </p:cNvPicPr>
          <p:nvPr/>
        </p:nvPicPr>
        <p:blipFill rotWithShape="1">
          <a:blip r:embed="rId6">
            <a:extLst>
              <a:ext uri="{28A0092B-C50C-407E-A947-70E740481C1C}">
                <a14:useLocalDpi xmlns:a14="http://schemas.microsoft.com/office/drawing/2010/main" val="0"/>
              </a:ext>
            </a:extLst>
          </a:blip>
          <a:srcRect r="51765"/>
          <a:stretch/>
        </p:blipFill>
        <p:spPr bwMode="auto">
          <a:xfrm>
            <a:off x="416050" y="2240905"/>
            <a:ext cx="3276364" cy="9246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41110" y="3177009"/>
            <a:ext cx="3027368" cy="7489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6050" y="4077109"/>
            <a:ext cx="3106737" cy="11161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 name="Rectangle 3"/>
          <p:cNvSpPr>
            <a:spLocks noChangeArrowheads="1"/>
          </p:cNvSpPr>
          <p:nvPr/>
        </p:nvSpPr>
        <p:spPr bwMode="auto">
          <a:xfrm>
            <a:off x="380430" y="1052488"/>
            <a:ext cx="8488363" cy="720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do </a:t>
            </a:r>
            <a:r>
              <a:rPr lang="en-US" altLang="ko-KR" sz="1200" b="1" dirty="0" err="1" smtClean="0">
                <a:latin typeface="Times New Roman" panose="02020603050405020304" pitchFamily="18" charset="0"/>
                <a:cs typeface="Times New Roman" panose="02020603050405020304" pitchFamily="18" charset="0"/>
              </a:rPr>
              <a:t>chỉnh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sửa</a:t>
            </a:r>
            <a:r>
              <a:rPr lang="en-US" altLang="ko-KR"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Statement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Ladder</a:t>
            </a:r>
            <a:endParaRPr lang="ko-KR" altLang="en-US" sz="1200" dirty="0">
              <a:latin typeface="Times New Roman" panose="02020603050405020304" pitchFamily="18" charset="0"/>
              <a:cs typeface="Times New Roman" panose="02020603050405020304" pitchFamily="18" charset="0"/>
            </a:endParaRPr>
          </a:p>
          <a:p>
            <a:pPr eaLnBrk="1" hangingPunct="1">
              <a:lnSpc>
                <a:spcPct val="8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Statement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Toolbar, Click Enter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muốn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8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Display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32" name="Rectangle 5"/>
          <p:cNvSpPr>
            <a:spLocks noChangeArrowheads="1"/>
          </p:cNvSpPr>
          <p:nvPr/>
        </p:nvSpPr>
        <p:spPr bwMode="auto">
          <a:xfrm>
            <a:off x="382018" y="5572552"/>
            <a:ext cx="8567737" cy="6647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70000"/>
              </a:lnSpc>
              <a:spcBef>
                <a:spcPct val="50000"/>
              </a:spcBef>
              <a:buFontTx/>
              <a:buNone/>
            </a:pP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do </a:t>
            </a:r>
            <a:r>
              <a:rPr lang="en-US" altLang="ko-KR" sz="1200" b="1" dirty="0" err="1" smtClean="0">
                <a:latin typeface="Times New Roman" panose="02020603050405020304" pitchFamily="18" charset="0"/>
                <a:cs typeface="Times New Roman" panose="02020603050405020304" pitchFamily="18" charset="0"/>
              </a:rPr>
              <a:t>chỉnh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sửa</a:t>
            </a:r>
            <a:r>
              <a:rPr lang="en-US" altLang="ko-KR" sz="1200" b="1" dirty="0" smtClean="0">
                <a:latin typeface="Times New Roman" panose="02020603050405020304" pitchFamily="18" charset="0"/>
                <a:cs typeface="Times New Roman" panose="02020603050405020304" pitchFamily="18" charset="0"/>
              </a:rPr>
              <a:t> Note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Ladder</a:t>
            </a:r>
            <a:endParaRPr lang="ko-KR" altLang="en-US" sz="1200" dirty="0">
              <a:latin typeface="Times New Roman" panose="02020603050405020304" pitchFamily="18" charset="0"/>
              <a:cs typeface="Times New Roman" panose="02020603050405020304" pitchFamily="18" charset="0"/>
            </a:endParaRPr>
          </a:p>
          <a:p>
            <a:pPr eaLnBrk="1" hangingPunct="1">
              <a:lnSpc>
                <a:spcPct val="7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Note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Toolbar, Click Enter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cuộn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muốn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Display</a:t>
            </a:r>
          </a:p>
          <a:p>
            <a:pPr eaLnBrk="1" hangingPunct="1">
              <a:lnSpc>
                <a:spcPct val="7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33" name="Text Box 11"/>
          <p:cNvSpPr txBox="1">
            <a:spLocks noChangeArrowheads="1"/>
          </p:cNvSpPr>
          <p:nvPr/>
        </p:nvSpPr>
        <p:spPr bwMode="auto">
          <a:xfrm>
            <a:off x="2180246" y="1952873"/>
            <a:ext cx="3286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dirty="0">
                <a:solidFill>
                  <a:srgbClr val="CC3300"/>
                </a:solidFill>
                <a:latin typeface="Times New Roman" panose="02020603050405020304" pitchFamily="18" charset="0"/>
                <a:cs typeface="Times New Roman" panose="02020603050405020304" pitchFamily="18" charset="0"/>
              </a:rPr>
              <a:t>v</a:t>
            </a:r>
            <a:endParaRPr lang="en-US" altLang="ko-KR" sz="2000" dirty="0">
              <a:solidFill>
                <a:srgbClr val="CC3300"/>
              </a:solidFill>
              <a:latin typeface="Times New Roman" panose="02020603050405020304" pitchFamily="18" charset="0"/>
              <a:cs typeface="Times New Roman" panose="02020603050405020304" pitchFamily="18" charset="0"/>
            </a:endParaRPr>
          </a:p>
        </p:txBody>
      </p:sp>
      <p:sp>
        <p:nvSpPr>
          <p:cNvPr id="34" name="Rectangle 13"/>
          <p:cNvSpPr>
            <a:spLocks noChangeArrowheads="1"/>
          </p:cNvSpPr>
          <p:nvPr/>
        </p:nvSpPr>
        <p:spPr bwMode="auto">
          <a:xfrm>
            <a:off x="1375793" y="1881163"/>
            <a:ext cx="18129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latin typeface="Times New Roman" panose="02020603050405020304" pitchFamily="18" charset="0"/>
                <a:cs typeface="Times New Roman" panose="02020603050405020304" pitchFamily="18" charset="0"/>
              </a:rPr>
              <a:t>&lt; </a:t>
            </a:r>
            <a:r>
              <a:rPr lang="en-US" altLang="ko-KR" sz="1200" b="1" dirty="0" err="1" smtClean="0">
                <a:latin typeface="Times New Roman" panose="02020603050405020304" pitchFamily="18" charset="0"/>
                <a:cs typeface="Times New Roman" panose="02020603050405020304" pitchFamily="18" charset="0"/>
              </a:rPr>
              <a:t>Chỉnh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sửa</a:t>
            </a:r>
            <a:r>
              <a:rPr lang="en-US" altLang="ko-KR" sz="1200" b="1" dirty="0" smtClean="0">
                <a:latin typeface="Times New Roman" panose="02020603050405020304" pitchFamily="18" charset="0"/>
                <a:cs typeface="Times New Roman" panose="02020603050405020304" pitchFamily="18" charset="0"/>
              </a:rPr>
              <a:t> Statement </a:t>
            </a:r>
            <a:r>
              <a:rPr lang="en-US" altLang="ko-KR" sz="1200" b="1" dirty="0">
                <a:latin typeface="Times New Roman" panose="02020603050405020304" pitchFamily="18" charset="0"/>
                <a:cs typeface="Times New Roman" panose="02020603050405020304" pitchFamily="18" charset="0"/>
              </a:rPr>
              <a:t>&gt;</a:t>
            </a:r>
          </a:p>
        </p:txBody>
      </p:sp>
      <p:sp>
        <p:nvSpPr>
          <p:cNvPr id="35" name="Rectangle 14"/>
          <p:cNvSpPr>
            <a:spLocks noChangeArrowheads="1"/>
          </p:cNvSpPr>
          <p:nvPr/>
        </p:nvSpPr>
        <p:spPr bwMode="auto">
          <a:xfrm>
            <a:off x="5888658" y="1881163"/>
            <a:ext cx="167481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smtClean="0">
                <a:latin typeface="Times New Roman" panose="02020603050405020304" pitchFamily="18" charset="0"/>
                <a:cs typeface="Times New Roman" panose="02020603050405020304" pitchFamily="18" charset="0"/>
              </a:rPr>
              <a:t>&lt;</a:t>
            </a:r>
            <a:r>
              <a:rPr lang="en-US" altLang="ko-KR" sz="1200" b="1" dirty="0" err="1" smtClean="0">
                <a:latin typeface="Times New Roman" panose="02020603050405020304" pitchFamily="18" charset="0"/>
                <a:cs typeface="Times New Roman" panose="02020603050405020304" pitchFamily="18" charset="0"/>
              </a:rPr>
              <a:t>Chỉnh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sửa</a:t>
            </a:r>
            <a:r>
              <a:rPr lang="en-US" altLang="ko-KR" sz="1200" b="1" dirty="0" smtClean="0">
                <a:latin typeface="Times New Roman" panose="02020603050405020304" pitchFamily="18" charset="0"/>
                <a:cs typeface="Times New Roman" panose="02020603050405020304" pitchFamily="18" charset="0"/>
              </a:rPr>
              <a:t> Note&gt;</a:t>
            </a:r>
            <a:endParaRPr lang="en-US" altLang="ko-KR" sz="1200" b="1" dirty="0">
              <a:latin typeface="Times New Roman" panose="02020603050405020304" pitchFamily="18" charset="0"/>
              <a:cs typeface="Times New Roman" panose="02020603050405020304" pitchFamily="18" charset="0"/>
            </a:endParaRPr>
          </a:p>
        </p:txBody>
      </p:sp>
      <p:sp>
        <p:nvSpPr>
          <p:cNvPr id="36" name="Text Box 19"/>
          <p:cNvSpPr txBox="1">
            <a:spLocks noChangeArrowheads="1"/>
          </p:cNvSpPr>
          <p:nvPr/>
        </p:nvSpPr>
        <p:spPr bwMode="auto">
          <a:xfrm>
            <a:off x="272480" y="620688"/>
            <a:ext cx="25779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2-8. </a:t>
            </a:r>
            <a:r>
              <a:rPr lang="en-US" altLang="ko-KR" sz="1400" b="1" dirty="0" err="1" smtClean="0">
                <a:latin typeface="Times New Roman" panose="02020603050405020304" pitchFamily="18" charset="0"/>
                <a:cs typeface="Times New Roman" panose="02020603050405020304" pitchFamily="18" charset="0"/>
              </a:rPr>
              <a:t>Chỉnh</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sửa</a:t>
            </a:r>
            <a:r>
              <a:rPr lang="en-US" altLang="ko-KR" sz="1400" b="1" dirty="0">
                <a:latin typeface="Times New Roman" panose="02020603050405020304" pitchFamily="18" charset="0"/>
                <a:cs typeface="Times New Roman" panose="02020603050405020304" pitchFamily="18" charset="0"/>
              </a:rPr>
              <a:t> </a:t>
            </a:r>
            <a:r>
              <a:rPr lang="en-US" altLang="ko-KR" sz="1400" b="1" dirty="0" smtClean="0">
                <a:latin typeface="Times New Roman" panose="02020603050405020304" pitchFamily="18" charset="0"/>
                <a:cs typeface="Times New Roman" panose="02020603050405020304" pitchFamily="18" charset="0"/>
              </a:rPr>
              <a:t>Statement/ Note</a:t>
            </a:r>
            <a:endParaRPr lang="ko-KR" altLang="en-US" sz="1400" b="1" dirty="0">
              <a:latin typeface="Times New Roman" panose="02020603050405020304" pitchFamily="18" charset="0"/>
              <a:cs typeface="Times New Roman" panose="02020603050405020304" pitchFamily="18" charset="0"/>
            </a:endParaRPr>
          </a:p>
        </p:txBody>
      </p:sp>
      <p:sp>
        <p:nvSpPr>
          <p:cNvPr id="37" name="Rectangle 20"/>
          <p:cNvSpPr>
            <a:spLocks noChangeArrowheads="1"/>
          </p:cNvSpPr>
          <p:nvPr/>
        </p:nvSpPr>
        <p:spPr bwMode="auto">
          <a:xfrm>
            <a:off x="416050" y="4329138"/>
            <a:ext cx="1224136" cy="252028"/>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38" name="Text Box 9"/>
          <p:cNvSpPr txBox="1">
            <a:spLocks noChangeArrowheads="1"/>
          </p:cNvSpPr>
          <p:nvPr/>
        </p:nvSpPr>
        <p:spPr bwMode="auto">
          <a:xfrm>
            <a:off x="5456610" y="1971650"/>
            <a:ext cx="3524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2000" b="1" dirty="0">
                <a:solidFill>
                  <a:srgbClr val="CC3300"/>
                </a:solidFill>
                <a:latin typeface="Times New Roman" panose="02020603050405020304" pitchFamily="18" charset="0"/>
                <a:cs typeface="Times New Roman" panose="02020603050405020304" pitchFamily="18" charset="0"/>
              </a:rPr>
              <a:t>v</a:t>
            </a:r>
            <a:endParaRPr lang="en-US" altLang="ko-KR" sz="2000" dirty="0">
              <a:solidFill>
                <a:srgbClr val="CC3300"/>
              </a:solidFill>
              <a:latin typeface="Times New Roman" panose="02020603050405020304" pitchFamily="18" charset="0"/>
              <a:cs typeface="Times New Roman" panose="02020603050405020304" pitchFamily="18" charset="0"/>
            </a:endParaRPr>
          </a:p>
        </p:txBody>
      </p:sp>
      <p:sp>
        <p:nvSpPr>
          <p:cNvPr id="39" name="Line 23"/>
          <p:cNvSpPr>
            <a:spLocks noChangeShapeType="1"/>
          </p:cNvSpPr>
          <p:nvPr/>
        </p:nvSpPr>
        <p:spPr bwMode="auto">
          <a:xfrm flipH="1">
            <a:off x="704082" y="3393033"/>
            <a:ext cx="684076" cy="900099"/>
          </a:xfrm>
          <a:prstGeom prst="line">
            <a:avLst/>
          </a:prstGeom>
          <a:noFill/>
          <a:ln w="19050">
            <a:solidFill>
              <a:srgbClr val="FF3300"/>
            </a:solidFill>
            <a:round/>
            <a:headEnd/>
            <a:tailEnd type="triangle" w="med" len="med"/>
          </a:ln>
          <a:extLst>
            <a:ext uri="{909E8E84-426E-40DD-AFC4-6F175D3DCCD1}">
              <a14:hiddenFill xmlns:a14="http://schemas.microsoft.com/office/drawing/2010/main">
                <a:noFill/>
              </a14:hiddenFill>
            </a:ext>
          </a:extLst>
        </p:spPr>
        <p:txBody>
          <a:bodyPr wrap="square"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40" name="Line 24"/>
          <p:cNvSpPr>
            <a:spLocks noChangeShapeType="1"/>
          </p:cNvSpPr>
          <p:nvPr/>
        </p:nvSpPr>
        <p:spPr bwMode="auto">
          <a:xfrm>
            <a:off x="6140686" y="3393033"/>
            <a:ext cx="1908212" cy="900099"/>
          </a:xfrm>
          <a:prstGeom prst="line">
            <a:avLst/>
          </a:prstGeom>
          <a:noFill/>
          <a:ln w="19050">
            <a:solidFill>
              <a:srgbClr val="FF3300"/>
            </a:solidFill>
            <a:round/>
            <a:headEnd/>
            <a:tailEnd type="triangle" w="med" len="med"/>
          </a:ln>
          <a:extLst>
            <a:ext uri="{909E8E84-426E-40DD-AFC4-6F175D3DCCD1}">
              <a14:hiddenFill xmlns:a14="http://schemas.microsoft.com/office/drawing/2010/main">
                <a:noFill/>
              </a14:hiddenFill>
            </a:ext>
          </a:extLst>
        </p:spPr>
        <p:txBody>
          <a:bodyPr wrap="square"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41" name="Rectangle 20"/>
          <p:cNvSpPr>
            <a:spLocks noChangeArrowheads="1"/>
          </p:cNvSpPr>
          <p:nvPr/>
        </p:nvSpPr>
        <p:spPr bwMode="auto">
          <a:xfrm>
            <a:off x="7472834" y="4429720"/>
            <a:ext cx="1116124" cy="216024"/>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extLst>
      <p:ext uri="{BB962C8B-B14F-4D97-AF65-F5344CB8AC3E}">
        <p14:creationId xmlns:p14="http://schemas.microsoft.com/office/powerpoint/2010/main" val="2457451536"/>
      </p:ext>
    </p:extLst>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1"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13" name="Text Box 2"/>
          <p:cNvSpPr txBox="1">
            <a:spLocks noChangeArrowheads="1"/>
          </p:cNvSpPr>
          <p:nvPr/>
        </p:nvSpPr>
        <p:spPr bwMode="auto">
          <a:xfrm>
            <a:off x="272480" y="620688"/>
            <a:ext cx="22540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2-9. </a:t>
            </a:r>
            <a:r>
              <a:rPr lang="en-US" altLang="ko-KR" sz="1400" b="1" dirty="0" err="1" smtClean="0">
                <a:latin typeface="Times New Roman" panose="02020603050405020304" pitchFamily="18" charset="0"/>
                <a:cs typeface="Times New Roman" panose="02020603050405020304" pitchFamily="18" charset="0"/>
              </a:rPr>
              <a:t>Lập</a:t>
            </a:r>
            <a:r>
              <a:rPr lang="en-US" altLang="ko-KR" sz="1400" b="1" dirty="0" smtClean="0">
                <a:latin typeface="Times New Roman" panose="02020603050405020304" pitchFamily="18" charset="0"/>
                <a:cs typeface="Times New Roman" panose="02020603050405020304" pitchFamily="18" charset="0"/>
              </a:rPr>
              <a:t> Multiple Program</a:t>
            </a:r>
            <a:endParaRPr lang="ko-KR" altLang="en-US" sz="1400" b="1" dirty="0">
              <a:latin typeface="Times New Roman" panose="02020603050405020304" pitchFamily="18" charset="0"/>
              <a:cs typeface="Times New Roman" panose="02020603050405020304" pitchFamily="18" charset="0"/>
            </a:endParaRPr>
          </a:p>
        </p:txBody>
      </p:sp>
      <p:sp>
        <p:nvSpPr>
          <p:cNvPr id="14" name="Rectangle 3"/>
          <p:cNvSpPr>
            <a:spLocks noChangeArrowheads="1"/>
          </p:cNvSpPr>
          <p:nvPr/>
        </p:nvSpPr>
        <p:spPr bwMode="auto">
          <a:xfrm>
            <a:off x="401068" y="1062013"/>
            <a:ext cx="8201025" cy="446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marL="228600" indent="-228600" eaLnBrk="1" hangingPunct="1">
              <a:lnSpc>
                <a:spcPct val="70000"/>
              </a:lnSpc>
              <a:spcBef>
                <a:spcPct val="50000"/>
              </a:spcBef>
              <a:buFontTx/>
              <a:buAutoNum type="arabicParenBoth"/>
            </a:pPr>
            <a:r>
              <a:rPr lang="en-US" altLang="ko-KR" sz="1200" dirty="0" smtClean="0">
                <a:latin typeface="Times New Roman" panose="02020603050405020304" pitchFamily="18" charset="0"/>
                <a:cs typeface="Times New Roman" panose="02020603050405020304" pitchFamily="18" charset="0"/>
              </a:rPr>
              <a:t>Click</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đúp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tóm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Program Data</a:t>
            </a:r>
            <a:r>
              <a:rPr lang="ko-KR" altLang="en-US" sz="1200" dirty="0" smtClean="0">
                <a:latin typeface="Times New Roman" panose="02020603050405020304" pitchFamily="18" charset="0"/>
                <a:cs typeface="Times New Roman" panose="02020603050405020304" pitchFamily="18" charset="0"/>
                <a:sym typeface="Wingdings" pitchFamily="2" charset="2"/>
              </a:rPr>
              <a:t></a:t>
            </a:r>
            <a:r>
              <a:rPr lang="en-US" altLang="ko-KR" sz="1200" dirty="0" smtClean="0">
                <a:latin typeface="Times New Roman" panose="02020603050405020304" pitchFamily="18" charset="0"/>
                <a:cs typeface="Times New Roman" panose="02020603050405020304" pitchFamily="18" charset="0"/>
                <a:sym typeface="Wingdings" pitchFamily="2" charset="2"/>
              </a:rPr>
              <a:t>Click </a:t>
            </a:r>
            <a:r>
              <a:rPr lang="en-US" altLang="ko-KR" sz="1200" dirty="0" err="1" smtClean="0">
                <a:latin typeface="Times New Roman" panose="02020603050405020304" pitchFamily="18" charset="0"/>
                <a:cs typeface="Times New Roman" panose="02020603050405020304" pitchFamily="18" charset="0"/>
                <a:sym typeface="Wingdings" pitchFamily="2" charset="2"/>
              </a:rPr>
              <a:t>chuột</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phải</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vào</a:t>
            </a:r>
            <a:r>
              <a:rPr lang="en-US" altLang="ko-KR" sz="1200" dirty="0" smtClean="0">
                <a:latin typeface="Times New Roman" panose="02020603050405020304" pitchFamily="18" charset="0"/>
                <a:cs typeface="Times New Roman" panose="02020603050405020304" pitchFamily="18" charset="0"/>
                <a:sym typeface="Wingdings" pitchFamily="2" charset="2"/>
              </a:rPr>
              <a:t> Folder MAIN </a:t>
            </a:r>
            <a:r>
              <a:rPr lang="en-US" altLang="ko-KR" sz="1200" dirty="0" err="1" smtClean="0">
                <a:latin typeface="Times New Roman" panose="02020603050405020304" pitchFamily="18" charset="0"/>
                <a:cs typeface="Times New Roman" panose="02020603050405020304" pitchFamily="18" charset="0"/>
                <a:sym typeface="Wingdings" pitchFamily="2" charset="2"/>
              </a:rPr>
              <a:t>sẽ</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xuất</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hiện</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màn</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hình</a:t>
            </a:r>
            <a:endParaRPr lang="en-US" altLang="ko-KR" sz="1200" dirty="0" smtClean="0">
              <a:latin typeface="Times New Roman" panose="02020603050405020304" pitchFamily="18" charset="0"/>
              <a:cs typeface="Times New Roman" panose="02020603050405020304" pitchFamily="18" charset="0"/>
              <a:sym typeface="Wingdings" pitchFamily="2" charset="2"/>
            </a:endParaRPr>
          </a:p>
          <a:p>
            <a:pPr eaLnBrk="1" hangingPunct="1">
              <a:lnSpc>
                <a:spcPct val="70000"/>
              </a:lnSpc>
              <a:spcBef>
                <a:spcPct val="50000"/>
              </a:spcBef>
              <a:buNone/>
            </a:pPr>
            <a:r>
              <a:rPr lang="en-US" altLang="ko-KR" sz="1200" dirty="0" smtClean="0">
                <a:latin typeface="Times New Roman" panose="02020603050405020304" pitchFamily="18" charset="0"/>
                <a:cs typeface="Times New Roman" panose="02020603050405020304" pitchFamily="18" charset="0"/>
                <a:sym typeface="Wingdings" pitchFamily="2" charset="2"/>
              </a:rPr>
              <a:t> Display </a:t>
            </a:r>
            <a:r>
              <a:rPr lang="en-US" altLang="ko-KR" sz="1200" dirty="0" err="1" smtClean="0">
                <a:latin typeface="Times New Roman" panose="02020603050405020304" pitchFamily="18" charset="0"/>
                <a:cs typeface="Times New Roman" panose="02020603050405020304" pitchFamily="18" charset="0"/>
                <a:sym typeface="Wingdings" pitchFamily="2" charset="2"/>
              </a:rPr>
              <a:t>như</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sau</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Chọn</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tạo</a:t>
            </a:r>
            <a:r>
              <a:rPr lang="en-US" altLang="ko-KR" sz="1200" dirty="0" smtClean="0">
                <a:latin typeface="Times New Roman" panose="02020603050405020304" pitchFamily="18" charset="0"/>
                <a:cs typeface="Times New Roman" panose="02020603050405020304" pitchFamily="18" charset="0"/>
                <a:sym typeface="Wingdings" pitchFamily="2" charset="2"/>
              </a:rPr>
              <a:t> Folder </a:t>
            </a:r>
            <a:r>
              <a:rPr lang="en-US" altLang="ko-KR" sz="1200" dirty="0" err="1" smtClean="0">
                <a:latin typeface="Times New Roman" panose="02020603050405020304" pitchFamily="18" charset="0"/>
                <a:cs typeface="Times New Roman" panose="02020603050405020304" pitchFamily="18" charset="0"/>
                <a:sym typeface="Wingdings" pitchFamily="2" charset="2"/>
              </a:rPr>
              <a:t>mới</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và</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lặp</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lại</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vài</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lần</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như</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vậy</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để</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tạo</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thêm</a:t>
            </a:r>
            <a:r>
              <a:rPr lang="en-US" altLang="ko-KR" sz="1200" dirty="0" smtClean="0">
                <a:latin typeface="Times New Roman" panose="02020603050405020304" pitchFamily="18" charset="0"/>
                <a:cs typeface="Times New Roman" panose="02020603050405020304" pitchFamily="18" charset="0"/>
                <a:sym typeface="Wingdings" pitchFamily="2" charset="2"/>
              </a:rPr>
              <a:t> Program</a:t>
            </a:r>
            <a:endParaRPr lang="ko-KR" altLang="en-US" sz="1200" dirty="0">
              <a:latin typeface="Times New Roman" panose="02020603050405020304" pitchFamily="18" charset="0"/>
              <a:cs typeface="Times New Roman" panose="02020603050405020304" pitchFamily="18" charset="0"/>
              <a:sym typeface="Wingdings" pitchFamily="2" charset="2"/>
            </a:endParaRPr>
          </a:p>
        </p:txBody>
      </p:sp>
      <p:sp>
        <p:nvSpPr>
          <p:cNvPr id="15" name="Rectangle 7"/>
          <p:cNvSpPr>
            <a:spLocks noChangeArrowheads="1"/>
          </p:cNvSpPr>
          <p:nvPr/>
        </p:nvSpPr>
        <p:spPr bwMode="auto">
          <a:xfrm>
            <a:off x="5190170" y="2622525"/>
            <a:ext cx="4384675" cy="2769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Multiple Program</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Q-serial</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CPU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Multiple Program,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Program.</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Time Scan </a:t>
            </a:r>
            <a:r>
              <a:rPr lang="en-US" altLang="ko-KR" sz="1200" dirty="0" err="1" smtClean="0">
                <a:latin typeface="Times New Roman" panose="02020603050405020304" pitchFamily="18" charset="0"/>
                <a:cs typeface="Times New Roman" panose="02020603050405020304" pitchFamily="18" charset="0"/>
              </a:rPr>
              <a:t>dài</a:t>
            </a:r>
            <a:r>
              <a:rPr lang="en-US" altLang="ko-KR" sz="1200" dirty="0" smtClean="0">
                <a:latin typeface="Times New Roman" panose="02020603050405020304" pitchFamily="18" charset="0"/>
                <a:cs typeface="Times New Roman" panose="02020603050405020304" pitchFamily="18" charset="0"/>
              </a:rPr>
              <a:t> do dung </a:t>
            </a:r>
            <a:r>
              <a:rPr lang="en-US" altLang="ko-KR" sz="1200" dirty="0" err="1" smtClean="0">
                <a:latin typeface="Times New Roman" panose="02020603050405020304" pitchFamily="18" charset="0"/>
                <a:cs typeface="Times New Roman" panose="02020603050405020304" pitchFamily="18" charset="0"/>
              </a:rPr>
              <a:t>lượng</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lúc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khởi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còn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ngắn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an</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toàn</a:t>
            </a:r>
            <a:r>
              <a:rPr lang="en-US" altLang="ko-KR" sz="1200" dirty="0" smtClean="0">
                <a:latin typeface="Times New Roman" panose="02020603050405020304" pitchFamily="18" charset="0"/>
                <a:cs typeface="Times New Roman" panose="02020603050405020304" pitchFamily="18" charset="0"/>
              </a:rPr>
              <a:t>.</a:t>
            </a:r>
            <a:endParaRPr lang="en-US" altLang="ko-KR" sz="1200" dirty="0" smtClean="0"/>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b)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chia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Loader</a:t>
            </a:r>
            <a:r>
              <a:rPr lang="en-US" altLang="ko-KR" sz="1200" dirty="0">
                <a:latin typeface="Times New Roman" panose="02020603050405020304" pitchFamily="18" charset="0"/>
                <a:cs typeface="Times New Roman" panose="02020603050405020304" pitchFamily="18" charset="0"/>
              </a:rPr>
              <a:t>, Main, </a:t>
            </a:r>
            <a:r>
              <a:rPr lang="en-US" altLang="ko-KR" sz="1200" dirty="0" smtClean="0">
                <a:latin typeface="Times New Roman" panose="02020603050405020304" pitchFamily="18" charset="0"/>
                <a:cs typeface="Times New Roman" panose="02020603050405020304" pitchFamily="18" charset="0"/>
              </a:rPr>
              <a:t>Unloader Auto,</a:t>
            </a: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Manual, </a:t>
            </a:r>
            <a:r>
              <a:rPr lang="en-US" altLang="ko-KR" sz="1200" dirty="0" err="1" smtClean="0">
                <a:latin typeface="Times New Roman" panose="02020603050405020304" pitchFamily="18" charset="0"/>
                <a:cs typeface="Times New Roman" panose="02020603050405020304" pitchFamily="18" charset="0"/>
              </a:rPr>
              <a:t>Initialvv</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endParaRPr lang="ko-KR" altLang="en-US" sz="1200" dirty="0">
              <a:latin typeface="Times New Roman" panose="02020603050405020304" pitchFamily="18" charset="0"/>
              <a:cs typeface="Times New Roman" panose="02020603050405020304" pitchFamily="18" charset="0"/>
            </a:endParaRPr>
          </a:p>
        </p:txBody>
      </p:sp>
      <p:pic>
        <p:nvPicPr>
          <p:cNvPr id="16" name="Picture 3"/>
          <p:cNvPicPr>
            <a:picLocks noChangeAspect="1" noChangeArrowheads="1"/>
          </p:cNvPicPr>
          <p:nvPr/>
        </p:nvPicPr>
        <p:blipFill rotWithShape="1">
          <a:blip r:embed="rId3">
            <a:extLst>
              <a:ext uri="{28A0092B-C50C-407E-A947-70E740481C1C}">
                <a14:useLocalDpi xmlns:a14="http://schemas.microsoft.com/office/drawing/2010/main" val="0"/>
              </a:ext>
            </a:extLst>
          </a:blip>
          <a:srcRect t="86713"/>
          <a:stretch/>
        </p:blipFill>
        <p:spPr bwMode="auto">
          <a:xfrm>
            <a:off x="2806093" y="5277941"/>
            <a:ext cx="2376264" cy="653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 name="Picture 3"/>
          <p:cNvPicPr>
            <a:picLocks noChangeAspect="1" noChangeArrowheads="1"/>
          </p:cNvPicPr>
          <p:nvPr/>
        </p:nvPicPr>
        <p:blipFill rotWithShape="1">
          <a:blip r:embed="rId3">
            <a:extLst>
              <a:ext uri="{28A0092B-C50C-407E-A947-70E740481C1C}">
                <a14:useLocalDpi xmlns:a14="http://schemas.microsoft.com/office/drawing/2010/main" val="0"/>
              </a:ext>
            </a:extLst>
          </a:blip>
          <a:srcRect b="56280"/>
          <a:stretch/>
        </p:blipFill>
        <p:spPr bwMode="auto">
          <a:xfrm>
            <a:off x="2806093" y="3126432"/>
            <a:ext cx="2376264" cy="21515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0564" y="1808138"/>
            <a:ext cx="2619204" cy="2484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Rectangle 20"/>
          <p:cNvSpPr>
            <a:spLocks noChangeArrowheads="1"/>
          </p:cNvSpPr>
          <p:nvPr/>
        </p:nvSpPr>
        <p:spPr bwMode="auto">
          <a:xfrm>
            <a:off x="1185913" y="2217601"/>
            <a:ext cx="1116124" cy="216024"/>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 name="Rectangle 20"/>
          <p:cNvSpPr>
            <a:spLocks noChangeArrowheads="1"/>
          </p:cNvSpPr>
          <p:nvPr/>
        </p:nvSpPr>
        <p:spPr bwMode="auto">
          <a:xfrm>
            <a:off x="3058121" y="3261717"/>
            <a:ext cx="1728192" cy="1980220"/>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none" lIns="85337" tIns="42669" rIns="85337" bIns="42669" anchor="ctr">
            <a:no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extLst>
      <p:ext uri="{BB962C8B-B14F-4D97-AF65-F5344CB8AC3E}">
        <p14:creationId xmlns:p14="http://schemas.microsoft.com/office/powerpoint/2010/main" val="2399856816"/>
      </p:ext>
    </p:extLst>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4"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pic>
        <p:nvPicPr>
          <p:cNvPr id="16"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t="14390" b="6350"/>
          <a:stretch/>
        </p:blipFill>
        <p:spPr bwMode="auto">
          <a:xfrm>
            <a:off x="484374" y="1124744"/>
            <a:ext cx="7961112" cy="450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Rectangle 3"/>
          <p:cNvSpPr>
            <a:spLocks noChangeArrowheads="1"/>
          </p:cNvSpPr>
          <p:nvPr/>
        </p:nvSpPr>
        <p:spPr bwMode="auto">
          <a:xfrm>
            <a:off x="289942" y="814326"/>
            <a:ext cx="87630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Folder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PLC Parameter</a:t>
            </a:r>
            <a:r>
              <a:rPr lang="ko-KR" altLang="en-US" sz="1200" dirty="0" smtClean="0">
                <a:latin typeface="Times New Roman" panose="02020603050405020304" pitchFamily="18" charset="0"/>
                <a:cs typeface="Times New Roman" panose="02020603050405020304" pitchFamily="18" charset="0"/>
                <a:sym typeface="Wingdings" pitchFamily="2" charset="2"/>
              </a:rPr>
              <a:t> </a:t>
            </a:r>
            <a:r>
              <a:rPr lang="ko-KR" altLang="en-US" sz="1200" dirty="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cần</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chèn</a:t>
            </a:r>
            <a:r>
              <a:rPr lang="en-US" altLang="ko-KR" sz="1200" dirty="0" smtClean="0">
                <a:latin typeface="Times New Roman" panose="02020603050405020304" pitchFamily="18" charset="0"/>
                <a:cs typeface="Times New Roman" panose="02020603050405020304" pitchFamily="18" charset="0"/>
                <a:sym typeface="Wingdings" pitchFamily="2" charset="2"/>
              </a:rPr>
              <a:t>(</a:t>
            </a:r>
            <a:r>
              <a:rPr lang="en-US" altLang="ko-KR" sz="1200" dirty="0" err="1" smtClean="0">
                <a:latin typeface="Times New Roman" panose="02020603050405020304" pitchFamily="18" charset="0"/>
                <a:cs typeface="Times New Roman" panose="02020603050405020304" pitchFamily="18" charset="0"/>
                <a:sym typeface="Wingdings" pitchFamily="2" charset="2"/>
              </a:rPr>
              <a:t>nhập</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vào</a:t>
            </a:r>
            <a:r>
              <a:rPr lang="en-US" altLang="ko-KR" sz="1200" dirty="0" smtClean="0">
                <a:latin typeface="Times New Roman" panose="02020603050405020304" pitchFamily="18" charset="0"/>
                <a:cs typeface="Times New Roman" panose="02020603050405020304" pitchFamily="18" charset="0"/>
                <a:sym typeface="Wingdings" pitchFamily="2" charset="2"/>
              </a:rPr>
              <a:t> Program </a:t>
            </a:r>
            <a:r>
              <a:rPr lang="en-US" altLang="ko-KR" sz="1200" dirty="0" err="1" smtClean="0">
                <a:latin typeface="Times New Roman" panose="02020603050405020304" pitchFamily="18" charset="0"/>
                <a:cs typeface="Times New Roman" panose="02020603050405020304" pitchFamily="18" charset="0"/>
                <a:sym typeface="Wingdings" pitchFamily="2" charset="2"/>
              </a:rPr>
              <a:t>để</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sử</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dụng</a:t>
            </a:r>
            <a:r>
              <a:rPr lang="en-US" altLang="ko-KR" sz="1200" dirty="0" smtClean="0">
                <a:latin typeface="Times New Roman" panose="02020603050405020304" pitchFamily="18" charset="0"/>
                <a:cs typeface="Times New Roman" panose="02020603050405020304" pitchFamily="18" charset="0"/>
                <a:sym typeface="Wingdings" pitchFamily="2" charset="2"/>
              </a:rPr>
              <a:t>.</a:t>
            </a:r>
            <a:endParaRPr lang="en-US" altLang="ko-KR" sz="1200" dirty="0">
              <a:latin typeface="Times New Roman" panose="02020603050405020304" pitchFamily="18" charset="0"/>
              <a:cs typeface="Times New Roman" panose="02020603050405020304" pitchFamily="18" charset="0"/>
            </a:endParaRPr>
          </a:p>
        </p:txBody>
      </p:sp>
      <p:sp>
        <p:nvSpPr>
          <p:cNvPr id="18" name="Rectangle 8"/>
          <p:cNvSpPr>
            <a:spLocks noChangeArrowheads="1"/>
          </p:cNvSpPr>
          <p:nvPr/>
        </p:nvSpPr>
        <p:spPr bwMode="auto">
          <a:xfrm>
            <a:off x="272480" y="5791326"/>
            <a:ext cx="878046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(3) </a:t>
            </a:r>
            <a:r>
              <a:rPr lang="en-US" altLang="ko-KR" sz="1200" dirty="0" err="1" smtClean="0">
                <a:latin typeface="Times New Roman" panose="02020603050405020304" pitchFamily="18" charset="0"/>
                <a:cs typeface="Times New Roman" panose="02020603050405020304" pitchFamily="18" charset="0"/>
              </a:rPr>
              <a:t>Nhất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chèn</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a:latin typeface="Times New Roman" panose="02020603050405020304" pitchFamily="18" charset="0"/>
                <a:cs typeface="Times New Roman" panose="02020603050405020304" pitchFamily="18" charset="0"/>
              </a:rPr>
              <a:t>“Initial”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lượt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chèn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những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còn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thứ</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nghĩ</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PLC Scan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tất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9" name="Text Box 4"/>
          <p:cNvSpPr txBox="1">
            <a:spLocks noChangeArrowheads="1"/>
          </p:cNvSpPr>
          <p:nvPr/>
        </p:nvSpPr>
        <p:spPr bwMode="auto">
          <a:xfrm>
            <a:off x="2068550" y="2240868"/>
            <a:ext cx="378858" cy="276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solidFill>
                  <a:srgbClr val="CC3300"/>
                </a:solidFill>
                <a:latin typeface="Times New Roman" panose="02020603050405020304" pitchFamily="18" charset="0"/>
                <a:cs typeface="Times New Roman" panose="02020603050405020304" pitchFamily="18" charset="0"/>
              </a:rPr>
              <a:t>①</a:t>
            </a:r>
          </a:p>
        </p:txBody>
      </p:sp>
      <p:sp>
        <p:nvSpPr>
          <p:cNvPr id="20" name="Text Box 6"/>
          <p:cNvSpPr txBox="1">
            <a:spLocks noChangeArrowheads="1"/>
          </p:cNvSpPr>
          <p:nvPr/>
        </p:nvSpPr>
        <p:spPr bwMode="auto">
          <a:xfrm>
            <a:off x="3112666" y="3861048"/>
            <a:ext cx="378858" cy="276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solidFill>
                  <a:srgbClr val="CC3300"/>
                </a:solidFill>
                <a:latin typeface="Times New Roman" panose="02020603050405020304" pitchFamily="18" charset="0"/>
                <a:cs typeface="Times New Roman" panose="02020603050405020304" pitchFamily="18" charset="0"/>
              </a:rPr>
              <a:t>②</a:t>
            </a:r>
          </a:p>
        </p:txBody>
      </p:sp>
      <p:sp>
        <p:nvSpPr>
          <p:cNvPr id="21" name="Text Box 7"/>
          <p:cNvSpPr txBox="1">
            <a:spLocks noChangeArrowheads="1"/>
          </p:cNvSpPr>
          <p:nvPr/>
        </p:nvSpPr>
        <p:spPr bwMode="auto">
          <a:xfrm>
            <a:off x="4444814" y="1808820"/>
            <a:ext cx="384969" cy="27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solidFill>
                  <a:srgbClr val="CC3300"/>
                </a:solidFill>
                <a:latin typeface="Times New Roman" panose="02020603050405020304" pitchFamily="18" charset="0"/>
                <a:cs typeface="Times New Roman" panose="02020603050405020304" pitchFamily="18" charset="0"/>
              </a:rPr>
              <a:t>③</a:t>
            </a:r>
          </a:p>
        </p:txBody>
      </p:sp>
      <p:sp>
        <p:nvSpPr>
          <p:cNvPr id="22" name="Text Box 9"/>
          <p:cNvSpPr txBox="1">
            <a:spLocks noChangeArrowheads="1"/>
          </p:cNvSpPr>
          <p:nvPr/>
        </p:nvSpPr>
        <p:spPr bwMode="auto">
          <a:xfrm>
            <a:off x="6137002" y="5287611"/>
            <a:ext cx="378858" cy="27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a:solidFill>
                  <a:srgbClr val="CC3300"/>
                </a:solidFill>
                <a:latin typeface="Times New Roman" panose="02020603050405020304" pitchFamily="18" charset="0"/>
                <a:cs typeface="Times New Roman" panose="02020603050405020304" pitchFamily="18" charset="0"/>
              </a:rPr>
              <a:t>④</a:t>
            </a:r>
          </a:p>
        </p:txBody>
      </p:sp>
      <p:sp>
        <p:nvSpPr>
          <p:cNvPr id="23" name="Rectangle 14"/>
          <p:cNvSpPr>
            <a:spLocks noChangeArrowheads="1"/>
          </p:cNvSpPr>
          <p:nvPr/>
        </p:nvSpPr>
        <p:spPr bwMode="auto">
          <a:xfrm>
            <a:off x="5164894" y="1628800"/>
            <a:ext cx="468052" cy="216024"/>
          </a:xfrm>
          <a:prstGeom prst="rect">
            <a:avLst/>
          </a:prstGeom>
          <a:noFill/>
          <a:ln w="19050"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Tree>
    <p:extLst>
      <p:ext uri="{BB962C8B-B14F-4D97-AF65-F5344CB8AC3E}">
        <p14:creationId xmlns:p14="http://schemas.microsoft.com/office/powerpoint/2010/main" val="2082893183"/>
      </p:ext>
    </p:extLst>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Rectangle 2"/>
          <p:cNvSpPr>
            <a:spLocks noChangeArrowheads="1"/>
          </p:cNvSpPr>
          <p:nvPr/>
        </p:nvSpPr>
        <p:spPr bwMode="auto">
          <a:xfrm>
            <a:off x="233363" y="765175"/>
            <a:ext cx="9555162" cy="1071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(4)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Initial</a:t>
            </a:r>
            <a:endParaRPr lang="ko-KR" altLang="en-US" sz="1200" dirty="0">
              <a:latin typeface="Times New Roman" panose="02020603050405020304" pitchFamily="18" charset="0"/>
              <a:cs typeface="Times New Roman" panose="02020603050405020304" pitchFamily="18" charset="0"/>
            </a:endParaRPr>
          </a:p>
          <a:p>
            <a:pPr latinLnBrk="0">
              <a:lnSpc>
                <a:spcPct val="19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(a)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Initial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ON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sang RUN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STOP.</a:t>
            </a:r>
            <a:endParaRPr lang="ko-KR" altLang="en-US" sz="1200" dirty="0">
              <a:latin typeface="Times New Roman" panose="02020603050405020304" pitchFamily="18" charset="0"/>
              <a:cs typeface="Times New Roman" panose="02020603050405020304" pitchFamily="18" charset="0"/>
            </a:endParaRPr>
          </a:p>
          <a:p>
            <a:pPr latinLnBrk="0">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(b)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type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bởi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Innitial</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parameter.</a:t>
            </a:r>
            <a:endParaRPr lang="en-US" altLang="ko-KR" sz="1200" dirty="0">
              <a:latin typeface="Times New Roman" panose="02020603050405020304" pitchFamily="18" charset="0"/>
              <a:cs typeface="Times New Roman" panose="02020603050405020304" pitchFamily="18" charset="0"/>
            </a:endParaRPr>
          </a:p>
          <a:p>
            <a:pPr latinLnBrk="0">
              <a:spcBef>
                <a:spcPct val="0"/>
              </a:spcBef>
              <a:buFontTx/>
              <a:buNone/>
            </a:pPr>
            <a:r>
              <a:rPr lang="en-US" altLang="ko-KR" sz="1200" dirty="0">
                <a:latin typeface="Times New Roman" panose="02020603050405020304" pitchFamily="18" charset="0"/>
                <a:cs typeface="Times New Roman" panose="02020603050405020304" pitchFamily="18" charset="0"/>
              </a:rPr>
              <a:t>      (c)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Initial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nữa</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pic>
        <p:nvPicPr>
          <p:cNvPr id="113676" name="Picture 4" descr="C:\Documents and Settings\innovation\바탕 화면\PLC초급_2005_Rev0\46\6-8-1.tif"/>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bwMode="auto">
          <a:xfrm>
            <a:off x="687388" y="1952625"/>
            <a:ext cx="5464319" cy="1538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77" name="Picture 5" descr="46\6-8-2.tif"/>
          <p:cNvPicPr>
            <a:picLocks noChangeAspect="1" noChangeArrowheads="1"/>
          </p:cNvPicPr>
          <p:nvPr/>
        </p:nvPicPr>
        <p:blipFill>
          <a:blip r:embed="rId5" r:link="rId6">
            <a:extLst>
              <a:ext uri="{28A0092B-C50C-407E-A947-70E740481C1C}">
                <a14:useLocalDpi xmlns:a14="http://schemas.microsoft.com/office/drawing/2010/main" val="0"/>
              </a:ext>
            </a:extLst>
          </a:blip>
          <a:srcRect/>
          <a:stretch>
            <a:fillRect/>
          </a:stretch>
        </p:blipFill>
        <p:spPr bwMode="auto">
          <a:xfrm>
            <a:off x="4971024" y="2845108"/>
            <a:ext cx="4303151" cy="3493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668" name="Rectangle 6"/>
          <p:cNvSpPr>
            <a:spLocks noChangeArrowheads="1"/>
          </p:cNvSpPr>
          <p:nvPr/>
        </p:nvSpPr>
        <p:spPr bwMode="auto">
          <a:xfrm>
            <a:off x="563563" y="3740150"/>
            <a:ext cx="46228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dirty="0">
                <a:latin typeface="Times New Roman" panose="02020603050405020304" pitchFamily="18" charset="0"/>
                <a:cs typeface="Times New Roman" panose="02020603050405020304" pitchFamily="18" charset="0"/>
              </a:rPr>
              <a:t>(d)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Initial</a:t>
            </a:r>
            <a:endParaRPr lang="ko-KR" altLang="en-US" sz="1200" dirty="0">
              <a:latin typeface="Times New Roman" panose="02020603050405020304" pitchFamily="18" charset="0"/>
              <a:cs typeface="Times New Roman" panose="02020603050405020304" pitchFamily="18" charset="0"/>
            </a:endParaRPr>
          </a:p>
          <a:p>
            <a:pPr latinLnBrk="0">
              <a:lnSpc>
                <a:spcPct val="10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Initial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thứ</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Parameter Program. </a:t>
            </a:r>
            <a:endParaRPr lang="en-US" altLang="ko-KR" sz="1200" dirty="0">
              <a:latin typeface="Times New Roman" panose="02020603050405020304" pitchFamily="18" charset="0"/>
              <a:cs typeface="Times New Roman" panose="02020603050405020304" pitchFamily="18" charset="0"/>
            </a:endParaRPr>
          </a:p>
          <a:p>
            <a:pPr latinLnBrk="0">
              <a:lnSpc>
                <a:spcPct val="10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latinLnBrk="0">
              <a:lnSpc>
                <a:spcPct val="100000"/>
              </a:lnSpc>
              <a:spcBef>
                <a:spcPct val="0"/>
              </a:spcBef>
              <a:buFontTx/>
              <a:buNone/>
            </a:pPr>
            <a:r>
              <a:rPr lang="en-US" altLang="ko-KR" sz="1200" dirty="0">
                <a:latin typeface="Times New Roman" panose="02020603050405020304" pitchFamily="18" charset="0"/>
                <a:cs typeface="Times New Roman" panose="02020603050405020304" pitchFamily="18" charset="0"/>
              </a:rPr>
              <a:t> (e)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END </a:t>
            </a:r>
          </a:p>
          <a:p>
            <a:pPr latinLnBrk="0">
              <a:lnSpc>
                <a:spcPct val="100000"/>
              </a:lnSpc>
              <a:spcBef>
                <a:spcPct val="0"/>
              </a:spcBef>
              <a:buFontTx/>
              <a:buNone/>
            </a:pP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initial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END</a:t>
            </a:r>
            <a:endParaRPr lang="en-US" altLang="ko-KR" sz="1200" dirty="0">
              <a:latin typeface="Times New Roman" panose="02020603050405020304" pitchFamily="18" charset="0"/>
              <a:cs typeface="Times New Roman" panose="02020603050405020304" pitchFamily="18" charset="0"/>
            </a:endParaRPr>
          </a:p>
          <a:p>
            <a:pPr latinLnBrk="0">
              <a:lnSpc>
                <a:spcPct val="10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scan].</a:t>
            </a:r>
            <a:endParaRPr lang="en-US" altLang="ko-KR" sz="1200" dirty="0">
              <a:latin typeface="Times New Roman" panose="02020603050405020304" pitchFamily="18" charset="0"/>
              <a:cs typeface="Times New Roman" panose="02020603050405020304" pitchFamily="18" charset="0"/>
            </a:endParaRPr>
          </a:p>
        </p:txBody>
      </p:sp>
      <p:sp>
        <p:nvSpPr>
          <p:cNvPr id="113669" name="AutoShape 8"/>
          <p:cNvSpPr>
            <a:spLocks noChangeArrowheads="1"/>
          </p:cNvSpPr>
          <p:nvPr/>
        </p:nvSpPr>
        <p:spPr bwMode="auto">
          <a:xfrm>
            <a:off x="7329488" y="3709272"/>
            <a:ext cx="2268537" cy="1023781"/>
          </a:xfrm>
          <a:prstGeom prst="irregularSeal2">
            <a:avLst/>
          </a:prstGeom>
          <a:noFill/>
          <a:ln w="9525" algn="ctr">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13670" name="Line 9"/>
          <p:cNvSpPr>
            <a:spLocks noChangeShapeType="1"/>
          </p:cNvSpPr>
          <p:nvPr/>
        </p:nvSpPr>
        <p:spPr bwMode="auto">
          <a:xfrm>
            <a:off x="6537325" y="5842000"/>
            <a:ext cx="863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113671" name="Line 10"/>
          <p:cNvSpPr>
            <a:spLocks noChangeShapeType="1"/>
          </p:cNvSpPr>
          <p:nvPr/>
        </p:nvSpPr>
        <p:spPr bwMode="auto">
          <a:xfrm>
            <a:off x="7329488" y="5842000"/>
            <a:ext cx="0" cy="468313"/>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85337" tIns="42669" rIns="85337" bIns="42669"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113672" name="Text Box 11"/>
          <p:cNvSpPr txBox="1">
            <a:spLocks noChangeArrowheads="1"/>
          </p:cNvSpPr>
          <p:nvPr/>
        </p:nvSpPr>
        <p:spPr bwMode="auto">
          <a:xfrm>
            <a:off x="7348538" y="5891213"/>
            <a:ext cx="2198536" cy="27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dirty="0" err="1" smtClean="0">
                <a:latin typeface="Times New Roman" panose="02020603050405020304" pitchFamily="18" charset="0"/>
                <a:cs typeface="Times New Roman" panose="02020603050405020304" pitchFamily="18" charset="0"/>
              </a:rPr>
              <a:t>Từ</a:t>
            </a:r>
            <a:r>
              <a:rPr lang="en-US" altLang="ko-KR" sz="1000" b="1" dirty="0" smtClean="0">
                <a:latin typeface="Times New Roman" panose="02020603050405020304" pitchFamily="18" charset="0"/>
                <a:cs typeface="Times New Roman" panose="02020603050405020304" pitchFamily="18" charset="0"/>
              </a:rPr>
              <a:t> scan </a:t>
            </a:r>
            <a:r>
              <a:rPr lang="en-US" altLang="ko-KR" sz="1000" b="1" dirty="0" err="1" smtClean="0">
                <a:latin typeface="Times New Roman" panose="02020603050405020304" pitchFamily="18" charset="0"/>
                <a:cs typeface="Times New Roman" panose="02020603050405020304" pitchFamily="18" charset="0"/>
              </a:rPr>
              <a:t>sau</a:t>
            </a:r>
            <a:r>
              <a:rPr lang="en-US" altLang="ko-KR" sz="1000" b="1" dirty="0" smtClean="0">
                <a:latin typeface="Times New Roman" panose="02020603050405020304" pitchFamily="18" charset="0"/>
                <a:cs typeface="Times New Roman" panose="02020603050405020304" pitchFamily="18" charset="0"/>
              </a:rPr>
              <a:t> , </a:t>
            </a:r>
            <a:r>
              <a:rPr lang="en-US" altLang="ko-KR" sz="1000" b="1" dirty="0" err="1" smtClean="0">
                <a:latin typeface="Times New Roman" panose="02020603050405020304" pitchFamily="18" charset="0"/>
                <a:cs typeface="Times New Roman" panose="02020603050405020304" pitchFamily="18" charset="0"/>
              </a:rPr>
              <a:t>thực</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hiện</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với</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từng</a:t>
            </a:r>
            <a:r>
              <a:rPr lang="en-US" altLang="ko-KR" sz="1000" b="1" dirty="0" smtClean="0">
                <a:latin typeface="Times New Roman" panose="02020603050405020304" pitchFamily="18" charset="0"/>
                <a:cs typeface="Times New Roman" panose="02020603050405020304" pitchFamily="18" charset="0"/>
              </a:rPr>
              <a:t> scan</a:t>
            </a:r>
            <a:endParaRPr lang="ko-KR" altLang="en-US" sz="1000" b="1" dirty="0">
              <a:latin typeface="Times New Roman" panose="02020603050405020304" pitchFamily="18" charset="0"/>
              <a:cs typeface="Times New Roman" panose="02020603050405020304" pitchFamily="18" charset="0"/>
            </a:endParaRPr>
          </a:p>
        </p:txBody>
      </p:sp>
      <p:sp>
        <p:nvSpPr>
          <p:cNvPr id="113673" name="Text Box 12"/>
          <p:cNvSpPr txBox="1">
            <a:spLocks noChangeArrowheads="1"/>
          </p:cNvSpPr>
          <p:nvPr/>
        </p:nvSpPr>
        <p:spPr bwMode="auto">
          <a:xfrm>
            <a:off x="7329488" y="5013325"/>
            <a:ext cx="2265863" cy="4394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dirty="0" err="1" smtClean="0">
                <a:latin typeface="Times New Roman" panose="02020603050405020304" pitchFamily="18" charset="0"/>
                <a:cs typeface="Times New Roman" panose="02020603050405020304" pitchFamily="18" charset="0"/>
              </a:rPr>
              <a:t>Chỉ</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thực</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hiện</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trong</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lần</a:t>
            </a:r>
            <a:r>
              <a:rPr lang="en-US" altLang="ko-KR" sz="1000" b="1" dirty="0" smtClean="0">
                <a:latin typeface="Times New Roman" panose="02020603050405020304" pitchFamily="18" charset="0"/>
                <a:cs typeface="Times New Roman" panose="02020603050405020304" pitchFamily="18" charset="0"/>
              </a:rPr>
              <a:t> scan </a:t>
            </a:r>
            <a:r>
              <a:rPr lang="en-US" altLang="ko-KR" sz="1000" b="1" dirty="0" err="1" smtClean="0">
                <a:latin typeface="Times New Roman" panose="02020603050405020304" pitchFamily="18" charset="0"/>
                <a:cs typeface="Times New Roman" panose="02020603050405020304" pitchFamily="18" charset="0"/>
              </a:rPr>
              <a:t>đầu</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tiên</a:t>
            </a:r>
            <a:r>
              <a:rPr lang="en-US" altLang="ko-KR" sz="1000" b="1" dirty="0" smtClean="0">
                <a:latin typeface="Times New Roman" panose="02020603050405020304" pitchFamily="18" charset="0"/>
                <a:cs typeface="Times New Roman" panose="02020603050405020304" pitchFamily="18" charset="0"/>
              </a:rPr>
              <a:t>, </a:t>
            </a:r>
          </a:p>
          <a:p>
            <a:pPr eaLnBrk="1" hangingPunct="1">
              <a:spcBef>
                <a:spcPct val="0"/>
              </a:spcBef>
              <a:buFontTx/>
              <a:buNone/>
            </a:pPr>
            <a:r>
              <a:rPr lang="en-US" altLang="ko-KR" sz="1000" b="1" dirty="0" err="1" smtClean="0">
                <a:latin typeface="Times New Roman" panose="02020603050405020304" pitchFamily="18" charset="0"/>
                <a:cs typeface="Times New Roman" panose="02020603050405020304" pitchFamily="18" charset="0"/>
              </a:rPr>
              <a:t>sau</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có</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không</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thực</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hiện</a:t>
            </a:r>
            <a:endParaRPr lang="ko-KR" altLang="en-US" sz="1000" b="1" dirty="0">
              <a:latin typeface="Times New Roman" panose="02020603050405020304" pitchFamily="18" charset="0"/>
              <a:cs typeface="Times New Roman" panose="02020603050405020304" pitchFamily="18" charset="0"/>
            </a:endParaRPr>
          </a:p>
        </p:txBody>
      </p:sp>
      <p:sp>
        <p:nvSpPr>
          <p:cNvPr id="113674" name="Text Box 13"/>
          <p:cNvSpPr txBox="1">
            <a:spLocks noChangeArrowheads="1"/>
          </p:cNvSpPr>
          <p:nvPr/>
        </p:nvSpPr>
        <p:spPr bwMode="auto">
          <a:xfrm>
            <a:off x="7401272" y="85725"/>
            <a:ext cx="25592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căn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13675" name="Rectangle 14"/>
          <p:cNvSpPr>
            <a:spLocks noChangeArrowheads="1"/>
          </p:cNvSpPr>
          <p:nvPr/>
        </p:nvSpPr>
        <p:spPr bwMode="auto">
          <a:xfrm>
            <a:off x="60325" y="53975"/>
            <a:ext cx="2895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a:t>
            </a:r>
            <a:r>
              <a:rPr lang="en-US" altLang="ko-KR" sz="1800" b="1" dirty="0">
                <a:latin typeface="Times New Roman" panose="02020603050405020304" pitchFamily="18" charset="0"/>
                <a:cs typeface="Times New Roman" panose="02020603050405020304" pitchFamily="18" charset="0"/>
              </a:rPr>
              <a:t>Developer </a:t>
            </a:r>
            <a:endParaRPr lang="ko-KR" altLang="en-US" sz="1800" b="1" dirty="0">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920552" y="1798035"/>
            <a:ext cx="1404156"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4" name="직사각형 3"/>
          <p:cNvSpPr/>
          <p:nvPr/>
        </p:nvSpPr>
        <p:spPr>
          <a:xfrm>
            <a:off x="820644" y="1915388"/>
            <a:ext cx="1428596"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Khi</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điều</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khiển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bởi</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1 program </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7" name="직사각형 16"/>
          <p:cNvSpPr/>
          <p:nvPr/>
        </p:nvSpPr>
        <p:spPr bwMode="auto">
          <a:xfrm>
            <a:off x="3207883" y="1853363"/>
            <a:ext cx="187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8" name="직사각형 17"/>
          <p:cNvSpPr/>
          <p:nvPr/>
        </p:nvSpPr>
        <p:spPr>
          <a:xfrm>
            <a:off x="3135971" y="1880828"/>
            <a:ext cx="1994457" cy="387798"/>
          </a:xfrm>
          <a:prstGeom prst="rect">
            <a:avLst/>
          </a:prstGeom>
        </p:spPr>
        <p:txBody>
          <a:bodyPr wrap="none">
            <a:spAutoFit/>
          </a:bodyPr>
          <a:lstStyle/>
          <a:p>
            <a:pPr algn="ct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Khi</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sử</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dụng</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Program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initial</a:t>
            </a:r>
          </a:p>
          <a:p>
            <a:pPr algn="ct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Program</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A</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9" name="직사각형 18"/>
          <p:cNvSpPr/>
          <p:nvPr/>
        </p:nvSpPr>
        <p:spPr bwMode="auto">
          <a:xfrm>
            <a:off x="1128472" y="2192421"/>
            <a:ext cx="97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0" name="직사각형 19"/>
          <p:cNvSpPr/>
          <p:nvPr/>
        </p:nvSpPr>
        <p:spPr>
          <a:xfrm>
            <a:off x="1191169" y="2237960"/>
            <a:ext cx="808235" cy="227178"/>
          </a:xfrm>
          <a:prstGeom prst="rect">
            <a:avLst/>
          </a:prstGeom>
        </p:spPr>
        <p:txBody>
          <a:bodyPr wrap="none">
            <a:spAutoFit/>
          </a:bodyPr>
          <a:lstStyle/>
          <a:p>
            <a:pPr algn="ct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Initial Program</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1" name="직사각형 20"/>
          <p:cNvSpPr/>
          <p:nvPr/>
        </p:nvSpPr>
        <p:spPr bwMode="auto">
          <a:xfrm>
            <a:off x="1128472" y="2951343"/>
            <a:ext cx="97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2" name="직사각형 21"/>
          <p:cNvSpPr/>
          <p:nvPr/>
        </p:nvSpPr>
        <p:spPr>
          <a:xfrm>
            <a:off x="912254" y="2996952"/>
            <a:ext cx="1366080" cy="240066"/>
          </a:xfrm>
          <a:prstGeom prst="rect">
            <a:avLst/>
          </a:prstGeom>
        </p:spPr>
        <p:txBody>
          <a:bodyPr wrap="none">
            <a:spAutoFit/>
          </a:bodyPr>
          <a:lstStyle/>
          <a:p>
            <a:pPr algn="ct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từng</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scan</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3" name="직사각형 22"/>
          <p:cNvSpPr/>
          <p:nvPr/>
        </p:nvSpPr>
        <p:spPr bwMode="auto">
          <a:xfrm>
            <a:off x="3647196" y="2192421"/>
            <a:ext cx="97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4" name="직사각형 23"/>
          <p:cNvSpPr/>
          <p:nvPr/>
        </p:nvSpPr>
        <p:spPr>
          <a:xfrm>
            <a:off x="3395711" y="2237960"/>
            <a:ext cx="1436612" cy="240066"/>
          </a:xfrm>
          <a:prstGeom prst="rect">
            <a:avLst/>
          </a:prstGeom>
        </p:spPr>
        <p:txBody>
          <a:bodyPr wrap="none">
            <a:spAutoFit/>
          </a:bodyPr>
          <a:lstStyle/>
          <a:p>
            <a:pPr algn="ct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initial</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5" name="직사각형 24"/>
          <p:cNvSpPr/>
          <p:nvPr/>
        </p:nvSpPr>
        <p:spPr bwMode="auto">
          <a:xfrm>
            <a:off x="3647196" y="2933483"/>
            <a:ext cx="97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6" name="직사각형 25"/>
          <p:cNvSpPr/>
          <p:nvPr/>
        </p:nvSpPr>
        <p:spPr>
          <a:xfrm>
            <a:off x="3412545" y="2979022"/>
            <a:ext cx="1419778" cy="240066"/>
          </a:xfrm>
          <a:prstGeom prst="rect">
            <a:avLst/>
          </a:prstGeom>
        </p:spPr>
        <p:txBody>
          <a:bodyPr wrap="square">
            <a:spAutoFit/>
          </a:bodyPr>
          <a:lstStyle/>
          <a:p>
            <a:pPr algn="ctr"/>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800" dirty="0" err="1">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scan</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7" name="직사각형 26"/>
          <p:cNvSpPr/>
          <p:nvPr/>
        </p:nvSpPr>
        <p:spPr bwMode="auto">
          <a:xfrm>
            <a:off x="4921766" y="2409137"/>
            <a:ext cx="133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8" name="직사각형 27"/>
          <p:cNvSpPr/>
          <p:nvPr/>
        </p:nvSpPr>
        <p:spPr>
          <a:xfrm>
            <a:off x="4887238" y="2402814"/>
            <a:ext cx="3552576"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Phân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chia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thành</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Program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initial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và</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program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scan</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9" name="직사각형 28"/>
          <p:cNvSpPr/>
          <p:nvPr/>
        </p:nvSpPr>
        <p:spPr bwMode="auto">
          <a:xfrm>
            <a:off x="3647196" y="2589198"/>
            <a:ext cx="1053776" cy="362146"/>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0" name="직사각형 29"/>
          <p:cNvSpPr/>
          <p:nvPr/>
        </p:nvSpPr>
        <p:spPr>
          <a:xfrm>
            <a:off x="3798062" y="2744924"/>
            <a:ext cx="631904" cy="240066"/>
          </a:xfrm>
          <a:prstGeom prst="rect">
            <a:avLst/>
          </a:prstGeom>
        </p:spPr>
        <p:txBody>
          <a:bodyPr wrap="none">
            <a:spAutoFit/>
          </a:bodyPr>
          <a:lstStyle/>
          <a:p>
            <a:pPr algn="ct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Program</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31" name="직사각형 30"/>
          <p:cNvSpPr/>
          <p:nvPr/>
        </p:nvSpPr>
        <p:spPr bwMode="auto">
          <a:xfrm>
            <a:off x="5427345" y="2825401"/>
            <a:ext cx="97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2" name="직사각형 31"/>
          <p:cNvSpPr/>
          <p:nvPr/>
        </p:nvSpPr>
        <p:spPr>
          <a:xfrm>
            <a:off x="5382068" y="2871010"/>
            <a:ext cx="1034257" cy="387798"/>
          </a:xfrm>
          <a:prstGeom prst="rect">
            <a:avLst/>
          </a:prstGeom>
        </p:spPr>
        <p:txBody>
          <a:bodyPr wrap="none">
            <a:spAutoFit/>
          </a:bodyPr>
          <a:lstStyle/>
          <a:p>
            <a:pPr algn="ctr"/>
            <a:r>
              <a:rPr lang="en-US" altLang="ko-KR" sz="800" dirty="0" err="1" smtClean="0">
                <a:latin typeface="Arial" panose="020B0604020202020204" pitchFamily="34" charset="0"/>
                <a:ea typeface="돋움" panose="020B0600000101010101" pitchFamily="50" charset="-127"/>
                <a:cs typeface="Arial" panose="020B0604020202020204" pitchFamily="34" charset="0"/>
              </a:rPr>
              <a:t>Nguồn</a:t>
            </a:r>
            <a:r>
              <a:rPr lang="en-US" altLang="ko-KR" sz="800" dirty="0" smtClean="0">
                <a:latin typeface="Arial" panose="020B0604020202020204" pitchFamily="34" charset="0"/>
                <a:ea typeface="돋움" panose="020B0600000101010101" pitchFamily="50" charset="-127"/>
                <a:cs typeface="Arial" panose="020B0604020202020204" pitchFamily="34" charset="0"/>
              </a:rPr>
              <a:t> </a:t>
            </a:r>
            <a:r>
              <a:rPr lang="en-US" altLang="ko-KR" sz="800" dirty="0" err="1" smtClean="0">
                <a:latin typeface="Arial" panose="020B0604020202020204" pitchFamily="34" charset="0"/>
                <a:ea typeface="돋움" panose="020B0600000101010101" pitchFamily="50" charset="-127"/>
                <a:cs typeface="Arial" panose="020B0604020202020204" pitchFamily="34" charset="0"/>
              </a:rPr>
              <a:t>điện</a:t>
            </a:r>
            <a:r>
              <a:rPr lang="ko-KR" altLang="en-US" sz="800" dirty="0" smtClean="0">
                <a:latin typeface="Arial" panose="020B0604020202020204" pitchFamily="34" charset="0"/>
                <a:ea typeface="돋움" panose="020B0600000101010101" pitchFamily="50" charset="-127"/>
                <a:cs typeface="Arial" panose="020B0604020202020204" pitchFamily="34" charset="0"/>
              </a:rPr>
              <a:t> </a:t>
            </a:r>
            <a:r>
              <a:rPr lang="en-US" altLang="ko-KR" sz="800" dirty="0" smtClean="0">
                <a:latin typeface="Arial" panose="020B0604020202020204" pitchFamily="34" charset="0"/>
                <a:ea typeface="돋움" panose="020B0600000101010101" pitchFamily="50" charset="-127"/>
                <a:cs typeface="Arial" panose="020B0604020202020204" pitchFamily="34" charset="0"/>
              </a:rPr>
              <a:t>ON/</a:t>
            </a:r>
          </a:p>
          <a:p>
            <a:pPr algn="ctr"/>
            <a:r>
              <a:rPr lang="en-US" altLang="ko-KR" sz="800" dirty="0" smtClean="0">
                <a:latin typeface="Arial" panose="020B0604020202020204" pitchFamily="34" charset="0"/>
                <a:ea typeface="돋움" panose="020B0600000101010101" pitchFamily="50" charset="-127"/>
                <a:cs typeface="Arial" panose="020B0604020202020204" pitchFamily="34" charset="0"/>
              </a:rPr>
              <a:t>CPU:STOP</a:t>
            </a:r>
            <a:r>
              <a:rPr lang="ko-KR" altLang="en-US" sz="800" dirty="0" smtClean="0">
                <a:latin typeface="Arial" panose="020B0604020202020204" pitchFamily="34" charset="0"/>
                <a:ea typeface="돋움" panose="020B0600000101010101" pitchFamily="50" charset="-127"/>
                <a:cs typeface="Arial" panose="020B0604020202020204" pitchFamily="34" charset="0"/>
              </a:rPr>
              <a:t>→</a:t>
            </a:r>
            <a:r>
              <a:rPr lang="en-US" altLang="ko-KR" sz="800" dirty="0" smtClean="0">
                <a:latin typeface="Arial" panose="020B0604020202020204" pitchFamily="34" charset="0"/>
                <a:ea typeface="돋움" panose="020B0600000101010101" pitchFamily="50" charset="-127"/>
                <a:cs typeface="Arial" panose="020B0604020202020204" pitchFamily="34" charset="0"/>
              </a:rPr>
              <a:t>RUN</a:t>
            </a:r>
            <a:endParaRPr lang="ko-KR" altLang="en-US" sz="800" dirty="0">
              <a:latin typeface="Arial" panose="020B0604020202020204" pitchFamily="34" charset="0"/>
              <a:ea typeface="돋움" panose="020B0600000101010101" pitchFamily="50" charset="-127"/>
              <a:cs typeface="Arial" panose="020B0604020202020204" pitchFamily="34" charset="0"/>
            </a:endParaRPr>
          </a:p>
        </p:txBody>
      </p:sp>
      <p:sp>
        <p:nvSpPr>
          <p:cNvPr id="33" name="직사각형 32"/>
          <p:cNvSpPr/>
          <p:nvPr/>
        </p:nvSpPr>
        <p:spPr bwMode="auto">
          <a:xfrm>
            <a:off x="5379556" y="3383391"/>
            <a:ext cx="1080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4" name="직사각형 33"/>
          <p:cNvSpPr/>
          <p:nvPr/>
        </p:nvSpPr>
        <p:spPr>
          <a:xfrm>
            <a:off x="5149840" y="3495040"/>
            <a:ext cx="1535997" cy="240066"/>
          </a:xfrm>
          <a:prstGeom prst="rect">
            <a:avLst/>
          </a:prstGeom>
        </p:spPr>
        <p:txBody>
          <a:bodyPr wrap="none">
            <a:spAutoFit/>
          </a:bodyPr>
          <a:lstStyle/>
          <a:p>
            <a:pPr algn="ct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Program A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hiểu</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initial</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35" name="직사각형 34"/>
          <p:cNvSpPr/>
          <p:nvPr/>
        </p:nvSpPr>
        <p:spPr bwMode="auto">
          <a:xfrm>
            <a:off x="5379556" y="4020434"/>
            <a:ext cx="1080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6" name="직사각형 35"/>
          <p:cNvSpPr/>
          <p:nvPr/>
        </p:nvSpPr>
        <p:spPr>
          <a:xfrm>
            <a:off x="5152241" y="4132083"/>
            <a:ext cx="1531188" cy="240066"/>
          </a:xfrm>
          <a:prstGeom prst="rect">
            <a:avLst/>
          </a:prstGeom>
        </p:spPr>
        <p:txBody>
          <a:bodyPr wrap="none">
            <a:spAutoFit/>
          </a:bodyPr>
          <a:lstStyle/>
          <a:p>
            <a:pPr algn="ct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Program B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hiểu</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initial</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37" name="직사각형 36"/>
          <p:cNvSpPr/>
          <p:nvPr/>
        </p:nvSpPr>
        <p:spPr bwMode="auto">
          <a:xfrm>
            <a:off x="5379556" y="4670575"/>
            <a:ext cx="1080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8" name="직사각형 37"/>
          <p:cNvSpPr/>
          <p:nvPr/>
        </p:nvSpPr>
        <p:spPr>
          <a:xfrm>
            <a:off x="5135410" y="4782224"/>
            <a:ext cx="1564851" cy="240066"/>
          </a:xfrm>
          <a:prstGeom prst="rect">
            <a:avLst/>
          </a:prstGeom>
        </p:spPr>
        <p:txBody>
          <a:bodyPr wrap="none">
            <a:spAutoFit/>
          </a:bodyPr>
          <a:lstStyle/>
          <a:p>
            <a:pPr algn="ct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Program n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initial</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39" name="직사각형 38"/>
          <p:cNvSpPr/>
          <p:nvPr/>
        </p:nvSpPr>
        <p:spPr bwMode="auto">
          <a:xfrm>
            <a:off x="5379556" y="5244504"/>
            <a:ext cx="1080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40" name="직사각형 39"/>
          <p:cNvSpPr/>
          <p:nvPr/>
        </p:nvSpPr>
        <p:spPr>
          <a:xfrm>
            <a:off x="5577036" y="5357183"/>
            <a:ext cx="681597" cy="227178"/>
          </a:xfrm>
          <a:prstGeom prst="rect">
            <a:avLst/>
          </a:prstGeom>
        </p:spPr>
        <p:txBody>
          <a:bodyPr wrap="none">
            <a:spAutoFit/>
          </a:bodyPr>
          <a:lstStyle/>
          <a:p>
            <a:pPr algn="ct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Xử</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lý</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END </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41" name="직사각형 40"/>
          <p:cNvSpPr/>
          <p:nvPr/>
        </p:nvSpPr>
        <p:spPr bwMode="auto">
          <a:xfrm>
            <a:off x="5379556" y="5803580"/>
            <a:ext cx="1080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42" name="직사각형 41"/>
          <p:cNvSpPr/>
          <p:nvPr/>
        </p:nvSpPr>
        <p:spPr>
          <a:xfrm>
            <a:off x="5229191" y="5844259"/>
            <a:ext cx="1377300" cy="240066"/>
          </a:xfrm>
          <a:prstGeom prst="rect">
            <a:avLst/>
          </a:prstGeom>
        </p:spPr>
        <p:txBody>
          <a:bodyPr wrap="none">
            <a:spAutoFit/>
          </a:bodyPr>
          <a:lstStyle/>
          <a:p>
            <a:pPr algn="ct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scan</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grpSp>
        <p:nvGrpSpPr>
          <p:cNvPr id="5" name="그룹 4"/>
          <p:cNvGrpSpPr/>
          <p:nvPr/>
        </p:nvGrpSpPr>
        <p:grpSpPr>
          <a:xfrm>
            <a:off x="7797436" y="3912348"/>
            <a:ext cx="1323063" cy="554624"/>
            <a:chOff x="7797436" y="3921313"/>
            <a:chExt cx="1323063" cy="554624"/>
          </a:xfrm>
        </p:grpSpPr>
        <p:sp>
          <p:nvSpPr>
            <p:cNvPr id="43" name="직사각형 42"/>
            <p:cNvSpPr/>
            <p:nvPr/>
          </p:nvSpPr>
          <p:spPr bwMode="auto">
            <a:xfrm>
              <a:off x="7797436" y="4020434"/>
              <a:ext cx="1056846"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45" name="직사각형 44"/>
            <p:cNvSpPr/>
            <p:nvPr/>
          </p:nvSpPr>
          <p:spPr bwMode="auto">
            <a:xfrm>
              <a:off x="8063653" y="3921313"/>
              <a:ext cx="1056846"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grpSp>
      <p:sp>
        <p:nvSpPr>
          <p:cNvPr id="44" name="직사각형 43"/>
          <p:cNvSpPr/>
          <p:nvPr/>
        </p:nvSpPr>
        <p:spPr>
          <a:xfrm>
            <a:off x="7761312" y="4027391"/>
            <a:ext cx="1582484" cy="535531"/>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theo</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số</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tự</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có</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trong</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p>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thành</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lập</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Parameter program</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 </a:t>
            </a:r>
            <a:endPar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endParaRPr>
          </a:p>
          <a:p>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3" name="직사각형 2"/>
          <p:cNvSpPr/>
          <p:nvPr/>
        </p:nvSpPr>
        <p:spPr bwMode="auto">
          <a:xfrm>
            <a:off x="6812493" y="4109322"/>
            <a:ext cx="660787" cy="289304"/>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r" defTabSz="854075" rtl="0" eaLnBrk="1" fontAlgn="base" latinLnBrk="1" hangingPunct="1">
              <a:lnSpc>
                <a:spcPct val="120000"/>
              </a:lnSpc>
              <a:spcBef>
                <a:spcPct val="0"/>
              </a:spcBef>
              <a:spcAft>
                <a:spcPct val="0"/>
              </a:spcAft>
              <a:buClrTx/>
              <a:buSzTx/>
              <a:buFontTx/>
              <a:buNone/>
              <a:tabLst/>
            </a:pPr>
            <a:r>
              <a:rPr kumimoji="1" lang="en-US" altLang="ko-KR" sz="1100" b="0" i="0" u="none" strike="noStrike" cap="none" normalizeH="0" baseline="0" dirty="0" smtClean="0">
                <a:ln>
                  <a:noFill/>
                </a:ln>
                <a:solidFill>
                  <a:schemeClr val="tx1"/>
                </a:solidFill>
                <a:effectLst/>
                <a:latin typeface="Arial" panose="020B0604020202020204" pitchFamily="34" charset="0"/>
                <a:cs typeface="Arial" panose="020B0604020202020204" pitchFamily="34" charset="0"/>
              </a:rPr>
              <a:t>1 scan</a:t>
            </a:r>
            <a:endParaRPr kumimoji="1" lang="ko-KR" altLang="en-US" sz="1100" b="0" i="0" u="none" strike="noStrike" cap="none" normalizeH="0" baseline="0" dirty="0" smtClean="0">
              <a:ln>
                <a:noFill/>
              </a:ln>
              <a:solidFill>
                <a:schemeClr val="tx1"/>
              </a:solidFill>
              <a:effectLst/>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24050855"/>
      </p:ext>
    </p:extLst>
  </p:cSld>
  <p:clrMapOvr>
    <a:masterClrMapping/>
  </p:clrMapOvr>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2"/>
          <p:cNvSpPr>
            <a:spLocks noChangeArrowheads="1"/>
          </p:cNvSpPr>
          <p:nvPr/>
        </p:nvSpPr>
        <p:spPr bwMode="auto">
          <a:xfrm>
            <a:off x="365125" y="760413"/>
            <a:ext cx="9321783" cy="1514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(5)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scan</a:t>
            </a:r>
            <a:endParaRPr lang="ko-KR" altLang="en-US" sz="1200" dirty="0">
              <a:latin typeface="Times New Roman" panose="02020603050405020304" pitchFamily="18" charset="0"/>
              <a:cs typeface="Times New Roman" panose="02020603050405020304" pitchFamily="18" charset="0"/>
            </a:endParaRPr>
          </a:p>
          <a:p>
            <a:pPr eaLnBrk="1" hangingPunct="1">
              <a:lnSpc>
                <a:spcPct val="17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initial,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1 scan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b)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type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bởi</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parameter program</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thứ</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parameter program.</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(d</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hết</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END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scan ban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endParaRPr lang="en-US" altLang="ko-KR" sz="1200" dirty="0">
              <a:latin typeface="Times New Roman" panose="02020603050405020304" pitchFamily="18" charset="0"/>
              <a:cs typeface="Times New Roman" panose="02020603050405020304" pitchFamily="18" charset="0"/>
            </a:endParaRPr>
          </a:p>
        </p:txBody>
      </p:sp>
      <p:pic>
        <p:nvPicPr>
          <p:cNvPr id="114691" name="Picture 3" descr="46\6-9.tif"/>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bwMode="auto">
          <a:xfrm>
            <a:off x="887413" y="2719388"/>
            <a:ext cx="8278812" cy="3230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직사각형 6"/>
          <p:cNvSpPr/>
          <p:nvPr/>
        </p:nvSpPr>
        <p:spPr>
          <a:xfrm>
            <a:off x="830922" y="3284984"/>
            <a:ext cx="806631" cy="276999"/>
          </a:xfrm>
          <a:prstGeom prst="rect">
            <a:avLst/>
          </a:prstGeom>
          <a:solidFill>
            <a:schemeClr val="bg1"/>
          </a:solidFill>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Xử</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lý</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END </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grpSp>
        <p:nvGrpSpPr>
          <p:cNvPr id="3" name="그룹 2"/>
          <p:cNvGrpSpPr/>
          <p:nvPr/>
        </p:nvGrpSpPr>
        <p:grpSpPr>
          <a:xfrm>
            <a:off x="770722" y="4117094"/>
            <a:ext cx="1734006" cy="1087725"/>
            <a:chOff x="770682" y="4117094"/>
            <a:chExt cx="1734006" cy="1087725"/>
          </a:xfrm>
        </p:grpSpPr>
        <p:sp>
          <p:nvSpPr>
            <p:cNvPr id="6" name="직사각형 5"/>
            <p:cNvSpPr/>
            <p:nvPr/>
          </p:nvSpPr>
          <p:spPr bwMode="auto">
            <a:xfrm>
              <a:off x="770682" y="4117094"/>
              <a:ext cx="1440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8" name="직사각형 7"/>
            <p:cNvSpPr/>
            <p:nvPr/>
          </p:nvSpPr>
          <p:spPr bwMode="auto">
            <a:xfrm>
              <a:off x="2144688" y="4749316"/>
              <a:ext cx="360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grpSp>
      <p:sp>
        <p:nvSpPr>
          <p:cNvPr id="11" name="직사각형 10"/>
          <p:cNvSpPr/>
          <p:nvPr/>
        </p:nvSpPr>
        <p:spPr>
          <a:xfrm>
            <a:off x="776536" y="3725997"/>
            <a:ext cx="1750800" cy="276999"/>
          </a:xfrm>
          <a:prstGeom prst="rect">
            <a:avLst/>
          </a:prstGeom>
          <a:solidFill>
            <a:schemeClr val="bg1"/>
          </a:solidFill>
        </p:spPr>
        <p:txBody>
          <a:bodyPr wrap="none">
            <a:spAutoFit/>
          </a:bodyPr>
          <a:lstStyle/>
          <a:p>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initial</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2" name="직사각형 11"/>
          <p:cNvSpPr/>
          <p:nvPr/>
        </p:nvSpPr>
        <p:spPr>
          <a:xfrm>
            <a:off x="776536" y="4185084"/>
            <a:ext cx="1838965" cy="276999"/>
          </a:xfrm>
          <a:prstGeom prst="rect">
            <a:avLst/>
          </a:prstGeom>
          <a:solidFill>
            <a:schemeClr val="bg1"/>
          </a:solidFill>
        </p:spPr>
        <p:txBody>
          <a:bodyPr wrap="none">
            <a:spAutoFit/>
          </a:bodyPr>
          <a:lstStyle/>
          <a:p>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scan </a:t>
            </a:r>
            <a:r>
              <a:rPr lang="ko-KR" altLang="en-US"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A</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3" name="직사각형 12"/>
          <p:cNvSpPr/>
          <p:nvPr/>
        </p:nvSpPr>
        <p:spPr>
          <a:xfrm>
            <a:off x="776536" y="4653136"/>
            <a:ext cx="1798890" cy="276999"/>
          </a:xfrm>
          <a:prstGeom prst="rect">
            <a:avLst/>
          </a:prstGeom>
          <a:solidFill>
            <a:schemeClr val="bg1"/>
          </a:solidFill>
        </p:spPr>
        <p:txBody>
          <a:bodyPr wrap="none">
            <a:spAutoFit/>
          </a:bodyPr>
          <a:lstStyle/>
          <a:p>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scan B</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4" name="직사각형 13"/>
          <p:cNvSpPr/>
          <p:nvPr/>
        </p:nvSpPr>
        <p:spPr>
          <a:xfrm>
            <a:off x="776536" y="5103258"/>
            <a:ext cx="1830950" cy="276999"/>
          </a:xfrm>
          <a:prstGeom prst="rect">
            <a:avLst/>
          </a:prstGeom>
          <a:solidFill>
            <a:schemeClr val="bg1"/>
          </a:solidFill>
        </p:spPr>
        <p:txBody>
          <a:bodyPr wrap="none">
            <a:spAutoFit/>
          </a:bodyPr>
          <a:lstStyle/>
          <a:p>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scan C</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6" name="직사각형 15"/>
          <p:cNvSpPr/>
          <p:nvPr/>
        </p:nvSpPr>
        <p:spPr bwMode="auto">
          <a:xfrm>
            <a:off x="803431" y="2647001"/>
            <a:ext cx="1440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8" name="직사각형 17"/>
          <p:cNvSpPr/>
          <p:nvPr/>
        </p:nvSpPr>
        <p:spPr>
          <a:xfrm>
            <a:off x="848544" y="2643919"/>
            <a:ext cx="1468672" cy="461665"/>
          </a:xfrm>
          <a:prstGeom prst="rect">
            <a:avLst/>
          </a:prstGeom>
        </p:spPr>
        <p:txBody>
          <a:bodyPr wrap="none">
            <a:spAutoFit/>
          </a:bodyPr>
          <a:lstStyle/>
          <a:p>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STOP </a:t>
            </a:r>
            <a:r>
              <a:rPr lang="ko-KR" altLang="en-US"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RUN</a:t>
            </a:r>
          </a:p>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Nguồn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điện</a:t>
            </a:r>
            <a:r>
              <a:rPr lang="ko-KR" altLang="en-US"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ON </a:t>
            </a:r>
            <a:r>
              <a:rPr lang="ko-KR" altLang="en-US"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RUN</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9" name="직사각형 18"/>
          <p:cNvSpPr/>
          <p:nvPr/>
        </p:nvSpPr>
        <p:spPr bwMode="auto">
          <a:xfrm>
            <a:off x="2396716" y="2697139"/>
            <a:ext cx="97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0" name="직사각형 19"/>
          <p:cNvSpPr/>
          <p:nvPr/>
        </p:nvSpPr>
        <p:spPr>
          <a:xfrm>
            <a:off x="2567771" y="2852331"/>
            <a:ext cx="742511" cy="276999"/>
          </a:xfrm>
          <a:prstGeom prst="rect">
            <a:avLst/>
          </a:prstGeom>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Lần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scan 1</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1" name="직사각형 20"/>
          <p:cNvSpPr/>
          <p:nvPr/>
        </p:nvSpPr>
        <p:spPr bwMode="auto">
          <a:xfrm>
            <a:off x="3872988" y="2697139"/>
            <a:ext cx="97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2" name="직사각형 21"/>
          <p:cNvSpPr/>
          <p:nvPr/>
        </p:nvSpPr>
        <p:spPr>
          <a:xfrm>
            <a:off x="4044043" y="2852331"/>
            <a:ext cx="742511" cy="276999"/>
          </a:xfrm>
          <a:prstGeom prst="rect">
            <a:avLst/>
          </a:prstGeom>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Lần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scan 2</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3" name="직사각형 22"/>
          <p:cNvSpPr/>
          <p:nvPr/>
        </p:nvSpPr>
        <p:spPr bwMode="auto">
          <a:xfrm>
            <a:off x="5601180" y="2697139"/>
            <a:ext cx="97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4" name="직사각형 23"/>
          <p:cNvSpPr/>
          <p:nvPr/>
        </p:nvSpPr>
        <p:spPr>
          <a:xfrm>
            <a:off x="5772235" y="2852331"/>
            <a:ext cx="742511" cy="276999"/>
          </a:xfrm>
          <a:prstGeom prst="rect">
            <a:avLst/>
          </a:prstGeom>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Lần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scan 3</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5" name="직사각형 24"/>
          <p:cNvSpPr/>
          <p:nvPr/>
        </p:nvSpPr>
        <p:spPr bwMode="auto">
          <a:xfrm>
            <a:off x="7149244" y="2697139"/>
            <a:ext cx="97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6" name="직사각형 25"/>
          <p:cNvSpPr/>
          <p:nvPr/>
        </p:nvSpPr>
        <p:spPr>
          <a:xfrm>
            <a:off x="7320299" y="2852331"/>
            <a:ext cx="742511" cy="276999"/>
          </a:xfrm>
          <a:prstGeom prst="rect">
            <a:avLst/>
          </a:prstGeom>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Lần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scan 4</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7" name="직사각형 26"/>
          <p:cNvSpPr/>
          <p:nvPr/>
        </p:nvSpPr>
        <p:spPr bwMode="auto">
          <a:xfrm>
            <a:off x="3865569" y="5244314"/>
            <a:ext cx="972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8" name="직사각형 27"/>
          <p:cNvSpPr/>
          <p:nvPr/>
        </p:nvSpPr>
        <p:spPr>
          <a:xfrm>
            <a:off x="3872880" y="5399506"/>
            <a:ext cx="944489" cy="276999"/>
          </a:xfrm>
          <a:prstGeom prst="rect">
            <a:avLst/>
          </a:prstGeom>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Thời</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gian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scan</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9" name="Text Box 13"/>
          <p:cNvSpPr txBox="1">
            <a:spLocks noChangeArrowheads="1"/>
          </p:cNvSpPr>
          <p:nvPr/>
        </p:nvSpPr>
        <p:spPr bwMode="auto">
          <a:xfrm>
            <a:off x="7401272" y="85725"/>
            <a:ext cx="25592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căn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30" name="Rectangle 14"/>
          <p:cNvSpPr>
            <a:spLocks noChangeArrowheads="1"/>
          </p:cNvSpPr>
          <p:nvPr/>
        </p:nvSpPr>
        <p:spPr bwMode="auto">
          <a:xfrm>
            <a:off x="60325" y="53975"/>
            <a:ext cx="2895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a:t>
            </a:r>
            <a:r>
              <a:rPr lang="en-US" altLang="ko-KR" sz="1800" b="1" dirty="0">
                <a:latin typeface="Times New Roman" panose="02020603050405020304" pitchFamily="18" charset="0"/>
                <a:cs typeface="Times New Roman" panose="02020603050405020304" pitchFamily="18" charset="0"/>
              </a:rPr>
              <a:t>Developer </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250957029"/>
      </p:ext>
    </p:extLst>
  </p:cSld>
  <p:clrMapOvr>
    <a:masterClrMapping/>
  </p:clrMapOvr>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2"/>
          <p:cNvSpPr>
            <a:spLocks noChangeArrowheads="1"/>
          </p:cNvSpPr>
          <p:nvPr/>
        </p:nvSpPr>
        <p:spPr bwMode="auto">
          <a:xfrm>
            <a:off x="56456" y="584684"/>
            <a:ext cx="9930924" cy="2733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(6)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P90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Parameter)</a:t>
            </a:r>
            <a:endParaRPr lang="en-US" altLang="ko-KR" sz="1200" dirty="0">
              <a:latin typeface="Times New Roman" panose="02020603050405020304" pitchFamily="18" charset="0"/>
              <a:cs typeface="Times New Roman" panose="02020603050405020304" pitchFamily="18" charset="0"/>
            </a:endParaRPr>
          </a:p>
          <a:p>
            <a:pPr eaLnBrk="1" hangingPunct="1">
              <a:lnSpc>
                <a:spcPct val="170000"/>
              </a:lnSpc>
              <a:spcBef>
                <a:spcPct val="50000"/>
              </a:spcBef>
              <a:buFontTx/>
              <a:buNone/>
            </a:pPr>
            <a:r>
              <a:rPr lang="en-US" altLang="ko-KR" sz="1200" dirty="0">
                <a:latin typeface="Times New Roman" panose="02020603050405020304" pitchFamily="18" charset="0"/>
                <a:cs typeface="Times New Roman" panose="02020603050405020304" pitchFamily="18" charset="0"/>
              </a:rPr>
              <a:t>      (a)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hoạc</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7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thặng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dư</a:t>
            </a:r>
            <a:r>
              <a:rPr lang="en-US" altLang="ko-KR" sz="1200" dirty="0" smtClean="0">
                <a:latin typeface="Times New Roman" panose="02020603050405020304" pitchFamily="18" charset="0"/>
                <a:cs typeface="Times New Roman" panose="02020603050405020304" pitchFamily="18" charset="0"/>
              </a:rPr>
              <a:t> constant scan].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constant scan.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đảm</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7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từng</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7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endParaRPr lang="ko-KR" altLang="en-US"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(b)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type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parameter program</a:t>
            </a:r>
            <a:endParaRPr lang="ko-KR" altLang="en-US"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(c) </a:t>
            </a:r>
            <a:r>
              <a:rPr lang="en-US" altLang="ko-KR" sz="1200" dirty="0" err="1" smtClean="0">
                <a:latin typeface="Times New Roman" panose="02020603050405020304" pitchFamily="18" charset="0"/>
                <a:cs typeface="Times New Roman" panose="02020603050405020304" pitchFamily="18" charset="0"/>
              </a:rPr>
              <a:t>Thuận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từng</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printer</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(d)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END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kiểu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scan ban </a:t>
            </a:r>
            <a:r>
              <a:rPr lang="en-US" altLang="ko-KR" sz="1200" dirty="0" err="1" smtClean="0">
                <a:latin typeface="Times New Roman" panose="02020603050405020304" pitchFamily="18" charset="0"/>
                <a:cs typeface="Times New Roman" panose="02020603050405020304" pitchFamily="18" charset="0"/>
              </a:rPr>
              <a:t>đầu</a:t>
            </a:r>
            <a:endParaRPr lang="ko-KR" altLang="en-US" sz="1200" dirty="0">
              <a:latin typeface="Times New Roman" panose="02020603050405020304" pitchFamily="18" charset="0"/>
              <a:cs typeface="Times New Roman" panose="02020603050405020304" pitchFamily="18" charset="0"/>
            </a:endParaRPr>
          </a:p>
        </p:txBody>
      </p:sp>
      <p:pic>
        <p:nvPicPr>
          <p:cNvPr id="115715" name="Picture 3" descr="C:\Documents and Settings\innovation\바탕 화면\PLC초급_2005_Rev0\46\6-11.tif"/>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bwMode="auto">
          <a:xfrm>
            <a:off x="1014568" y="3557403"/>
            <a:ext cx="7516824" cy="30086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716" name="Rectangle 4"/>
          <p:cNvSpPr>
            <a:spLocks noChangeArrowheads="1"/>
          </p:cNvSpPr>
          <p:nvPr/>
        </p:nvSpPr>
        <p:spPr bwMode="auto">
          <a:xfrm>
            <a:off x="0" y="1131888"/>
            <a:ext cx="9906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7" name="직사각형 6"/>
          <p:cNvSpPr/>
          <p:nvPr/>
        </p:nvSpPr>
        <p:spPr bwMode="auto">
          <a:xfrm>
            <a:off x="3008784" y="3436033"/>
            <a:ext cx="892273" cy="280999"/>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8" name="직사각형 7"/>
          <p:cNvSpPr/>
          <p:nvPr/>
        </p:nvSpPr>
        <p:spPr>
          <a:xfrm>
            <a:off x="3179839" y="3440033"/>
            <a:ext cx="774571" cy="276999"/>
          </a:xfrm>
          <a:prstGeom prst="rect">
            <a:avLst/>
          </a:prstGeom>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Xử</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lý</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END</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0" name="직사각형 9"/>
          <p:cNvSpPr/>
          <p:nvPr/>
        </p:nvSpPr>
        <p:spPr>
          <a:xfrm>
            <a:off x="4098214" y="3501008"/>
            <a:ext cx="806631" cy="276999"/>
          </a:xfrm>
          <a:prstGeom prst="rect">
            <a:avLst/>
          </a:prstGeom>
          <a:solidFill>
            <a:schemeClr val="bg1"/>
          </a:solidFill>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Xử</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lý</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END </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2" name="직사각형 11"/>
          <p:cNvSpPr/>
          <p:nvPr/>
        </p:nvSpPr>
        <p:spPr>
          <a:xfrm>
            <a:off x="5016043" y="3512041"/>
            <a:ext cx="774571" cy="276999"/>
          </a:xfrm>
          <a:prstGeom prst="rect">
            <a:avLst/>
          </a:prstGeom>
          <a:solidFill>
            <a:schemeClr val="bg1"/>
          </a:solidFill>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Xử</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lý</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END</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4" name="직사각형 13"/>
          <p:cNvSpPr/>
          <p:nvPr/>
        </p:nvSpPr>
        <p:spPr>
          <a:xfrm>
            <a:off x="5952255" y="3476037"/>
            <a:ext cx="774571" cy="276999"/>
          </a:xfrm>
          <a:prstGeom prst="rect">
            <a:avLst/>
          </a:prstGeom>
          <a:solidFill>
            <a:schemeClr val="bg1"/>
          </a:solidFill>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Xử</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lý</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END</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6" name="직사각형 15"/>
          <p:cNvSpPr/>
          <p:nvPr/>
        </p:nvSpPr>
        <p:spPr>
          <a:xfrm>
            <a:off x="6933328" y="3476037"/>
            <a:ext cx="774571" cy="276999"/>
          </a:xfrm>
          <a:prstGeom prst="rect">
            <a:avLst/>
          </a:prstGeom>
          <a:solidFill>
            <a:schemeClr val="bg1"/>
          </a:solidFill>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Xử</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lý</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END</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7" name="직사각형 16"/>
          <p:cNvSpPr/>
          <p:nvPr/>
        </p:nvSpPr>
        <p:spPr bwMode="auto">
          <a:xfrm>
            <a:off x="740532" y="4605340"/>
            <a:ext cx="1800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8" name="직사각형 17"/>
          <p:cNvSpPr/>
          <p:nvPr/>
        </p:nvSpPr>
        <p:spPr>
          <a:xfrm>
            <a:off x="919662" y="4376137"/>
            <a:ext cx="1653017" cy="276999"/>
          </a:xfrm>
          <a:prstGeom prst="rect">
            <a:avLst/>
          </a:prstGeom>
          <a:solidFill>
            <a:schemeClr val="bg1"/>
          </a:solidFill>
        </p:spPr>
        <p:txBody>
          <a:bodyPr wrap="none">
            <a:spAutoFit/>
          </a:bodyPr>
          <a:lstStyle/>
          <a:p>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scan</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9" name="직사각형 18"/>
          <p:cNvSpPr/>
          <p:nvPr/>
        </p:nvSpPr>
        <p:spPr>
          <a:xfrm>
            <a:off x="452500" y="4808185"/>
            <a:ext cx="2119491" cy="276999"/>
          </a:xfrm>
          <a:prstGeom prst="rect">
            <a:avLst/>
          </a:prstGeom>
        </p:spPr>
        <p:txBody>
          <a:bodyPr wrap="none">
            <a:spAutoFit/>
          </a:bodyPr>
          <a:lstStyle/>
          <a:p>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tốc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độ</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thấp</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0" name="직사각형 19"/>
          <p:cNvSpPr/>
          <p:nvPr/>
        </p:nvSpPr>
        <p:spPr>
          <a:xfrm>
            <a:off x="452500" y="5193196"/>
            <a:ext cx="2111475" cy="276999"/>
          </a:xfrm>
          <a:prstGeom prst="rect">
            <a:avLst/>
          </a:prstGeom>
          <a:solidFill>
            <a:schemeClr val="bg1"/>
          </a:solidFill>
        </p:spPr>
        <p:txBody>
          <a:bodyPr wrap="none">
            <a:spAutoFit/>
          </a:bodyPr>
          <a:lstStyle/>
          <a:p>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tốc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độ</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thấp</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B</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1" name="직사각형 20"/>
          <p:cNvSpPr/>
          <p:nvPr/>
        </p:nvSpPr>
        <p:spPr bwMode="auto">
          <a:xfrm>
            <a:off x="2828764" y="5253419"/>
            <a:ext cx="2268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2" name="직사각형 21"/>
          <p:cNvSpPr/>
          <p:nvPr/>
        </p:nvSpPr>
        <p:spPr>
          <a:xfrm>
            <a:off x="2648744" y="5517232"/>
            <a:ext cx="2451312" cy="276999"/>
          </a:xfrm>
          <a:prstGeom prst="rect">
            <a:avLst/>
          </a:prstGeom>
          <a:solidFill>
            <a:schemeClr val="bg1"/>
          </a:solidFill>
        </p:spPr>
        <p:txBody>
          <a:bodyPr wrap="none">
            <a:spAutoFit/>
          </a:bodyPr>
          <a:lstStyle/>
          <a:p>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tốc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độ</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thấp</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(165ms)</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3" name="직사각형 22"/>
          <p:cNvSpPr/>
          <p:nvPr/>
        </p:nvSpPr>
        <p:spPr bwMode="auto">
          <a:xfrm>
            <a:off x="5205280" y="5253419"/>
            <a:ext cx="1908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4" name="직사각형 23"/>
          <p:cNvSpPr/>
          <p:nvPr/>
        </p:nvSpPr>
        <p:spPr>
          <a:xfrm>
            <a:off x="5241285" y="5337212"/>
            <a:ext cx="1763943" cy="461665"/>
          </a:xfrm>
          <a:prstGeom prst="rect">
            <a:avLst/>
          </a:prstGeom>
          <a:solidFill>
            <a:schemeClr val="bg1"/>
          </a:solidFill>
        </p:spPr>
        <p:txBody>
          <a:bodyPr wrap="square">
            <a:spAutoFit/>
          </a:bodyPr>
          <a:lstStyle/>
          <a:p>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Program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kiểu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hành</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tốc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độ</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thấp</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(130ms)</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5" name="직사각형 24"/>
          <p:cNvSpPr/>
          <p:nvPr/>
        </p:nvSpPr>
        <p:spPr bwMode="auto">
          <a:xfrm>
            <a:off x="6861424" y="6105845"/>
            <a:ext cx="1296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7" name="직사각형 26"/>
          <p:cNvSpPr/>
          <p:nvPr/>
        </p:nvSpPr>
        <p:spPr bwMode="auto">
          <a:xfrm>
            <a:off x="4700972" y="6141849"/>
            <a:ext cx="1296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8" name="직사각형 27"/>
          <p:cNvSpPr/>
          <p:nvPr/>
        </p:nvSpPr>
        <p:spPr>
          <a:xfrm>
            <a:off x="4772980" y="6099683"/>
            <a:ext cx="1332416" cy="445571"/>
          </a:xfrm>
          <a:prstGeom prst="rect">
            <a:avLst/>
          </a:prstGeom>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xử</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lý</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END </a:t>
            </a:r>
          </a:p>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tốc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độ</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thấp</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9" name="Text Box 13"/>
          <p:cNvSpPr txBox="1">
            <a:spLocks noChangeArrowheads="1"/>
          </p:cNvSpPr>
          <p:nvPr/>
        </p:nvSpPr>
        <p:spPr bwMode="auto">
          <a:xfrm>
            <a:off x="7401272" y="85725"/>
            <a:ext cx="25592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căn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30" name="Rectangle 14"/>
          <p:cNvSpPr>
            <a:spLocks noChangeArrowheads="1"/>
          </p:cNvSpPr>
          <p:nvPr/>
        </p:nvSpPr>
        <p:spPr bwMode="auto">
          <a:xfrm>
            <a:off x="60325" y="53975"/>
            <a:ext cx="2895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a:t>
            </a:r>
            <a:r>
              <a:rPr lang="en-US" altLang="ko-KR" sz="1800" b="1" dirty="0">
                <a:latin typeface="Times New Roman" panose="02020603050405020304" pitchFamily="18" charset="0"/>
                <a:cs typeface="Times New Roman" panose="02020603050405020304" pitchFamily="18" charset="0"/>
              </a:rPr>
              <a:t>Developer </a:t>
            </a:r>
            <a:endParaRPr lang="ko-KR" altLang="en-US" sz="1800" b="1" dirty="0">
              <a:latin typeface="Times New Roman" panose="02020603050405020304" pitchFamily="18" charset="0"/>
              <a:cs typeface="Times New Roman" panose="02020603050405020304" pitchFamily="18" charset="0"/>
            </a:endParaRPr>
          </a:p>
        </p:txBody>
      </p:sp>
      <p:sp>
        <p:nvSpPr>
          <p:cNvPr id="31" name="직사각형 30"/>
          <p:cNvSpPr/>
          <p:nvPr/>
        </p:nvSpPr>
        <p:spPr>
          <a:xfrm>
            <a:off x="6500904" y="6252083"/>
            <a:ext cx="1332416" cy="445571"/>
          </a:xfrm>
          <a:prstGeom prst="rect">
            <a:avLst/>
          </a:prstGeom>
        </p:spPr>
        <p:txBody>
          <a:bodyPr wrap="none">
            <a:spAutoFit/>
          </a:bodyPr>
          <a:lstStyle/>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Thực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hiện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xử</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lý</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END </a:t>
            </a:r>
          </a:p>
          <a:p>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tốc</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độ</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thấp</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Tree>
    <p:extLst>
      <p:ext uri="{BB962C8B-B14F-4D97-AF65-F5344CB8AC3E}">
        <p14:creationId xmlns:p14="http://schemas.microsoft.com/office/powerpoint/2010/main" val="3763267170"/>
      </p:ext>
    </p:extLst>
  </p:cSld>
  <p:clrMapOvr>
    <a:masterClrMapping/>
  </p:clrMapOvr>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Rectangle 2"/>
          <p:cNvSpPr>
            <a:spLocks noChangeArrowheads="1"/>
          </p:cNvSpPr>
          <p:nvPr/>
        </p:nvSpPr>
        <p:spPr bwMode="auto">
          <a:xfrm>
            <a:off x="128464" y="750888"/>
            <a:ext cx="9810699" cy="3154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300" dirty="0">
                <a:latin typeface="Times New Roman" panose="02020603050405020304" pitchFamily="18" charset="0"/>
                <a:cs typeface="Times New Roman" panose="02020603050405020304" pitchFamily="18" charset="0"/>
              </a:rPr>
              <a:t>  (7) </a:t>
            </a:r>
            <a:r>
              <a:rPr lang="en-US" altLang="ko-KR" sz="1300" dirty="0" smtClean="0">
                <a:latin typeface="Times New Roman" panose="02020603050405020304" pitchFamily="18" charset="0"/>
                <a:cs typeface="Times New Roman" panose="02020603050405020304" pitchFamily="18" charset="0"/>
              </a:rPr>
              <a:t>Program </a:t>
            </a:r>
            <a:r>
              <a:rPr lang="en-US" altLang="ko-KR" sz="1300" dirty="0" err="1" smtClean="0">
                <a:latin typeface="Times New Roman" panose="02020603050405020304" pitchFamily="18" charset="0"/>
                <a:cs typeface="Times New Roman" panose="02020603050405020304" pitchFamily="18" charset="0"/>
              </a:rPr>
              <a:t>dạng</a:t>
            </a:r>
            <a:r>
              <a:rPr lang="en-US" altLang="ko-KR" sz="1300" dirty="0" smtClean="0">
                <a:latin typeface="Times New Roman" panose="02020603050405020304" pitchFamily="18" charset="0"/>
                <a:cs typeface="Times New Roman" panose="02020603050405020304" pitchFamily="18" charset="0"/>
              </a:rPr>
              <a:t> </a:t>
            </a:r>
            <a:r>
              <a:rPr lang="en-US" altLang="ko-KR" sz="1300" dirty="0" err="1" smtClean="0">
                <a:latin typeface="Times New Roman" panose="02020603050405020304" pitchFamily="18" charset="0"/>
                <a:cs typeface="Times New Roman" panose="02020603050405020304" pitchFamily="18" charset="0"/>
              </a:rPr>
              <a:t>chờ</a:t>
            </a:r>
            <a:r>
              <a:rPr lang="ko-KR" altLang="en-US" sz="1300" dirty="0" smtClean="0">
                <a:latin typeface="Times New Roman" panose="02020603050405020304" pitchFamily="18" charset="0"/>
                <a:cs typeface="Times New Roman" panose="02020603050405020304" pitchFamily="18" charset="0"/>
              </a:rPr>
              <a:t> </a:t>
            </a:r>
            <a:endParaRPr lang="ko-KR" altLang="en-US" sz="1300" dirty="0">
              <a:latin typeface="Times New Roman" panose="02020603050405020304" pitchFamily="18" charset="0"/>
              <a:cs typeface="Times New Roman" panose="02020603050405020304" pitchFamily="18" charset="0"/>
            </a:endParaRPr>
          </a:p>
          <a:p>
            <a:pPr eaLnBrk="1" hangingPunct="1">
              <a:lnSpc>
                <a:spcPct val="15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(a)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dạng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chờ</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phép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yêu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cầu</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(b)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Program </a:t>
            </a:r>
            <a:r>
              <a:rPr lang="en-US" altLang="ko-KR" sz="1200" dirty="0" err="1">
                <a:latin typeface="Times New Roman" panose="02020603050405020304" pitchFamily="18" charset="0"/>
                <a:cs typeface="Times New Roman" panose="02020603050405020304" pitchFamily="18" charset="0"/>
              </a:rPr>
              <a:t>dạng</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chờ</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như</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① </a:t>
            </a:r>
            <a:r>
              <a:rPr lang="en-US" altLang="ko-KR" sz="1200" dirty="0" err="1" smtClean="0">
                <a:latin typeface="Times New Roman" panose="02020603050405020304" pitchFamily="18" charset="0"/>
                <a:cs typeface="Times New Roman" panose="02020603050405020304" pitchFamily="18" charset="0"/>
              </a:rPr>
              <a:t>Thư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hóa</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a:latin typeface="Times New Roman" panose="02020603050405020304" pitchFamily="18" charset="0"/>
                <a:cs typeface="Times New Roman" panose="02020603050405020304" pitchFamily="18" charset="0"/>
              </a:rPr>
              <a:t> S</a:t>
            </a:r>
            <a:r>
              <a:rPr lang="en-US" altLang="ko-KR" sz="1200" dirty="0" smtClean="0">
                <a:latin typeface="Times New Roman" panose="02020603050405020304" pitchFamily="18" charset="0"/>
                <a:cs typeface="Times New Roman" panose="02020603050405020304" pitchFamily="18" charset="0"/>
              </a:rPr>
              <a:t>ubroutine Program,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Interrupt Program sang </a:t>
            </a:r>
            <a:r>
              <a:rPr lang="en-US" altLang="ko-KR" sz="1200" dirty="0">
                <a:latin typeface="Times New Roman" panose="02020603050405020304" pitchFamily="18" charset="0"/>
                <a:cs typeface="Times New Roman" panose="02020603050405020304" pitchFamily="18" charset="0"/>
              </a:rPr>
              <a:t>Program </a:t>
            </a:r>
            <a:r>
              <a:rPr lang="en-US" altLang="ko-KR" sz="1200" dirty="0" err="1">
                <a:latin typeface="Times New Roman" panose="02020603050405020304" pitchFamily="18" charset="0"/>
                <a:cs typeface="Times New Roman" panose="02020603050405020304" pitchFamily="18" charset="0"/>
              </a:rPr>
              <a:t>dạng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chờ</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riêng</a:t>
            </a:r>
            <a:r>
              <a:rPr lang="en-US" altLang="ko-KR" sz="1200" dirty="0" smtClean="0">
                <a:latin typeface="Times New Roman" panose="02020603050405020304" pitchFamily="18" charset="0"/>
                <a:cs typeface="Times New Roman" panose="02020603050405020304" pitchFamily="18" charset="0"/>
              </a:rPr>
              <a:t> so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Main Program.</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②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Program</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Main </a:t>
            </a:r>
            <a:r>
              <a:rPr lang="en-US" altLang="ko-KR" sz="1200" dirty="0" err="1" smtClean="0">
                <a:latin typeface="Times New Roman" panose="02020603050405020304" pitchFamily="18" charset="0"/>
                <a:cs typeface="Times New Roman" panose="02020603050405020304" pitchFamily="18" charset="0"/>
              </a:rPr>
              <a:t>Routin</a:t>
            </a:r>
            <a:r>
              <a:rPr lang="en-US" altLang="ko-KR" sz="1200" dirty="0" smtClean="0">
                <a:latin typeface="Times New Roman" panose="02020603050405020304" pitchFamily="18" charset="0"/>
                <a:cs typeface="Times New Roman" panose="02020603050405020304" pitchFamily="18" charset="0"/>
              </a:rPr>
              <a:t> Program sang Program </a:t>
            </a:r>
            <a:r>
              <a:rPr lang="en-US" altLang="ko-KR" sz="1200" dirty="0" err="1" smtClean="0">
                <a:latin typeface="Times New Roman" panose="02020603050405020304" pitchFamily="18" charset="0"/>
                <a:cs typeface="Times New Roman" panose="02020603050405020304" pitchFamily="18" charset="0"/>
              </a:rPr>
              <a:t>chờ</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sang Program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Scan.</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khiển</a:t>
            </a:r>
            <a:r>
              <a:rPr lang="en-US" altLang="ko-KR" sz="1200" dirty="0" smtClean="0">
                <a:latin typeface="Times New Roman" panose="02020603050405020304" pitchFamily="18" charset="0"/>
                <a:cs typeface="Times New Roman" panose="02020603050405020304" pitchFamily="18" charset="0"/>
              </a:rPr>
              <a:t> sang Program </a:t>
            </a:r>
            <a:r>
              <a:rPr lang="en-US" altLang="ko-KR" sz="1200" dirty="0" err="1" smtClean="0">
                <a:latin typeface="Times New Roman" panose="02020603050405020304" pitchFamily="18" charset="0"/>
                <a:cs typeface="Times New Roman" panose="02020603050405020304" pitchFamily="18" charset="0"/>
              </a:rPr>
              <a:t>dạng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chờ</a:t>
            </a: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(c)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riêng</a:t>
            </a:r>
            <a:r>
              <a:rPr lang="en-US" altLang="ko-KR" sz="1200" dirty="0" smtClean="0">
                <a:latin typeface="Times New Roman" panose="02020603050405020304" pitchFamily="18" charset="0"/>
                <a:cs typeface="Times New Roman" panose="02020603050405020304" pitchFamily="18" charset="0"/>
              </a:rPr>
              <a:t> Subroutine </a:t>
            </a:r>
            <a:r>
              <a:rPr lang="en-US" altLang="ko-KR" sz="1200" dirty="0">
                <a:latin typeface="Times New Roman" panose="02020603050405020304" pitchFamily="18" charset="0"/>
                <a:cs typeface="Times New Roman" panose="02020603050405020304" pitchFamily="18" charset="0"/>
              </a:rPr>
              <a:t>Program, </a:t>
            </a:r>
            <a:r>
              <a:rPr lang="en-US" altLang="ko-KR" sz="1200" dirty="0" smtClean="0">
                <a:latin typeface="Times New Roman" panose="02020603050405020304" pitchFamily="18" charset="0"/>
                <a:cs typeface="Times New Roman" panose="02020603050405020304" pitchFamily="18" charset="0"/>
              </a:rPr>
              <a:t>Interrupt </a:t>
            </a:r>
            <a:r>
              <a:rPr lang="en-US" altLang="ko-KR" sz="1200" dirty="0">
                <a:latin typeface="Times New Roman" panose="02020603050405020304" pitchFamily="18" charset="0"/>
                <a:cs typeface="Times New Roman" panose="02020603050405020304" pitchFamily="18" charset="0"/>
              </a:rPr>
              <a:t>Program </a:t>
            </a:r>
            <a:r>
              <a:rPr lang="en-US" altLang="ko-KR" sz="1200" dirty="0" smtClean="0">
                <a:latin typeface="Times New Roman" panose="02020603050405020304" pitchFamily="18" charset="0"/>
                <a:cs typeface="Times New Roman" panose="02020603050405020304" pitchFamily="18" charset="0"/>
              </a:rPr>
              <a:t>so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Main Routine Program.</a:t>
            </a:r>
          </a:p>
          <a:p>
            <a:pPr eaLnBrk="1" hangingPunct="1">
              <a:lnSpc>
                <a:spcPct val="100000"/>
              </a:lnSpc>
              <a:spcBef>
                <a:spcPct val="50000"/>
              </a:spcBef>
              <a:buFontTx/>
              <a:buNone/>
            </a:pP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a:latin typeface="Times New Roman" panose="02020603050405020304" pitchFamily="18" charset="0"/>
                <a:cs typeface="Times New Roman" panose="02020603050405020304" pitchFamily="18" charset="0"/>
              </a:rPr>
              <a:t> Subroutine Program</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Interrupt Program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dạng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chờ</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(d)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ngừng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dạng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chờ</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quay </a:t>
            </a:r>
            <a:r>
              <a:rPr lang="en-US" altLang="ko-KR" sz="1200" dirty="0" err="1" smtClean="0">
                <a:latin typeface="Times New Roman" panose="02020603050405020304" pitchFamily="18" charset="0"/>
                <a:cs typeface="Times New Roman" panose="02020603050405020304" pitchFamily="18" charset="0"/>
              </a:rPr>
              <a:t>trở</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Subroutine </a:t>
            </a:r>
            <a:r>
              <a:rPr lang="en-US" altLang="ko-KR" sz="1200" dirty="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chờ</a:t>
            </a:r>
            <a:r>
              <a:rPr lang="en-US" altLang="ko-KR" sz="1200" dirty="0">
                <a:latin typeface="Times New Roman" panose="02020603050405020304" pitchFamily="18" charset="0"/>
                <a:cs typeface="Times New Roman" panose="02020603050405020304" pitchFamily="18" charset="0"/>
              </a:rPr>
              <a:t>, Interrupt Program </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pic>
        <p:nvPicPr>
          <p:cNvPr id="116740" name="Picture 4" descr="C:\Documents and Settings\innovation\바탕 화면\PLC초급_2005_Rev0\46\6-12-2.tif"/>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bwMode="auto">
          <a:xfrm>
            <a:off x="825500" y="4329113"/>
            <a:ext cx="7842250" cy="20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8"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9" name="직사각형 8"/>
          <p:cNvSpPr/>
          <p:nvPr/>
        </p:nvSpPr>
        <p:spPr>
          <a:xfrm>
            <a:off x="884548" y="5349174"/>
            <a:ext cx="1013419" cy="227178"/>
          </a:xfrm>
          <a:prstGeom prst="rect">
            <a:avLst/>
          </a:prstGeom>
        </p:spPr>
        <p:txBody>
          <a:bodyPr wrap="none">
            <a:spAutoFit/>
          </a:bodyPr>
          <a:lstStyle/>
          <a:p>
            <a:r>
              <a:rPr lang="en-US" altLang="ko-KR" sz="800" dirty="0">
                <a:latin typeface="Times New Roman" panose="02020603050405020304" pitchFamily="18" charset="0"/>
                <a:cs typeface="Times New Roman" panose="02020603050405020304" pitchFamily="18" charset="0"/>
              </a:rPr>
              <a:t>Subroutine Program</a:t>
            </a:r>
            <a:endParaRPr lang="ko-KR" altLang="en-US" sz="800" dirty="0">
              <a:latin typeface="Times New Roman" panose="02020603050405020304" pitchFamily="18" charset="0"/>
              <a:cs typeface="Times New Roman" panose="02020603050405020304" pitchFamily="18" charset="0"/>
            </a:endParaRPr>
          </a:p>
        </p:txBody>
      </p:sp>
      <p:sp>
        <p:nvSpPr>
          <p:cNvPr id="11" name="직사각형 10"/>
          <p:cNvSpPr/>
          <p:nvPr/>
        </p:nvSpPr>
        <p:spPr>
          <a:xfrm>
            <a:off x="884548" y="5913276"/>
            <a:ext cx="920445" cy="240066"/>
          </a:xfrm>
          <a:prstGeom prst="rect">
            <a:avLst/>
          </a:prstGeom>
        </p:spPr>
        <p:txBody>
          <a:bodyPr wrap="none">
            <a:spAutoFit/>
          </a:bodyPr>
          <a:lstStyle/>
          <a:p>
            <a:r>
              <a:rPr lang="en-US" altLang="ko-KR" sz="800" dirty="0">
                <a:latin typeface="Times New Roman" panose="02020603050405020304" pitchFamily="18" charset="0"/>
                <a:cs typeface="Times New Roman" panose="02020603050405020304" pitchFamily="18" charset="0"/>
              </a:rPr>
              <a:t>Interrupt</a:t>
            </a:r>
            <a:r>
              <a:rPr lang="en-US" altLang="ko-KR" sz="800" dirty="0" smtClean="0">
                <a:latin typeface="Times New Roman" panose="02020603050405020304" pitchFamily="18" charset="0"/>
                <a:cs typeface="Times New Roman" panose="02020603050405020304" pitchFamily="18" charset="0"/>
              </a:rPr>
              <a:t> </a:t>
            </a:r>
            <a:r>
              <a:rPr lang="en-US" altLang="ko-KR" sz="800" dirty="0">
                <a:latin typeface="Times New Roman" panose="02020603050405020304" pitchFamily="18" charset="0"/>
                <a:cs typeface="Times New Roman" panose="02020603050405020304" pitchFamily="18" charset="0"/>
              </a:rPr>
              <a:t>Program</a:t>
            </a:r>
            <a:endParaRPr lang="ko-KR" altLang="en-US" sz="800" dirty="0">
              <a:latin typeface="Times New Roman" panose="02020603050405020304" pitchFamily="18" charset="0"/>
              <a:cs typeface="Times New Roman" panose="02020603050405020304" pitchFamily="18" charset="0"/>
            </a:endParaRPr>
          </a:p>
        </p:txBody>
      </p:sp>
      <p:sp>
        <p:nvSpPr>
          <p:cNvPr id="12" name="직사각형 11"/>
          <p:cNvSpPr/>
          <p:nvPr/>
        </p:nvSpPr>
        <p:spPr>
          <a:xfrm>
            <a:off x="848544" y="4749994"/>
            <a:ext cx="1394934" cy="240066"/>
          </a:xfrm>
          <a:prstGeom prst="rect">
            <a:avLst/>
          </a:prstGeom>
        </p:spPr>
        <p:txBody>
          <a:bodyPr wrap="none">
            <a:spAutoFit/>
          </a:bodyPr>
          <a:lstStyle/>
          <a:p>
            <a:r>
              <a:rPr lang="en-US" altLang="ko-KR" sz="800" dirty="0" smtClean="0">
                <a:latin typeface="Times New Roman" panose="02020603050405020304" pitchFamily="18" charset="0"/>
                <a:cs typeface="Times New Roman" panose="02020603050405020304" pitchFamily="18" charset="0"/>
              </a:rPr>
              <a:t>Program </a:t>
            </a:r>
            <a:r>
              <a:rPr lang="en-US" altLang="ko-KR" sz="800" dirty="0" err="1" smtClean="0">
                <a:latin typeface="Times New Roman" panose="02020603050405020304" pitchFamily="18" charset="0"/>
                <a:cs typeface="Times New Roman" panose="02020603050405020304" pitchFamily="18" charset="0"/>
              </a:rPr>
              <a:t>dạng</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thực</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hiện</a:t>
            </a:r>
            <a:r>
              <a:rPr lang="en-US" altLang="ko-KR" sz="800" dirty="0" smtClean="0">
                <a:latin typeface="Times New Roman" panose="02020603050405020304" pitchFamily="18" charset="0"/>
                <a:cs typeface="Times New Roman" panose="02020603050405020304" pitchFamily="18" charset="0"/>
              </a:rPr>
              <a:t> Scan</a:t>
            </a:r>
            <a:endParaRPr lang="ko-KR" altLang="en-US" sz="800" dirty="0">
              <a:latin typeface="Times New Roman" panose="02020603050405020304" pitchFamily="18" charset="0"/>
              <a:cs typeface="Times New Roman" panose="02020603050405020304" pitchFamily="18" charset="0"/>
            </a:endParaRPr>
          </a:p>
        </p:txBody>
      </p:sp>
      <p:sp>
        <p:nvSpPr>
          <p:cNvPr id="13" name="직사각형 12"/>
          <p:cNvSpPr/>
          <p:nvPr/>
        </p:nvSpPr>
        <p:spPr>
          <a:xfrm>
            <a:off x="1848779" y="4497966"/>
            <a:ext cx="655949" cy="240066"/>
          </a:xfrm>
          <a:prstGeom prst="rect">
            <a:avLst/>
          </a:prstGeom>
        </p:spPr>
        <p:txBody>
          <a:bodyPr wrap="none">
            <a:spAutoFit/>
          </a:bodyPr>
          <a:lstStyle/>
          <a:p>
            <a:r>
              <a:rPr lang="en-US" altLang="ko-KR" sz="800" dirty="0" err="1" smtClean="0">
                <a:latin typeface="Times New Roman" panose="02020603050405020304" pitchFamily="18" charset="0"/>
                <a:cs typeface="Times New Roman" panose="02020603050405020304" pitchFamily="18" charset="0"/>
              </a:rPr>
              <a:t>Xử</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lý</a:t>
            </a:r>
            <a:r>
              <a:rPr lang="en-US" altLang="ko-KR" sz="800" dirty="0" smtClean="0">
                <a:latin typeface="Times New Roman" panose="02020603050405020304" pitchFamily="18" charset="0"/>
                <a:cs typeface="Times New Roman" panose="02020603050405020304" pitchFamily="18" charset="0"/>
              </a:rPr>
              <a:t> END</a:t>
            </a:r>
            <a:endParaRPr lang="ko-KR" altLang="en-US" sz="800" dirty="0">
              <a:latin typeface="Times New Roman" panose="02020603050405020304" pitchFamily="18" charset="0"/>
              <a:cs typeface="Times New Roman" panose="02020603050405020304" pitchFamily="18" charset="0"/>
            </a:endParaRPr>
          </a:p>
        </p:txBody>
      </p:sp>
      <p:sp>
        <p:nvSpPr>
          <p:cNvPr id="14" name="직사각형 13"/>
          <p:cNvSpPr/>
          <p:nvPr/>
        </p:nvSpPr>
        <p:spPr>
          <a:xfrm>
            <a:off x="4664968" y="4329100"/>
            <a:ext cx="655949" cy="240066"/>
          </a:xfrm>
          <a:prstGeom prst="rect">
            <a:avLst/>
          </a:prstGeom>
        </p:spPr>
        <p:txBody>
          <a:bodyPr wrap="none">
            <a:spAutoFit/>
          </a:bodyPr>
          <a:lstStyle/>
          <a:p>
            <a:r>
              <a:rPr lang="en-US" altLang="ko-KR" sz="800" dirty="0" err="1" smtClean="0">
                <a:latin typeface="Times New Roman" panose="02020603050405020304" pitchFamily="18" charset="0"/>
                <a:cs typeface="Times New Roman" panose="02020603050405020304" pitchFamily="18" charset="0"/>
              </a:rPr>
              <a:t>Xử</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lý</a:t>
            </a:r>
            <a:r>
              <a:rPr lang="en-US" altLang="ko-KR" sz="800" dirty="0" smtClean="0">
                <a:latin typeface="Times New Roman" panose="02020603050405020304" pitchFamily="18" charset="0"/>
                <a:cs typeface="Times New Roman" panose="02020603050405020304" pitchFamily="18" charset="0"/>
              </a:rPr>
              <a:t> END</a:t>
            </a:r>
            <a:endParaRPr lang="ko-KR" altLang="en-US" sz="800" dirty="0">
              <a:latin typeface="Times New Roman" panose="02020603050405020304" pitchFamily="18" charset="0"/>
              <a:cs typeface="Times New Roman" panose="02020603050405020304" pitchFamily="18" charset="0"/>
            </a:endParaRPr>
          </a:p>
        </p:txBody>
      </p:sp>
      <p:sp>
        <p:nvSpPr>
          <p:cNvPr id="15" name="직사각형 14"/>
          <p:cNvSpPr/>
          <p:nvPr/>
        </p:nvSpPr>
        <p:spPr>
          <a:xfrm>
            <a:off x="7717431" y="4341062"/>
            <a:ext cx="655949" cy="240066"/>
          </a:xfrm>
          <a:prstGeom prst="rect">
            <a:avLst/>
          </a:prstGeom>
        </p:spPr>
        <p:txBody>
          <a:bodyPr wrap="none">
            <a:spAutoFit/>
          </a:bodyPr>
          <a:lstStyle/>
          <a:p>
            <a:r>
              <a:rPr lang="en-US" altLang="ko-KR" sz="800" dirty="0" err="1" smtClean="0">
                <a:latin typeface="Times New Roman" panose="02020603050405020304" pitchFamily="18" charset="0"/>
                <a:cs typeface="Times New Roman" panose="02020603050405020304" pitchFamily="18" charset="0"/>
              </a:rPr>
              <a:t>Xử</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lý</a:t>
            </a:r>
            <a:r>
              <a:rPr lang="en-US" altLang="ko-KR" sz="800" dirty="0" smtClean="0">
                <a:latin typeface="Times New Roman" panose="02020603050405020304" pitchFamily="18" charset="0"/>
                <a:cs typeface="Times New Roman" panose="02020603050405020304" pitchFamily="18" charset="0"/>
              </a:rPr>
              <a:t> END</a:t>
            </a:r>
            <a:endParaRPr lang="ko-KR" altLang="en-US" sz="800" dirty="0">
              <a:latin typeface="Times New Roman" panose="02020603050405020304" pitchFamily="18" charset="0"/>
              <a:cs typeface="Times New Roman" panose="02020603050405020304" pitchFamily="18" charset="0"/>
            </a:endParaRPr>
          </a:p>
        </p:txBody>
      </p:sp>
      <p:sp>
        <p:nvSpPr>
          <p:cNvPr id="16" name="직사각형 15"/>
          <p:cNvSpPr/>
          <p:nvPr/>
        </p:nvSpPr>
        <p:spPr>
          <a:xfrm>
            <a:off x="2693970" y="4113076"/>
            <a:ext cx="1334020" cy="240066"/>
          </a:xfrm>
          <a:prstGeom prst="rect">
            <a:avLst/>
          </a:prstGeom>
        </p:spPr>
        <p:txBody>
          <a:bodyPr wrap="none">
            <a:spAutoFit/>
          </a:bodyPr>
          <a:lstStyle/>
          <a:p>
            <a:r>
              <a:rPr lang="en-US" altLang="ko-KR" sz="800" dirty="0" err="1" smtClean="0">
                <a:latin typeface="Times New Roman" panose="02020603050405020304" pitchFamily="18" charset="0"/>
                <a:cs typeface="Times New Roman" panose="02020603050405020304" pitchFamily="18" charset="0"/>
              </a:rPr>
              <a:t>Thực</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hiện</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lệnh</a:t>
            </a:r>
            <a:r>
              <a:rPr lang="en-US" altLang="ko-KR" sz="800" dirty="0" smtClean="0">
                <a:latin typeface="Times New Roman" panose="02020603050405020304" pitchFamily="18" charset="0"/>
                <a:cs typeface="Times New Roman" panose="02020603050405020304" pitchFamily="18" charset="0"/>
              </a:rPr>
              <a:t> CALL P100</a:t>
            </a:r>
            <a:endParaRPr lang="ko-KR" altLang="en-US" sz="800" dirty="0">
              <a:latin typeface="Times New Roman" panose="02020603050405020304" pitchFamily="18" charset="0"/>
              <a:cs typeface="Times New Roman" panose="02020603050405020304" pitchFamily="18" charset="0"/>
            </a:endParaRPr>
          </a:p>
        </p:txBody>
      </p:sp>
      <p:sp>
        <p:nvSpPr>
          <p:cNvPr id="17" name="직사각형 16"/>
          <p:cNvSpPr/>
          <p:nvPr/>
        </p:nvSpPr>
        <p:spPr>
          <a:xfrm>
            <a:off x="6030638" y="4113076"/>
            <a:ext cx="1226618" cy="240066"/>
          </a:xfrm>
          <a:prstGeom prst="rect">
            <a:avLst/>
          </a:prstGeom>
        </p:spPr>
        <p:txBody>
          <a:bodyPr wrap="none">
            <a:spAutoFit/>
          </a:bodyPr>
          <a:lstStyle/>
          <a:p>
            <a:r>
              <a:rPr lang="en-US" altLang="ko-KR" sz="800" dirty="0" err="1" smtClean="0">
                <a:latin typeface="Times New Roman" panose="02020603050405020304" pitchFamily="18" charset="0"/>
                <a:cs typeface="Times New Roman" panose="02020603050405020304" pitchFamily="18" charset="0"/>
              </a:rPr>
              <a:t>Phát</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sinh</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yếu</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tố</a:t>
            </a:r>
            <a:r>
              <a:rPr lang="en-US" altLang="ko-KR" sz="800" dirty="0" smtClean="0">
                <a:latin typeface="Times New Roman" panose="02020603050405020304" pitchFamily="18" charset="0"/>
                <a:cs typeface="Times New Roman" panose="02020603050405020304" pitchFamily="18" charset="0"/>
              </a:rPr>
              <a:t> Interrupt</a:t>
            </a:r>
            <a:endParaRPr lang="ko-KR" altLang="en-US" sz="8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9324684"/>
      </p:ext>
    </p:extLst>
  </p:cSld>
  <p:clrMapOvr>
    <a:masterClrMapping/>
  </p:clrMapOvr>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2"/>
          <p:cNvSpPr>
            <a:spLocks noChangeArrowheads="1"/>
          </p:cNvSpPr>
          <p:nvPr/>
        </p:nvSpPr>
        <p:spPr bwMode="auto">
          <a:xfrm>
            <a:off x="330200" y="640835"/>
            <a:ext cx="8891793" cy="28961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ea typeface="바탕" pitchFamily="18" charset="-127"/>
                <a:cs typeface="Times New Roman" panose="02020603050405020304" pitchFamily="18" charset="0"/>
              </a:rPr>
              <a:t>  </a:t>
            </a:r>
            <a:r>
              <a:rPr lang="en-US" altLang="ko-KR" sz="1300" dirty="0">
                <a:latin typeface="Times New Roman" panose="02020603050405020304" pitchFamily="18" charset="0"/>
                <a:ea typeface="바탕" pitchFamily="18" charset="-127"/>
                <a:cs typeface="Times New Roman" panose="02020603050405020304" pitchFamily="18" charset="0"/>
              </a:rPr>
              <a:t>(8) </a:t>
            </a:r>
            <a:r>
              <a:rPr lang="en-US" altLang="ko-KR" sz="1300" dirty="0" smtClean="0">
                <a:latin typeface="Times New Roman" panose="02020603050405020304" pitchFamily="18" charset="0"/>
                <a:ea typeface="바탕" pitchFamily="18" charset="-127"/>
                <a:cs typeface="Times New Roman" panose="02020603050405020304" pitchFamily="18" charset="0"/>
              </a:rPr>
              <a:t>Program </a:t>
            </a:r>
            <a:r>
              <a:rPr lang="en-US" altLang="ko-KR" sz="1300" dirty="0" err="1" smtClean="0">
                <a:latin typeface="Times New Roman" panose="02020603050405020304" pitchFamily="18" charset="0"/>
                <a:ea typeface="바탕" pitchFamily="18" charset="-127"/>
                <a:cs typeface="Times New Roman" panose="02020603050405020304" pitchFamily="18" charset="0"/>
              </a:rPr>
              <a:t>dạng</a:t>
            </a:r>
            <a:r>
              <a:rPr lang="en-US" altLang="ko-KR" sz="1300" dirty="0" smtClean="0">
                <a:latin typeface="Times New Roman" panose="02020603050405020304" pitchFamily="18" charset="0"/>
                <a:ea typeface="바탕" pitchFamily="18" charset="-127"/>
                <a:cs typeface="Times New Roman" panose="02020603050405020304" pitchFamily="18" charset="0"/>
              </a:rPr>
              <a:t> </a:t>
            </a:r>
            <a:r>
              <a:rPr lang="en-US" altLang="ko-KR" sz="1300" dirty="0" err="1" smtClean="0">
                <a:latin typeface="Times New Roman" panose="02020603050405020304" pitchFamily="18" charset="0"/>
                <a:ea typeface="바탕" pitchFamily="18" charset="-127"/>
                <a:cs typeface="Times New Roman" panose="02020603050405020304" pitchFamily="18" charset="0"/>
              </a:rPr>
              <a:t>thực</a:t>
            </a:r>
            <a:r>
              <a:rPr lang="en-US" altLang="ko-KR" sz="1300" dirty="0" smtClean="0">
                <a:latin typeface="Times New Roman" panose="02020603050405020304" pitchFamily="18" charset="0"/>
                <a:ea typeface="바탕" pitchFamily="18" charset="-127"/>
                <a:cs typeface="Times New Roman" panose="02020603050405020304" pitchFamily="18" charset="0"/>
              </a:rPr>
              <a:t> </a:t>
            </a:r>
            <a:r>
              <a:rPr lang="en-US" altLang="ko-KR" sz="1300" dirty="0" err="1" smtClean="0">
                <a:latin typeface="Times New Roman" panose="02020603050405020304" pitchFamily="18" charset="0"/>
                <a:ea typeface="바탕" pitchFamily="18" charset="-127"/>
                <a:cs typeface="Times New Roman" panose="02020603050405020304" pitchFamily="18" charset="0"/>
              </a:rPr>
              <a:t>hiện</a:t>
            </a:r>
            <a:r>
              <a:rPr lang="en-US" altLang="ko-KR" sz="1300" dirty="0" smtClean="0">
                <a:latin typeface="Times New Roman" panose="02020603050405020304" pitchFamily="18" charset="0"/>
                <a:ea typeface="바탕" pitchFamily="18" charset="-127"/>
                <a:cs typeface="Times New Roman" panose="02020603050405020304" pitchFamily="18" charset="0"/>
              </a:rPr>
              <a:t> </a:t>
            </a:r>
            <a:r>
              <a:rPr lang="en-US" altLang="ko-KR" sz="1300" dirty="0" err="1" smtClean="0">
                <a:latin typeface="Times New Roman" panose="02020603050405020304" pitchFamily="18" charset="0"/>
                <a:ea typeface="바탕" pitchFamily="18" charset="-127"/>
                <a:cs typeface="Times New Roman" panose="02020603050405020304" pitchFamily="18" charset="0"/>
              </a:rPr>
              <a:t>theo</a:t>
            </a:r>
            <a:r>
              <a:rPr lang="en-US" altLang="ko-KR" sz="1300" dirty="0" smtClean="0">
                <a:latin typeface="Times New Roman" panose="02020603050405020304" pitchFamily="18" charset="0"/>
                <a:ea typeface="바탕" pitchFamily="18" charset="-127"/>
                <a:cs typeface="Times New Roman" panose="02020603050405020304" pitchFamily="18" charset="0"/>
              </a:rPr>
              <a:t> </a:t>
            </a:r>
            <a:r>
              <a:rPr lang="en-US" altLang="ko-KR" sz="1300" dirty="0" err="1" smtClean="0">
                <a:latin typeface="Times New Roman" panose="02020603050405020304" pitchFamily="18" charset="0"/>
                <a:ea typeface="바탕" pitchFamily="18" charset="-127"/>
                <a:cs typeface="Times New Roman" panose="02020603050405020304" pitchFamily="18" charset="0"/>
              </a:rPr>
              <a:t>định</a:t>
            </a:r>
            <a:r>
              <a:rPr lang="en-US" altLang="ko-KR" sz="1300" dirty="0" smtClean="0">
                <a:latin typeface="Times New Roman" panose="02020603050405020304" pitchFamily="18" charset="0"/>
                <a:ea typeface="바탕" pitchFamily="18" charset="-127"/>
                <a:cs typeface="Times New Roman" panose="02020603050405020304" pitchFamily="18" charset="0"/>
              </a:rPr>
              <a:t> </a:t>
            </a:r>
            <a:r>
              <a:rPr lang="en-US" altLang="ko-KR" sz="1300" dirty="0" err="1" smtClean="0">
                <a:latin typeface="Times New Roman" panose="02020603050405020304" pitchFamily="18" charset="0"/>
                <a:ea typeface="바탕" pitchFamily="18" charset="-127"/>
                <a:cs typeface="Times New Roman" panose="02020603050405020304" pitchFamily="18" charset="0"/>
              </a:rPr>
              <a:t>kỳ</a:t>
            </a:r>
            <a:r>
              <a:rPr lang="ko-KR" altLang="en-US" sz="1300" dirty="0" smtClean="0">
                <a:latin typeface="Times New Roman" panose="02020603050405020304" pitchFamily="18" charset="0"/>
                <a:cs typeface="Times New Roman" panose="02020603050405020304" pitchFamily="18" charset="0"/>
              </a:rPr>
              <a:t> </a:t>
            </a:r>
            <a:endParaRPr lang="ko-KR" altLang="en-US" sz="1300" dirty="0">
              <a:latin typeface="Times New Roman" panose="02020603050405020304" pitchFamily="18" charset="0"/>
              <a:cs typeface="Times New Roman" panose="02020603050405020304" pitchFamily="18" charset="0"/>
            </a:endParaRPr>
          </a:p>
          <a:p>
            <a:pPr eaLnBrk="1" hangingPunct="1">
              <a:lnSpc>
                <a:spcPct val="16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(a)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những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sẵn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a:latin typeface="Times New Roman" panose="02020603050405020304" pitchFamily="18" charset="0"/>
                <a:cs typeface="Times New Roman" panose="02020603050405020304" pitchFamily="18" charset="0"/>
              </a:rPr>
              <a:t> IRET, I</a:t>
            </a:r>
            <a:r>
              <a:rPr lang="en-US" altLang="ko-KR" sz="1200" dirty="0" smtClean="0">
                <a:latin typeface="Times New Roman" panose="02020603050405020304" pitchFamily="18" charset="0"/>
                <a:cs typeface="Times New Roman" panose="02020603050405020304" pitchFamily="18" charset="0"/>
              </a:rPr>
              <a:t>nterrupt point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File</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(b)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sang “</a:t>
            </a:r>
            <a:r>
              <a:rPr lang="en-US" altLang="ko-KR" sz="1200" dirty="0" err="1" smtClean="0">
                <a:latin typeface="Times New Roman" panose="02020603050405020304" pitchFamily="18" charset="0"/>
                <a:cs typeface="Times New Roman" panose="02020603050405020304" pitchFamily="18" charset="0"/>
              </a:rPr>
              <a:t>chu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Parameter PLC.</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(c)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kỳ</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phép</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kỳ</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phép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thứ</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Parameter PLC.</a:t>
            </a: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(d)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Refesh</a:t>
            </a:r>
            <a:r>
              <a:rPr lang="en-US" altLang="ko-KR" sz="1200" dirty="0" smtClean="0">
                <a:latin typeface="Times New Roman" panose="02020603050405020304" pitchFamily="18" charset="0"/>
                <a:cs typeface="Times New Roman" panose="02020603050405020304" pitchFamily="18" charset="0"/>
              </a:rPr>
              <a:t> Network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ngừng</a:t>
            </a:r>
            <a:r>
              <a:rPr lang="en-US" altLang="ko-KR" sz="1200" dirty="0" smtClean="0">
                <a:latin typeface="Times New Roman" panose="02020603050405020304" pitchFamily="18" charset="0"/>
                <a:cs typeface="Times New Roman" panose="02020603050405020304" pitchFamily="18" charset="0"/>
              </a:rPr>
              <a:t> Refresh Network</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a:latin typeface="Times New Roman" panose="02020603050405020304" pitchFamily="18" charset="0"/>
                <a:cs typeface="Times New Roman" panose="02020603050405020304" pitchFamily="18" charset="0"/>
              </a:rPr>
              <a:t> I</a:t>
            </a:r>
            <a:r>
              <a:rPr lang="en-US" altLang="ko-KR" sz="1200" dirty="0" smtClean="0">
                <a:latin typeface="Times New Roman" panose="02020603050405020304" pitchFamily="18" charset="0"/>
                <a:cs typeface="Times New Roman" panose="02020603050405020304" pitchFamily="18" charset="0"/>
              </a:rPr>
              <a:t>nterrupt Program. Do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đảm</a:t>
            </a:r>
            <a:r>
              <a:rPr lang="en-US" altLang="ko-KR" sz="1200" dirty="0" smtClean="0">
                <a:latin typeface="Times New Roman" panose="02020603050405020304" pitchFamily="18" charset="0"/>
                <a:cs typeface="Times New Roman" panose="02020603050405020304" pitchFamily="18" charset="0"/>
              </a:rPr>
              <a:t> Block </a:t>
            </a:r>
            <a:r>
              <a:rPr lang="en-US" altLang="ko-KR" sz="1200" dirty="0" err="1" smtClean="0">
                <a:latin typeface="Times New Roman" panose="02020603050405020304" pitchFamily="18" charset="0"/>
                <a:cs typeface="Times New Roman" panose="02020603050405020304" pitchFamily="18" charset="0"/>
              </a:rPr>
              <a:t>đơn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Cyclic Data]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MELSECNET/10H Network</a:t>
            </a: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System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Refresh </a:t>
            </a:r>
            <a:r>
              <a:rPr lang="en-US" altLang="ko-KR" sz="1200" dirty="0" err="1" smtClean="0">
                <a:latin typeface="Times New Roman" panose="02020603050405020304" pitchFamily="18" charset="0"/>
                <a:cs typeface="Times New Roman" panose="02020603050405020304" pitchFamily="18" charset="0"/>
              </a:rPr>
              <a:t>bởi</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Interrupt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dưới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đây</a:t>
            </a:r>
            <a:r>
              <a:rPr lang="en-US" altLang="ko-KR" sz="1200" dirty="0" smtClean="0">
                <a:latin typeface="Times New Roman" panose="02020603050405020304" pitchFamily="18" charset="0"/>
                <a:cs typeface="Times New Roman" panose="02020603050405020304" pitchFamily="18" charset="0"/>
              </a:rPr>
              <a:t>.</a:t>
            </a:r>
          </a:p>
        </p:txBody>
      </p:sp>
      <p:sp>
        <p:nvSpPr>
          <p:cNvPr id="117763" name="Rectangle 3"/>
          <p:cNvSpPr>
            <a:spLocks noChangeArrowheads="1"/>
          </p:cNvSpPr>
          <p:nvPr/>
        </p:nvSpPr>
        <p:spPr bwMode="auto">
          <a:xfrm>
            <a:off x="0" y="1131888"/>
            <a:ext cx="9906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17764" name="Rectangle 4"/>
          <p:cNvSpPr>
            <a:spLocks noChangeArrowheads="1"/>
          </p:cNvSpPr>
          <p:nvPr/>
        </p:nvSpPr>
        <p:spPr bwMode="auto">
          <a:xfrm>
            <a:off x="0" y="2924175"/>
            <a:ext cx="9906000"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514600" algn="l"/>
                <a:tab pos="2628900" algn="l"/>
              </a:tabLst>
              <a:defRPr kumimoji="1" sz="2500">
                <a:solidFill>
                  <a:schemeClr val="tx1"/>
                </a:solidFill>
                <a:latin typeface="굴림" pitchFamily="50" charset="-127"/>
                <a:ea typeface="굴림" pitchFamily="50" charset="-127"/>
              </a:defRPr>
            </a:lvl1pPr>
            <a:lvl2pPr marL="742950" indent="-285750" eaLnBrk="0" hangingPunct="0">
              <a:spcBef>
                <a:spcPct val="20000"/>
              </a:spcBef>
              <a:buChar char="–"/>
              <a:tabLst>
                <a:tab pos="2514600" algn="l"/>
                <a:tab pos="2628900" algn="l"/>
              </a:tabLst>
              <a:defRPr kumimoji="1" sz="2200">
                <a:solidFill>
                  <a:schemeClr val="tx1"/>
                </a:solidFill>
                <a:latin typeface="굴림" pitchFamily="50" charset="-127"/>
                <a:ea typeface="굴림" pitchFamily="50" charset="-127"/>
              </a:defRPr>
            </a:lvl2pPr>
            <a:lvl3pPr marL="1143000" indent="-228600" eaLnBrk="0" hangingPunct="0">
              <a:spcBef>
                <a:spcPct val="20000"/>
              </a:spcBef>
              <a:buChar char="•"/>
              <a:tabLst>
                <a:tab pos="2514600" algn="l"/>
                <a:tab pos="2628900" algn="l"/>
              </a:tabLst>
              <a:defRPr kumimoji="1" sz="1900">
                <a:solidFill>
                  <a:schemeClr val="tx1"/>
                </a:solidFill>
                <a:latin typeface="굴림" pitchFamily="50" charset="-127"/>
                <a:ea typeface="굴림" pitchFamily="50" charset="-127"/>
              </a:defRPr>
            </a:lvl3pPr>
            <a:lvl4pPr marL="1600200" indent="-228600" eaLnBrk="0" hangingPunct="0">
              <a:spcBef>
                <a:spcPct val="20000"/>
              </a:spcBef>
              <a:buChar char="–"/>
              <a:tabLst>
                <a:tab pos="2514600" algn="l"/>
                <a:tab pos="2628900" algn="l"/>
              </a:tabLst>
              <a:defRPr kumimoji="1" sz="1600">
                <a:solidFill>
                  <a:schemeClr val="tx1"/>
                </a:solidFill>
                <a:latin typeface="굴림" pitchFamily="50" charset="-127"/>
                <a:ea typeface="굴림" pitchFamily="50" charset="-127"/>
              </a:defRPr>
            </a:lvl4pPr>
            <a:lvl5pPr marL="2057400" indent="-228600" eaLnBrk="0" hangingPunct="0">
              <a:spcBef>
                <a:spcPct val="20000"/>
              </a:spcBef>
              <a:buChar char="»"/>
              <a:tabLst>
                <a:tab pos="2514600" algn="l"/>
                <a:tab pos="2628900" algn="l"/>
              </a:tabLst>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tabLst>
                <a:tab pos="2514600" algn="l"/>
                <a:tab pos="2628900" algn="l"/>
              </a:tabLst>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tabLst>
                <a:tab pos="2514600" algn="l"/>
                <a:tab pos="2628900" algn="l"/>
              </a:tabLst>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tabLst>
                <a:tab pos="2514600" algn="l"/>
                <a:tab pos="2628900" algn="l"/>
              </a:tabLst>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tabLst>
                <a:tab pos="2514600" algn="l"/>
                <a:tab pos="2628900" algn="l"/>
              </a:tabLst>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a:latin typeface="Times New Roman" panose="02020603050405020304" pitchFamily="18" charset="0"/>
                <a:ea typeface="HY견명조" pitchFamily="18" charset="-127"/>
                <a:cs typeface="Times New Roman" panose="02020603050405020304" pitchFamily="18" charset="0"/>
              </a:rPr>
              <a:t> </a:t>
            </a:r>
          </a:p>
          <a:p>
            <a:pPr latinLnBrk="0">
              <a:lnSpc>
                <a:spcPct val="100000"/>
              </a:lnSpc>
              <a:spcBef>
                <a:spcPct val="0"/>
              </a:spcBef>
              <a:buFontTx/>
              <a:buNone/>
            </a:pPr>
            <a:endParaRPr lang="en-US" altLang="ko-KR" sz="2400">
              <a:latin typeface="Times New Roman" panose="02020603050405020304" pitchFamily="18" charset="0"/>
              <a:cs typeface="Times New Roman" panose="02020603050405020304" pitchFamily="18" charset="0"/>
            </a:endParaRPr>
          </a:p>
        </p:txBody>
      </p:sp>
      <p:pic>
        <p:nvPicPr>
          <p:cNvPr id="117765" name="Picture 5" descr="C:\Documents and Settings\innovation\바탕 화면\PLC초급_2005_Rev0\46\6-13.tif"/>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bwMode="auto">
          <a:xfrm>
            <a:off x="1173163" y="3753036"/>
            <a:ext cx="8029575" cy="253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66" name="Rectangle 6"/>
          <p:cNvSpPr>
            <a:spLocks noChangeArrowheads="1"/>
          </p:cNvSpPr>
          <p:nvPr/>
        </p:nvSpPr>
        <p:spPr bwMode="auto">
          <a:xfrm>
            <a:off x="0" y="2511425"/>
            <a:ext cx="9906000"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900">
                <a:latin typeface="Times New Roman" panose="02020603050405020304" pitchFamily="18" charset="0"/>
                <a:ea typeface="HY견명조" pitchFamily="18" charset="-127"/>
                <a:cs typeface="Times New Roman" panose="02020603050405020304" pitchFamily="18" charset="0"/>
              </a:rPr>
              <a:t> </a:t>
            </a:r>
          </a:p>
          <a:p>
            <a:pPr latinLnBrk="0">
              <a:lnSpc>
                <a:spcPct val="100000"/>
              </a:lnSpc>
              <a:spcBef>
                <a:spcPct val="0"/>
              </a:spcBef>
              <a:buFontTx/>
              <a:buNone/>
            </a:pPr>
            <a:endParaRPr lang="en-US" altLang="ko-KR" sz="2400">
              <a:latin typeface="Times New Roman" panose="02020603050405020304" pitchFamily="18" charset="0"/>
              <a:cs typeface="Times New Roman" panose="02020603050405020304" pitchFamily="18" charset="0"/>
            </a:endParaRPr>
          </a:p>
        </p:txBody>
      </p:sp>
      <p:sp>
        <p:nvSpPr>
          <p:cNvPr id="9" name="Text Box 11"/>
          <p:cNvSpPr txBox="1">
            <a:spLocks noChangeArrowheads="1"/>
          </p:cNvSpPr>
          <p:nvPr/>
        </p:nvSpPr>
        <p:spPr bwMode="auto">
          <a:xfrm>
            <a:off x="7437276" y="85725"/>
            <a:ext cx="2456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Thao</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tác</a:t>
            </a:r>
            <a:r>
              <a:rPr lang="en-US" altLang="ko-KR" sz="1600" b="1" dirty="0" smtClean="0">
                <a:latin typeface="Times New Roman" panose="02020603050405020304" pitchFamily="18" charset="0"/>
                <a:cs typeface="Times New Roman" panose="02020603050405020304" pitchFamily="18" charset="0"/>
              </a:rPr>
              <a:t> GPPW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
        <p:nvSpPr>
          <p:cNvPr id="10" name="Rectangle 15"/>
          <p:cNvSpPr>
            <a:spLocks noChangeArrowheads="1"/>
          </p:cNvSpPr>
          <p:nvPr/>
        </p:nvSpPr>
        <p:spPr bwMode="auto">
          <a:xfrm>
            <a:off x="60325" y="53975"/>
            <a:ext cx="2841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4. </a:t>
            </a:r>
            <a:r>
              <a:rPr lang="en-US" altLang="ko-KR" sz="1800" b="1" dirty="0" err="1" smtClean="0">
                <a:latin typeface="Times New Roman" panose="02020603050405020304" pitchFamily="18" charset="0"/>
                <a:cs typeface="Times New Roman" panose="02020603050405020304" pitchFamily="18" charset="0"/>
              </a:rPr>
              <a:t>Vận</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hành</a:t>
            </a:r>
            <a:r>
              <a:rPr lang="en-US" altLang="ko-KR" sz="1800" b="1" dirty="0" smtClean="0">
                <a:latin typeface="Times New Roman" panose="02020603050405020304" pitchFamily="18" charset="0"/>
                <a:cs typeface="Times New Roman" panose="02020603050405020304" pitchFamily="18" charset="0"/>
              </a:rPr>
              <a:t> GX Developer</a:t>
            </a:r>
            <a:endParaRPr lang="ko-KR" altLang="en-US" sz="1800" b="1" dirty="0">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1532620" y="4401108"/>
            <a:ext cx="1008112" cy="180020"/>
          </a:xfrm>
          <a:prstGeom prst="rect">
            <a:avLst/>
          </a:prstGeom>
          <a:no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3" name="직사각형 2"/>
          <p:cNvSpPr/>
          <p:nvPr/>
        </p:nvSpPr>
        <p:spPr>
          <a:xfrm>
            <a:off x="1640632" y="4437112"/>
            <a:ext cx="843501" cy="227178"/>
          </a:xfrm>
          <a:prstGeom prst="rect">
            <a:avLst/>
          </a:prstGeom>
        </p:spPr>
        <p:txBody>
          <a:bodyPr wrap="none">
            <a:spAutoFit/>
          </a:bodyPr>
          <a:lstStyle/>
          <a:p>
            <a:r>
              <a:rPr lang="en-US" altLang="ko-KR" sz="800" dirty="0" err="1" smtClean="0">
                <a:latin typeface="Times New Roman" panose="02020603050405020304" pitchFamily="18" charset="0"/>
                <a:cs typeface="Times New Roman" panose="02020603050405020304" pitchFamily="18" charset="0"/>
              </a:rPr>
              <a:t>Yếu</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tố</a:t>
            </a:r>
            <a:r>
              <a:rPr lang="en-US" altLang="ko-KR" sz="800" dirty="0" smtClean="0">
                <a:latin typeface="Times New Roman" panose="02020603050405020304" pitchFamily="18" charset="0"/>
                <a:cs typeface="Times New Roman" panose="02020603050405020304" pitchFamily="18" charset="0"/>
              </a:rPr>
              <a:t> Interrupt</a:t>
            </a:r>
            <a:endParaRPr lang="ko-KR" altLang="en-US" sz="800" dirty="0">
              <a:latin typeface="Times New Roman" panose="02020603050405020304" pitchFamily="18" charset="0"/>
              <a:cs typeface="Times New Roman" panose="02020603050405020304" pitchFamily="18" charset="0"/>
            </a:endParaRPr>
          </a:p>
        </p:txBody>
      </p:sp>
      <p:sp>
        <p:nvSpPr>
          <p:cNvPr id="11" name="직사각형 10"/>
          <p:cNvSpPr/>
          <p:nvPr/>
        </p:nvSpPr>
        <p:spPr>
          <a:xfrm>
            <a:off x="1172580" y="4905164"/>
            <a:ext cx="1895071" cy="240066"/>
          </a:xfrm>
          <a:prstGeom prst="rect">
            <a:avLst/>
          </a:prstGeom>
        </p:spPr>
        <p:txBody>
          <a:bodyPr wrap="none">
            <a:spAutoFit/>
          </a:bodyPr>
          <a:lstStyle/>
          <a:p>
            <a:r>
              <a:rPr lang="en-US" altLang="ko-KR" sz="800" dirty="0" err="1" smtClean="0">
                <a:latin typeface="Times New Roman" panose="02020603050405020304" pitchFamily="18" charset="0"/>
                <a:cs typeface="Times New Roman" panose="02020603050405020304" pitchFamily="18" charset="0"/>
              </a:rPr>
              <a:t>Tiến</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hành</a:t>
            </a:r>
            <a:r>
              <a:rPr lang="en-US" altLang="ko-KR" sz="800" dirty="0" smtClean="0">
                <a:latin typeface="Times New Roman" panose="02020603050405020304" pitchFamily="18" charset="0"/>
                <a:cs typeface="Times New Roman" panose="02020603050405020304" pitchFamily="18" charset="0"/>
              </a:rPr>
              <a:t> Program </a:t>
            </a:r>
            <a:r>
              <a:rPr lang="en-US" altLang="ko-KR" sz="800" dirty="0" err="1" smtClean="0">
                <a:latin typeface="Times New Roman" panose="02020603050405020304" pitchFamily="18" charset="0"/>
                <a:cs typeface="Times New Roman" panose="02020603050405020304" pitchFamily="18" charset="0"/>
              </a:rPr>
              <a:t>loại</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tiến</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hành</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định</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kỳ</a:t>
            </a:r>
            <a:endParaRPr lang="ko-KR" altLang="en-US" sz="800" dirty="0">
              <a:latin typeface="Times New Roman" panose="02020603050405020304" pitchFamily="18" charset="0"/>
              <a:cs typeface="Times New Roman" panose="02020603050405020304" pitchFamily="18" charset="0"/>
            </a:endParaRPr>
          </a:p>
        </p:txBody>
      </p:sp>
      <p:sp>
        <p:nvSpPr>
          <p:cNvPr id="12" name="직사각형 11"/>
          <p:cNvSpPr/>
          <p:nvPr/>
        </p:nvSpPr>
        <p:spPr>
          <a:xfrm>
            <a:off x="1352600" y="5385178"/>
            <a:ext cx="1159292" cy="240066"/>
          </a:xfrm>
          <a:prstGeom prst="rect">
            <a:avLst/>
          </a:prstGeom>
        </p:spPr>
        <p:txBody>
          <a:bodyPr wrap="none">
            <a:spAutoFit/>
          </a:bodyPr>
          <a:lstStyle/>
          <a:p>
            <a:r>
              <a:rPr lang="en-US" altLang="ko-KR" sz="800" dirty="0" err="1" smtClean="0">
                <a:latin typeface="Times New Roman" panose="02020603050405020304" pitchFamily="18" charset="0"/>
                <a:cs typeface="Times New Roman" panose="02020603050405020304" pitchFamily="18" charset="0"/>
              </a:rPr>
              <a:t>Tiến</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hành</a:t>
            </a:r>
            <a:r>
              <a:rPr lang="en-US" altLang="ko-KR" sz="800" dirty="0" smtClean="0">
                <a:latin typeface="Times New Roman" panose="02020603050405020304" pitchFamily="18" charset="0"/>
                <a:cs typeface="Times New Roman" panose="02020603050405020304" pitchFamily="18" charset="0"/>
              </a:rPr>
              <a:t> Refresh Link</a:t>
            </a:r>
            <a:endParaRPr lang="ko-KR" altLang="en-US" sz="800" dirty="0">
              <a:latin typeface="Times New Roman" panose="02020603050405020304" pitchFamily="18" charset="0"/>
              <a:cs typeface="Times New Roman" panose="02020603050405020304" pitchFamily="18" charset="0"/>
            </a:endParaRPr>
          </a:p>
        </p:txBody>
      </p:sp>
      <p:sp>
        <p:nvSpPr>
          <p:cNvPr id="13" name="직사각형 12"/>
          <p:cNvSpPr/>
          <p:nvPr/>
        </p:nvSpPr>
        <p:spPr>
          <a:xfrm>
            <a:off x="5705482" y="6273316"/>
            <a:ext cx="2266967" cy="240066"/>
          </a:xfrm>
          <a:prstGeom prst="rect">
            <a:avLst/>
          </a:prstGeom>
        </p:spPr>
        <p:txBody>
          <a:bodyPr wrap="none">
            <a:spAutoFit/>
          </a:bodyPr>
          <a:lstStyle/>
          <a:p>
            <a:r>
              <a:rPr lang="en-US" altLang="ko-KR" sz="800" dirty="0" err="1" smtClean="0">
                <a:latin typeface="Times New Roman" panose="02020603050405020304" pitchFamily="18" charset="0"/>
                <a:cs typeface="Times New Roman" panose="02020603050405020304" pitchFamily="18" charset="0"/>
              </a:rPr>
              <a:t>Dừng</a:t>
            </a:r>
            <a:r>
              <a:rPr lang="en-US" altLang="ko-KR" sz="800" dirty="0" smtClean="0">
                <a:latin typeface="Times New Roman" panose="02020603050405020304" pitchFamily="18" charset="0"/>
                <a:cs typeface="Times New Roman" panose="02020603050405020304" pitchFamily="18" charset="0"/>
              </a:rPr>
              <a:t> Refresh Link </a:t>
            </a:r>
            <a:r>
              <a:rPr lang="en-US" altLang="ko-KR" sz="800" dirty="0" err="1" smtClean="0">
                <a:latin typeface="Times New Roman" panose="02020603050405020304" pitchFamily="18" charset="0"/>
                <a:cs typeface="Times New Roman" panose="02020603050405020304" pitchFamily="18" charset="0"/>
              </a:rPr>
              <a:t>và</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tiến</a:t>
            </a:r>
            <a:r>
              <a:rPr lang="en-US" altLang="ko-KR" sz="800" dirty="0" smtClean="0">
                <a:latin typeface="Times New Roman" panose="02020603050405020304" pitchFamily="18" charset="0"/>
                <a:cs typeface="Times New Roman" panose="02020603050405020304" pitchFamily="18" charset="0"/>
              </a:rPr>
              <a:t> </a:t>
            </a:r>
            <a:r>
              <a:rPr lang="en-US" altLang="ko-KR" sz="800" dirty="0" err="1" smtClean="0">
                <a:latin typeface="Times New Roman" panose="02020603050405020304" pitchFamily="18" charset="0"/>
                <a:cs typeface="Times New Roman" panose="02020603050405020304" pitchFamily="18" charset="0"/>
              </a:rPr>
              <a:t>hành</a:t>
            </a:r>
            <a:r>
              <a:rPr lang="en-US" altLang="ko-KR" sz="800" dirty="0" smtClean="0">
                <a:latin typeface="Times New Roman" panose="02020603050405020304" pitchFamily="18" charset="0"/>
                <a:cs typeface="Times New Roman" panose="02020603050405020304" pitchFamily="18" charset="0"/>
              </a:rPr>
              <a:t> Interrupt Program</a:t>
            </a:r>
            <a:endParaRPr lang="ko-KR" altLang="en-US" sz="8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75104372"/>
      </p:ext>
    </p:extLst>
  </p:cSld>
  <p:clrMapOvr>
    <a:masterClrMapping/>
  </p:clrMapOvr>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8786" name="Picture 2"/>
          <p:cNvPicPr>
            <a:picLocks noChangeAspect="1" noChangeArrowheads="1"/>
          </p:cNvPicPr>
          <p:nvPr/>
        </p:nvPicPr>
        <p:blipFill>
          <a:blip r:embed="rId2">
            <a:lum bright="70000" contrast="-70000"/>
            <a:grayscl/>
            <a:extLst>
              <a:ext uri="{28A0092B-C50C-407E-A947-70E740481C1C}">
                <a14:useLocalDpi xmlns:a14="http://schemas.microsoft.com/office/drawing/2010/main" val="0"/>
              </a:ext>
            </a:extLst>
          </a:blip>
          <a:srcRect l="37022" t="36987" r="38528" b="50093"/>
          <a:stretch>
            <a:fillRect/>
          </a:stretch>
        </p:blipFill>
        <p:spPr bwMode="auto">
          <a:xfrm>
            <a:off x="5205413" y="3500438"/>
            <a:ext cx="4502150" cy="2808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8787" name="Text Box 3"/>
          <p:cNvSpPr txBox="1">
            <a:spLocks noChangeArrowheads="1"/>
          </p:cNvSpPr>
          <p:nvPr/>
        </p:nvSpPr>
        <p:spPr bwMode="auto">
          <a:xfrm>
            <a:off x="76200" y="82550"/>
            <a:ext cx="44358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600" b="1" dirty="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Mục</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tiêu</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đào</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tạo</a:t>
            </a:r>
            <a:r>
              <a:rPr lang="ko-KR" altLang="en-US"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smtClean="0">
                <a:latin typeface="Times New Roman" panose="02020603050405020304" pitchFamily="18" charset="0"/>
                <a:ea typeface="돋움" pitchFamily="50" charset="-127"/>
                <a:cs typeface="Times New Roman" panose="02020603050405020304" pitchFamily="18" charset="0"/>
              </a:rPr>
              <a:t>(</a:t>
            </a:r>
            <a:r>
              <a:rPr lang="en-US" altLang="ko-KR" sz="1600" b="1" dirty="0" err="1" smtClean="0">
                <a:latin typeface="Times New Roman" panose="02020603050405020304" pitchFamily="18" charset="0"/>
                <a:ea typeface="돋움" pitchFamily="50" charset="-127"/>
                <a:cs typeface="Times New Roman" panose="02020603050405020304" pitchFamily="18" charset="0"/>
              </a:rPr>
              <a:t>Quá</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trình</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cơ</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bản</a:t>
            </a:r>
            <a:r>
              <a:rPr lang="en-US" altLang="ko-KR" sz="1600" b="1" dirty="0" smtClean="0">
                <a:latin typeface="Times New Roman" panose="02020603050405020304" pitchFamily="18" charset="0"/>
                <a:ea typeface="돋움" pitchFamily="50" charset="-127"/>
                <a:cs typeface="Times New Roman" panose="02020603050405020304" pitchFamily="18" charset="0"/>
              </a:rPr>
              <a:t> </a:t>
            </a:r>
            <a:r>
              <a:rPr lang="en-US" altLang="ko-KR" sz="1600" b="1" dirty="0" err="1" smtClean="0">
                <a:latin typeface="Times New Roman" panose="02020603050405020304" pitchFamily="18" charset="0"/>
                <a:ea typeface="돋움" pitchFamily="50" charset="-127"/>
                <a:cs typeface="Times New Roman" panose="02020603050405020304" pitchFamily="18" charset="0"/>
              </a:rPr>
              <a:t>của</a:t>
            </a:r>
            <a:r>
              <a:rPr lang="en-US" altLang="ko-KR" sz="1600" b="1" dirty="0" smtClean="0">
                <a:latin typeface="Times New Roman" panose="02020603050405020304" pitchFamily="18" charset="0"/>
                <a:ea typeface="돋움" pitchFamily="50" charset="-127"/>
                <a:cs typeface="Times New Roman" panose="02020603050405020304" pitchFamily="18" charset="0"/>
              </a:rPr>
              <a:t> PLC)</a:t>
            </a:r>
            <a:endParaRPr lang="en-US" altLang="ko-KR" sz="1600" b="1" dirty="0">
              <a:latin typeface="Times New Roman" panose="02020603050405020304" pitchFamily="18" charset="0"/>
              <a:ea typeface="돋움" pitchFamily="50" charset="-127"/>
              <a:cs typeface="Times New Roman" panose="02020603050405020304" pitchFamily="18" charset="0"/>
            </a:endParaRPr>
          </a:p>
        </p:txBody>
      </p:sp>
      <p:sp>
        <p:nvSpPr>
          <p:cNvPr id="179204" name="Text Box 5"/>
          <p:cNvSpPr txBox="1">
            <a:spLocks noChangeArrowheads="1"/>
          </p:cNvSpPr>
          <p:nvPr/>
        </p:nvSpPr>
        <p:spPr bwMode="auto">
          <a:xfrm>
            <a:off x="2632075" y="2620963"/>
            <a:ext cx="5885321" cy="29731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eaLnBrk="0" hangingPunct="0">
              <a:defRPr kumimoji="1" sz="2000">
                <a:solidFill>
                  <a:schemeClr val="tx1"/>
                </a:solidFill>
                <a:latin typeface="HY견고딕" pitchFamily="18" charset="-127"/>
                <a:ea typeface="HY견고딕" pitchFamily="18" charset="-127"/>
              </a:defRPr>
            </a:lvl1pPr>
            <a:lvl2pPr marL="742950" indent="-285750" eaLnBrk="0" hangingPunct="0">
              <a:defRPr kumimoji="1" sz="2000">
                <a:solidFill>
                  <a:schemeClr val="tx1"/>
                </a:solidFill>
                <a:latin typeface="HY견고딕" pitchFamily="18" charset="-127"/>
                <a:ea typeface="HY견고딕" pitchFamily="18" charset="-127"/>
              </a:defRPr>
            </a:lvl2pPr>
            <a:lvl3pPr marL="1143000" indent="-228600" eaLnBrk="0" hangingPunct="0">
              <a:defRPr kumimoji="1" sz="2000">
                <a:solidFill>
                  <a:schemeClr val="tx1"/>
                </a:solidFill>
                <a:latin typeface="HY견고딕" pitchFamily="18" charset="-127"/>
                <a:ea typeface="HY견고딕" pitchFamily="18" charset="-127"/>
              </a:defRPr>
            </a:lvl3pPr>
            <a:lvl4pPr marL="1600200" indent="-228600" eaLnBrk="0" hangingPunct="0">
              <a:defRPr kumimoji="1" sz="2000">
                <a:solidFill>
                  <a:schemeClr val="tx1"/>
                </a:solidFill>
                <a:latin typeface="HY견고딕" pitchFamily="18" charset="-127"/>
                <a:ea typeface="HY견고딕" pitchFamily="18" charset="-127"/>
              </a:defRPr>
            </a:lvl4pPr>
            <a:lvl5pPr marL="2057400" indent="-228600" eaLnBrk="0" hangingPunct="0">
              <a:defRPr kumimoji="1" sz="2000">
                <a:solidFill>
                  <a:schemeClr val="tx1"/>
                </a:solidFill>
                <a:latin typeface="HY견고딕" pitchFamily="18" charset="-127"/>
                <a:ea typeface="HY견고딕" pitchFamily="18" charset="-127"/>
              </a:defRPr>
            </a:lvl5pPr>
            <a:lvl6pPr marL="25146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6pPr>
            <a:lvl7pPr marL="29718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7pPr>
            <a:lvl8pPr marL="34290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8pPr>
            <a:lvl9pPr marL="3886200" indent="-228600" eaLnBrk="0" fontAlgn="base" hangingPunct="0">
              <a:lnSpc>
                <a:spcPct val="120000"/>
              </a:lnSpc>
              <a:spcBef>
                <a:spcPct val="0"/>
              </a:spcBef>
              <a:spcAft>
                <a:spcPct val="0"/>
              </a:spcAft>
              <a:defRPr kumimoji="1" sz="2000">
                <a:solidFill>
                  <a:schemeClr val="tx1"/>
                </a:solidFill>
                <a:latin typeface="HY견고딕" pitchFamily="18" charset="-127"/>
                <a:ea typeface="HY견고딕" pitchFamily="18" charset="-127"/>
              </a:defRPr>
            </a:lvl9pPr>
          </a:lstStyle>
          <a:p>
            <a:pPr eaLnBrk="1" hangingPunct="1">
              <a:buFontTx/>
              <a:buAutoNum type="arabicPeriod"/>
              <a:defRPr/>
            </a:pPr>
            <a:r>
              <a:rPr lang="en-US" altLang="ko-KR" sz="1400" b="1" err="1" smtClean="0">
                <a:latin typeface="Times New Roman" panose="02020603050405020304" pitchFamily="18" charset="0"/>
                <a:ea typeface="굴림" pitchFamily="50" charset="-127"/>
                <a:cs typeface="Times New Roman" panose="02020603050405020304" pitchFamily="18" charset="0"/>
              </a:rPr>
              <a:t>Các</a:t>
            </a:r>
            <a:r>
              <a:rPr lang="en-US" altLang="ko-KR" sz="1400" b="1" smtClean="0">
                <a:latin typeface="Times New Roman" panose="02020603050405020304" pitchFamily="18" charset="0"/>
                <a:ea typeface="굴림" pitchFamily="50" charset="-127"/>
                <a:cs typeface="Times New Roman" panose="02020603050405020304" pitchFamily="18" charset="0"/>
              </a:rPr>
              <a:t> lệnh cơ bản                       </a:t>
            </a:r>
            <a:r>
              <a:rPr lang="en-US" altLang="ko-KR" sz="1400" b="1" dirty="0" smtClean="0">
                <a:latin typeface="Times New Roman" panose="02020603050405020304" pitchFamily="18" charset="0"/>
                <a:ea typeface="굴림" pitchFamily="50" charset="-127"/>
                <a:cs typeface="Times New Roman" panose="02020603050405020304" pitchFamily="18" charset="0"/>
              </a:rPr>
              <a:t>2. </a:t>
            </a:r>
            <a:r>
              <a:rPr lang="en-US" altLang="ko-KR" sz="1400" b="1" dirty="0" err="1" smtClean="0">
                <a:latin typeface="Times New Roman" panose="02020603050405020304" pitchFamily="18" charset="0"/>
                <a:ea typeface="굴림" pitchFamily="50" charset="-127"/>
                <a:cs typeface="Times New Roman" panose="02020603050405020304" pitchFamily="18" charset="0"/>
              </a:rPr>
              <a:t>Chẩn</a:t>
            </a:r>
            <a:r>
              <a:rPr lang="en-US" altLang="ko-KR" sz="1400" b="1"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err="1" smtClean="0">
                <a:latin typeface="Times New Roman" panose="02020603050405020304" pitchFamily="18" charset="0"/>
                <a:ea typeface="굴림" pitchFamily="50" charset="-127"/>
                <a:cs typeface="Times New Roman" panose="02020603050405020304" pitchFamily="18" charset="0"/>
              </a:rPr>
              <a:t>đoán</a:t>
            </a:r>
            <a:r>
              <a:rPr lang="en-US" altLang="ko-KR" sz="1400" b="1" dirty="0" smtClean="0">
                <a:latin typeface="Times New Roman" panose="02020603050405020304" pitchFamily="18" charset="0"/>
                <a:ea typeface="굴림" pitchFamily="50" charset="-127"/>
                <a:cs typeface="Times New Roman" panose="02020603050405020304" pitchFamily="18" charset="0"/>
              </a:rPr>
              <a:t> Trouble</a:t>
            </a:r>
          </a:p>
          <a:p>
            <a:pPr marL="0" indent="0" eaLnBrk="1" hangingPunct="1">
              <a:defRPr/>
            </a:pPr>
            <a:r>
              <a:rPr lang="en-US" altLang="ko-KR" sz="1400" b="1"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1-1. OUT</a:t>
            </a: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2-1. </a:t>
            </a:r>
            <a:r>
              <a:rPr lang="en-US" altLang="ko-KR" sz="1200" dirty="0" err="1" smtClean="0">
                <a:latin typeface="Times New Roman" panose="02020603050405020304" pitchFamily="18" charset="0"/>
                <a:ea typeface="굴림" pitchFamily="50" charset="-127"/>
                <a:cs typeface="Times New Roman" panose="02020603050405020304" pitchFamily="18" charset="0"/>
              </a:rPr>
              <a:t>Tính</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quan</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trọng</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của</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việc</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bảo</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toàn</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sản</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xuất</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ko-KR" altLang="en-US" sz="1200" dirty="0" smtClean="0">
                <a:latin typeface="Times New Roman" panose="02020603050405020304" pitchFamily="18" charset="0"/>
                <a:ea typeface="굴림" pitchFamily="50" charset="-127"/>
                <a:cs typeface="Times New Roman" panose="02020603050405020304" pitchFamily="18" charset="0"/>
              </a:rPr>
              <a:t>      </a:t>
            </a:r>
            <a:endParaRPr lang="en-US" altLang="ko-KR" sz="1200" dirty="0" smtClean="0">
              <a:latin typeface="Times New Roman" panose="02020603050405020304" pitchFamily="18" charset="0"/>
              <a:ea typeface="굴림" pitchFamily="50" charset="-127"/>
              <a:cs typeface="Times New Roman" panose="02020603050405020304" pitchFamily="18" charset="0"/>
            </a:endParaRPr>
          </a:p>
          <a:p>
            <a:pPr marL="0" indent="0" eaLnBrk="1" hangingPunct="1">
              <a:defRPr/>
            </a:pPr>
            <a:r>
              <a:rPr lang="en-US" altLang="ko-KR" sz="1200" dirty="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  1-2. SET/RST</a:t>
            </a: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2-2. Trouble Shooting</a:t>
            </a:r>
            <a:endParaRPr lang="ko-KR" altLang="en-US" sz="1200"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1-3. PLS/PLF/FF</a:t>
            </a:r>
            <a:endParaRPr lang="ko-KR" altLang="en-US" sz="1200"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1-4. Timer </a:t>
            </a: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smtClean="0">
                <a:latin typeface="Times New Roman" panose="02020603050405020304" pitchFamily="18" charset="0"/>
                <a:ea typeface="굴림" pitchFamily="50" charset="-127"/>
                <a:cs typeface="Times New Roman" panose="02020603050405020304" pitchFamily="18" charset="0"/>
              </a:rPr>
              <a:t>3. </a:t>
            </a:r>
            <a:r>
              <a:rPr lang="en-US" altLang="ko-KR" sz="1400" b="1" dirty="0" err="1" smtClean="0">
                <a:latin typeface="Times New Roman" panose="02020603050405020304" pitchFamily="18" charset="0"/>
                <a:ea typeface="굴림" pitchFamily="50" charset="-127"/>
                <a:cs typeface="Times New Roman" panose="02020603050405020304" pitchFamily="18" charset="0"/>
              </a:rPr>
              <a:t>Ứng</a:t>
            </a:r>
            <a:r>
              <a:rPr lang="en-US" altLang="ko-KR" sz="1400" b="1"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err="1" smtClean="0">
                <a:latin typeface="Times New Roman" panose="02020603050405020304" pitchFamily="18" charset="0"/>
                <a:ea typeface="굴림" pitchFamily="50" charset="-127"/>
                <a:cs typeface="Times New Roman" panose="02020603050405020304" pitchFamily="18" charset="0"/>
              </a:rPr>
              <a:t>dụng</a:t>
            </a:r>
            <a:r>
              <a:rPr lang="en-US" altLang="ko-KR" sz="1400" b="1" dirty="0" smtClean="0">
                <a:latin typeface="Times New Roman" panose="02020603050405020304" pitchFamily="18" charset="0"/>
                <a:ea typeface="굴림" pitchFamily="50" charset="-127"/>
                <a:cs typeface="Times New Roman" panose="02020603050405020304" pitchFamily="18" charset="0"/>
              </a:rPr>
              <a:t> UDH</a:t>
            </a:r>
            <a:r>
              <a:rPr lang="ko-KR" altLang="en-US" sz="1400" b="1"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smtClean="0">
                <a:latin typeface="Times New Roman" panose="02020603050405020304" pitchFamily="18" charset="0"/>
                <a:ea typeface="굴림" pitchFamily="50" charset="-127"/>
                <a:cs typeface="Times New Roman" panose="02020603050405020304" pitchFamily="18" charset="0"/>
              </a:rPr>
              <a:t>CPU</a:t>
            </a:r>
            <a:endParaRPr lang="ko-KR" altLang="en-US" sz="1400" b="1"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1-5. Count </a:t>
            </a: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3-1. </a:t>
            </a:r>
            <a:r>
              <a:rPr lang="en-US" altLang="ko-KR" sz="1200" dirty="0" err="1" smtClean="0">
                <a:latin typeface="Times New Roman" panose="02020603050405020304" pitchFamily="18" charset="0"/>
                <a:ea typeface="굴림" pitchFamily="50" charset="-127"/>
                <a:cs typeface="Times New Roman" panose="02020603050405020304" pitchFamily="18" charset="0"/>
              </a:rPr>
              <a:t>Lĩnh</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vực</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ứng</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dụng</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của</a:t>
            </a:r>
            <a:r>
              <a:rPr lang="en-US" altLang="ko-KR" sz="1200" dirty="0" smtClean="0">
                <a:latin typeface="Times New Roman" panose="02020603050405020304" pitchFamily="18" charset="0"/>
                <a:ea typeface="굴림" pitchFamily="50" charset="-127"/>
                <a:cs typeface="Times New Roman" panose="02020603050405020304" pitchFamily="18" charset="0"/>
              </a:rPr>
              <a:t> UDH CPU</a:t>
            </a:r>
          </a:p>
          <a:p>
            <a:pPr eaLnBrk="1" hangingPunct="1">
              <a:defRPr/>
            </a:pPr>
            <a:r>
              <a:rPr lang="en-US" altLang="ko-KR" sz="1200" dirty="0">
                <a:latin typeface="Times New Roman" panose="02020603050405020304" pitchFamily="18" charset="0"/>
                <a:ea typeface="굴림" pitchFamily="50" charset="-127"/>
                <a:cs typeface="Times New Roman" panose="02020603050405020304" pitchFamily="18" charset="0"/>
              </a:rPr>
              <a:t> </a:t>
            </a: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1-6. MC/MCR</a:t>
            </a:r>
          </a:p>
          <a:p>
            <a:pPr eaLnBrk="1" hangingPunct="1">
              <a:defRPr/>
            </a:pPr>
            <a:r>
              <a:rPr lang="en-US" altLang="ko-KR" sz="1200" dirty="0" smtClean="0">
                <a:latin typeface="Times New Roman" panose="02020603050405020304" pitchFamily="18" charset="0"/>
                <a:ea typeface="굴림" pitchFamily="50" charset="-127"/>
                <a:cs typeface="Times New Roman" panose="02020603050405020304" pitchFamily="18" charset="0"/>
              </a:rPr>
              <a:t>   1-7. </a:t>
            </a:r>
            <a:r>
              <a:rPr lang="en-US" altLang="ko-KR" sz="1200" dirty="0" err="1" smtClean="0">
                <a:latin typeface="Times New Roman" panose="02020603050405020304" pitchFamily="18" charset="0"/>
                <a:ea typeface="굴림" pitchFamily="50" charset="-127"/>
                <a:cs typeface="Times New Roman" panose="02020603050405020304" pitchFamily="18" charset="0"/>
              </a:rPr>
              <a:t>Hiểu</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biết</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về</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truyền</a:t>
            </a:r>
            <a:r>
              <a:rPr lang="en-US" altLang="ko-KR" sz="1200" dirty="0" smtClean="0">
                <a:latin typeface="Times New Roman" panose="02020603050405020304" pitchFamily="18" charset="0"/>
                <a:ea typeface="굴림" pitchFamily="50" charset="-127"/>
                <a:cs typeface="Times New Roman" panose="02020603050405020304" pitchFamily="18" charset="0"/>
              </a:rPr>
              <a:t> DATA</a:t>
            </a: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smtClean="0">
                <a:latin typeface="Times New Roman" panose="02020603050405020304" pitchFamily="18" charset="0"/>
                <a:ea typeface="굴림" pitchFamily="50" charset="-127"/>
                <a:cs typeface="Times New Roman" panose="02020603050405020304" pitchFamily="18" charset="0"/>
              </a:rPr>
              <a:t>4. </a:t>
            </a:r>
            <a:r>
              <a:rPr lang="en-US" altLang="ko-KR" sz="1400" b="1" dirty="0" err="1" smtClean="0">
                <a:latin typeface="Times New Roman" panose="02020603050405020304" pitchFamily="18" charset="0"/>
                <a:ea typeface="굴림" pitchFamily="50" charset="-127"/>
                <a:cs typeface="Times New Roman" panose="02020603050405020304" pitchFamily="18" charset="0"/>
              </a:rPr>
              <a:t>Thay</a:t>
            </a:r>
            <a:r>
              <a:rPr lang="en-US" altLang="ko-KR" sz="1400" b="1"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err="1" smtClean="0">
                <a:latin typeface="Times New Roman" panose="02020603050405020304" pitchFamily="18" charset="0"/>
                <a:ea typeface="굴림" pitchFamily="50" charset="-127"/>
                <a:cs typeface="Times New Roman" panose="02020603050405020304" pitchFamily="18" charset="0"/>
              </a:rPr>
              <a:t>thế</a:t>
            </a:r>
            <a:r>
              <a:rPr lang="en-US" altLang="ko-KR" sz="1400" b="1" dirty="0" smtClean="0">
                <a:latin typeface="Times New Roman" panose="02020603050405020304" pitchFamily="18" charset="0"/>
                <a:ea typeface="굴림" pitchFamily="50" charset="-127"/>
                <a:cs typeface="Times New Roman" panose="02020603050405020304" pitchFamily="18" charset="0"/>
              </a:rPr>
              <a:t> CPU</a:t>
            </a:r>
          </a:p>
          <a:p>
            <a:pPr eaLnBrk="1" hangingPunct="1">
              <a:defRPr/>
            </a:pPr>
            <a:r>
              <a:rPr lang="en-US" altLang="ko-KR" sz="1200" dirty="0" smtClean="0">
                <a:latin typeface="Times New Roman" panose="02020603050405020304" pitchFamily="18" charset="0"/>
                <a:ea typeface="굴림" pitchFamily="50" charset="-127"/>
                <a:cs typeface="Times New Roman" panose="02020603050405020304" pitchFamily="18" charset="0"/>
              </a:rPr>
              <a:t>   1-8. MOV </a:t>
            </a: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4-1. </a:t>
            </a:r>
            <a:r>
              <a:rPr lang="en-US" altLang="ko-KR" sz="1200" dirty="0" err="1" smtClean="0">
                <a:latin typeface="Times New Roman" panose="02020603050405020304" pitchFamily="18" charset="0"/>
                <a:ea typeface="굴림" pitchFamily="50" charset="-127"/>
                <a:cs typeface="Times New Roman" panose="02020603050405020304" pitchFamily="18" charset="0"/>
              </a:rPr>
              <a:t>Phương</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pháp</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thay</a:t>
            </a:r>
            <a:r>
              <a:rPr lang="en-US" altLang="ko-KR"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err="1" smtClean="0">
                <a:latin typeface="Times New Roman" panose="02020603050405020304" pitchFamily="18" charset="0"/>
                <a:ea typeface="굴림" pitchFamily="50" charset="-127"/>
                <a:cs typeface="Times New Roman" panose="02020603050405020304" pitchFamily="18" charset="0"/>
              </a:rPr>
              <a:t>thế</a:t>
            </a:r>
            <a:r>
              <a:rPr lang="en-US" altLang="ko-KR" sz="1200" dirty="0" smtClean="0">
                <a:latin typeface="Times New Roman" panose="02020603050405020304" pitchFamily="18" charset="0"/>
                <a:ea typeface="굴림" pitchFamily="50" charset="-127"/>
                <a:cs typeface="Times New Roman" panose="02020603050405020304" pitchFamily="18" charset="0"/>
              </a:rPr>
              <a:t> CPU</a:t>
            </a:r>
          </a:p>
          <a:p>
            <a:pPr eaLnBrk="1" hangingPunct="1">
              <a:defRPr/>
            </a:pPr>
            <a:r>
              <a:rPr lang="en-US" altLang="ko-KR" sz="1200" dirty="0" smtClean="0">
                <a:latin typeface="Times New Roman" panose="02020603050405020304" pitchFamily="18" charset="0"/>
                <a:ea typeface="굴림" pitchFamily="50" charset="-127"/>
                <a:cs typeface="Times New Roman" panose="02020603050405020304" pitchFamily="18" charset="0"/>
              </a:rPr>
              <a:t>   1-9. FMOV </a:t>
            </a:r>
            <a:endParaRPr lang="ko-KR" altLang="en-US" sz="1200"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200" dirty="0" smtClean="0">
                <a:latin typeface="Times New Roman" panose="02020603050405020304" pitchFamily="18" charset="0"/>
                <a:ea typeface="굴림" pitchFamily="50" charset="-127"/>
                <a:cs typeface="Times New Roman" panose="02020603050405020304" pitchFamily="18" charset="0"/>
              </a:rPr>
              <a:t>1-10. BMOV </a:t>
            </a:r>
            <a:r>
              <a:rPr lang="ko-KR" altLang="en-US" sz="1200"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smtClean="0">
                <a:latin typeface="Times New Roman" panose="02020603050405020304" pitchFamily="18" charset="0"/>
                <a:ea typeface="굴림" pitchFamily="50" charset="-127"/>
                <a:cs typeface="Times New Roman" panose="02020603050405020304" pitchFamily="18" charset="0"/>
              </a:rPr>
              <a:t>5. </a:t>
            </a:r>
            <a:r>
              <a:rPr lang="en-US" altLang="ko-KR" sz="1400" b="1" dirty="0" err="1" smtClean="0">
                <a:latin typeface="Times New Roman" panose="02020603050405020304" pitchFamily="18" charset="0"/>
                <a:ea typeface="굴림" pitchFamily="50" charset="-127"/>
                <a:cs typeface="Times New Roman" panose="02020603050405020304" pitchFamily="18" charset="0"/>
              </a:rPr>
              <a:t>Phụ</a:t>
            </a:r>
            <a:r>
              <a:rPr lang="en-US" altLang="ko-KR" sz="1400" b="1" dirty="0" smtClean="0">
                <a:latin typeface="Times New Roman" panose="02020603050405020304" pitchFamily="18" charset="0"/>
                <a:ea typeface="굴림" pitchFamily="50" charset="-127"/>
                <a:cs typeface="Times New Roman" panose="02020603050405020304" pitchFamily="18" charset="0"/>
              </a:rPr>
              <a:t> </a:t>
            </a:r>
            <a:r>
              <a:rPr lang="en-US" altLang="ko-KR" sz="1400" b="1" dirty="0" err="1" smtClean="0">
                <a:latin typeface="Times New Roman" panose="02020603050405020304" pitchFamily="18" charset="0"/>
                <a:ea typeface="굴림" pitchFamily="50" charset="-127"/>
                <a:cs typeface="Times New Roman" panose="02020603050405020304" pitchFamily="18" charset="0"/>
              </a:rPr>
              <a:t>lục</a:t>
            </a:r>
            <a:r>
              <a:rPr lang="en-US" altLang="ko-KR" sz="1400" b="1" dirty="0" smtClean="0">
                <a:latin typeface="Times New Roman" panose="02020603050405020304" pitchFamily="18" charset="0"/>
                <a:ea typeface="굴림" pitchFamily="50" charset="-127"/>
                <a:cs typeface="Times New Roman" panose="02020603050405020304" pitchFamily="18" charset="0"/>
              </a:rPr>
              <a:t> </a:t>
            </a:r>
            <a:endParaRPr lang="ko-KR" altLang="en-US" sz="1400" b="1" dirty="0" smtClean="0">
              <a:latin typeface="Times New Roman" panose="02020603050405020304" pitchFamily="18" charset="0"/>
              <a:ea typeface="굴림" pitchFamily="50" charset="-127"/>
              <a:cs typeface="Times New Roman" panose="02020603050405020304" pitchFamily="18" charset="0"/>
            </a:endParaRPr>
          </a:p>
          <a:p>
            <a:pPr eaLnBrk="1" hangingPunct="1">
              <a:defRPr/>
            </a:pPr>
            <a:r>
              <a:rPr lang="en-US" altLang="ko-KR" sz="1400" b="1" dirty="0" smtClean="0">
                <a:latin typeface="Times New Roman" panose="02020603050405020304" pitchFamily="18" charset="0"/>
                <a:ea typeface="굴림" pitchFamily="50" charset="-127"/>
                <a:cs typeface="Times New Roman" panose="02020603050405020304" pitchFamily="18" charset="0"/>
              </a:rPr>
              <a:t>  </a:t>
            </a:r>
            <a:r>
              <a:rPr lang="en-US" altLang="ko-KR" sz="1400" dirty="0" smtClean="0">
                <a:latin typeface="Times New Roman" panose="02020603050405020304" pitchFamily="18" charset="0"/>
                <a:ea typeface="굴림" pitchFamily="50" charset="-127"/>
                <a:cs typeface="Times New Roman" panose="02020603050405020304" pitchFamily="18" charset="0"/>
              </a:rPr>
              <a:t>1-11. DMOV </a:t>
            </a:r>
            <a:r>
              <a:rPr lang="ko-KR" altLang="en-US" sz="1400" dirty="0" smtClean="0">
                <a:latin typeface="Times New Roman" panose="02020603050405020304" pitchFamily="18" charset="0"/>
                <a:ea typeface="굴림" pitchFamily="50" charset="-127"/>
                <a:cs typeface="Times New Roman" panose="02020603050405020304" pitchFamily="18" charset="0"/>
              </a:rPr>
              <a:t>                                      </a:t>
            </a:r>
            <a:r>
              <a:rPr lang="en-US" altLang="ko-KR" sz="1400" dirty="0" smtClean="0">
                <a:latin typeface="Times New Roman" panose="02020603050405020304" pitchFamily="18" charset="0"/>
                <a:ea typeface="굴림" pitchFamily="50" charset="-127"/>
                <a:cs typeface="Times New Roman" panose="02020603050405020304" pitchFamily="18" charset="0"/>
              </a:rPr>
              <a:t>5-1. </a:t>
            </a:r>
            <a:r>
              <a:rPr lang="en-US" altLang="ko-KR" sz="1400" dirty="0" err="1" smtClean="0">
                <a:latin typeface="Times New Roman" panose="02020603050405020304" pitchFamily="18" charset="0"/>
                <a:ea typeface="굴림" pitchFamily="50" charset="-127"/>
                <a:cs typeface="Times New Roman" panose="02020603050405020304" pitchFamily="18" charset="0"/>
              </a:rPr>
              <a:t>Thuật</a:t>
            </a:r>
            <a:r>
              <a:rPr lang="en-US" altLang="ko-KR" sz="1400" dirty="0" smtClean="0">
                <a:latin typeface="Times New Roman" panose="02020603050405020304" pitchFamily="18" charset="0"/>
                <a:ea typeface="굴림" pitchFamily="50" charset="-127"/>
                <a:cs typeface="Times New Roman" panose="02020603050405020304" pitchFamily="18" charset="0"/>
              </a:rPr>
              <a:t> </a:t>
            </a:r>
            <a:r>
              <a:rPr lang="en-US" altLang="ko-KR" sz="1400" dirty="0" err="1" smtClean="0">
                <a:latin typeface="Times New Roman" panose="02020603050405020304" pitchFamily="18" charset="0"/>
                <a:ea typeface="굴림" pitchFamily="50" charset="-127"/>
                <a:cs typeface="Times New Roman" panose="02020603050405020304" pitchFamily="18" charset="0"/>
              </a:rPr>
              <a:t>ngữ</a:t>
            </a:r>
            <a:r>
              <a:rPr lang="en-US" altLang="ko-KR" sz="1400" dirty="0" smtClean="0">
                <a:latin typeface="Times New Roman" panose="02020603050405020304" pitchFamily="18" charset="0"/>
                <a:ea typeface="굴림" pitchFamily="50" charset="-127"/>
                <a:cs typeface="Times New Roman" panose="02020603050405020304" pitchFamily="18" charset="0"/>
              </a:rPr>
              <a:t> </a:t>
            </a:r>
            <a:r>
              <a:rPr lang="en-US" altLang="ko-KR" sz="1400" dirty="0" err="1" smtClean="0">
                <a:latin typeface="Times New Roman" panose="02020603050405020304" pitchFamily="18" charset="0"/>
                <a:ea typeface="굴림" pitchFamily="50" charset="-127"/>
                <a:cs typeface="Times New Roman" panose="02020603050405020304" pitchFamily="18" charset="0"/>
              </a:rPr>
              <a:t>của</a:t>
            </a:r>
            <a:r>
              <a:rPr lang="en-US" altLang="ko-KR" sz="1400" dirty="0" smtClean="0">
                <a:latin typeface="Times New Roman" panose="02020603050405020304" pitchFamily="18" charset="0"/>
                <a:ea typeface="굴림" pitchFamily="50" charset="-127"/>
                <a:cs typeface="Times New Roman" panose="02020603050405020304" pitchFamily="18" charset="0"/>
              </a:rPr>
              <a:t> PLC</a:t>
            </a:r>
            <a:endParaRPr lang="ko-KR" altLang="en-US" sz="1400" dirty="0" smtClean="0">
              <a:latin typeface="Times New Roman" panose="02020603050405020304" pitchFamily="18" charset="0"/>
              <a:ea typeface="굴림" pitchFamily="50" charset="-127"/>
              <a:cs typeface="Times New Roman" panose="02020603050405020304" pitchFamily="18" charset="0"/>
            </a:endParaRPr>
          </a:p>
        </p:txBody>
      </p:sp>
      <p:sp>
        <p:nvSpPr>
          <p:cNvPr id="118789" name="Rectangle 4"/>
          <p:cNvSpPr>
            <a:spLocks noChangeArrowheads="1"/>
          </p:cNvSpPr>
          <p:nvPr/>
        </p:nvSpPr>
        <p:spPr bwMode="auto">
          <a:xfrm>
            <a:off x="2690813" y="1219200"/>
            <a:ext cx="4524375" cy="914400"/>
          </a:xfrm>
          <a:prstGeom prst="rect">
            <a:avLst/>
          </a:prstGeom>
          <a:solidFill>
            <a:schemeClr val="bg1"/>
          </a:solidFill>
          <a:ln w="19050">
            <a:solidFill>
              <a:schemeClr val="tx1"/>
            </a:solidFill>
            <a:miter lim="800000"/>
            <a:headEnd/>
            <a:tailEnd/>
          </a:ln>
          <a:effectLst>
            <a:outerShdw dist="107763" dir="2700000" algn="ctr" rotWithShape="0">
              <a:schemeClr val="bg2"/>
            </a:outerShdw>
          </a:effec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2400" b="1" dirty="0">
                <a:latin typeface="Times New Roman" panose="02020603050405020304" pitchFamily="18" charset="0"/>
                <a:cs typeface="Times New Roman" panose="02020603050405020304" pitchFamily="18" charset="0"/>
              </a:rPr>
              <a:t>5. </a:t>
            </a:r>
            <a:r>
              <a:rPr lang="en-US" altLang="ko-KR" sz="2400" b="1" err="1" smtClean="0">
                <a:latin typeface="Times New Roman" panose="02020603050405020304" pitchFamily="18" charset="0"/>
                <a:cs typeface="Times New Roman" panose="02020603050405020304" pitchFamily="18" charset="0"/>
              </a:rPr>
              <a:t>Các</a:t>
            </a:r>
            <a:r>
              <a:rPr lang="en-US" altLang="ko-KR" sz="2400" b="1" smtClean="0">
                <a:latin typeface="Times New Roman" panose="02020603050405020304" pitchFamily="18" charset="0"/>
                <a:cs typeface="Times New Roman" panose="02020603050405020304" pitchFamily="18" charset="0"/>
              </a:rPr>
              <a:t> lệnh cơ bản</a:t>
            </a:r>
            <a:endParaRPr lang="ko-KR" altLang="en-US" sz="24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030641266"/>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19811"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
        <p:nvSpPr>
          <p:cNvPr id="119812" name="Text Box 6"/>
          <p:cNvSpPr txBox="1">
            <a:spLocks noChangeArrowheads="1"/>
          </p:cNvSpPr>
          <p:nvPr/>
        </p:nvSpPr>
        <p:spPr bwMode="auto">
          <a:xfrm>
            <a:off x="596900" y="1027113"/>
            <a:ext cx="88566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1-1. </a:t>
            </a:r>
            <a:r>
              <a:rPr lang="en-US" altLang="ko-KR" sz="1400" b="1" dirty="0" smtClean="0">
                <a:latin typeface="Times New Roman" panose="02020603050405020304" pitchFamily="18" charset="0"/>
                <a:cs typeface="Times New Roman" panose="02020603050405020304" pitchFamily="18" charset="0"/>
              </a:rPr>
              <a:t>OUT</a:t>
            </a:r>
            <a:endParaRPr lang="ko-KR" altLang="en-US" sz="14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OUT “ON”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“ON”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“OFF”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OFF</a:t>
            </a: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sp>
        <p:nvSpPr>
          <p:cNvPr id="119813" name="AutoShape 7"/>
          <p:cNvSpPr>
            <a:spLocks noChangeArrowheads="1"/>
          </p:cNvSpPr>
          <p:nvPr/>
        </p:nvSpPr>
        <p:spPr bwMode="auto">
          <a:xfrm>
            <a:off x="381000" y="4365625"/>
            <a:ext cx="8655050" cy="2016125"/>
          </a:xfrm>
          <a:prstGeom prst="roundRect">
            <a:avLst>
              <a:gd name="adj" fmla="val 16667"/>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19814" name="Text Box 8"/>
          <p:cNvSpPr txBox="1">
            <a:spLocks noChangeArrowheads="1"/>
          </p:cNvSpPr>
          <p:nvPr/>
        </p:nvSpPr>
        <p:spPr bwMode="auto">
          <a:xfrm>
            <a:off x="893763" y="4232275"/>
            <a:ext cx="962893" cy="276999"/>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Luyện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endParaRPr lang="en-US" altLang="ko-KR" sz="1200" b="1" dirty="0">
              <a:latin typeface="Times New Roman" panose="02020603050405020304" pitchFamily="18" charset="0"/>
              <a:cs typeface="Times New Roman" panose="02020603050405020304" pitchFamily="18" charset="0"/>
            </a:endParaRPr>
          </a:p>
        </p:txBody>
      </p:sp>
      <p:sp>
        <p:nvSpPr>
          <p:cNvPr id="119815" name="Text Box 9"/>
          <p:cNvSpPr txBox="1">
            <a:spLocks noChangeArrowheads="1"/>
          </p:cNvSpPr>
          <p:nvPr/>
        </p:nvSpPr>
        <p:spPr bwMode="auto">
          <a:xfrm>
            <a:off x="685800" y="4503738"/>
            <a:ext cx="606358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M0</a:t>
            </a:r>
            <a:r>
              <a:rPr lang="en-US" altLang="ko-KR" sz="120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và Lamp Y40 </a:t>
            </a:r>
            <a:r>
              <a:rPr lang="en-US" altLang="ko-KR" sz="1200" dirty="0" smtClean="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X1</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M1 </a:t>
            </a:r>
            <a:r>
              <a:rPr lang="en-US" altLang="ko-KR" sz="1200">
                <a:latin typeface="Times New Roman" panose="02020603050405020304" pitchFamily="18" charset="0"/>
                <a:cs typeface="Times New Roman" panose="02020603050405020304" pitchFamily="18" charset="0"/>
              </a:rPr>
              <a:t>và Lamp </a:t>
            </a:r>
            <a:r>
              <a:rPr lang="en-US" altLang="ko-KR" sz="1200" smtClean="0">
                <a:latin typeface="Times New Roman" panose="02020603050405020304" pitchFamily="18" charset="0"/>
                <a:cs typeface="Times New Roman" panose="02020603050405020304" pitchFamily="18" charset="0"/>
              </a:rPr>
              <a:t>Y41 </a:t>
            </a:r>
            <a:r>
              <a:rPr lang="en-US" altLang="ko-KR" sz="120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X2</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X3 </a:t>
            </a:r>
            <a:r>
              <a:rPr lang="en-US" altLang="ko-KR" sz="1200" dirty="0" err="1" smtClean="0">
                <a:latin typeface="Times New Roman" panose="02020603050405020304" pitchFamily="18" charset="0"/>
                <a:cs typeface="Times New Roman" panose="02020603050405020304" pitchFamily="18" charset="0"/>
              </a:rPr>
              <a:t>đều</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3.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ra</a:t>
            </a:r>
            <a:r>
              <a:rPr lang="en-US" altLang="ko-KR" sz="1200" smtClean="0">
                <a:latin typeface="Times New Roman" panose="02020603050405020304" pitchFamily="18" charset="0"/>
                <a:cs typeface="Times New Roman" panose="02020603050405020304" pitchFamily="18" charset="0"/>
              </a:rPr>
              <a:t> M2 </a:t>
            </a:r>
            <a:r>
              <a:rPr lang="en-US" altLang="ko-KR" sz="1200">
                <a:latin typeface="Times New Roman" panose="02020603050405020304" pitchFamily="18" charset="0"/>
                <a:cs typeface="Times New Roman" panose="02020603050405020304" pitchFamily="18" charset="0"/>
              </a:rPr>
              <a:t>và Lamp </a:t>
            </a:r>
            <a:r>
              <a:rPr lang="en-US" altLang="ko-KR" sz="1200" smtClean="0">
                <a:latin typeface="Times New Roman" panose="02020603050405020304" pitchFamily="18" charset="0"/>
                <a:cs typeface="Times New Roman" panose="02020603050405020304" pitchFamily="18" charset="0"/>
              </a:rPr>
              <a:t>Y42 </a:t>
            </a:r>
            <a:r>
              <a:rPr lang="en-US" altLang="ko-KR" sz="120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X3 </a:t>
            </a:r>
            <a:r>
              <a:rPr lang="en-US" altLang="ko-KR" sz="1200" dirty="0" err="1" smtClean="0">
                <a:latin typeface="Times New Roman" panose="02020603050405020304" pitchFamily="18" charset="0"/>
                <a:cs typeface="Times New Roman" panose="02020603050405020304" pitchFamily="18" charset="0"/>
              </a:rPr>
              <a:t>hoặc</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X4</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4.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cho</a:t>
            </a:r>
            <a:r>
              <a:rPr lang="en-US" altLang="ko-KR" sz="1200" smtClean="0">
                <a:latin typeface="Times New Roman" panose="02020603050405020304" pitchFamily="18" charset="0"/>
                <a:cs typeface="Times New Roman" panose="02020603050405020304" pitchFamily="18" charset="0"/>
              </a:rPr>
              <a:t> M3 </a:t>
            </a:r>
            <a:r>
              <a:rPr lang="en-US" altLang="ko-KR" sz="1200">
                <a:latin typeface="Times New Roman" panose="02020603050405020304" pitchFamily="18" charset="0"/>
                <a:cs typeface="Times New Roman" panose="02020603050405020304" pitchFamily="18" charset="0"/>
              </a:rPr>
              <a:t>và Lamp </a:t>
            </a:r>
            <a:r>
              <a:rPr lang="en-US" altLang="ko-KR" sz="1200" smtClean="0">
                <a:latin typeface="Times New Roman" panose="02020603050405020304" pitchFamily="18" charset="0"/>
                <a:cs typeface="Times New Roman" panose="02020603050405020304" pitchFamily="18" charset="0"/>
              </a:rPr>
              <a:t>Y43 </a:t>
            </a:r>
            <a:r>
              <a:rPr lang="en-US" altLang="ko-KR" sz="120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X5,X6</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đều</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và</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X7 </a:t>
            </a:r>
            <a:r>
              <a:rPr lang="en-US" altLang="ko-KR" sz="1200" dirty="0" err="1" smtClean="0">
                <a:latin typeface="Times New Roman" panose="02020603050405020304" pitchFamily="18" charset="0"/>
                <a:cs typeface="Times New Roman" panose="02020603050405020304" pitchFamily="18" charset="0"/>
              </a:rPr>
              <a:t>hoặc</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X8</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SW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luyện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Push </a:t>
            </a:r>
            <a:r>
              <a:rPr lang="en-US" altLang="ko-KR" sz="1200" dirty="0">
                <a:latin typeface="Times New Roman" panose="02020603050405020304" pitchFamily="18" charset="0"/>
                <a:cs typeface="Times New Roman" panose="02020603050405020304" pitchFamily="18" charset="0"/>
              </a:rPr>
              <a:t>Button </a:t>
            </a:r>
            <a:r>
              <a:rPr lang="en-US" altLang="ko-KR" sz="1200" dirty="0" smtClean="0">
                <a:latin typeface="Times New Roman" panose="02020603050405020304" pitchFamily="18" charset="0"/>
                <a:cs typeface="Times New Roman" panose="02020603050405020304" pitchFamily="18" charset="0"/>
              </a:rPr>
              <a:t>SW.</a:t>
            </a:r>
            <a:endParaRPr lang="en-US" altLang="ko-KR" sz="1200" dirty="0">
              <a:latin typeface="Times New Roman" panose="02020603050405020304" pitchFamily="18" charset="0"/>
              <a:cs typeface="Times New Roman" panose="02020603050405020304" pitchFamily="18" charset="0"/>
            </a:endParaRPr>
          </a:p>
        </p:txBody>
      </p:sp>
      <p:grpSp>
        <p:nvGrpSpPr>
          <p:cNvPr id="119816" name="Group 10"/>
          <p:cNvGrpSpPr>
            <a:grpSpLocks/>
          </p:cNvGrpSpPr>
          <p:nvPr/>
        </p:nvGrpSpPr>
        <p:grpSpPr bwMode="auto">
          <a:xfrm>
            <a:off x="381000" y="2062163"/>
            <a:ext cx="3962400" cy="1871662"/>
            <a:chOff x="240" y="960"/>
            <a:chExt cx="2496" cy="1200"/>
          </a:xfrm>
        </p:grpSpPr>
        <p:graphicFrame>
          <p:nvGraphicFramePr>
            <p:cNvPr id="119822" name="Object 11"/>
            <p:cNvGraphicFramePr>
              <a:graphicFrameLocks noChangeAspect="1"/>
            </p:cNvGraphicFramePr>
            <p:nvPr/>
          </p:nvGraphicFramePr>
          <p:xfrm>
            <a:off x="1422" y="960"/>
            <a:ext cx="1314" cy="454"/>
          </p:xfrm>
          <a:graphic>
            <a:graphicData uri="http://schemas.openxmlformats.org/presentationml/2006/ole">
              <mc:AlternateContent xmlns:mc="http://schemas.openxmlformats.org/markup-compatibility/2006">
                <mc:Choice xmlns:v="urn:schemas-microsoft-com:vml" Requires="v">
                  <p:oleObj spid="_x0000_s199775" name="비트맵 이미지" r:id="rId4" imgW="3086531" imgH="495369" progId="Paint.Picture">
                    <p:embed/>
                  </p:oleObj>
                </mc:Choice>
                <mc:Fallback>
                  <p:oleObj name="비트맵 이미지" r:id="rId4" imgW="3086531" imgH="495369" progId="Paint.Picture">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l="65512"/>
                        <a:stretch>
                          <a:fillRect/>
                        </a:stretch>
                      </p:blipFill>
                      <p:spPr bwMode="auto">
                        <a:xfrm>
                          <a:off x="1422" y="960"/>
                          <a:ext cx="1314" cy="45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9823" name="Object 12"/>
            <p:cNvGraphicFramePr>
              <a:graphicFrameLocks noChangeAspect="1"/>
            </p:cNvGraphicFramePr>
            <p:nvPr/>
          </p:nvGraphicFramePr>
          <p:xfrm>
            <a:off x="240" y="960"/>
            <a:ext cx="1248" cy="454"/>
          </p:xfrm>
          <a:graphic>
            <a:graphicData uri="http://schemas.openxmlformats.org/presentationml/2006/ole">
              <mc:AlternateContent xmlns:mc="http://schemas.openxmlformats.org/markup-compatibility/2006">
                <mc:Choice xmlns:v="urn:schemas-microsoft-com:vml" Requires="v">
                  <p:oleObj spid="_x0000_s199776" name="비트맵 이미지" r:id="rId6" imgW="3086531" imgH="495369" progId="Paint.Picture">
                    <p:embed/>
                  </p:oleObj>
                </mc:Choice>
                <mc:Fallback>
                  <p:oleObj name="비트맵 이미지" r:id="rId6" imgW="3086531" imgH="495369" progId="Paint.Picture">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r="62204"/>
                        <a:stretch>
                          <a:fillRect/>
                        </a:stretch>
                      </p:blipFill>
                      <p:spPr bwMode="auto">
                        <a:xfrm>
                          <a:off x="240" y="960"/>
                          <a:ext cx="1248" cy="45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9824" name="Object 13"/>
            <p:cNvGraphicFramePr>
              <a:graphicFrameLocks noChangeAspect="1"/>
            </p:cNvGraphicFramePr>
            <p:nvPr/>
          </p:nvGraphicFramePr>
          <p:xfrm>
            <a:off x="336" y="1492"/>
            <a:ext cx="1440" cy="668"/>
          </p:xfrm>
          <a:graphic>
            <a:graphicData uri="http://schemas.openxmlformats.org/presentationml/2006/ole">
              <mc:AlternateContent xmlns:mc="http://schemas.openxmlformats.org/markup-compatibility/2006">
                <mc:Choice xmlns:v="urn:schemas-microsoft-com:vml" Requires="v">
                  <p:oleObj spid="_x0000_s199777" name="비트맵 이미지" r:id="rId7" imgW="3839111" imgH="819048" progId="Paint.Picture">
                    <p:embed/>
                  </p:oleObj>
                </mc:Choice>
                <mc:Fallback>
                  <p:oleObj name="비트맵 이미지" r:id="rId7" imgW="3839111" imgH="819048" progId="Paint.Picture">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r="53979"/>
                        <a:stretch>
                          <a:fillRect/>
                        </a:stretch>
                      </p:blipFill>
                      <p:spPr bwMode="auto">
                        <a:xfrm>
                          <a:off x="336" y="1492"/>
                          <a:ext cx="1440" cy="66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119817" name="Text Box 15"/>
          <p:cNvSpPr txBox="1">
            <a:spLocks noChangeArrowheads="1"/>
          </p:cNvSpPr>
          <p:nvPr/>
        </p:nvSpPr>
        <p:spPr bwMode="auto">
          <a:xfrm>
            <a:off x="4572000" y="2022475"/>
            <a:ext cx="4343400" cy="414601"/>
          </a:xfrm>
          <a:prstGeom prst="rect">
            <a:avLst/>
          </a:prstGeom>
          <a:noFill/>
          <a:ln w="9525" cap="rnd" algn="ctr">
            <a:solidFill>
              <a:srgbClr val="808080"/>
            </a:solidFill>
            <a:prstDash val="sysDot"/>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6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Phương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X0</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Nhấn</a:t>
            </a:r>
            <a:r>
              <a:rPr lang="en-US" altLang="ko-KR" sz="1200" dirty="0" smtClean="0">
                <a:latin typeface="Times New Roman" panose="02020603050405020304" pitchFamily="18" charset="0"/>
                <a:cs typeface="Times New Roman" panose="02020603050405020304" pitchFamily="18" charset="0"/>
              </a:rPr>
              <a:t> F2 Mode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thế</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X0</a:t>
            </a:r>
          </a:p>
          <a:p>
            <a:pPr eaLnBrk="1" hangingPunct="1">
              <a:lnSpc>
                <a:spcPct val="6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F5</a:t>
            </a:r>
            <a:r>
              <a:rPr lang="en-US" altLang="ko-KR" sz="1200" dirty="0">
                <a:latin typeface="Times New Roman" panose="02020603050405020304" pitchFamily="18" charset="0"/>
                <a:cs typeface="Times New Roman" panose="02020603050405020304" pitchFamily="18" charset="0"/>
              </a:rPr>
              <a:t>(--l l--)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gõ</a:t>
            </a:r>
            <a:r>
              <a:rPr lang="en-US" altLang="ko-KR" sz="1200" dirty="0" smtClean="0">
                <a:latin typeface="Times New Roman" panose="02020603050405020304" pitchFamily="18" charset="0"/>
                <a:cs typeface="Times New Roman" panose="02020603050405020304" pitchFamily="18" charset="0"/>
              </a:rPr>
              <a:t> Enter. </a:t>
            </a:r>
            <a:endParaRPr lang="en-US" altLang="ko-KR" sz="1200" dirty="0">
              <a:latin typeface="Times New Roman" panose="02020603050405020304" pitchFamily="18" charset="0"/>
              <a:cs typeface="Times New Roman" panose="02020603050405020304" pitchFamily="18" charset="0"/>
            </a:endParaRPr>
          </a:p>
        </p:txBody>
      </p:sp>
      <p:sp>
        <p:nvSpPr>
          <p:cNvPr id="119818" name="Text Box 16"/>
          <p:cNvSpPr txBox="1">
            <a:spLocks noChangeArrowheads="1"/>
          </p:cNvSpPr>
          <p:nvPr/>
        </p:nvSpPr>
        <p:spPr bwMode="auto">
          <a:xfrm>
            <a:off x="4572000" y="2706688"/>
            <a:ext cx="4343400" cy="406265"/>
          </a:xfrm>
          <a:prstGeom prst="rect">
            <a:avLst/>
          </a:prstGeom>
          <a:noFill/>
          <a:ln w="9525" cap="rnd" algn="ctr">
            <a:solidFill>
              <a:srgbClr val="C0C0C0"/>
            </a:solidFill>
            <a:prstDash val="sysDot"/>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6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Phương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Y70</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Y70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ở</a:t>
            </a:r>
          </a:p>
          <a:p>
            <a:pPr eaLnBrk="1" hangingPunct="1">
              <a:lnSpc>
                <a:spcPct val="6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Mode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thế</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F7</a:t>
            </a:r>
            <a:r>
              <a:rPr lang="en-US" altLang="ko-KR"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gõ</a:t>
            </a:r>
            <a:r>
              <a:rPr lang="en-US" altLang="ko-KR" sz="1200" dirty="0" smtClean="0">
                <a:latin typeface="Times New Roman" panose="02020603050405020304" pitchFamily="18" charset="0"/>
                <a:cs typeface="Times New Roman" panose="02020603050405020304" pitchFamily="18" charset="0"/>
              </a:rPr>
              <a:t> Enter. </a:t>
            </a:r>
            <a:endParaRPr lang="en-US" altLang="ko-KR" sz="1200" dirty="0">
              <a:latin typeface="Times New Roman" panose="02020603050405020304" pitchFamily="18" charset="0"/>
              <a:cs typeface="Times New Roman" panose="02020603050405020304" pitchFamily="18" charset="0"/>
            </a:endParaRPr>
          </a:p>
        </p:txBody>
      </p:sp>
      <p:sp>
        <p:nvSpPr>
          <p:cNvPr id="119819" name="Text Box 17"/>
          <p:cNvSpPr txBox="1">
            <a:spLocks noChangeArrowheads="1"/>
          </p:cNvSpPr>
          <p:nvPr/>
        </p:nvSpPr>
        <p:spPr bwMode="auto">
          <a:xfrm>
            <a:off x="4572000" y="3387725"/>
            <a:ext cx="4557464" cy="615874"/>
          </a:xfrm>
          <a:prstGeom prst="rect">
            <a:avLst/>
          </a:prstGeom>
          <a:noFill/>
          <a:ln w="9525" cap="rnd" algn="ctr">
            <a:solidFill>
              <a:srgbClr val="C0C0C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6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Phương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RUN : </a:t>
            </a:r>
            <a:r>
              <a:rPr lang="en-US" altLang="ko-KR" sz="1200" dirty="0" err="1" smtClean="0">
                <a:latin typeface="Times New Roman" panose="02020603050405020304" pitchFamily="18" charset="0"/>
                <a:cs typeface="Times New Roman" panose="02020603050405020304" pitchFamily="18" charset="0"/>
              </a:rPr>
              <a:t>Nhấn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đồng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hai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Shift+F4</a:t>
            </a:r>
          </a:p>
          <a:p>
            <a:pPr eaLnBrk="1" hangingPunct="1">
              <a:lnSpc>
                <a:spcPct val="6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ở Mode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thế</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PC </a:t>
            </a:r>
            <a:r>
              <a:rPr lang="en-US" altLang="ko-KR" sz="1200" dirty="0">
                <a:latin typeface="Times New Roman" panose="02020603050405020304" pitchFamily="18" charset="0"/>
                <a:cs typeface="Times New Roman" panose="02020603050405020304" pitchFamily="18" charset="0"/>
              </a:rPr>
              <a:t>Display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Có</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p>
          <a:p>
            <a:pPr eaLnBrk="1" hangingPunct="1">
              <a:lnSpc>
                <a:spcPct val="6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19820" name="Rectangle 18"/>
          <p:cNvSpPr>
            <a:spLocks noChangeArrowheads="1"/>
          </p:cNvSpPr>
          <p:nvPr/>
        </p:nvSpPr>
        <p:spPr bwMode="auto">
          <a:xfrm>
            <a:off x="745839" y="6035675"/>
            <a:ext cx="7334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0~99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chứa</a:t>
            </a:r>
            <a:r>
              <a:rPr lang="en-US" altLang="ko-KR" sz="1200" dirty="0" smtClean="0">
                <a:latin typeface="Times New Roman" panose="02020603050405020304" pitchFamily="18" charset="0"/>
                <a:cs typeface="Times New Roman" panose="02020603050405020304" pitchFamily="18" charset="0"/>
              </a:rPr>
              <a:t> X,Y.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xóa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Y. </a:t>
            </a:r>
            <a:endParaRPr lang="en-US" altLang="ko-KR" sz="1200" dirty="0">
              <a:latin typeface="Times New Roman" panose="02020603050405020304" pitchFamily="18" charset="0"/>
              <a:cs typeface="Times New Roman" panose="02020603050405020304" pitchFamily="18" charset="0"/>
            </a:endParaRPr>
          </a:p>
        </p:txBody>
      </p:sp>
      <p:sp>
        <p:nvSpPr>
          <p:cNvPr id="119821" name="Text Box 20"/>
          <p:cNvSpPr txBox="1">
            <a:spLocks noChangeArrowheads="1"/>
          </p:cNvSpPr>
          <p:nvPr/>
        </p:nvSpPr>
        <p:spPr bwMode="auto">
          <a:xfrm>
            <a:off x="488950" y="657225"/>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724540850"/>
      </p:ext>
    </p:extLst>
  </p:cSld>
  <p:clrMapOvr>
    <a:masterClrMapping/>
  </p:clrMapOvr>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Text Box 2"/>
          <p:cNvSpPr txBox="1">
            <a:spLocks noChangeArrowheads="1"/>
          </p:cNvSpPr>
          <p:nvPr/>
        </p:nvSpPr>
        <p:spPr bwMode="auto">
          <a:xfrm>
            <a:off x="523875" y="760413"/>
            <a:ext cx="5945858" cy="1224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1-2. </a:t>
            </a:r>
            <a:r>
              <a:rPr lang="en-US" altLang="ko-KR" sz="1400" b="1" dirty="0" err="1" smtClean="0">
                <a:latin typeface="Times New Roman" panose="02020603050405020304" pitchFamily="18" charset="0"/>
                <a:cs typeface="Times New Roman" panose="02020603050405020304" pitchFamily="18" charset="0"/>
              </a:rPr>
              <a:t>Lệnh</a:t>
            </a:r>
            <a:r>
              <a:rPr lang="en-US" altLang="ko-KR" sz="1400" b="1" dirty="0" smtClean="0">
                <a:latin typeface="Times New Roman" panose="02020603050405020304" pitchFamily="18" charset="0"/>
                <a:cs typeface="Times New Roman" panose="02020603050405020304" pitchFamily="18" charset="0"/>
              </a:rPr>
              <a:t> SET </a:t>
            </a:r>
            <a:r>
              <a:rPr lang="en-US" altLang="ko-KR" sz="1400" b="1" dirty="0">
                <a:latin typeface="Times New Roman" panose="02020603050405020304" pitchFamily="18" charset="0"/>
                <a:cs typeface="Times New Roman" panose="02020603050405020304" pitchFamily="18" charset="0"/>
              </a:rPr>
              <a:t>/ </a:t>
            </a:r>
            <a:r>
              <a:rPr lang="en-US" altLang="ko-KR" sz="1400" b="1" dirty="0" smtClean="0">
                <a:latin typeface="Times New Roman" panose="02020603050405020304" pitchFamily="18" charset="0"/>
                <a:cs typeface="Times New Roman" panose="02020603050405020304" pitchFamily="18" charset="0"/>
              </a:rPr>
              <a:t>RST</a:t>
            </a:r>
            <a:endParaRPr lang="ko-KR" altLang="en-US" sz="1400" b="1" dirty="0">
              <a:latin typeface="Times New Roman" panose="02020603050405020304" pitchFamily="18" charset="0"/>
              <a:cs typeface="Times New Roman" panose="02020603050405020304" pitchFamily="18" charset="0"/>
            </a:endParaRPr>
          </a:p>
          <a:p>
            <a:pPr eaLnBrk="1" hangingPunct="1">
              <a:lnSpc>
                <a:spcPct val="50000"/>
              </a:lnSpc>
              <a:spcBef>
                <a:spcPct val="50000"/>
              </a:spcBef>
            </a:pPr>
            <a:endParaRPr lang="ko-KR" altLang="en-US" sz="1400" b="1" dirty="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SET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ON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ON</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OFF </a:t>
            </a:r>
            <a:r>
              <a:rPr lang="en-US" altLang="ko-KR" sz="1200" dirty="0" err="1" smtClean="0">
                <a:latin typeface="Times New Roman" panose="02020603050405020304" pitchFamily="18" charset="0"/>
                <a:cs typeface="Times New Roman" panose="02020603050405020304" pitchFamily="18" charset="0"/>
              </a:rPr>
              <a:t>thì</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vẫn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RST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hủy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SET.</a:t>
            </a:r>
            <a:endParaRPr lang="en-US" altLang="ko-KR" sz="1200" dirty="0">
              <a:latin typeface="Times New Roman" panose="02020603050405020304" pitchFamily="18" charset="0"/>
              <a:cs typeface="Times New Roman" panose="02020603050405020304" pitchFamily="18" charset="0"/>
            </a:endParaRPr>
          </a:p>
        </p:txBody>
      </p:sp>
      <p:graphicFrame>
        <p:nvGraphicFramePr>
          <p:cNvPr id="120835" name="Object 3"/>
          <p:cNvGraphicFramePr>
            <a:graphicFrameLocks noChangeAspect="1"/>
          </p:cNvGraphicFramePr>
          <p:nvPr>
            <p:extLst>
              <p:ext uri="{D42A27DB-BD31-4B8C-83A1-F6EECF244321}">
                <p14:modId xmlns:p14="http://schemas.microsoft.com/office/powerpoint/2010/main" val="53208535"/>
              </p:ext>
            </p:extLst>
          </p:nvPr>
        </p:nvGraphicFramePr>
        <p:xfrm>
          <a:off x="631825" y="2060575"/>
          <a:ext cx="6178550" cy="1019175"/>
        </p:xfrm>
        <a:graphic>
          <a:graphicData uri="http://schemas.openxmlformats.org/presentationml/2006/ole">
            <mc:AlternateContent xmlns:mc="http://schemas.openxmlformats.org/markup-compatibility/2006">
              <mc:Choice xmlns:v="urn:schemas-microsoft-com:vml" Requires="v">
                <p:oleObj spid="_x0000_s200768" name="비트맵 이미지" r:id="rId4" imgW="3296110" imgH="1019048" progId="Paint.Picture">
                  <p:embed/>
                </p:oleObj>
              </mc:Choice>
              <mc:Fallback>
                <p:oleObj name="비트맵 이미지" r:id="rId4" imgW="3296110" imgH="1019048" progId="Paint.Picture">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1825" y="2060575"/>
                        <a:ext cx="6178550" cy="1019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0836" name="Object 4"/>
          <p:cNvGraphicFramePr>
            <a:graphicFrameLocks noChangeAspect="1"/>
          </p:cNvGraphicFramePr>
          <p:nvPr>
            <p:extLst>
              <p:ext uri="{D42A27DB-BD31-4B8C-83A1-F6EECF244321}">
                <p14:modId xmlns:p14="http://schemas.microsoft.com/office/powerpoint/2010/main" val="2399049546"/>
              </p:ext>
            </p:extLst>
          </p:nvPr>
        </p:nvGraphicFramePr>
        <p:xfrm>
          <a:off x="674688" y="3068638"/>
          <a:ext cx="5199062" cy="1343025"/>
        </p:xfrm>
        <a:graphic>
          <a:graphicData uri="http://schemas.openxmlformats.org/presentationml/2006/ole">
            <mc:AlternateContent xmlns:mc="http://schemas.openxmlformats.org/markup-compatibility/2006">
              <mc:Choice xmlns:v="urn:schemas-microsoft-com:vml" Requires="v">
                <p:oleObj spid="_x0000_s200769" name="비트맵 이미지" r:id="rId6" imgW="3772427" imgH="1343212" progId="Paint.Picture">
                  <p:embed/>
                </p:oleObj>
              </mc:Choice>
              <mc:Fallback>
                <p:oleObj name="비트맵 이미지" r:id="rId6" imgW="3772427" imgH="1343212" progId="Paint.Picture">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74688" y="3068638"/>
                        <a:ext cx="5199062" cy="1343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0837" name="AutoShape 6"/>
          <p:cNvSpPr>
            <a:spLocks noChangeArrowheads="1"/>
          </p:cNvSpPr>
          <p:nvPr/>
        </p:nvSpPr>
        <p:spPr bwMode="auto">
          <a:xfrm>
            <a:off x="412750" y="4581525"/>
            <a:ext cx="9142413" cy="1800225"/>
          </a:xfrm>
          <a:prstGeom prst="roundRect">
            <a:avLst>
              <a:gd name="adj" fmla="val 16667"/>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0838" name="Text Box 8"/>
          <p:cNvSpPr txBox="1">
            <a:spLocks noChangeArrowheads="1"/>
          </p:cNvSpPr>
          <p:nvPr/>
        </p:nvSpPr>
        <p:spPr bwMode="auto">
          <a:xfrm>
            <a:off x="660400" y="4724400"/>
            <a:ext cx="7524239"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SET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Y41, M100 On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X9</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RST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Off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Y41, M100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XA</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3.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XB</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thì</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Y42,M101 On,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On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nó</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Off.</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3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1Step,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PLS,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FF</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Tuy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nhiên</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từ</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100~199 </a:t>
            </a:r>
            <a:r>
              <a:rPr lang="en-US" altLang="ko-KR" sz="1200" dirty="0" err="1">
                <a:latin typeface="Times New Roman" panose="02020603050405020304" pitchFamily="18" charset="0"/>
                <a:cs typeface="Times New Roman" panose="02020603050405020304" pitchFamily="18" charset="0"/>
              </a:rPr>
              <a:t>cho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cả</a:t>
            </a:r>
            <a:r>
              <a:rPr lang="en-US" altLang="ko-KR" sz="1200" dirty="0">
                <a:latin typeface="Times New Roman" panose="02020603050405020304" pitchFamily="18" charset="0"/>
                <a:cs typeface="Times New Roman" panose="02020603050405020304" pitchFamily="18" charset="0"/>
              </a:rPr>
              <a:t> Device </a:t>
            </a:r>
            <a:r>
              <a:rPr lang="en-US" altLang="ko-KR" sz="1200" dirty="0" err="1">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chứa</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X,Y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Sau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hoàn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xóa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Y.</a:t>
            </a:r>
            <a:endParaRPr lang="ko-KR" altLang="en-US" sz="1200" dirty="0">
              <a:latin typeface="Times New Roman" panose="02020603050405020304" pitchFamily="18" charset="0"/>
              <a:cs typeface="Times New Roman" panose="02020603050405020304" pitchFamily="18" charset="0"/>
            </a:endParaRPr>
          </a:p>
        </p:txBody>
      </p:sp>
      <p:sp>
        <p:nvSpPr>
          <p:cNvPr id="120839" name="Text Box 9"/>
          <p:cNvSpPr txBox="1">
            <a:spLocks noChangeArrowheads="1"/>
          </p:cNvSpPr>
          <p:nvPr/>
        </p:nvSpPr>
        <p:spPr bwMode="auto">
          <a:xfrm>
            <a:off x="5861050" y="2133600"/>
            <a:ext cx="3714750" cy="1384995"/>
          </a:xfrm>
          <a:prstGeom prst="rect">
            <a:avLst/>
          </a:prstGeom>
          <a:noFill/>
          <a:ln w="9525" cap="rnd" algn="ctr">
            <a:solidFill>
              <a:srgbClr val="808080"/>
            </a:solidFill>
            <a:prstDash val="sysDot"/>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SET/RST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2Step </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OUT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F8</a:t>
            </a:r>
            <a:r>
              <a:rPr lang="ko-KR" altLang="en-US"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 </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nhấn</a:t>
            </a:r>
            <a:r>
              <a:rPr lang="en-US" altLang="ko-KR" sz="1200" dirty="0" smtClean="0">
                <a:latin typeface="Times New Roman" panose="02020603050405020304" pitchFamily="18" charset="0"/>
                <a:cs typeface="Times New Roman" panose="02020603050405020304" pitchFamily="18" charset="0"/>
              </a:rPr>
              <a:t> Enter.</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Lần</a:t>
            </a:r>
            <a:r>
              <a:rPr lang="en-US" altLang="ko-KR"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err="1" smtClean="0">
                <a:latin typeface="Times New Roman" panose="02020603050405020304" pitchFamily="18" charset="0"/>
                <a:cs typeface="Times New Roman" panose="02020603050405020304" pitchFamily="18" charset="0"/>
                <a:sym typeface="Wingdings" pitchFamily="2" charset="2"/>
              </a:rPr>
              <a:t>lượt</a:t>
            </a:r>
            <a:r>
              <a:rPr lang="ko-KR" altLang="en-US" sz="1200" dirty="0" smtClean="0">
                <a:latin typeface="Times New Roman" panose="02020603050405020304" pitchFamily="18" charset="0"/>
                <a:cs typeface="Times New Roman" panose="02020603050405020304" pitchFamily="18" charset="0"/>
                <a:sym typeface="Wingdings" pitchFamily="2" charset="2"/>
              </a:rPr>
              <a:t> </a:t>
            </a:r>
            <a:r>
              <a:rPr lang="en-US" altLang="ko-KR" sz="1200" dirty="0">
                <a:latin typeface="Times New Roman" panose="02020603050405020304" pitchFamily="18" charset="0"/>
                <a:cs typeface="Times New Roman" panose="02020603050405020304" pitchFamily="18" charset="0"/>
              </a:rPr>
              <a:t>SET Y70 </a:t>
            </a:r>
            <a:r>
              <a:rPr lang="en-US" altLang="ko-KR" sz="1200" dirty="0" smtClean="0">
                <a:latin typeface="Times New Roman" panose="02020603050405020304" pitchFamily="18" charset="0"/>
                <a:cs typeface="Times New Roman" panose="02020603050405020304" pitchFamily="18" charset="0"/>
              </a:rPr>
              <a:t>Enter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nhấn</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F8</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Enter.</a:t>
            </a:r>
            <a:endParaRPr lang="en-US" altLang="ko-KR" sz="1200" dirty="0">
              <a:latin typeface="Times New Roman" panose="02020603050405020304" pitchFamily="18" charset="0"/>
              <a:cs typeface="Times New Roman" panose="02020603050405020304" pitchFamily="18" charset="0"/>
            </a:endParaRPr>
          </a:p>
        </p:txBody>
      </p:sp>
      <p:sp>
        <p:nvSpPr>
          <p:cNvPr id="120842" name="Text Box 8"/>
          <p:cNvSpPr txBox="1">
            <a:spLocks noChangeArrowheads="1"/>
          </p:cNvSpPr>
          <p:nvPr/>
        </p:nvSpPr>
        <p:spPr bwMode="auto">
          <a:xfrm>
            <a:off x="893763" y="4449763"/>
            <a:ext cx="890885" cy="276999"/>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Luyện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endParaRPr lang="en-US" altLang="ko-KR" sz="1200" b="1" dirty="0">
              <a:latin typeface="Times New Roman" panose="02020603050405020304" pitchFamily="18" charset="0"/>
              <a:cs typeface="Times New Roman" panose="02020603050405020304" pitchFamily="18" charset="0"/>
            </a:endParaRPr>
          </a:p>
        </p:txBody>
      </p:sp>
      <p:sp>
        <p:nvSpPr>
          <p:cNvPr id="11"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2"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71402945"/>
      </p:ext>
    </p:extLst>
  </p:cSld>
  <p:clrMapOvr>
    <a:masterClrMapping/>
  </p:clrMapOvr>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8"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
        <p:nvSpPr>
          <p:cNvPr id="10" name="Text Box 2"/>
          <p:cNvSpPr txBox="1">
            <a:spLocks noChangeArrowheads="1"/>
          </p:cNvSpPr>
          <p:nvPr/>
        </p:nvSpPr>
        <p:spPr bwMode="auto">
          <a:xfrm>
            <a:off x="330200" y="728663"/>
            <a:ext cx="8346580" cy="5736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1-3. </a:t>
            </a:r>
            <a:r>
              <a:rPr lang="en-US" altLang="ko-KR" sz="1400" b="1" dirty="0" err="1" smtClean="0">
                <a:latin typeface="Times New Roman" panose="02020603050405020304" pitchFamily="18" charset="0"/>
                <a:cs typeface="Times New Roman" panose="02020603050405020304" pitchFamily="18" charset="0"/>
              </a:rPr>
              <a:t>Lệnh</a:t>
            </a:r>
            <a:r>
              <a:rPr lang="en-US" altLang="ko-KR" sz="1400" b="1" dirty="0" smtClean="0">
                <a:latin typeface="Times New Roman" panose="02020603050405020304" pitchFamily="18" charset="0"/>
                <a:cs typeface="Times New Roman" panose="02020603050405020304" pitchFamily="18" charset="0"/>
              </a:rPr>
              <a:t> PLS </a:t>
            </a:r>
            <a:r>
              <a:rPr lang="en-US" altLang="ko-KR" sz="1400" b="1" dirty="0">
                <a:latin typeface="Times New Roman" panose="02020603050405020304" pitchFamily="18" charset="0"/>
                <a:cs typeface="Times New Roman" panose="02020603050405020304" pitchFamily="18" charset="0"/>
              </a:rPr>
              <a:t>/ PLF / </a:t>
            </a:r>
            <a:r>
              <a:rPr lang="en-US" altLang="ko-KR" sz="1400" b="1" dirty="0" smtClean="0">
                <a:latin typeface="Times New Roman" panose="02020603050405020304" pitchFamily="18" charset="0"/>
                <a:cs typeface="Times New Roman" panose="02020603050405020304" pitchFamily="18" charset="0"/>
              </a:rPr>
              <a:t>FF</a:t>
            </a:r>
            <a:endParaRPr lang="ko-KR" altLang="en-US" sz="14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b="1" dirty="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Lệnh</a:t>
            </a:r>
            <a:r>
              <a:rPr lang="en-US" altLang="ko-KR" sz="1200" b="1" dirty="0" smtClean="0">
                <a:latin typeface="Times New Roman" panose="02020603050405020304" pitchFamily="18" charset="0"/>
                <a:cs typeface="Times New Roman" panose="02020603050405020304" pitchFamily="18" charset="0"/>
              </a:rPr>
              <a:t> PLS-</a:t>
            </a:r>
            <a:endParaRPr lang="en-US" altLang="ko-KR" sz="12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PLS</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OFF → </a:t>
            </a:r>
            <a:r>
              <a:rPr lang="en-US" altLang="ko-KR" sz="1200" dirty="0" smtClean="0">
                <a:latin typeface="Times New Roman" panose="02020603050405020304" pitchFamily="18" charset="0"/>
                <a:cs typeface="Times New Roman" panose="02020603050405020304" pitchFamily="18" charset="0"/>
              </a:rPr>
              <a:t>ON, </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Device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ON 1 Scan, </a:t>
            </a:r>
            <a:r>
              <a:rPr lang="en-US" altLang="ko-KR" sz="1200" dirty="0" err="1" smtClean="0">
                <a:latin typeface="Times New Roman" panose="02020603050405020304" pitchFamily="18" charset="0"/>
                <a:cs typeface="Times New Roman" panose="02020603050405020304" pitchFamily="18" charset="0"/>
              </a:rPr>
              <a:t>còn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ngoài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(ON</a:t>
            </a:r>
            <a:r>
              <a:rPr lang="en-US" altLang="ko-KR" sz="1200" dirty="0">
                <a:latin typeface="Times New Roman" panose="02020603050405020304" pitchFamily="18" charset="0"/>
                <a:cs typeface="Times New Roman" panose="02020603050405020304" pitchFamily="18" charset="0"/>
              </a:rPr>
              <a:t>→ON, ON→OFF, OFF→OFF</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đều</a:t>
            </a:r>
            <a:r>
              <a:rPr lang="en-US" altLang="ko-KR" sz="1200" dirty="0" smtClean="0">
                <a:latin typeface="Times New Roman" panose="02020603050405020304" pitchFamily="18" charset="0"/>
                <a:cs typeface="Times New Roman" panose="02020603050405020304" pitchFamily="18" charset="0"/>
              </a:rPr>
              <a:t> OFF. </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PLS,</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RUN/STOP Key S/W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RUN→STOP,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RUN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PLS </a:t>
            </a:r>
            <a:r>
              <a:rPr lang="en-US" altLang="ko-KR" sz="1200" dirty="0" err="1" smtClean="0">
                <a:latin typeface="Times New Roman" panose="02020603050405020304" pitchFamily="18" charset="0"/>
                <a:cs typeface="Times New Roman" panose="02020603050405020304" pitchFamily="18" charset="0"/>
              </a:rPr>
              <a:t>cũng</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8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8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(3)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Ladder Relay(L)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PLS, OFF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Ladder Relay(L) ở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ON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ON </a:t>
            </a:r>
            <a:r>
              <a:rPr lang="en-US" altLang="ko-KR" sz="1200" dirty="0" err="1" smtClean="0">
                <a:latin typeface="Times New Roman" panose="02020603050405020304" pitchFamily="18" charset="0"/>
                <a:cs typeface="Times New Roman" panose="02020603050405020304" pitchFamily="18" charset="0"/>
              </a:rPr>
              <a:t>nguồn</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8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ON 1 Scan. </a:t>
            </a:r>
            <a:endParaRPr lang="en-US" altLang="ko-KR" sz="1200" dirty="0">
              <a:latin typeface="Times New Roman" panose="02020603050405020304" pitchFamily="18" charset="0"/>
              <a:cs typeface="Times New Roman" panose="02020603050405020304" pitchFamily="18" charset="0"/>
            </a:endParaRPr>
          </a:p>
        </p:txBody>
      </p:sp>
      <p:pic>
        <p:nvPicPr>
          <p:cNvPr id="11" name="Picture 4"/>
          <p:cNvPicPr>
            <a:picLocks noChangeAspect="1" noChangeArrowheads="1"/>
          </p:cNvPicPr>
          <p:nvPr/>
        </p:nvPicPr>
        <p:blipFill rotWithShape="1">
          <a:blip r:embed="rId2">
            <a:extLst>
              <a:ext uri="{28A0092B-C50C-407E-A947-70E740481C1C}">
                <a14:useLocalDpi xmlns:a14="http://schemas.microsoft.com/office/drawing/2010/main" val="0"/>
              </a:ext>
            </a:extLst>
          </a:blip>
          <a:srcRect t="2417"/>
          <a:stretch/>
        </p:blipFill>
        <p:spPr bwMode="auto">
          <a:xfrm>
            <a:off x="668524" y="3395934"/>
            <a:ext cx="8449110" cy="2301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532" y="1628801"/>
            <a:ext cx="7488832" cy="891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39107065"/>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ext Box 2"/>
          <p:cNvSpPr txBox="1">
            <a:spLocks noChangeArrowheads="1"/>
          </p:cNvSpPr>
          <p:nvPr/>
        </p:nvSpPr>
        <p:spPr bwMode="auto">
          <a:xfrm>
            <a:off x="527050" y="1052513"/>
            <a:ext cx="7969874" cy="3377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1-3. </a:t>
            </a:r>
            <a:r>
              <a:rPr lang="en-US" altLang="ko-KR" sz="1400" b="1" dirty="0" err="1" smtClean="0">
                <a:latin typeface="Times New Roman" panose="02020603050405020304" pitchFamily="18" charset="0"/>
                <a:cs typeface="Times New Roman" panose="02020603050405020304" pitchFamily="18" charset="0"/>
              </a:rPr>
              <a:t>Lệnh</a:t>
            </a:r>
            <a:r>
              <a:rPr lang="en-US" altLang="ko-KR" sz="1400" b="1" dirty="0" smtClean="0">
                <a:latin typeface="Times New Roman" panose="02020603050405020304" pitchFamily="18" charset="0"/>
                <a:cs typeface="Times New Roman" panose="02020603050405020304" pitchFamily="18" charset="0"/>
              </a:rPr>
              <a:t> PLS </a:t>
            </a:r>
            <a:r>
              <a:rPr lang="en-US" altLang="ko-KR" sz="1400" b="1" dirty="0">
                <a:latin typeface="Times New Roman" panose="02020603050405020304" pitchFamily="18" charset="0"/>
                <a:cs typeface="Times New Roman" panose="02020603050405020304" pitchFamily="18" charset="0"/>
              </a:rPr>
              <a:t>/ PLF / </a:t>
            </a:r>
            <a:r>
              <a:rPr lang="en-US" altLang="ko-KR" sz="1400" b="1" dirty="0" smtClean="0">
                <a:latin typeface="Times New Roman" panose="02020603050405020304" pitchFamily="18" charset="0"/>
                <a:cs typeface="Times New Roman" panose="02020603050405020304" pitchFamily="18" charset="0"/>
              </a:rPr>
              <a:t>FF</a:t>
            </a:r>
            <a:endParaRPr lang="ko-KR" altLang="en-US" sz="14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a:t>
            </a:r>
            <a:r>
              <a:rPr lang="en-US" altLang="ko-KR" sz="1200" b="1" dirty="0" err="1" smtClean="0">
                <a:latin typeface="Times New Roman" panose="02020603050405020304" pitchFamily="18" charset="0"/>
                <a:cs typeface="Times New Roman" panose="02020603050405020304" pitchFamily="18" charset="0"/>
              </a:rPr>
              <a:t>Lệnh</a:t>
            </a:r>
            <a:r>
              <a:rPr lang="en-US" altLang="ko-KR" sz="1200" b="1" dirty="0" smtClean="0">
                <a:latin typeface="Times New Roman" panose="02020603050405020304" pitchFamily="18" charset="0"/>
                <a:cs typeface="Times New Roman" panose="02020603050405020304" pitchFamily="18" charset="0"/>
              </a:rPr>
              <a:t> PLF-</a:t>
            </a:r>
            <a:endParaRPr lang="en-US" altLang="ko-KR" sz="12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3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PLF</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ON → </a:t>
            </a:r>
            <a:r>
              <a:rPr lang="en-US" altLang="ko-KR" sz="1200" dirty="0" smtClean="0">
                <a:latin typeface="Times New Roman" panose="02020603050405020304" pitchFamily="18" charset="0"/>
                <a:cs typeface="Times New Roman" panose="02020603050405020304" pitchFamily="18" charset="0"/>
              </a:rPr>
              <a:t>OFF</a:t>
            </a:r>
            <a:r>
              <a:rPr lang="en-US" altLang="ko-KR" sz="1200" dirty="0">
                <a:latin typeface="Times New Roman" panose="02020603050405020304" pitchFamily="18" charset="0"/>
                <a:cs typeface="Times New Roman" panose="02020603050405020304" pitchFamily="18" charset="0"/>
              </a:rPr>
              <a:t>, Device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chọn</a:t>
            </a:r>
            <a:r>
              <a:rPr lang="en-US" altLang="ko-KR" sz="1200" dirty="0">
                <a:latin typeface="Times New Roman" panose="02020603050405020304" pitchFamily="18" charset="0"/>
                <a:cs typeface="Times New Roman" panose="02020603050405020304" pitchFamily="18" charset="0"/>
              </a:rPr>
              <a:t> ON 1 Scan, </a:t>
            </a:r>
            <a:r>
              <a:rPr lang="en-US" altLang="ko-KR" sz="1200" dirty="0" err="1">
                <a:latin typeface="Times New Roman" panose="02020603050405020304" pitchFamily="18" charset="0"/>
                <a:cs typeface="Times New Roman" panose="02020603050405020304" pitchFamily="18" charset="0"/>
              </a:rPr>
              <a:t>còn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ngoài</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OFF→OFF, OFF→ON, ON→ON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đều</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OFF. </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PLS, RUN/STOP Key S/W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RUN→</a:t>
            </a:r>
            <a:r>
              <a:rPr lang="en-US" altLang="ko-KR" sz="1200" dirty="0" smtClean="0">
                <a:latin typeface="Times New Roman" panose="02020603050405020304" pitchFamily="18" charset="0"/>
                <a:cs typeface="Times New Roman" panose="02020603050405020304" pitchFamily="18" charset="0"/>
              </a:rPr>
              <a:t>STOP,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RUN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PLF</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122883" name="Picture 3"/>
          <p:cNvPicPr>
            <a:picLocks noChangeAspect="1" noChangeArrowheads="1"/>
          </p:cNvPicPr>
          <p:nvPr/>
        </p:nvPicPr>
        <p:blipFill>
          <a:blip r:embed="rId2">
            <a:extLst>
              <a:ext uri="{28A0092B-C50C-407E-A947-70E740481C1C}">
                <a14:useLocalDpi xmlns:a14="http://schemas.microsoft.com/office/drawing/2010/main" val="0"/>
              </a:ext>
            </a:extLst>
          </a:blip>
          <a:srcRect l="10156" t="37500" r="13281" b="39583"/>
          <a:stretch>
            <a:fillRect/>
          </a:stretch>
        </p:blipFill>
        <p:spPr bwMode="auto">
          <a:xfrm>
            <a:off x="741363" y="2349500"/>
            <a:ext cx="8089900"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7"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36037385"/>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Text Box 2"/>
          <p:cNvSpPr txBox="1">
            <a:spLocks noChangeArrowheads="1"/>
          </p:cNvSpPr>
          <p:nvPr/>
        </p:nvSpPr>
        <p:spPr bwMode="auto">
          <a:xfrm>
            <a:off x="498475" y="852488"/>
            <a:ext cx="5296450" cy="3978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1-3. </a:t>
            </a:r>
            <a:r>
              <a:rPr lang="en-US" altLang="ko-KR" sz="1400" b="1" dirty="0" err="1" smtClean="0">
                <a:latin typeface="Times New Roman" panose="02020603050405020304" pitchFamily="18" charset="0"/>
                <a:cs typeface="Times New Roman" panose="02020603050405020304" pitchFamily="18" charset="0"/>
              </a:rPr>
              <a:t>Lệnh</a:t>
            </a:r>
            <a:r>
              <a:rPr lang="en-US" altLang="ko-KR" sz="1400" b="1" dirty="0" smtClean="0">
                <a:latin typeface="Times New Roman" panose="02020603050405020304" pitchFamily="18" charset="0"/>
                <a:cs typeface="Times New Roman" panose="02020603050405020304" pitchFamily="18" charset="0"/>
              </a:rPr>
              <a:t> PLS </a:t>
            </a:r>
            <a:r>
              <a:rPr lang="en-US" altLang="ko-KR" sz="1400" b="1" dirty="0">
                <a:latin typeface="Times New Roman" panose="02020603050405020304" pitchFamily="18" charset="0"/>
                <a:cs typeface="Times New Roman" panose="02020603050405020304" pitchFamily="18" charset="0"/>
              </a:rPr>
              <a:t>/ PLF / FF </a:t>
            </a:r>
            <a:endParaRPr lang="ko-KR" altLang="en-US" sz="14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a:t>
            </a:r>
            <a:r>
              <a:rPr lang="en-US" altLang="ko-KR" sz="1200" b="1" dirty="0" err="1" smtClean="0">
                <a:latin typeface="Times New Roman" panose="02020603050405020304" pitchFamily="18" charset="0"/>
                <a:cs typeface="Times New Roman" panose="02020603050405020304" pitchFamily="18" charset="0"/>
              </a:rPr>
              <a:t>Lệnh</a:t>
            </a:r>
            <a:r>
              <a:rPr lang="en-US" altLang="ko-KR" sz="1200" b="1" dirty="0" smtClean="0">
                <a:latin typeface="Times New Roman" panose="02020603050405020304" pitchFamily="18" charset="0"/>
                <a:cs typeface="Times New Roman" panose="02020603050405020304" pitchFamily="18" charset="0"/>
              </a:rPr>
              <a:t> FF( </a:t>
            </a:r>
            <a:r>
              <a:rPr lang="en-US" altLang="ko-KR" sz="1200" b="1" dirty="0" err="1" smtClean="0">
                <a:latin typeface="Times New Roman" panose="02020603050405020304" pitchFamily="18" charset="0"/>
                <a:cs typeface="Times New Roman" panose="02020603050405020304" pitchFamily="18" charset="0"/>
              </a:rPr>
              <a:t>đảo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ngược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đầu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ra</a:t>
            </a:r>
            <a:r>
              <a:rPr lang="en-US" altLang="ko-KR" sz="1200" b="1" dirty="0" smtClean="0">
                <a:latin typeface="Times New Roman" panose="02020603050405020304" pitchFamily="18" charset="0"/>
                <a:cs typeface="Times New Roman" panose="02020603050405020304" pitchFamily="18" charset="0"/>
              </a:rPr>
              <a:t> Bit Device)- </a:t>
            </a:r>
            <a:endParaRPr lang="en-US" altLang="ko-KR" sz="12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3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3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3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đảo</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OFF → </a:t>
            </a:r>
            <a:r>
              <a:rPr lang="en-US" altLang="ko-KR" sz="1200" dirty="0" smtClean="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Device </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Ví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Y9 </a:t>
            </a:r>
            <a:r>
              <a:rPr lang="en-US" altLang="ko-KR" sz="1200" dirty="0" err="1" smtClean="0">
                <a:latin typeface="Times New Roman" panose="02020603050405020304" pitchFamily="18" charset="0"/>
                <a:cs typeface="Times New Roman" panose="02020603050405020304" pitchFamily="18" charset="0"/>
              </a:rPr>
              <a:t>đang</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Program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Y10</a:t>
            </a:r>
            <a:endParaRPr lang="ko-KR" altLang="en-US" sz="1200" dirty="0">
              <a:latin typeface="Times New Roman" panose="02020603050405020304" pitchFamily="18" charset="0"/>
              <a:cs typeface="Times New Roman" panose="02020603050405020304" pitchFamily="18" charset="0"/>
            </a:endParaRPr>
          </a:p>
        </p:txBody>
      </p:sp>
      <p:pic>
        <p:nvPicPr>
          <p:cNvPr id="123907" name="Picture 3"/>
          <p:cNvPicPr>
            <a:picLocks noChangeAspect="1" noChangeArrowheads="1"/>
          </p:cNvPicPr>
          <p:nvPr/>
        </p:nvPicPr>
        <p:blipFill>
          <a:blip r:embed="rId2">
            <a:extLst>
              <a:ext uri="{28A0092B-C50C-407E-A947-70E740481C1C}">
                <a14:useLocalDpi xmlns:a14="http://schemas.microsoft.com/office/drawing/2010/main" val="0"/>
              </a:ext>
            </a:extLst>
          </a:blip>
          <a:srcRect l="22266" t="33855" r="2734" b="46007"/>
          <a:stretch>
            <a:fillRect/>
          </a:stretch>
        </p:blipFill>
        <p:spPr bwMode="auto">
          <a:xfrm>
            <a:off x="920750" y="2924175"/>
            <a:ext cx="7956550" cy="147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908" name="Picture 4"/>
          <p:cNvPicPr>
            <a:picLocks noChangeAspect="1" noChangeArrowheads="1"/>
          </p:cNvPicPr>
          <p:nvPr/>
        </p:nvPicPr>
        <p:blipFill>
          <a:blip r:embed="rId3">
            <a:extLst>
              <a:ext uri="{28A0092B-C50C-407E-A947-70E740481C1C}">
                <a14:useLocalDpi xmlns:a14="http://schemas.microsoft.com/office/drawing/2010/main" val="0"/>
              </a:ext>
            </a:extLst>
          </a:blip>
          <a:srcRect l="4817" t="51910" r="2344" b="35416"/>
          <a:stretch>
            <a:fillRect/>
          </a:stretch>
        </p:blipFill>
        <p:spPr bwMode="auto">
          <a:xfrm>
            <a:off x="922338" y="1803400"/>
            <a:ext cx="7954962"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3909" name="Group 5"/>
          <p:cNvGrpSpPr>
            <a:grpSpLocks/>
          </p:cNvGrpSpPr>
          <p:nvPr/>
        </p:nvGrpSpPr>
        <p:grpSpPr bwMode="auto">
          <a:xfrm>
            <a:off x="742950" y="4941888"/>
            <a:ext cx="8997950" cy="1295400"/>
            <a:chOff x="432" y="2880"/>
            <a:chExt cx="5232" cy="816"/>
          </a:xfrm>
        </p:grpSpPr>
        <p:pic>
          <p:nvPicPr>
            <p:cNvPr id="123912" name="Picture 6"/>
            <p:cNvPicPr>
              <a:picLocks noChangeAspect="1" noChangeArrowheads="1"/>
            </p:cNvPicPr>
            <p:nvPr/>
          </p:nvPicPr>
          <p:blipFill>
            <a:blip r:embed="rId4">
              <a:extLst>
                <a:ext uri="{28A0092B-C50C-407E-A947-70E740481C1C}">
                  <a14:useLocalDpi xmlns:a14="http://schemas.microsoft.com/office/drawing/2010/main" val="0"/>
                </a:ext>
              </a:extLst>
            </a:blip>
            <a:srcRect l="21094" t="48958" r="39844" b="33333"/>
            <a:stretch>
              <a:fillRect/>
            </a:stretch>
          </p:blipFill>
          <p:spPr bwMode="auto">
            <a:xfrm>
              <a:off x="432" y="2880"/>
              <a:ext cx="2400" cy="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913" name="Picture 7"/>
            <p:cNvPicPr>
              <a:picLocks noChangeAspect="1" noChangeArrowheads="1"/>
            </p:cNvPicPr>
            <p:nvPr/>
          </p:nvPicPr>
          <p:blipFill>
            <a:blip r:embed="rId4">
              <a:extLst>
                <a:ext uri="{28A0092B-C50C-407E-A947-70E740481C1C}">
                  <a14:useLocalDpi xmlns:a14="http://schemas.microsoft.com/office/drawing/2010/main" val="0"/>
                </a:ext>
              </a:extLst>
            </a:blip>
            <a:srcRect l="21094" t="75000" r="35156" b="7292"/>
            <a:stretch>
              <a:fillRect/>
            </a:stretch>
          </p:blipFill>
          <p:spPr bwMode="auto">
            <a:xfrm>
              <a:off x="2976" y="2880"/>
              <a:ext cx="2688" cy="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1"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
        <p:nvSpPr>
          <p:cNvPr id="12" name="TextBox 11"/>
          <p:cNvSpPr txBox="1"/>
          <p:nvPr/>
        </p:nvSpPr>
        <p:spPr>
          <a:xfrm>
            <a:off x="1047989" y="3503809"/>
            <a:ext cx="1462331" cy="297710"/>
          </a:xfrm>
          <a:prstGeom prst="rect">
            <a:avLst/>
          </a:prstGeom>
          <a:solidFill>
            <a:schemeClr val="bg1"/>
          </a:solidFill>
        </p:spPr>
        <p:txBody>
          <a:bodyPr wrap="square" rtlCol="0">
            <a:spAutoFit/>
          </a:bodyPr>
          <a:lstStyle/>
          <a:p>
            <a:r>
              <a:rPr lang="en-US" altLang="ko-KR" sz="1200" dirty="0" smtClean="0">
                <a:latin typeface="LG스마트체 Regular" panose="020B0600000101010101" pitchFamily="50" charset="-127"/>
                <a:ea typeface="LG스마트체 Regular" panose="020B0600000101010101" pitchFamily="50" charset="-127"/>
              </a:rPr>
              <a:t>Bit Device</a:t>
            </a:r>
            <a:endParaRPr lang="ko-KR" altLang="en-US" sz="1200" dirty="0">
              <a:latin typeface="LG스마트체 Regular" panose="020B0600000101010101" pitchFamily="50" charset="-127"/>
              <a:ea typeface="LG스마트체 Regular" panose="020B0600000101010101" pitchFamily="50" charset="-127"/>
            </a:endParaRPr>
          </a:p>
        </p:txBody>
      </p:sp>
      <p:sp>
        <p:nvSpPr>
          <p:cNvPr id="13" name="TextBox 12"/>
          <p:cNvSpPr txBox="1"/>
          <p:nvPr/>
        </p:nvSpPr>
        <p:spPr>
          <a:xfrm>
            <a:off x="1047989" y="3976489"/>
            <a:ext cx="1996799" cy="313932"/>
          </a:xfrm>
          <a:prstGeom prst="rect">
            <a:avLst/>
          </a:prstGeom>
          <a:solidFill>
            <a:schemeClr val="bg1"/>
          </a:solidFill>
        </p:spPr>
        <p:txBody>
          <a:bodyPr wrap="square" rtlCol="0">
            <a:spAutoFit/>
          </a:bodyPr>
          <a:lstStyle/>
          <a:p>
            <a:r>
              <a:rPr lang="en-US" altLang="ko-KR" sz="1200" dirty="0" smtClean="0">
                <a:latin typeface="LG스마트체 Regular" panose="020B0600000101010101" pitchFamily="50" charset="-127"/>
                <a:ea typeface="LG스마트체 Regular" panose="020B0600000101010101" pitchFamily="50" charset="-127"/>
              </a:rPr>
              <a:t>Word Device</a:t>
            </a:r>
            <a:endParaRPr lang="ko-KR" altLang="en-US" sz="1200" dirty="0">
              <a:latin typeface="LG스마트체 Regular" panose="020B0600000101010101" pitchFamily="50" charset="-127"/>
              <a:ea typeface="LG스마트체 Regular" panose="020B0600000101010101" pitchFamily="50" charset="-127"/>
            </a:endParaRPr>
          </a:p>
        </p:txBody>
      </p:sp>
      <p:sp>
        <p:nvSpPr>
          <p:cNvPr id="2" name="직사각형 1"/>
          <p:cNvSpPr/>
          <p:nvPr/>
        </p:nvSpPr>
        <p:spPr bwMode="auto">
          <a:xfrm>
            <a:off x="3475087" y="1880828"/>
            <a:ext cx="1188132" cy="270837"/>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000" dirty="0" err="1" smtClean="0">
                <a:latin typeface="Times New Roman" panose="02020603050405020304" pitchFamily="18" charset="0"/>
                <a:cs typeface="Times New Roman" panose="02020603050405020304" pitchFamily="18" charset="0"/>
              </a:rPr>
              <a:t>Lệnh</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đảo</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ngược</a:t>
            </a:r>
            <a:endParaRPr kumimoji="1" lang="ko-KR" altLang="en-US" sz="1000" b="0"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4" name="직사각형 13"/>
          <p:cNvSpPr/>
          <p:nvPr/>
        </p:nvSpPr>
        <p:spPr bwMode="auto">
          <a:xfrm>
            <a:off x="1136576" y="1844824"/>
            <a:ext cx="2031144" cy="270837"/>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000" dirty="0" smtClean="0">
                <a:latin typeface="Times New Roman" panose="02020603050405020304" pitchFamily="18" charset="0"/>
                <a:cs typeface="Times New Roman" panose="02020603050405020304" pitchFamily="18" charset="0"/>
              </a:rPr>
              <a:t>[</a:t>
            </a:r>
            <a:r>
              <a:rPr lang="en-US" altLang="ko-KR" sz="1000" dirty="0" err="1" smtClean="0">
                <a:latin typeface="Times New Roman" panose="02020603050405020304" pitchFamily="18" charset="0"/>
                <a:cs typeface="Times New Roman" panose="02020603050405020304" pitchFamily="18" charset="0"/>
              </a:rPr>
              <a:t>Ký</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hiệu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lệnh</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Điều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kiện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thực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hiện</a:t>
            </a:r>
            <a:r>
              <a:rPr lang="en-US" altLang="ko-KR" sz="1000" dirty="0" smtClean="0">
                <a:latin typeface="Times New Roman" panose="02020603050405020304" pitchFamily="18" charset="0"/>
                <a:cs typeface="Times New Roman" panose="02020603050405020304" pitchFamily="18" charset="0"/>
              </a:rPr>
              <a:t>]</a:t>
            </a:r>
            <a:endParaRPr kumimoji="1" lang="ko-KR" altLang="en-US" sz="1000" b="0"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5" name="직사각형 14"/>
          <p:cNvSpPr/>
          <p:nvPr/>
        </p:nvSpPr>
        <p:spPr bwMode="auto">
          <a:xfrm>
            <a:off x="1719275" y="3005780"/>
            <a:ext cx="1087425" cy="355861"/>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lang="en-US" altLang="ko-KR" sz="1600" b="1" dirty="0" smtClean="0">
                <a:latin typeface="Times New Roman" panose="02020603050405020304" pitchFamily="18" charset="0"/>
                <a:cs typeface="Times New Roman" panose="02020603050405020304" pitchFamily="18" charset="0"/>
              </a:rPr>
              <a:t>Device</a:t>
            </a:r>
            <a:endParaRPr kumimoji="1" lang="ko-KR" altLang="en-US" sz="16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6" name="직사각형 15"/>
          <p:cNvSpPr/>
          <p:nvPr/>
        </p:nvSpPr>
        <p:spPr bwMode="auto">
          <a:xfrm>
            <a:off x="5169025" y="2908329"/>
            <a:ext cx="1656183" cy="289304"/>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lang="en-US" altLang="ko-KR" sz="1100" b="1" dirty="0" err="1" smtClean="0">
                <a:latin typeface="Times New Roman" panose="02020603050405020304" pitchFamily="18" charset="0"/>
                <a:cs typeface="Times New Roman" panose="02020603050405020304" pitchFamily="18" charset="0"/>
              </a:rPr>
              <a:t>Trạng</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thái</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của</a:t>
            </a:r>
            <a:r>
              <a:rPr lang="en-US" altLang="ko-KR" sz="1100" b="1" dirty="0" smtClean="0">
                <a:latin typeface="Times New Roman" panose="02020603050405020304" pitchFamily="18" charset="0"/>
                <a:cs typeface="Times New Roman" panose="02020603050405020304" pitchFamily="18" charset="0"/>
              </a:rPr>
              <a:t> Device</a:t>
            </a:r>
            <a:endParaRPr kumimoji="1" lang="ko-KR" altLang="en-US" sz="11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7" name="직사각형 16"/>
          <p:cNvSpPr/>
          <p:nvPr/>
        </p:nvSpPr>
        <p:spPr bwMode="auto">
          <a:xfrm>
            <a:off x="3836876" y="3139696"/>
            <a:ext cx="1656183" cy="289304"/>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lang="en-US" altLang="ko-KR" sz="1100" b="1" dirty="0" err="1" smtClean="0">
                <a:latin typeface="Times New Roman" panose="02020603050405020304" pitchFamily="18" charset="0"/>
                <a:cs typeface="Times New Roman" panose="02020603050405020304" pitchFamily="18" charset="0"/>
              </a:rPr>
              <a:t>Trước</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khi</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thực</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hiện</a:t>
            </a:r>
            <a:r>
              <a:rPr lang="en-US" altLang="ko-KR" sz="1100" b="1" dirty="0" smtClean="0">
                <a:latin typeface="Times New Roman" panose="02020603050405020304" pitchFamily="18" charset="0"/>
                <a:cs typeface="Times New Roman" panose="02020603050405020304" pitchFamily="18" charset="0"/>
              </a:rPr>
              <a:t> FF</a:t>
            </a:r>
            <a:endParaRPr kumimoji="1" lang="ko-KR" altLang="en-US" sz="11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8" name="직사각형 17"/>
          <p:cNvSpPr/>
          <p:nvPr/>
        </p:nvSpPr>
        <p:spPr bwMode="auto">
          <a:xfrm>
            <a:off x="6645188" y="3147444"/>
            <a:ext cx="1656183" cy="289304"/>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lang="en-US" altLang="ko-KR" sz="1100" b="1" dirty="0" err="1" smtClean="0">
                <a:latin typeface="Times New Roman" panose="02020603050405020304" pitchFamily="18" charset="0"/>
                <a:cs typeface="Times New Roman" panose="02020603050405020304" pitchFamily="18" charset="0"/>
              </a:rPr>
              <a:t>Sau</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khi</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thực</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hiện</a:t>
            </a:r>
            <a:r>
              <a:rPr lang="en-US" altLang="ko-KR" sz="1100" b="1" dirty="0" smtClean="0">
                <a:latin typeface="Times New Roman" panose="02020603050405020304" pitchFamily="18" charset="0"/>
                <a:cs typeface="Times New Roman" panose="02020603050405020304" pitchFamily="18" charset="0"/>
              </a:rPr>
              <a:t> FF</a:t>
            </a:r>
            <a:endParaRPr kumimoji="1" lang="ko-KR" altLang="en-US" sz="11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766723075"/>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AutoShape 6"/>
          <p:cNvSpPr>
            <a:spLocks noChangeArrowheads="1"/>
          </p:cNvSpPr>
          <p:nvPr/>
        </p:nvSpPr>
        <p:spPr bwMode="auto">
          <a:xfrm>
            <a:off x="412750" y="692150"/>
            <a:ext cx="9142413" cy="5689600"/>
          </a:xfrm>
          <a:prstGeom prst="roundRect">
            <a:avLst>
              <a:gd name="adj" fmla="val 16667"/>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4931" name="Text Box 8"/>
          <p:cNvSpPr txBox="1">
            <a:spLocks noChangeArrowheads="1"/>
          </p:cNvSpPr>
          <p:nvPr/>
        </p:nvSpPr>
        <p:spPr bwMode="auto">
          <a:xfrm>
            <a:off x="876300" y="800100"/>
            <a:ext cx="7524239"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SET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Y41, M100 On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X9 On. </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RST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Y41, M100 On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XA</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3.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XB</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thì</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Y42,M101 On,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On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nó</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Off.</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3 </a:t>
            </a:r>
            <a:r>
              <a:rPr lang="en-US" altLang="ko-KR" sz="1200" dirty="0" err="1">
                <a:latin typeface="Times New Roman" panose="02020603050405020304" pitchFamily="18" charset="0"/>
                <a:cs typeface="Times New Roman" panose="02020603050405020304" pitchFamily="18" charset="0"/>
              </a:rPr>
              <a:t>cách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sau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lệnh</a:t>
            </a:r>
            <a:r>
              <a:rPr lang="en-US" altLang="ko-KR" sz="1200" dirty="0">
                <a:latin typeface="Times New Roman" panose="02020603050405020304" pitchFamily="18" charset="0"/>
                <a:cs typeface="Times New Roman" panose="02020603050405020304" pitchFamily="18" charset="0"/>
              </a:rPr>
              <a:t> 1Step, </a:t>
            </a:r>
            <a:r>
              <a:rPr lang="en-US" altLang="ko-KR" sz="1200" dirty="0" err="1">
                <a:latin typeface="Times New Roman" panose="02020603050405020304" pitchFamily="18" charset="0"/>
                <a:cs typeface="Times New Roman" panose="02020603050405020304" pitchFamily="18" charset="0"/>
              </a:rPr>
              <a:t>lệnh</a:t>
            </a:r>
            <a:r>
              <a:rPr lang="en-US" altLang="ko-KR" sz="1200" dirty="0">
                <a:latin typeface="Times New Roman" panose="02020603050405020304" pitchFamily="18" charset="0"/>
                <a:cs typeface="Times New Roman" panose="02020603050405020304" pitchFamily="18" charset="0"/>
              </a:rPr>
              <a:t> PLS, </a:t>
            </a:r>
            <a:r>
              <a:rPr lang="en-US" altLang="ko-KR" sz="1200" dirty="0" err="1">
                <a:latin typeface="Times New Roman" panose="02020603050405020304" pitchFamily="18" charset="0"/>
                <a:cs typeface="Times New Roman" panose="02020603050405020304" pitchFamily="18" charset="0"/>
              </a:rPr>
              <a:t>lệnh</a:t>
            </a:r>
            <a:r>
              <a:rPr lang="en-US" altLang="ko-KR" sz="1200" dirty="0">
                <a:latin typeface="Times New Roman" panose="02020603050405020304" pitchFamily="18" charset="0"/>
                <a:cs typeface="Times New Roman" panose="02020603050405020304" pitchFamily="18" charset="0"/>
              </a:rPr>
              <a:t> FF</a:t>
            </a:r>
            <a:r>
              <a:rPr lang="ko-KR" altLang="en-US"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để</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hiện</a:t>
            </a:r>
            <a:r>
              <a:rPr lang="en-US" altLang="ko-KR" sz="1200" dirty="0">
                <a:latin typeface="Times New Roman" panose="02020603050405020304" pitchFamily="18" charset="0"/>
                <a:cs typeface="Times New Roman" panose="02020603050405020304" pitchFamily="18" charset="0"/>
              </a:rPr>
              <a:t>.)</a:t>
            </a: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Tuy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nhiên</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từ</a:t>
            </a:r>
            <a:r>
              <a:rPr lang="en-US" altLang="ko-KR" sz="1200" dirty="0">
                <a:latin typeface="Times New Roman" panose="02020603050405020304" pitchFamily="18" charset="0"/>
                <a:cs typeface="Times New Roman" panose="02020603050405020304" pitchFamily="18" charset="0"/>
              </a:rPr>
              <a:t> 100~199 </a:t>
            </a:r>
            <a:r>
              <a:rPr lang="en-US" altLang="ko-KR" sz="1200" dirty="0" err="1">
                <a:latin typeface="Times New Roman" panose="02020603050405020304" pitchFamily="18" charset="0"/>
                <a:cs typeface="Times New Roman" panose="02020603050405020304" pitchFamily="18" charset="0"/>
              </a:rPr>
              <a:t>cho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cả</a:t>
            </a:r>
            <a:r>
              <a:rPr lang="en-US" altLang="ko-KR" sz="1200" dirty="0">
                <a:latin typeface="Times New Roman" panose="02020603050405020304" pitchFamily="18" charset="0"/>
                <a:cs typeface="Times New Roman" panose="02020603050405020304" pitchFamily="18" charset="0"/>
              </a:rPr>
              <a:t> Device </a:t>
            </a:r>
            <a:r>
              <a:rPr lang="en-US" altLang="ko-KR" sz="1200" dirty="0" err="1">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chứa</a:t>
            </a:r>
            <a:r>
              <a:rPr lang="en-US" altLang="ko-KR" sz="1200" dirty="0">
                <a:latin typeface="Times New Roman" panose="02020603050405020304" pitchFamily="18" charset="0"/>
                <a:cs typeface="Times New Roman" panose="02020603050405020304" pitchFamily="18" charset="0"/>
              </a:rPr>
              <a:t> X,Y. </a:t>
            </a:r>
            <a:r>
              <a:rPr lang="en-US" altLang="ko-KR" sz="1200" dirty="0" err="1">
                <a:latin typeface="Times New Roman" panose="02020603050405020304" pitchFamily="18" charset="0"/>
                <a:cs typeface="Times New Roman" panose="02020603050405020304" pitchFamily="18" charset="0"/>
              </a:rPr>
              <a:t>Sau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hoàn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xóa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Y</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124934" name="Text Box 8"/>
          <p:cNvSpPr txBox="1">
            <a:spLocks noChangeArrowheads="1"/>
          </p:cNvSpPr>
          <p:nvPr/>
        </p:nvSpPr>
        <p:spPr bwMode="auto">
          <a:xfrm>
            <a:off x="1160463" y="523709"/>
            <a:ext cx="899127" cy="276999"/>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Luyện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endParaRPr lang="en-US" altLang="ko-KR" sz="1200" b="1" dirty="0">
              <a:latin typeface="Times New Roman" panose="02020603050405020304" pitchFamily="18" charset="0"/>
              <a:cs typeface="Times New Roman" panose="02020603050405020304" pitchFamily="18" charset="0"/>
            </a:endParaRPr>
          </a:p>
        </p:txBody>
      </p:sp>
      <p:sp>
        <p:nvSpPr>
          <p:cNvPr id="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8"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322313657"/>
      </p:ext>
    </p:extLst>
  </p:cSld>
  <p:clrMapOvr>
    <a:masterClrMapping/>
  </p:clrMapOvr>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Text Box 2"/>
          <p:cNvSpPr txBox="1">
            <a:spLocks noChangeArrowheads="1"/>
          </p:cNvSpPr>
          <p:nvPr/>
        </p:nvSpPr>
        <p:spPr bwMode="auto">
          <a:xfrm>
            <a:off x="508000" y="620713"/>
            <a:ext cx="9022022" cy="2182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1-4. </a:t>
            </a:r>
            <a:r>
              <a:rPr lang="en-US" altLang="ko-KR" sz="1400" b="1" dirty="0" err="1" smtClean="0">
                <a:latin typeface="Times New Roman" panose="02020603050405020304" pitchFamily="18" charset="0"/>
                <a:cs typeface="Times New Roman" panose="02020603050405020304" pitchFamily="18" charset="0"/>
              </a:rPr>
              <a:t>Lệnh</a:t>
            </a:r>
            <a:r>
              <a:rPr lang="en-US" altLang="ko-KR" sz="1400" b="1" dirty="0" smtClean="0">
                <a:latin typeface="Times New Roman" panose="02020603050405020304" pitchFamily="18" charset="0"/>
                <a:cs typeface="Times New Roman" panose="02020603050405020304" pitchFamily="18" charset="0"/>
              </a:rPr>
              <a:t> Timer </a:t>
            </a:r>
            <a:r>
              <a:rPr lang="en-US" altLang="ko-KR" sz="1400" b="1" dirty="0">
                <a:latin typeface="Times New Roman" panose="02020603050405020304" pitchFamily="18" charset="0"/>
                <a:cs typeface="Times New Roman" panose="02020603050405020304" pitchFamily="18" charset="0"/>
              </a:rPr>
              <a:t>(</a:t>
            </a:r>
            <a:r>
              <a:rPr lang="en-US" altLang="ko-KR" sz="1400" b="1" dirty="0" smtClean="0">
                <a:latin typeface="Times New Roman" panose="02020603050405020304" pitchFamily="18" charset="0"/>
                <a:cs typeface="Times New Roman" panose="02020603050405020304" pitchFamily="18" charset="0"/>
              </a:rPr>
              <a:t>T)</a:t>
            </a:r>
            <a:endParaRPr lang="ko-KR" altLang="en-US" sz="1400" b="1" dirty="0" smtClean="0">
              <a:latin typeface="Times New Roman" panose="02020603050405020304" pitchFamily="18" charset="0"/>
              <a:cs typeface="Times New Roman" panose="02020603050405020304" pitchFamily="18" charset="0"/>
            </a:endParaRPr>
          </a:p>
          <a:p>
            <a:pPr marL="0" indent="0">
              <a:buNone/>
            </a:pPr>
            <a:r>
              <a:rPr lang="ko-KR" altLang="en-US" sz="12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 </a:t>
            </a:r>
            <a:r>
              <a:rPr lang="vi-VN" altLang="ko-KR" sz="1000" dirty="0" smtClean="0">
                <a:latin typeface="Times New Roman" panose="02020603050405020304" pitchFamily="18" charset="0"/>
                <a:cs typeface="Times New Roman" panose="02020603050405020304" pitchFamily="18" charset="0"/>
              </a:rPr>
              <a:t>Sau khi tiếp điểm Timer làm từ</a:t>
            </a:r>
            <a:r>
              <a:rPr lang="ko-KR" altLang="en-US"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tính</a:t>
            </a:r>
            <a:r>
              <a:rPr lang="en-US" altLang="ko-KR" sz="1000" dirty="0" smtClean="0">
                <a:latin typeface="Times New Roman" panose="02020603050405020304" pitchFamily="18" charset="0"/>
                <a:cs typeface="Times New Roman" panose="02020603050405020304" pitchFamily="18" charset="0"/>
              </a:rPr>
              <a:t> Coil </a:t>
            </a:r>
            <a:r>
              <a:rPr lang="en-US" altLang="ko-KR" sz="1000" dirty="0" err="1" smtClean="0">
                <a:latin typeface="Times New Roman" panose="02020603050405020304" pitchFamily="18" charset="0"/>
                <a:cs typeface="Times New Roman" panose="02020603050405020304" pitchFamily="18" charset="0"/>
              </a:rPr>
              <a:t>thì</a:t>
            </a:r>
            <a:r>
              <a:rPr lang="ko-KR" altLang="en-US"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nó</a:t>
            </a:r>
            <a:r>
              <a:rPr lang="ko-KR" altLang="en-US" sz="1000" dirty="0" smtClean="0">
                <a:latin typeface="Times New Roman" panose="02020603050405020304" pitchFamily="18" charset="0"/>
                <a:cs typeface="Times New Roman" panose="02020603050405020304" pitchFamily="18" charset="0"/>
              </a:rPr>
              <a:t> </a:t>
            </a:r>
            <a:r>
              <a:rPr lang="vi-VN" altLang="ko-KR" sz="1000" dirty="0" smtClean="0">
                <a:latin typeface="Times New Roman" panose="02020603050405020304" pitchFamily="18" charset="0"/>
                <a:cs typeface="Times New Roman" panose="02020603050405020304" pitchFamily="18" charset="0"/>
              </a:rPr>
              <a:t>hoạt động chậm theo như</a:t>
            </a:r>
            <a:r>
              <a:rPr lang="ko-KR" altLang="en-US" sz="1000" dirty="0" smtClean="0">
                <a:latin typeface="Times New Roman" panose="02020603050405020304" pitchFamily="18" charset="0"/>
                <a:cs typeface="Times New Roman" panose="02020603050405020304" pitchFamily="18" charset="0"/>
              </a:rPr>
              <a:t> </a:t>
            </a:r>
            <a:r>
              <a:rPr lang="vi-VN" altLang="ko-KR" sz="1000" dirty="0" smtClean="0">
                <a:latin typeface="Times New Roman" panose="02020603050405020304" pitchFamily="18" charset="0"/>
                <a:cs typeface="Times New Roman" panose="02020603050405020304" pitchFamily="18" charset="0"/>
              </a:rPr>
              <a:t>thời gian đã</a:t>
            </a:r>
            <a:r>
              <a:rPr lang="ko-KR" altLang="en-US"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đặt</a:t>
            </a:r>
            <a:r>
              <a:rPr lang="en-US" altLang="ko-KR" sz="1000" dirty="0" smtClean="0">
                <a:latin typeface="Times New Roman" panose="02020603050405020304" pitchFamily="18" charset="0"/>
                <a:cs typeface="Times New Roman" panose="02020603050405020304" pitchFamily="18" charset="0"/>
              </a:rPr>
              <a:t>. (On Delay Timer)</a:t>
            </a:r>
            <a:endParaRPr lang="ko-KR" altLang="en-US" sz="10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000" dirty="0" smtClean="0">
                <a:latin typeface="Times New Roman" panose="02020603050405020304" pitchFamily="18" charset="0"/>
                <a:cs typeface="Times New Roman" panose="02020603050405020304" pitchFamily="18" charset="0"/>
              </a:rPr>
              <a:t>      -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đặt</a:t>
            </a:r>
            <a:r>
              <a:rPr lang="en-US" altLang="ko-KR" sz="1000" dirty="0" smtClean="0">
                <a:latin typeface="Times New Roman" panose="02020603050405020304" pitchFamily="18" charset="0"/>
                <a:cs typeface="Times New Roman" panose="02020603050405020304" pitchFamily="18" charset="0"/>
              </a:rPr>
              <a:t> Timer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K1~K32767. ( Timer 100ms </a:t>
            </a:r>
            <a:r>
              <a:rPr lang="en-US" altLang="ko-KR" sz="1000" dirty="0" err="1" smtClean="0">
                <a:latin typeface="Times New Roman" panose="02020603050405020304" pitchFamily="18" charset="0"/>
                <a:cs typeface="Times New Roman" panose="02020603050405020304" pitchFamily="18" charset="0"/>
              </a:rPr>
              <a:t>từ</a:t>
            </a:r>
            <a:r>
              <a:rPr lang="ko-KR" altLang="en-US" sz="10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0.1~3276.7sec</a:t>
            </a:r>
            <a:r>
              <a:rPr lang="ko-KR" altLang="en-US" sz="10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&amp; Timer 10ms </a:t>
            </a:r>
            <a:r>
              <a:rPr lang="en-US" altLang="ko-KR" sz="1000" dirty="0" err="1" smtClean="0">
                <a:latin typeface="Times New Roman" panose="02020603050405020304" pitchFamily="18" charset="0"/>
                <a:cs typeface="Times New Roman" panose="02020603050405020304" pitchFamily="18" charset="0"/>
              </a:rPr>
              <a:t>từ</a:t>
            </a:r>
            <a:r>
              <a:rPr lang="ko-KR" altLang="en-US" sz="10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0.01~327.67sec)</a:t>
            </a:r>
          </a:p>
          <a:p>
            <a:pPr eaLnBrk="1" hangingPunct="1">
              <a:lnSpc>
                <a:spcPct val="100000"/>
              </a:lnSpc>
              <a:spcBef>
                <a:spcPct val="50000"/>
              </a:spcBef>
              <a:buFontTx/>
              <a:buNone/>
            </a:pPr>
            <a:r>
              <a:rPr lang="en-US" altLang="ko-KR" sz="1000" dirty="0" smtClean="0">
                <a:latin typeface="Times New Roman" panose="02020603050405020304" pitchFamily="18" charset="0"/>
                <a:cs typeface="Times New Roman" panose="02020603050405020304" pitchFamily="18" charset="0"/>
              </a:rPr>
              <a:t>      </a:t>
            </a:r>
            <a:r>
              <a:rPr lang="en-US" altLang="ko-KR" sz="1000" dirty="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Cho </a:t>
            </a:r>
            <a:r>
              <a:rPr lang="en-US" altLang="ko-KR" sz="1000" dirty="0" err="1" smtClean="0">
                <a:latin typeface="Times New Roman" panose="02020603050405020304" pitchFamily="18" charset="0"/>
                <a:cs typeface="Times New Roman" panose="02020603050405020304" pitchFamily="18" charset="0"/>
              </a:rPr>
              <a:t>dù</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đặt</a:t>
            </a:r>
            <a:r>
              <a:rPr lang="en-US" altLang="ko-KR" sz="1000" dirty="0" smtClean="0">
                <a:latin typeface="Times New Roman" panose="02020603050405020304" pitchFamily="18" charset="0"/>
                <a:cs typeface="Times New Roman" panose="02020603050405020304" pitchFamily="18" charset="0"/>
              </a:rPr>
              <a:t> Timer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số</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âm</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dưới</a:t>
            </a:r>
            <a:r>
              <a:rPr lang="en-US" altLang="ko-KR" sz="1000" dirty="0" smtClean="0">
                <a:latin typeface="Times New Roman" panose="02020603050405020304" pitchFamily="18" charset="0"/>
                <a:cs typeface="Times New Roman" panose="02020603050405020304" pitchFamily="18" charset="0"/>
              </a:rPr>
              <a:t> 1Word(-</a:t>
            </a:r>
            <a:r>
              <a:rPr lang="en-US" altLang="ko-KR" sz="1000" dirty="0">
                <a:latin typeface="Times New Roman" panose="02020603050405020304" pitchFamily="18" charset="0"/>
                <a:cs typeface="Times New Roman" panose="02020603050405020304" pitchFamily="18" charset="0"/>
              </a:rPr>
              <a:t>1~-32768</a:t>
            </a:r>
            <a:r>
              <a:rPr lang="en-US" altLang="ko-KR" sz="1000" dirty="0" smtClean="0">
                <a:latin typeface="Times New Roman" panose="02020603050405020304" pitchFamily="18" charset="0"/>
                <a:cs typeface="Times New Roman" panose="02020603050405020304" pitchFamily="18" charset="0"/>
              </a:rPr>
              <a:t>) hay </a:t>
            </a:r>
            <a:r>
              <a:rPr lang="en-US" altLang="ko-KR" sz="1000" dirty="0">
                <a:latin typeface="Times New Roman" panose="02020603050405020304" pitchFamily="18" charset="0"/>
                <a:cs typeface="Times New Roman" panose="02020603050405020304" pitchFamily="18" charset="0"/>
              </a:rPr>
              <a:t>“</a:t>
            </a:r>
            <a:r>
              <a:rPr lang="en-US" altLang="ko-KR" sz="1000" dirty="0" smtClean="0">
                <a:latin typeface="Times New Roman" panose="02020603050405020304" pitchFamily="18" charset="0"/>
                <a:cs typeface="Times New Roman" panose="02020603050405020304" pitchFamily="18" charset="0"/>
              </a:rPr>
              <a:t>0” hay </a:t>
            </a:r>
            <a:r>
              <a:rPr lang="en-US" altLang="ko-KR" sz="1000" dirty="0" err="1" smtClean="0">
                <a:latin typeface="Times New Roman" panose="02020603050405020304" pitchFamily="18" charset="0"/>
                <a:cs typeface="Times New Roman" panose="02020603050405020304" pitchFamily="18" charset="0"/>
              </a:rPr>
              <a:t>vượt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quá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K32767 </a:t>
            </a:r>
            <a:r>
              <a:rPr lang="en-US" altLang="ko-KR" sz="1000" dirty="0" err="1" smtClean="0">
                <a:latin typeface="Times New Roman" panose="02020603050405020304" pitchFamily="18" charset="0"/>
                <a:cs typeface="Times New Roman" panose="02020603050405020304" pitchFamily="18" charset="0"/>
              </a:rPr>
              <a:t>thì</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nó</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vẫn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hoạt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động</a:t>
            </a:r>
            <a:r>
              <a:rPr lang="en-US" altLang="ko-KR" sz="1000" dirty="0" smtClean="0">
                <a:latin typeface="Times New Roman" panose="02020603050405020304" pitchFamily="18" charset="0"/>
                <a:cs typeface="Times New Roman" panose="02020603050405020304" pitchFamily="18" charset="0"/>
              </a:rPr>
              <a:t>.</a:t>
            </a:r>
            <a:endParaRPr lang="en-US" altLang="ko-KR" sz="10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a:t>
            </a:r>
            <a:r>
              <a:rPr lang="en-US" altLang="ko-KR" sz="1000" dirty="0" err="1" smtClean="0">
                <a:latin typeface="Times New Roman" panose="02020603050405020304" pitchFamily="18" charset="0"/>
                <a:cs typeface="Times New Roman" panose="02020603050405020304" pitchFamily="18" charset="0"/>
              </a:rPr>
              <a:t>Tuy</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nhiên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nếu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đầu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vào</a:t>
            </a:r>
            <a:r>
              <a:rPr lang="en-US" altLang="ko-KR" sz="1000" dirty="0" smtClean="0">
                <a:latin typeface="Times New Roman" panose="02020603050405020304" pitchFamily="18" charset="0"/>
                <a:cs typeface="Times New Roman" panose="02020603050405020304" pitchFamily="18" charset="0"/>
              </a:rPr>
              <a:t> ON </a:t>
            </a:r>
            <a:r>
              <a:rPr lang="en-US" altLang="ko-KR" sz="1000" dirty="0" err="1" smtClean="0">
                <a:latin typeface="Times New Roman" panose="02020603050405020304" pitchFamily="18" charset="0"/>
                <a:cs typeface="Times New Roman" panose="02020603050405020304" pitchFamily="18" charset="0"/>
              </a:rPr>
              <a:t>thì</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có</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thể</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hoạt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động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ngay</a:t>
            </a:r>
            <a:r>
              <a:rPr lang="en-US" altLang="ko-KR" sz="1000" dirty="0" smtClean="0">
                <a:latin typeface="Times New Roman" panose="02020603050405020304" pitchFamily="18" charset="0"/>
                <a:cs typeface="Times New Roman" panose="02020603050405020304" pitchFamily="18" charset="0"/>
              </a:rPr>
              <a:t>.)</a:t>
            </a:r>
            <a:endParaRPr lang="en-US" altLang="ko-KR" sz="10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000" dirty="0">
                <a:latin typeface="Times New Roman" panose="02020603050405020304" pitchFamily="18" charset="0"/>
                <a:cs typeface="Times New Roman" panose="02020603050405020304" pitchFamily="18" charset="0"/>
              </a:rPr>
              <a:t>      - </a:t>
            </a:r>
            <a:r>
              <a:rPr lang="en-US" altLang="ko-KR" sz="1000" dirty="0" err="1" smtClean="0">
                <a:latin typeface="Times New Roman" panose="02020603050405020304" pitchFamily="18" charset="0"/>
                <a:cs typeface="Times New Roman" panose="02020603050405020304" pitchFamily="18" charset="0"/>
              </a:rPr>
              <a:t>Trường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hợp</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đặt</a:t>
            </a:r>
            <a:r>
              <a:rPr lang="en-US" altLang="ko-KR" sz="1000" dirty="0" smtClean="0">
                <a:latin typeface="Times New Roman" panose="02020603050405020304" pitchFamily="18" charset="0"/>
                <a:cs typeface="Times New Roman" panose="02020603050405020304" pitchFamily="18" charset="0"/>
              </a:rPr>
              <a:t> Timer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âm</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vượt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quá</a:t>
            </a:r>
            <a:r>
              <a:rPr lang="en-US" altLang="ko-KR" sz="1000" dirty="0" smtClean="0">
                <a:latin typeface="Times New Roman" panose="02020603050405020304" pitchFamily="18" charset="0"/>
                <a:cs typeface="Times New Roman" panose="02020603050405020304" pitchFamily="18" charset="0"/>
              </a:rPr>
              <a:t> 1Word </a:t>
            </a:r>
            <a:r>
              <a:rPr lang="en-US" altLang="ko-KR" sz="1000" dirty="0" err="1" smtClean="0">
                <a:latin typeface="Times New Roman" panose="02020603050405020304" pitchFamily="18" charset="0"/>
                <a:cs typeface="Times New Roman" panose="02020603050405020304" pitchFamily="18" charset="0"/>
              </a:rPr>
              <a:t>thì</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nó</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vẫn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hoạt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động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Ví</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dụ</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nếu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đặt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K-49152 </a:t>
            </a:r>
            <a:r>
              <a:rPr lang="en-US" altLang="ko-KR" sz="1000" dirty="0" err="1" smtClean="0">
                <a:latin typeface="Times New Roman" panose="02020603050405020304" pitchFamily="18" charset="0"/>
                <a:cs typeface="Times New Roman" panose="02020603050405020304" pitchFamily="18" charset="0"/>
              </a:rPr>
              <a:t>thì</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thời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gian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hoạt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động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thực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tế</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K16384.)   </a:t>
            </a:r>
            <a:endParaRPr lang="en-US" altLang="ko-KR" sz="10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000" dirty="0">
                <a:latin typeface="Times New Roman" panose="02020603050405020304" pitchFamily="18" charset="0"/>
                <a:cs typeface="Times New Roman" panose="02020603050405020304" pitchFamily="18" charset="0"/>
              </a:rPr>
              <a:t>      - </a:t>
            </a:r>
            <a:r>
              <a:rPr lang="en-US" altLang="ko-KR" sz="1000" dirty="0" smtClean="0">
                <a:latin typeface="Times New Roman" panose="02020603050405020304" pitchFamily="18" charset="0"/>
                <a:cs typeface="Times New Roman" panose="02020603050405020304" pitchFamily="18" charset="0"/>
              </a:rPr>
              <a:t>Parameter </a:t>
            </a:r>
            <a:r>
              <a:rPr lang="en-US" altLang="ko-KR" sz="1000" dirty="0" err="1" smtClean="0">
                <a:latin typeface="Times New Roman" panose="02020603050405020304" pitchFamily="18" charset="0"/>
                <a:cs typeface="Times New Roman" panose="02020603050405020304" pitchFamily="18" charset="0"/>
              </a:rPr>
              <a:t>có</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thể</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biến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đổi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đơn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của</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từng</a:t>
            </a:r>
            <a:r>
              <a:rPr lang="en-US" altLang="ko-KR" sz="1000" dirty="0" smtClean="0">
                <a:latin typeface="Times New Roman" panose="02020603050405020304" pitchFamily="18" charset="0"/>
                <a:cs typeface="Times New Roman" panose="02020603050405020304" pitchFamily="18" charset="0"/>
              </a:rPr>
              <a:t> Timer. </a:t>
            </a:r>
            <a:endParaRPr lang="en-US" altLang="ko-KR" sz="10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000" dirty="0">
                <a:latin typeface="Times New Roman" panose="02020603050405020304" pitchFamily="18" charset="0"/>
                <a:cs typeface="Times New Roman" panose="02020603050405020304" pitchFamily="18" charset="0"/>
              </a:rPr>
              <a:t>      - </a:t>
            </a:r>
            <a:r>
              <a:rPr lang="en-US" altLang="ko-KR" sz="1000" dirty="0" smtClean="0">
                <a:latin typeface="Times New Roman" panose="02020603050405020304" pitchFamily="18" charset="0"/>
                <a:cs typeface="Times New Roman" panose="02020603050405020304" pitchFamily="18" charset="0"/>
              </a:rPr>
              <a:t>Timer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lệnh</a:t>
            </a:r>
            <a:r>
              <a:rPr lang="en-US" altLang="ko-KR" sz="1000" dirty="0" smtClean="0">
                <a:latin typeface="Times New Roman" panose="02020603050405020304" pitchFamily="18" charset="0"/>
                <a:cs typeface="Times New Roman" panose="02020603050405020304" pitchFamily="18" charset="0"/>
              </a:rPr>
              <a:t> 4 Step. (</a:t>
            </a:r>
            <a:r>
              <a:rPr lang="en-US" altLang="ko-KR" sz="1000" dirty="0" err="1" smtClean="0">
                <a:latin typeface="Times New Roman" panose="02020603050405020304" pitchFamily="18" charset="0"/>
                <a:cs typeface="Times New Roman" panose="02020603050405020304" pitchFamily="18" charset="0"/>
              </a:rPr>
              <a:t>Tuy</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nhiên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tiếp</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điểm</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của</a:t>
            </a:r>
            <a:r>
              <a:rPr lang="ko-KR" altLang="en-US" sz="10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Timer </a:t>
            </a:r>
            <a:r>
              <a:rPr lang="en-US" altLang="ko-KR" sz="1000" dirty="0" err="1" smtClean="0">
                <a:latin typeface="Times New Roman" panose="02020603050405020304" pitchFamily="18" charset="0"/>
                <a:cs typeface="Times New Roman" panose="02020603050405020304" pitchFamily="18" charset="0"/>
              </a:rPr>
              <a:t>chỉ</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1 Step)  </a:t>
            </a:r>
            <a:endParaRPr lang="en-US" altLang="ko-KR" sz="10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000" dirty="0">
                <a:latin typeface="Times New Roman" panose="02020603050405020304" pitchFamily="18" charset="0"/>
                <a:cs typeface="Times New Roman" panose="02020603050405020304" pitchFamily="18" charset="0"/>
              </a:rPr>
              <a:t>      - </a:t>
            </a:r>
            <a:r>
              <a:rPr lang="en-US" altLang="ko-KR" sz="1000" dirty="0" err="1" smtClean="0">
                <a:latin typeface="Times New Roman" panose="02020603050405020304" pitchFamily="18" charset="0"/>
                <a:cs typeface="Times New Roman" panose="02020603050405020304" pitchFamily="18" charset="0"/>
              </a:rPr>
              <a:t>Nếu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đặt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trực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tiếp</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đặt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thì</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chỉ</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có</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thể</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đặt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bằng</a:t>
            </a:r>
            <a:r>
              <a:rPr lang="ko-KR" altLang="en-US" sz="10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K(</a:t>
            </a:r>
            <a:r>
              <a:rPr lang="en-US" altLang="ko-KR" sz="1000" dirty="0" err="1" smtClean="0">
                <a:latin typeface="Times New Roman" panose="02020603050405020304" pitchFamily="18" charset="0"/>
                <a:cs typeface="Times New Roman" panose="02020603050405020304" pitchFamily="18" charset="0"/>
              </a:rPr>
              <a:t>hệ</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thập</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phân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ngoài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ra</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nếu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đặt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tiếp</a:t>
            </a:r>
            <a:r>
              <a:rPr lang="en-US" altLang="ko-KR" sz="1000" dirty="0" smtClean="0">
                <a:latin typeface="Times New Roman" panose="02020603050405020304" pitchFamily="18" charset="0"/>
                <a:cs typeface="Times New Roman" panose="02020603050405020304" pitchFamily="18" charset="0"/>
              </a:rPr>
              <a:t> D(data </a:t>
            </a:r>
            <a:r>
              <a:rPr lang="en-US" altLang="ko-KR" sz="1000" dirty="0" err="1" smtClean="0">
                <a:latin typeface="Times New Roman" panose="02020603050405020304" pitchFamily="18" charset="0"/>
                <a:cs typeface="Times New Roman" panose="02020603050405020304" pitchFamily="18" charset="0"/>
              </a:rPr>
              <a:t>registor</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thì</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có</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thể</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bằng</a:t>
            </a:r>
            <a:r>
              <a:rPr lang="en-US" altLang="ko-KR" sz="1000" dirty="0" smtClean="0">
                <a:latin typeface="Times New Roman" panose="02020603050405020304" pitchFamily="18" charset="0"/>
                <a:cs typeface="Times New Roman" panose="02020603050405020304" pitchFamily="18" charset="0"/>
              </a:rPr>
              <a:t> H(</a:t>
            </a:r>
            <a:r>
              <a:rPr lang="en-US" altLang="ko-KR" sz="1000" dirty="0" err="1" smtClean="0">
                <a:latin typeface="Times New Roman" panose="02020603050405020304" pitchFamily="18" charset="0"/>
                <a:cs typeface="Times New Roman" panose="02020603050405020304" pitchFamily="18" charset="0"/>
              </a:rPr>
              <a:t>hệ</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thập</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lục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phân</a:t>
            </a:r>
            <a:r>
              <a:rPr lang="en-US" altLang="ko-KR" sz="1000" dirty="0" smtClean="0">
                <a:latin typeface="Times New Roman" panose="02020603050405020304" pitchFamily="18" charset="0"/>
                <a:cs typeface="Times New Roman" panose="02020603050405020304" pitchFamily="18" charset="0"/>
              </a:rPr>
              <a:t>).</a:t>
            </a:r>
            <a:endParaRPr lang="en-US" altLang="ko-KR" sz="1000" dirty="0">
              <a:latin typeface="Times New Roman" panose="02020603050405020304" pitchFamily="18" charset="0"/>
              <a:cs typeface="Times New Roman" panose="02020603050405020304" pitchFamily="18" charset="0"/>
            </a:endParaRPr>
          </a:p>
        </p:txBody>
      </p:sp>
      <p:graphicFrame>
        <p:nvGraphicFramePr>
          <p:cNvPr id="2399277" name="Group 45"/>
          <p:cNvGraphicFramePr>
            <a:graphicFrameLocks noGrp="1"/>
          </p:cNvGraphicFramePr>
          <p:nvPr>
            <p:extLst>
              <p:ext uri="{D42A27DB-BD31-4B8C-83A1-F6EECF244321}">
                <p14:modId xmlns:p14="http://schemas.microsoft.com/office/powerpoint/2010/main" val="2236636946"/>
              </p:ext>
            </p:extLst>
          </p:nvPr>
        </p:nvGraphicFramePr>
        <p:xfrm>
          <a:off x="6589713" y="3046413"/>
          <a:ext cx="3044825" cy="3095626"/>
        </p:xfrm>
        <a:graphic>
          <a:graphicData uri="http://schemas.openxmlformats.org/drawingml/2006/table">
            <a:tbl>
              <a:tblPr/>
              <a:tblGrid>
                <a:gridCol w="1252537"/>
                <a:gridCol w="898525"/>
                <a:gridCol w="893763"/>
              </a:tblGrid>
              <a:tr h="481013">
                <a:tc row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Phân</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loại</a:t>
                      </a:r>
                      <a:endPar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hiệu</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Timer</a:t>
                      </a:r>
                      <a:endPar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Giá</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trị</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khởi</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điểm</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hiệu</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Timer</a:t>
                      </a:r>
                      <a:endPar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Giá</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trị</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khởi</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điểm</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14313">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 series</a:t>
                      </a:r>
                      <a:endPar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Q series</a:t>
                      </a:r>
                      <a:endPar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00100">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Timer 100ms </a:t>
                      </a:r>
                      <a:r>
                        <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Đếm</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bằng</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đơn</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vị</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100ms </a:t>
                      </a:r>
                      <a:endPar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T0~T199</a:t>
                      </a:r>
                    </a:p>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(200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ea</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2">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T0~</a:t>
                      </a:r>
                    </a:p>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T2047</a:t>
                      </a: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800100">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Timer 10ms </a:t>
                      </a:r>
                      <a:r>
                        <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Đếm</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bằng</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đơn</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vị</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10ms </a:t>
                      </a:r>
                      <a:endPar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T200~</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T255</a:t>
                      </a: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tr>
              <a:tr h="800100">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Timer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tích</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hợp</a:t>
                      </a:r>
                      <a:r>
                        <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Tích</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hợp</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thời</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gian</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bằng</a:t>
                      </a:r>
                      <a:endPar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đơn</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vị</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100ms</a:t>
                      </a:r>
                      <a:endPar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Default</a:t>
                      </a:r>
                      <a:r>
                        <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0”</a:t>
                      </a: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Default</a:t>
                      </a:r>
                      <a:r>
                        <a:rPr kumimoji="1" lang="ko-KR" altLang="en-US"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8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0”</a:t>
                      </a: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bl>
          </a:graphicData>
        </a:graphic>
      </p:graphicFrame>
      <p:sp>
        <p:nvSpPr>
          <p:cNvPr id="125980" name="Text Box 28"/>
          <p:cNvSpPr txBox="1">
            <a:spLocks noChangeArrowheads="1"/>
          </p:cNvSpPr>
          <p:nvPr/>
        </p:nvSpPr>
        <p:spPr bwMode="auto">
          <a:xfrm>
            <a:off x="6435725" y="6237288"/>
            <a:ext cx="32078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tích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Parameter</a:t>
            </a:r>
            <a:endParaRPr lang="ko-KR" altLang="en-US" sz="1200" dirty="0">
              <a:latin typeface="Times New Roman" panose="02020603050405020304" pitchFamily="18" charset="0"/>
              <a:cs typeface="Times New Roman" panose="02020603050405020304" pitchFamily="18" charset="0"/>
            </a:endParaRPr>
          </a:p>
        </p:txBody>
      </p:sp>
      <p:grpSp>
        <p:nvGrpSpPr>
          <p:cNvPr id="125981" name="Group 29"/>
          <p:cNvGrpSpPr>
            <a:grpSpLocks/>
          </p:cNvGrpSpPr>
          <p:nvPr/>
        </p:nvGrpSpPr>
        <p:grpSpPr bwMode="auto">
          <a:xfrm>
            <a:off x="508000" y="2997200"/>
            <a:ext cx="5953125" cy="3249613"/>
            <a:chOff x="295" y="1888"/>
            <a:chExt cx="3462" cy="2047"/>
          </a:xfrm>
        </p:grpSpPr>
        <p:graphicFrame>
          <p:nvGraphicFramePr>
            <p:cNvPr id="125984" name="Object 30"/>
            <p:cNvGraphicFramePr>
              <a:graphicFrameLocks noChangeAspect="1"/>
            </p:cNvGraphicFramePr>
            <p:nvPr/>
          </p:nvGraphicFramePr>
          <p:xfrm>
            <a:off x="295" y="1888"/>
            <a:ext cx="3462" cy="939"/>
          </p:xfrm>
          <a:graphic>
            <a:graphicData uri="http://schemas.openxmlformats.org/presentationml/2006/ole">
              <mc:AlternateContent xmlns:mc="http://schemas.openxmlformats.org/markup-compatibility/2006">
                <mc:Choice xmlns:v="urn:schemas-microsoft-com:vml" Requires="v">
                  <p:oleObj spid="_x0000_s201792" name="비트맵 이미지" r:id="rId4" imgW="2704762" imgH="1542857" progId="Paint.Picture">
                    <p:embed/>
                  </p:oleObj>
                </mc:Choice>
                <mc:Fallback>
                  <p:oleObj name="비트맵 이미지" r:id="rId4" imgW="2704762" imgH="1542857" progId="Paint.Picture">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5" y="1888"/>
                          <a:ext cx="3462" cy="9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5985" name="Text Box 31"/>
            <p:cNvSpPr txBox="1">
              <a:spLocks noChangeArrowheads="1"/>
            </p:cNvSpPr>
            <p:nvPr/>
          </p:nvSpPr>
          <p:spPr bwMode="auto">
            <a:xfrm>
              <a:off x="1771" y="2147"/>
              <a:ext cx="1926"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Timer(</a:t>
              </a:r>
              <a:r>
                <a:rPr lang="en-US" altLang="ko-KR" sz="1200" dirty="0" err="1" smtClean="0">
                  <a:latin typeface="Times New Roman" panose="02020603050405020304" pitchFamily="18" charset="0"/>
                  <a:cs typeface="Times New Roman" panose="02020603050405020304" pitchFamily="18" charset="0"/>
                </a:rPr>
                <a:t>Giới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…3.0sec)</a:t>
              </a:r>
              <a:endParaRPr lang="en-US" altLang="ko-KR" sz="1200" dirty="0">
                <a:latin typeface="Times New Roman" panose="02020603050405020304" pitchFamily="18" charset="0"/>
                <a:cs typeface="Times New Roman" panose="02020603050405020304" pitchFamily="18" charset="0"/>
              </a:endParaRPr>
            </a:p>
          </p:txBody>
        </p:sp>
        <p:graphicFrame>
          <p:nvGraphicFramePr>
            <p:cNvPr id="125986" name="Object 32"/>
            <p:cNvGraphicFramePr>
              <a:graphicFrameLocks noChangeAspect="1"/>
            </p:cNvGraphicFramePr>
            <p:nvPr/>
          </p:nvGraphicFramePr>
          <p:xfrm>
            <a:off x="421" y="2931"/>
            <a:ext cx="3295" cy="1004"/>
          </p:xfrm>
          <a:graphic>
            <a:graphicData uri="http://schemas.openxmlformats.org/presentationml/2006/ole">
              <mc:AlternateContent xmlns:mc="http://schemas.openxmlformats.org/markup-compatibility/2006">
                <mc:Choice xmlns:v="urn:schemas-microsoft-com:vml" Requires="v">
                  <p:oleObj spid="_x0000_s201793" name="비트맵 이미지" r:id="rId6" imgW="2704762" imgH="1733333" progId="Paint.Picture">
                    <p:embed/>
                  </p:oleObj>
                </mc:Choice>
                <mc:Fallback>
                  <p:oleObj name="비트맵 이미지" r:id="rId6" imgW="2704762" imgH="1733333" progId="Paint.Picture">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1" y="2931"/>
                          <a:ext cx="3295" cy="10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5987" name="Text Box 33"/>
            <p:cNvSpPr txBox="1">
              <a:spLocks noChangeArrowheads="1"/>
            </p:cNvSpPr>
            <p:nvPr/>
          </p:nvSpPr>
          <p:spPr bwMode="auto">
            <a:xfrm>
              <a:off x="489" y="2920"/>
              <a:ext cx="603"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X5</a:t>
              </a:r>
              <a:endParaRPr lang="ko-KR" altLang="en-US" sz="1200" dirty="0">
                <a:latin typeface="Times New Roman" panose="02020603050405020304" pitchFamily="18" charset="0"/>
                <a:cs typeface="Times New Roman" panose="02020603050405020304" pitchFamily="18" charset="0"/>
              </a:endParaRPr>
            </a:p>
          </p:txBody>
        </p:sp>
        <p:sp>
          <p:nvSpPr>
            <p:cNvPr id="125988" name="Text Box 34"/>
            <p:cNvSpPr txBox="1">
              <a:spLocks noChangeArrowheads="1"/>
            </p:cNvSpPr>
            <p:nvPr/>
          </p:nvSpPr>
          <p:spPr bwMode="auto">
            <a:xfrm>
              <a:off x="583" y="3182"/>
              <a:ext cx="383"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Coil T0</a:t>
              </a:r>
              <a:endParaRPr lang="ko-KR" altLang="en-US" sz="1200" dirty="0">
                <a:latin typeface="Times New Roman" panose="02020603050405020304" pitchFamily="18" charset="0"/>
                <a:cs typeface="Times New Roman" panose="02020603050405020304" pitchFamily="18" charset="0"/>
              </a:endParaRPr>
            </a:p>
          </p:txBody>
        </p:sp>
        <p:sp>
          <p:nvSpPr>
            <p:cNvPr id="125989" name="Text Box 35"/>
            <p:cNvSpPr txBox="1">
              <a:spLocks noChangeArrowheads="1"/>
            </p:cNvSpPr>
            <p:nvPr/>
          </p:nvSpPr>
          <p:spPr bwMode="auto">
            <a:xfrm>
              <a:off x="1540" y="3339"/>
              <a:ext cx="356"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3.0</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sec</a:t>
              </a:r>
              <a:endParaRPr lang="ko-KR" altLang="en-US" sz="1200" dirty="0">
                <a:latin typeface="Times New Roman" panose="02020603050405020304" pitchFamily="18" charset="0"/>
                <a:cs typeface="Times New Roman" panose="02020603050405020304" pitchFamily="18" charset="0"/>
              </a:endParaRPr>
            </a:p>
          </p:txBody>
        </p:sp>
        <p:sp>
          <p:nvSpPr>
            <p:cNvPr id="125990" name="Text Box 36"/>
            <p:cNvSpPr txBox="1">
              <a:spLocks noChangeArrowheads="1"/>
            </p:cNvSpPr>
            <p:nvPr/>
          </p:nvSpPr>
          <p:spPr bwMode="auto">
            <a:xfrm>
              <a:off x="535" y="3475"/>
              <a:ext cx="107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T0a </a:t>
              </a:r>
              <a:r>
                <a:rPr lang="ko-KR" altLang="en-US" sz="1200" dirty="0" err="1" smtClean="0">
                  <a:latin typeface="Times New Roman" panose="02020603050405020304" pitchFamily="18" charset="0"/>
                  <a:cs typeface="Times New Roman" panose="02020603050405020304" pitchFamily="18" charset="0"/>
                </a:rPr>
                <a:t>ㆍ</a:t>
              </a:r>
              <a:r>
                <a:rPr lang="en-US" altLang="ko-KR" sz="1200" dirty="0" smtClean="0">
                  <a:latin typeface="Times New Roman" panose="02020603050405020304" pitchFamily="18" charset="0"/>
                  <a:cs typeface="Times New Roman" panose="02020603050405020304" pitchFamily="18" charset="0"/>
                </a:rPr>
                <a:t>Coil Y40</a:t>
              </a:r>
              <a:endParaRPr lang="ko-KR" altLang="en-US" sz="1200" dirty="0">
                <a:latin typeface="Times New Roman" panose="02020603050405020304" pitchFamily="18" charset="0"/>
                <a:cs typeface="Times New Roman" panose="02020603050405020304" pitchFamily="18" charset="0"/>
              </a:endParaRPr>
            </a:p>
          </p:txBody>
        </p:sp>
        <p:sp>
          <p:nvSpPr>
            <p:cNvPr id="125991" name="Text Box 37"/>
            <p:cNvSpPr txBox="1">
              <a:spLocks noChangeArrowheads="1"/>
            </p:cNvSpPr>
            <p:nvPr/>
          </p:nvSpPr>
          <p:spPr bwMode="auto">
            <a:xfrm>
              <a:off x="535" y="3634"/>
              <a:ext cx="1054"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T0b</a:t>
              </a:r>
              <a:r>
                <a:rPr lang="ko-KR" altLang="en-US" sz="1200" dirty="0" err="1" smtClean="0">
                  <a:latin typeface="Times New Roman" panose="02020603050405020304" pitchFamily="18" charset="0"/>
                  <a:cs typeface="Times New Roman" panose="02020603050405020304" pitchFamily="18" charset="0"/>
                </a:rPr>
                <a:t>ㆍ</a:t>
              </a:r>
              <a:r>
                <a:rPr lang="en-US" altLang="ko-KR" sz="1200" dirty="0" smtClean="0">
                  <a:latin typeface="Times New Roman" panose="02020603050405020304" pitchFamily="18" charset="0"/>
                  <a:cs typeface="Times New Roman" panose="02020603050405020304" pitchFamily="18" charset="0"/>
                </a:rPr>
                <a:t>Coil Y41</a:t>
              </a:r>
              <a:endParaRPr lang="ko-KR" altLang="en-US" sz="1200" dirty="0">
                <a:latin typeface="Times New Roman" panose="02020603050405020304" pitchFamily="18" charset="0"/>
                <a:cs typeface="Times New Roman" panose="02020603050405020304" pitchFamily="18" charset="0"/>
              </a:endParaRPr>
            </a:p>
          </p:txBody>
        </p:sp>
        <p:sp>
          <p:nvSpPr>
            <p:cNvPr id="125992" name="Oval 38"/>
            <p:cNvSpPr>
              <a:spLocks noChangeArrowheads="1"/>
            </p:cNvSpPr>
            <p:nvPr/>
          </p:nvSpPr>
          <p:spPr bwMode="auto">
            <a:xfrm>
              <a:off x="3059" y="2314"/>
              <a:ext cx="349" cy="172"/>
            </a:xfrm>
            <a:prstGeom prst="ellipse">
              <a:avLst/>
            </a:prstGeom>
            <a:noFill/>
            <a:ln w="1905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5993" name="Oval 39"/>
            <p:cNvSpPr>
              <a:spLocks noChangeArrowheads="1"/>
            </p:cNvSpPr>
            <p:nvPr/>
          </p:nvSpPr>
          <p:spPr bwMode="auto">
            <a:xfrm>
              <a:off x="3059" y="2318"/>
              <a:ext cx="349" cy="170"/>
            </a:xfrm>
            <a:prstGeom prst="ellipse">
              <a:avLst/>
            </a:prstGeom>
            <a:solidFill>
              <a:schemeClr val="bg1"/>
            </a:solidFill>
            <a:ln w="15875" algn="ctr">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900" b="1">
                  <a:latin typeface="Times New Roman" panose="02020603050405020304" pitchFamily="18" charset="0"/>
                  <a:cs typeface="Times New Roman" panose="02020603050405020304" pitchFamily="18" charset="0"/>
                </a:rPr>
                <a:t>Y40</a:t>
              </a:r>
            </a:p>
          </p:txBody>
        </p:sp>
        <p:sp>
          <p:nvSpPr>
            <p:cNvPr id="125994" name="Oval 40"/>
            <p:cNvSpPr>
              <a:spLocks noChangeArrowheads="1"/>
            </p:cNvSpPr>
            <p:nvPr/>
          </p:nvSpPr>
          <p:spPr bwMode="auto">
            <a:xfrm>
              <a:off x="3056" y="2645"/>
              <a:ext cx="349" cy="170"/>
            </a:xfrm>
            <a:prstGeom prst="ellipse">
              <a:avLst/>
            </a:prstGeom>
            <a:solidFill>
              <a:schemeClr val="bg1"/>
            </a:solidFill>
            <a:ln w="15875" algn="ctr">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900" b="1">
                  <a:latin typeface="Times New Roman" panose="02020603050405020304" pitchFamily="18" charset="0"/>
                  <a:cs typeface="Times New Roman" panose="02020603050405020304" pitchFamily="18" charset="0"/>
                </a:rPr>
                <a:t>Y41</a:t>
              </a:r>
            </a:p>
          </p:txBody>
        </p:sp>
      </p:grpSp>
      <p:sp>
        <p:nvSpPr>
          <p:cNvPr id="19"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0"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582939818"/>
      </p:ext>
    </p:extLst>
  </p:cSld>
  <p:clrMapOvr>
    <a:masterClrMapping/>
  </p:clrMapOvr>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697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1363" y="1700213"/>
            <a:ext cx="7958137" cy="370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26979" name="Rectangle 5"/>
          <p:cNvSpPr>
            <a:spLocks noChangeArrowheads="1"/>
          </p:cNvSpPr>
          <p:nvPr/>
        </p:nvSpPr>
        <p:spPr bwMode="auto">
          <a:xfrm>
            <a:off x="584200" y="779463"/>
            <a:ext cx="8970963"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Dù</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đặt</a:t>
            </a:r>
            <a:r>
              <a:rPr lang="en-US" altLang="ko-KR" sz="1000" dirty="0" smtClean="0">
                <a:latin typeface="Times New Roman" panose="02020603050405020304" pitchFamily="18" charset="0"/>
                <a:cs typeface="Times New Roman" panose="02020603050405020304" pitchFamily="18" charset="0"/>
              </a:rPr>
              <a:t> Timer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âm</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trong</a:t>
            </a:r>
            <a:r>
              <a:rPr lang="en-US" altLang="ko-KR" sz="1000" dirty="0" smtClean="0">
                <a:latin typeface="Times New Roman" panose="02020603050405020304" pitchFamily="18" charset="0"/>
                <a:cs typeface="Times New Roman" panose="02020603050405020304" pitchFamily="18" charset="0"/>
              </a:rPr>
              <a:t> 1Word (-</a:t>
            </a:r>
            <a:r>
              <a:rPr lang="en-US" altLang="ko-KR" sz="1000" dirty="0">
                <a:latin typeface="Times New Roman" panose="02020603050405020304" pitchFamily="18" charset="0"/>
                <a:cs typeface="Times New Roman" panose="02020603050405020304" pitchFamily="18" charset="0"/>
              </a:rPr>
              <a:t>1~-32768</a:t>
            </a:r>
            <a:r>
              <a:rPr lang="en-US" altLang="ko-KR" sz="1000" dirty="0" smtClean="0">
                <a:latin typeface="Times New Roman" panose="02020603050405020304" pitchFamily="18" charset="0"/>
                <a:cs typeface="Times New Roman" panose="02020603050405020304" pitchFamily="18" charset="0"/>
              </a:rPr>
              <a:t>) hay </a:t>
            </a:r>
            <a:r>
              <a:rPr lang="en-US" altLang="ko-KR" sz="1000" dirty="0" err="1" smtClean="0">
                <a:latin typeface="Times New Roman" panose="02020603050405020304" pitchFamily="18" charset="0"/>
                <a:cs typeface="Times New Roman" panose="02020603050405020304" pitchFamily="18" charset="0"/>
              </a:rPr>
              <a:t>bằng</a:t>
            </a:r>
            <a:r>
              <a:rPr lang="en-US" altLang="ko-KR" sz="1000" dirty="0" smtClean="0">
                <a:latin typeface="Times New Roman" panose="02020603050405020304" pitchFamily="18" charset="0"/>
                <a:cs typeface="Times New Roman" panose="02020603050405020304" pitchFamily="18" charset="0"/>
              </a:rPr>
              <a:t> </a:t>
            </a:r>
            <a:r>
              <a:rPr lang="en-US" altLang="ko-KR" sz="1000" dirty="0">
                <a:latin typeface="Times New Roman" panose="02020603050405020304" pitchFamily="18" charset="0"/>
                <a:cs typeface="Times New Roman" panose="02020603050405020304" pitchFamily="18" charset="0"/>
              </a:rPr>
              <a:t>“0</a:t>
            </a:r>
            <a:r>
              <a:rPr lang="en-US" altLang="ko-KR" sz="1000" dirty="0" smtClean="0">
                <a:latin typeface="Times New Roman" panose="02020603050405020304" pitchFamily="18" charset="0"/>
                <a:cs typeface="Times New Roman" panose="02020603050405020304" pitchFamily="18" charset="0"/>
              </a:rPr>
              <a:t>” hay </a:t>
            </a:r>
            <a:r>
              <a:rPr lang="en-US" altLang="ko-KR" sz="1000" dirty="0" err="1" smtClean="0">
                <a:latin typeface="Times New Roman" panose="02020603050405020304" pitchFamily="18" charset="0"/>
                <a:cs typeface="Times New Roman" panose="02020603050405020304" pitchFamily="18" charset="0"/>
              </a:rPr>
              <a:t>vượt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quá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K32767 </a:t>
            </a:r>
            <a:r>
              <a:rPr lang="en-US" altLang="ko-KR" sz="1000" dirty="0" err="1" smtClean="0">
                <a:latin typeface="Times New Roman" panose="02020603050405020304" pitchFamily="18" charset="0"/>
                <a:cs typeface="Times New Roman" panose="02020603050405020304" pitchFamily="18" charset="0"/>
              </a:rPr>
              <a:t>thì</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nó</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vẫn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hoạt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động</a:t>
            </a:r>
            <a:r>
              <a:rPr lang="en-US" altLang="ko-KR" sz="1000" dirty="0" smtClean="0">
                <a:latin typeface="Times New Roman" panose="02020603050405020304" pitchFamily="18" charset="0"/>
                <a:cs typeface="Times New Roman" panose="02020603050405020304" pitchFamily="18" charset="0"/>
              </a:rPr>
              <a:t>.</a:t>
            </a:r>
            <a:endParaRPr lang="en-US" altLang="ko-KR" sz="1000"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a:t>
            </a:r>
            <a:r>
              <a:rPr lang="en-US" altLang="ko-KR" sz="1000" dirty="0" err="1" smtClean="0">
                <a:latin typeface="Times New Roman" panose="02020603050405020304" pitchFamily="18" charset="0"/>
                <a:cs typeface="Times New Roman" panose="02020603050405020304" pitchFamily="18" charset="0"/>
              </a:rPr>
              <a:t>Tuy</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nhiên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nếu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điều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kiện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đầu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vào</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ON </a:t>
            </a:r>
            <a:r>
              <a:rPr lang="en-US" altLang="ko-KR" sz="1000" dirty="0" err="1" smtClean="0">
                <a:latin typeface="Times New Roman" panose="02020603050405020304" pitchFamily="18" charset="0"/>
                <a:cs typeface="Times New Roman" panose="02020603050405020304" pitchFamily="18" charset="0"/>
              </a:rPr>
              <a:t>thì</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sẽ</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hoạt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động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ngay</a:t>
            </a:r>
            <a:r>
              <a:rPr lang="en-US" altLang="ko-KR" sz="1000" dirty="0" smtClean="0">
                <a:latin typeface="Times New Roman" panose="02020603050405020304" pitchFamily="18" charset="0"/>
                <a:cs typeface="Times New Roman" panose="02020603050405020304" pitchFamily="18" charset="0"/>
              </a:rPr>
              <a:t>.)</a:t>
            </a:r>
            <a:endParaRPr lang="en-US" altLang="ko-KR" sz="1000"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Nếu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đặt</a:t>
            </a:r>
            <a:r>
              <a:rPr lang="en-US" altLang="ko-KR" sz="1000" dirty="0" smtClean="0">
                <a:latin typeface="Times New Roman" panose="02020603050405020304" pitchFamily="18" charset="0"/>
                <a:cs typeface="Times New Roman" panose="02020603050405020304" pitchFamily="18" charset="0"/>
              </a:rPr>
              <a:t> Timer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số</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âm</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vượt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quá</a:t>
            </a:r>
            <a:r>
              <a:rPr lang="ko-KR" altLang="en-US" sz="10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1Word </a:t>
            </a:r>
            <a:r>
              <a:rPr lang="en-US" altLang="ko-KR" sz="1000" dirty="0" err="1" smtClean="0">
                <a:latin typeface="Times New Roman" panose="02020603050405020304" pitchFamily="18" charset="0"/>
                <a:cs typeface="Times New Roman" panose="02020603050405020304" pitchFamily="18" charset="0"/>
              </a:rPr>
              <a:t>thì</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cũng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vẫn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hoạt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động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Ví</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dụ</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đặt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K-49152 </a:t>
            </a:r>
            <a:r>
              <a:rPr lang="en-US" altLang="ko-KR" sz="1000" dirty="0" err="1" smtClean="0">
                <a:latin typeface="Times New Roman" panose="02020603050405020304" pitchFamily="18" charset="0"/>
                <a:cs typeface="Times New Roman" panose="02020603050405020304" pitchFamily="18" charset="0"/>
              </a:rPr>
              <a:t>thì</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thời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gian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hoạt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động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thực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tế</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là</a:t>
            </a:r>
            <a:r>
              <a:rPr lang="ko-KR" altLang="en-US" sz="10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K16384.)</a:t>
            </a:r>
            <a:endParaRPr lang="en-US" altLang="ko-KR" sz="1000" dirty="0">
              <a:latin typeface="Times New Roman" panose="02020603050405020304" pitchFamily="18" charset="0"/>
              <a:cs typeface="Times New Roman" panose="02020603050405020304" pitchFamily="18" charset="0"/>
            </a:endParaRPr>
          </a:p>
        </p:txBody>
      </p:sp>
      <p:sp>
        <p:nvSpPr>
          <p:cNvPr id="126980" name="Rectangle 6"/>
          <p:cNvSpPr>
            <a:spLocks noChangeArrowheads="1"/>
          </p:cNvSpPr>
          <p:nvPr/>
        </p:nvSpPr>
        <p:spPr bwMode="auto">
          <a:xfrm>
            <a:off x="7167563" y="2420938"/>
            <a:ext cx="625475" cy="215900"/>
          </a:xfrm>
          <a:prstGeom prst="rect">
            <a:avLst/>
          </a:prstGeom>
          <a:noFill/>
          <a:ln w="19050" algn="ctr">
            <a:solidFill>
              <a:srgbClr val="CC33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nvGrpSpPr>
          <p:cNvPr id="126981" name="Group 7"/>
          <p:cNvGrpSpPr>
            <a:grpSpLocks/>
          </p:cNvGrpSpPr>
          <p:nvPr/>
        </p:nvGrpSpPr>
        <p:grpSpPr bwMode="auto">
          <a:xfrm>
            <a:off x="703983" y="5497516"/>
            <a:ext cx="7290656" cy="957263"/>
            <a:chOff x="409" y="3418"/>
            <a:chExt cx="4240" cy="603"/>
          </a:xfrm>
        </p:grpSpPr>
        <p:grpSp>
          <p:nvGrpSpPr>
            <p:cNvPr id="126988" name="Group 8"/>
            <p:cNvGrpSpPr>
              <a:grpSpLocks/>
            </p:cNvGrpSpPr>
            <p:nvPr/>
          </p:nvGrpSpPr>
          <p:grpSpPr bwMode="auto">
            <a:xfrm>
              <a:off x="2096" y="3570"/>
              <a:ext cx="2553" cy="227"/>
              <a:chOff x="1352" y="3475"/>
              <a:chExt cx="2553" cy="227"/>
            </a:xfrm>
          </p:grpSpPr>
          <p:sp>
            <p:nvSpPr>
              <p:cNvPr id="126995" name="Rectangle 9"/>
              <p:cNvSpPr>
                <a:spLocks noChangeArrowheads="1"/>
              </p:cNvSpPr>
              <p:nvPr/>
            </p:nvSpPr>
            <p:spPr bwMode="auto">
              <a:xfrm>
                <a:off x="1352" y="3475"/>
                <a:ext cx="160"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1</a:t>
                </a:r>
              </a:p>
            </p:txBody>
          </p:sp>
          <p:sp>
            <p:nvSpPr>
              <p:cNvPr id="126996" name="Rectangle 10"/>
              <p:cNvSpPr>
                <a:spLocks noChangeArrowheads="1"/>
              </p:cNvSpPr>
              <p:nvPr/>
            </p:nvSpPr>
            <p:spPr bwMode="auto">
              <a:xfrm>
                <a:off x="1516" y="3475"/>
                <a:ext cx="160"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1</a:t>
                </a:r>
              </a:p>
            </p:txBody>
          </p:sp>
          <p:sp>
            <p:nvSpPr>
              <p:cNvPr id="126997" name="Rectangle 11"/>
              <p:cNvSpPr>
                <a:spLocks noChangeArrowheads="1"/>
              </p:cNvSpPr>
              <p:nvPr/>
            </p:nvSpPr>
            <p:spPr bwMode="auto">
              <a:xfrm>
                <a:off x="1675" y="3475"/>
                <a:ext cx="159"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6998" name="Rectangle 12"/>
              <p:cNvSpPr>
                <a:spLocks noChangeArrowheads="1"/>
              </p:cNvSpPr>
              <p:nvPr/>
            </p:nvSpPr>
            <p:spPr bwMode="auto">
              <a:xfrm>
                <a:off x="1834" y="3475"/>
                <a:ext cx="160"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6999" name="Rectangle 13"/>
              <p:cNvSpPr>
                <a:spLocks noChangeArrowheads="1"/>
              </p:cNvSpPr>
              <p:nvPr/>
            </p:nvSpPr>
            <p:spPr bwMode="auto">
              <a:xfrm>
                <a:off x="1992" y="3475"/>
                <a:ext cx="160"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7000" name="Rectangle 14"/>
              <p:cNvSpPr>
                <a:spLocks noChangeArrowheads="1"/>
              </p:cNvSpPr>
              <p:nvPr/>
            </p:nvSpPr>
            <p:spPr bwMode="auto">
              <a:xfrm>
                <a:off x="2151" y="3475"/>
                <a:ext cx="159"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7001" name="Rectangle 15"/>
              <p:cNvSpPr>
                <a:spLocks noChangeArrowheads="1"/>
              </p:cNvSpPr>
              <p:nvPr/>
            </p:nvSpPr>
            <p:spPr bwMode="auto">
              <a:xfrm>
                <a:off x="2311" y="3475"/>
                <a:ext cx="160"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7002" name="Rectangle 16"/>
              <p:cNvSpPr>
                <a:spLocks noChangeArrowheads="1"/>
              </p:cNvSpPr>
              <p:nvPr/>
            </p:nvSpPr>
            <p:spPr bwMode="auto">
              <a:xfrm>
                <a:off x="2469" y="3475"/>
                <a:ext cx="160"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7003" name="Rectangle 17"/>
              <p:cNvSpPr>
                <a:spLocks noChangeArrowheads="1"/>
              </p:cNvSpPr>
              <p:nvPr/>
            </p:nvSpPr>
            <p:spPr bwMode="auto">
              <a:xfrm>
                <a:off x="2628" y="3475"/>
                <a:ext cx="159"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7004" name="Rectangle 18"/>
              <p:cNvSpPr>
                <a:spLocks noChangeArrowheads="1"/>
              </p:cNvSpPr>
              <p:nvPr/>
            </p:nvSpPr>
            <p:spPr bwMode="auto">
              <a:xfrm>
                <a:off x="2787" y="3475"/>
                <a:ext cx="160"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7005" name="Rectangle 19"/>
              <p:cNvSpPr>
                <a:spLocks noChangeArrowheads="1"/>
              </p:cNvSpPr>
              <p:nvPr/>
            </p:nvSpPr>
            <p:spPr bwMode="auto">
              <a:xfrm>
                <a:off x="2946" y="3475"/>
                <a:ext cx="159"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7006" name="Rectangle 20"/>
              <p:cNvSpPr>
                <a:spLocks noChangeArrowheads="1"/>
              </p:cNvSpPr>
              <p:nvPr/>
            </p:nvSpPr>
            <p:spPr bwMode="auto">
              <a:xfrm>
                <a:off x="3104" y="3475"/>
                <a:ext cx="159"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7007" name="Rectangle 21"/>
              <p:cNvSpPr>
                <a:spLocks noChangeArrowheads="1"/>
              </p:cNvSpPr>
              <p:nvPr/>
            </p:nvSpPr>
            <p:spPr bwMode="auto">
              <a:xfrm>
                <a:off x="3263" y="3475"/>
                <a:ext cx="160"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7008" name="Rectangle 22"/>
              <p:cNvSpPr>
                <a:spLocks noChangeArrowheads="1"/>
              </p:cNvSpPr>
              <p:nvPr/>
            </p:nvSpPr>
            <p:spPr bwMode="auto">
              <a:xfrm>
                <a:off x="3423" y="3475"/>
                <a:ext cx="159"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7009" name="Rectangle 23"/>
              <p:cNvSpPr>
                <a:spLocks noChangeArrowheads="1"/>
              </p:cNvSpPr>
              <p:nvPr/>
            </p:nvSpPr>
            <p:spPr bwMode="auto">
              <a:xfrm>
                <a:off x="3587" y="3475"/>
                <a:ext cx="160"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sp>
            <p:nvSpPr>
              <p:cNvPr id="127010" name="Rectangle 24"/>
              <p:cNvSpPr>
                <a:spLocks noChangeArrowheads="1"/>
              </p:cNvSpPr>
              <p:nvPr/>
            </p:nvSpPr>
            <p:spPr bwMode="auto">
              <a:xfrm>
                <a:off x="3745" y="3475"/>
                <a:ext cx="160" cy="227"/>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0</a:t>
                </a:r>
              </a:p>
            </p:txBody>
          </p:sp>
        </p:grpSp>
        <p:sp>
          <p:nvSpPr>
            <p:cNvPr id="126989" name="Text Box 25"/>
            <p:cNvSpPr txBox="1">
              <a:spLocks noChangeArrowheads="1"/>
            </p:cNvSpPr>
            <p:nvPr/>
          </p:nvSpPr>
          <p:spPr bwMode="auto">
            <a:xfrm>
              <a:off x="1949" y="3432"/>
              <a:ext cx="298"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0"/>
                </a:spcBef>
                <a:buFontTx/>
                <a:buNone/>
              </a:pPr>
              <a:r>
                <a:rPr lang="en-US" altLang="ko-KR" sz="900">
                  <a:latin typeface="Times New Roman" panose="02020603050405020304" pitchFamily="18" charset="0"/>
                  <a:cs typeface="Times New Roman" panose="02020603050405020304" pitchFamily="18" charset="0"/>
                </a:rPr>
                <a:t>-32768</a:t>
              </a:r>
            </a:p>
          </p:txBody>
        </p:sp>
        <p:sp>
          <p:nvSpPr>
            <p:cNvPr id="126990" name="Text Box 26"/>
            <p:cNvSpPr txBox="1">
              <a:spLocks noChangeArrowheads="1"/>
            </p:cNvSpPr>
            <p:nvPr/>
          </p:nvSpPr>
          <p:spPr bwMode="auto">
            <a:xfrm>
              <a:off x="2222" y="3430"/>
              <a:ext cx="27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0"/>
                </a:spcBef>
                <a:buFontTx/>
                <a:buNone/>
              </a:pPr>
              <a:r>
                <a:rPr lang="en-US" altLang="ko-KR" sz="900">
                  <a:latin typeface="Times New Roman" panose="02020603050405020304" pitchFamily="18" charset="0"/>
                  <a:cs typeface="Times New Roman" panose="02020603050405020304" pitchFamily="18" charset="0"/>
                </a:rPr>
                <a:t>16384</a:t>
              </a:r>
            </a:p>
          </p:txBody>
        </p:sp>
        <p:sp>
          <p:nvSpPr>
            <p:cNvPr id="126991" name="Text Box 27"/>
            <p:cNvSpPr txBox="1">
              <a:spLocks noChangeArrowheads="1"/>
            </p:cNvSpPr>
            <p:nvPr/>
          </p:nvSpPr>
          <p:spPr bwMode="auto">
            <a:xfrm>
              <a:off x="2097" y="3866"/>
              <a:ext cx="85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0"/>
                </a:spcBef>
                <a:buFontTx/>
                <a:buNone/>
              </a:pPr>
              <a:r>
                <a:rPr lang="en-US" altLang="ko-KR" sz="1000">
                  <a:latin typeface="Times New Roman" panose="02020603050405020304" pitchFamily="18" charset="0"/>
                  <a:cs typeface="Times New Roman" panose="02020603050405020304" pitchFamily="18" charset="0"/>
                </a:rPr>
                <a:t>-32768 + 16384 = </a:t>
              </a:r>
              <a:r>
                <a:rPr lang="en-US" altLang="ko-KR" sz="1000" b="1">
                  <a:latin typeface="Times New Roman" panose="02020603050405020304" pitchFamily="18" charset="0"/>
                  <a:cs typeface="Times New Roman" panose="02020603050405020304" pitchFamily="18" charset="0"/>
                </a:rPr>
                <a:t>16384</a:t>
              </a:r>
            </a:p>
          </p:txBody>
        </p:sp>
        <p:sp>
          <p:nvSpPr>
            <p:cNvPr id="126992" name="Text Box 28"/>
            <p:cNvSpPr txBox="1">
              <a:spLocks noChangeArrowheads="1"/>
            </p:cNvSpPr>
            <p:nvPr/>
          </p:nvSpPr>
          <p:spPr bwMode="auto">
            <a:xfrm>
              <a:off x="409" y="3612"/>
              <a:ext cx="132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0"/>
                </a:spcBef>
                <a:buFontTx/>
                <a:buNone/>
              </a:pPr>
              <a:r>
                <a:rPr lang="en-US" altLang="ko-KR" sz="1000" b="1" dirty="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Cách</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sản</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sinh</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giá</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trị</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cài</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đặt</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cảu</a:t>
              </a:r>
              <a:r>
                <a:rPr lang="en-US" altLang="ko-KR" sz="1000" b="1" dirty="0" smtClean="0">
                  <a:latin typeface="Times New Roman" panose="02020603050405020304" pitchFamily="18" charset="0"/>
                  <a:cs typeface="Times New Roman" panose="02020603050405020304" pitchFamily="18" charset="0"/>
                </a:rPr>
                <a:t> T1</a:t>
              </a:r>
              <a:endParaRPr lang="ko-KR" altLang="en-US" sz="1000" b="1" dirty="0">
                <a:latin typeface="Times New Roman" panose="02020603050405020304" pitchFamily="18" charset="0"/>
                <a:cs typeface="Times New Roman" panose="02020603050405020304" pitchFamily="18" charset="0"/>
              </a:endParaRPr>
            </a:p>
          </p:txBody>
        </p:sp>
        <p:sp>
          <p:nvSpPr>
            <p:cNvPr id="126993" name="AutoShape 29"/>
            <p:cNvSpPr>
              <a:spLocks noChangeArrowheads="1"/>
            </p:cNvSpPr>
            <p:nvPr/>
          </p:nvSpPr>
          <p:spPr bwMode="auto">
            <a:xfrm>
              <a:off x="1689" y="3569"/>
              <a:ext cx="226" cy="227"/>
            </a:xfrm>
            <a:prstGeom prst="rightArrow">
              <a:avLst>
                <a:gd name="adj1" fmla="val 50000"/>
                <a:gd name="adj2" fmla="val 25000"/>
              </a:avLst>
            </a:prstGeom>
            <a:solidFill>
              <a:schemeClr val="folHlink"/>
            </a:solidFill>
            <a:ln w="9525" algn="ctr">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6994" name="Text Box 30"/>
            <p:cNvSpPr txBox="1">
              <a:spLocks noChangeArrowheads="1"/>
            </p:cNvSpPr>
            <p:nvPr/>
          </p:nvSpPr>
          <p:spPr bwMode="auto">
            <a:xfrm>
              <a:off x="2614" y="3418"/>
              <a:ext cx="166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0"/>
                </a:spcBef>
                <a:buFontTx/>
                <a:buNone/>
              </a:pPr>
              <a:r>
                <a:rPr lang="en-US" altLang="ko-KR" sz="1000" b="1" dirty="0" smtClean="0">
                  <a:latin typeface="Times New Roman" panose="02020603050405020304" pitchFamily="18" charset="0"/>
                  <a:cs typeface="Times New Roman" panose="02020603050405020304" pitchFamily="18" charset="0"/>
                </a:rPr>
                <a:t>(</a:t>
              </a:r>
              <a:r>
                <a:rPr lang="en-US" altLang="ko-KR" sz="1000" b="1" dirty="0" err="1" smtClean="0">
                  <a:latin typeface="Times New Roman" panose="02020603050405020304" pitchFamily="18" charset="0"/>
                  <a:cs typeface="Times New Roman" panose="02020603050405020304" pitchFamily="18" charset="0"/>
                </a:rPr>
                <a:t>Vì</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là</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lệnh</a:t>
              </a:r>
              <a:r>
                <a:rPr lang="en-US" altLang="ko-KR" sz="1000" b="1" dirty="0" smtClean="0">
                  <a:latin typeface="Times New Roman" panose="02020603050405020304" pitchFamily="18" charset="0"/>
                  <a:cs typeface="Times New Roman" panose="02020603050405020304" pitchFamily="18" charset="0"/>
                </a:rPr>
                <a:t> Double </a:t>
              </a:r>
              <a:r>
                <a:rPr lang="en-US" altLang="ko-KR" sz="1000" b="1" dirty="0" err="1" smtClean="0">
                  <a:latin typeface="Times New Roman" panose="02020603050405020304" pitchFamily="18" charset="0"/>
                  <a:cs typeface="Times New Roman" panose="02020603050405020304" pitchFamily="18" charset="0"/>
                </a:rPr>
                <a:t>nên</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gộp</a:t>
              </a:r>
              <a:r>
                <a:rPr lang="en-US" altLang="ko-KR" sz="1000" b="1" dirty="0" smtClean="0">
                  <a:latin typeface="Times New Roman" panose="02020603050405020304" pitchFamily="18" charset="0"/>
                  <a:cs typeface="Times New Roman" panose="02020603050405020304" pitchFamily="18" charset="0"/>
                </a:rPr>
                <a:t> 2 DATA </a:t>
              </a:r>
              <a:r>
                <a:rPr lang="en-US" altLang="ko-KR" sz="1000" b="1" dirty="0" err="1" smtClean="0">
                  <a:latin typeface="Times New Roman" panose="02020603050405020304" pitchFamily="18" charset="0"/>
                  <a:cs typeface="Times New Roman" panose="02020603050405020304" pitchFamily="18" charset="0"/>
                </a:rPr>
                <a:t>lại</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là</a:t>
              </a:r>
              <a:r>
                <a:rPr lang="en-US" altLang="ko-KR" sz="1000" b="1" dirty="0" smtClean="0">
                  <a:latin typeface="Times New Roman" panose="02020603050405020304" pitchFamily="18" charset="0"/>
                  <a:cs typeface="Times New Roman" panose="02020603050405020304" pitchFamily="18" charset="0"/>
                </a:rPr>
                <a:t> 49152.)</a:t>
              </a:r>
              <a:endParaRPr lang="en-US" altLang="ko-KR" sz="1000" b="1" dirty="0">
                <a:latin typeface="Times New Roman" panose="02020603050405020304" pitchFamily="18" charset="0"/>
                <a:cs typeface="Times New Roman" panose="02020603050405020304" pitchFamily="18" charset="0"/>
              </a:endParaRPr>
            </a:p>
          </p:txBody>
        </p:sp>
      </p:grpSp>
      <p:sp>
        <p:nvSpPr>
          <p:cNvPr id="126982" name="Rectangle 31"/>
          <p:cNvSpPr>
            <a:spLocks noChangeArrowheads="1"/>
          </p:cNvSpPr>
          <p:nvPr/>
        </p:nvSpPr>
        <p:spPr bwMode="auto">
          <a:xfrm>
            <a:off x="8213725" y="2906713"/>
            <a:ext cx="311150" cy="215900"/>
          </a:xfrm>
          <a:prstGeom prst="rect">
            <a:avLst/>
          </a:prstGeom>
          <a:noFill/>
          <a:ln w="19050" algn="ctr">
            <a:solidFill>
              <a:srgbClr val="CC33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6983" name="Rectangle 32"/>
          <p:cNvSpPr>
            <a:spLocks noChangeArrowheads="1"/>
          </p:cNvSpPr>
          <p:nvPr/>
        </p:nvSpPr>
        <p:spPr bwMode="auto">
          <a:xfrm>
            <a:off x="8218488" y="1960563"/>
            <a:ext cx="311150" cy="215900"/>
          </a:xfrm>
          <a:prstGeom prst="rect">
            <a:avLst/>
          </a:prstGeom>
          <a:noFill/>
          <a:ln w="19050" algn="ctr">
            <a:solidFill>
              <a:srgbClr val="CC33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6984" name="Rectangle 33"/>
          <p:cNvSpPr>
            <a:spLocks noChangeArrowheads="1"/>
          </p:cNvSpPr>
          <p:nvPr/>
        </p:nvSpPr>
        <p:spPr bwMode="auto">
          <a:xfrm>
            <a:off x="7839075" y="4778375"/>
            <a:ext cx="703263" cy="215900"/>
          </a:xfrm>
          <a:prstGeom prst="rect">
            <a:avLst/>
          </a:prstGeom>
          <a:noFill/>
          <a:ln w="19050" algn="ctr">
            <a:solidFill>
              <a:srgbClr val="CC33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6985" name="Rectangle 34"/>
          <p:cNvSpPr>
            <a:spLocks noChangeArrowheads="1"/>
          </p:cNvSpPr>
          <p:nvPr/>
        </p:nvSpPr>
        <p:spPr bwMode="auto">
          <a:xfrm>
            <a:off x="7839075" y="5251450"/>
            <a:ext cx="703263" cy="215900"/>
          </a:xfrm>
          <a:prstGeom prst="rect">
            <a:avLst/>
          </a:prstGeom>
          <a:noFill/>
          <a:ln w="19050" algn="ctr">
            <a:solidFill>
              <a:srgbClr val="CC33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35"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36"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017357126"/>
      </p:ext>
    </p:extLst>
  </p:cSld>
  <p:clrMapOvr>
    <a:masterClrMapping/>
  </p:clrMapOvr>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AutoShape 2"/>
          <p:cNvSpPr>
            <a:spLocks noChangeArrowheads="1"/>
          </p:cNvSpPr>
          <p:nvPr/>
        </p:nvSpPr>
        <p:spPr bwMode="auto">
          <a:xfrm>
            <a:off x="412750" y="2166938"/>
            <a:ext cx="9142413" cy="4032250"/>
          </a:xfrm>
          <a:prstGeom prst="roundRect">
            <a:avLst>
              <a:gd name="adj" fmla="val 16667"/>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8003" name="Text Box 4"/>
          <p:cNvSpPr txBox="1">
            <a:spLocks noChangeArrowheads="1"/>
          </p:cNvSpPr>
          <p:nvPr/>
        </p:nvSpPr>
        <p:spPr bwMode="auto">
          <a:xfrm>
            <a:off x="660400" y="2405063"/>
            <a:ext cx="883285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1</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Y41 On 3sec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Off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5sec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XC</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2</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XD On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Y42 On 3sec Off 2sec </a:t>
            </a:r>
            <a:r>
              <a:rPr lang="en-US" altLang="ko-KR" sz="1200" dirty="0" err="1" smtClean="0">
                <a:latin typeface="Times New Roman" panose="02020603050405020304" pitchFamily="18" charset="0"/>
                <a:cs typeface="Times New Roman" panose="02020603050405020304" pitchFamily="18" charset="0"/>
              </a:rPr>
              <a:t>liên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XD ON 1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Off </a:t>
            </a:r>
            <a:r>
              <a:rPr lang="en-US" altLang="ko-KR" sz="1200" dirty="0" err="1" smtClean="0">
                <a:latin typeface="Times New Roman" panose="02020603050405020304" pitchFamily="18" charset="0"/>
                <a:cs typeface="Times New Roman" panose="02020603050405020304" pitchFamily="18" charset="0"/>
              </a:rPr>
              <a:t>hoàn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toàn</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3.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Glass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a:latin typeface="Times New Roman" panose="02020603050405020304" pitchFamily="18" charset="0"/>
                <a:cs typeface="Times New Roman" panose="02020603050405020304" pitchFamily="18" charset="0"/>
              </a:rPr>
              <a:t> C</a:t>
            </a:r>
            <a:r>
              <a:rPr lang="en-US" altLang="ko-KR" sz="1200" dirty="0" smtClean="0">
                <a:latin typeface="Times New Roman" panose="02020603050405020304" pitchFamily="18" charset="0"/>
                <a:cs typeface="Times New Roman" panose="02020603050405020304" pitchFamily="18" charset="0"/>
              </a:rPr>
              <a:t>onveyor. </a:t>
            </a:r>
            <a:r>
              <a:rPr lang="en-US" altLang="ko-KR" sz="1200" dirty="0" err="1">
                <a:latin typeface="Times New Roman" panose="02020603050405020304" pitchFamily="18" charset="0"/>
                <a:cs typeface="Times New Roman" panose="02020603050405020304" pitchFamily="18" charset="0"/>
              </a:rPr>
              <a:t>N</a:t>
            </a:r>
            <a:r>
              <a:rPr lang="en-US" altLang="ko-KR" sz="1200" dirty="0" err="1" smtClean="0">
                <a:latin typeface="Times New Roman" panose="02020603050405020304" pitchFamily="18" charset="0"/>
                <a:cs typeface="Times New Roman" panose="02020603050405020304" pitchFamily="18" charset="0"/>
              </a:rPr>
              <a:t>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Stopper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bụi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sensor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r>
              <a:rPr lang="en-US" altLang="ko-KR" sz="1200" dirty="0" smtClean="0">
                <a:latin typeface="Times New Roman" panose="02020603050405020304" pitchFamily="18" charset="0"/>
                <a:cs typeface="Times New Roman" panose="02020603050405020304" pitchFamily="18" charset="0"/>
              </a:rPr>
              <a:t> XE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0.25sec,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ngừng</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C/V.</a:t>
            </a:r>
            <a:endParaRPr lang="ko-KR" altLang="en-US" sz="1200" dirty="0">
              <a:latin typeface="Times New Roman" panose="02020603050405020304" pitchFamily="18" charset="0"/>
              <a:cs typeface="Times New Roman" panose="02020603050405020304" pitchFamily="18" charset="0"/>
            </a:endParaRPr>
          </a:p>
        </p:txBody>
      </p:sp>
      <p:sp>
        <p:nvSpPr>
          <p:cNvPr id="128004" name="Text Box 5"/>
          <p:cNvSpPr txBox="1">
            <a:spLocks noChangeArrowheads="1"/>
          </p:cNvSpPr>
          <p:nvPr/>
        </p:nvSpPr>
        <p:spPr bwMode="auto">
          <a:xfrm>
            <a:off x="4124325" y="949325"/>
            <a:ext cx="344504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(10ms)</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Số</a:t>
            </a:r>
            <a:r>
              <a:rPr lang="en-US" altLang="ko-KR" sz="1200" dirty="0">
                <a:latin typeface="Times New Roman" panose="02020603050405020304" pitchFamily="18" charset="0"/>
                <a:cs typeface="Times New Roman" panose="02020603050405020304" pitchFamily="18" charset="0"/>
              </a:rPr>
              <a:t> Timer </a:t>
            </a:r>
            <a:r>
              <a:rPr lang="en-US" altLang="ko-KR" sz="1200" dirty="0" smtClean="0">
                <a:latin typeface="Times New Roman" panose="02020603050405020304" pitchFamily="18" charset="0"/>
                <a:cs typeface="Times New Roman" panose="02020603050405020304" pitchFamily="18" charset="0"/>
              </a:rPr>
              <a:t>H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hằng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số</a:t>
            </a:r>
            <a:r>
              <a:rPr lang="en-US" altLang="ko-KR" sz="1200" dirty="0">
                <a:latin typeface="Times New Roman" panose="02020603050405020304" pitchFamily="18" charset="0"/>
                <a:cs typeface="Times New Roman" panose="02020603050405020304" pitchFamily="18" charset="0"/>
              </a:rPr>
              <a:t> hay </a:t>
            </a:r>
            <a:r>
              <a:rPr lang="en-US" altLang="ko-KR" sz="1200" dirty="0" err="1">
                <a:latin typeface="Times New Roman" panose="02020603050405020304" pitchFamily="18" charset="0"/>
                <a:cs typeface="Times New Roman" panose="02020603050405020304" pitchFamily="18" charset="0"/>
              </a:rPr>
              <a:t>số</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thể</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chọn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gián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tiếp</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--(H T0 K33)→ </a:t>
            </a:r>
            <a:r>
              <a:rPr lang="en-US" altLang="ko-KR" sz="1200" dirty="0" smtClean="0">
                <a:latin typeface="Times New Roman" panose="02020603050405020304" pitchFamily="18" charset="0"/>
                <a:cs typeface="Times New Roman" panose="02020603050405020304" pitchFamily="18" charset="0"/>
              </a:rPr>
              <a:t>0.33 sec</a:t>
            </a:r>
            <a:endParaRPr lang="ko-KR" altLang="en-US" sz="1200" dirty="0">
              <a:latin typeface="Times New Roman" panose="02020603050405020304" pitchFamily="18" charset="0"/>
              <a:cs typeface="Times New Roman" panose="02020603050405020304" pitchFamily="18" charset="0"/>
            </a:endParaRPr>
          </a:p>
        </p:txBody>
      </p:sp>
      <p:sp>
        <p:nvSpPr>
          <p:cNvPr id="128005" name="Text Box 6"/>
          <p:cNvSpPr txBox="1">
            <a:spLocks noChangeArrowheads="1"/>
          </p:cNvSpPr>
          <p:nvPr/>
        </p:nvSpPr>
        <p:spPr bwMode="auto">
          <a:xfrm>
            <a:off x="466725" y="949325"/>
            <a:ext cx="32959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r>
              <a:rPr lang="en-US" altLang="ko-KR" sz="1200" dirty="0" smtClean="0">
                <a:latin typeface="Times New Roman" panose="02020603050405020304" pitchFamily="18" charset="0"/>
                <a:cs typeface="Times New Roman" panose="02020603050405020304" pitchFamily="18" charset="0"/>
              </a:rPr>
              <a:t> (100ms)</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--(T0 K30)→ </a:t>
            </a:r>
            <a:r>
              <a:rPr lang="en-US" altLang="ko-KR" sz="1200" dirty="0" smtClean="0">
                <a:latin typeface="Times New Roman" panose="02020603050405020304" pitchFamily="18" charset="0"/>
                <a:cs typeface="Times New Roman" panose="02020603050405020304" pitchFamily="18" charset="0"/>
              </a:rPr>
              <a:t>3 sec</a:t>
            </a:r>
            <a:endParaRPr lang="ko-KR" altLang="en-US" sz="1200" dirty="0">
              <a:latin typeface="Times New Roman" panose="02020603050405020304" pitchFamily="18" charset="0"/>
              <a:cs typeface="Times New Roman" panose="02020603050405020304" pitchFamily="18" charset="0"/>
            </a:endParaRPr>
          </a:p>
        </p:txBody>
      </p:sp>
      <p:grpSp>
        <p:nvGrpSpPr>
          <p:cNvPr id="128006" name="Group 7"/>
          <p:cNvGrpSpPr>
            <a:grpSpLocks/>
          </p:cNvGrpSpPr>
          <p:nvPr/>
        </p:nvGrpSpPr>
        <p:grpSpPr bwMode="auto">
          <a:xfrm>
            <a:off x="1568450" y="4556127"/>
            <a:ext cx="5782071" cy="1141413"/>
            <a:chOff x="912" y="2640"/>
            <a:chExt cx="3362" cy="719"/>
          </a:xfrm>
        </p:grpSpPr>
        <p:sp>
          <p:nvSpPr>
            <p:cNvPr id="128011" name="Rectangle 8"/>
            <p:cNvSpPr>
              <a:spLocks noChangeArrowheads="1"/>
            </p:cNvSpPr>
            <p:nvPr/>
          </p:nvSpPr>
          <p:spPr bwMode="auto">
            <a:xfrm>
              <a:off x="912" y="2640"/>
              <a:ext cx="2784" cy="336"/>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8012" name="Oval 9"/>
            <p:cNvSpPr>
              <a:spLocks noChangeArrowheads="1"/>
            </p:cNvSpPr>
            <p:nvPr/>
          </p:nvSpPr>
          <p:spPr bwMode="auto">
            <a:xfrm>
              <a:off x="3264" y="2880"/>
              <a:ext cx="144" cy="96"/>
            </a:xfrm>
            <a:prstGeom prst="ellipse">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8013" name="AutoShape 10"/>
            <p:cNvSpPr>
              <a:spLocks noChangeArrowheads="1"/>
            </p:cNvSpPr>
            <p:nvPr/>
          </p:nvSpPr>
          <p:spPr bwMode="auto">
            <a:xfrm>
              <a:off x="3600" y="2688"/>
              <a:ext cx="96" cy="96"/>
            </a:xfrm>
            <a:prstGeom prst="can">
              <a:avLst>
                <a:gd name="adj" fmla="val 25000"/>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8014" name="AutoShape 11"/>
            <p:cNvSpPr>
              <a:spLocks noChangeArrowheads="1"/>
            </p:cNvSpPr>
            <p:nvPr/>
          </p:nvSpPr>
          <p:spPr bwMode="auto">
            <a:xfrm>
              <a:off x="3600" y="2880"/>
              <a:ext cx="96" cy="96"/>
            </a:xfrm>
            <a:prstGeom prst="can">
              <a:avLst>
                <a:gd name="adj" fmla="val 25000"/>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8015" name="Line 12"/>
            <p:cNvSpPr>
              <a:spLocks noChangeShapeType="1"/>
            </p:cNvSpPr>
            <p:nvPr/>
          </p:nvSpPr>
          <p:spPr bwMode="auto">
            <a:xfrm flipV="1">
              <a:off x="3312" y="2976"/>
              <a:ext cx="0" cy="144"/>
            </a:xfrm>
            <a:prstGeom prst="line">
              <a:avLst/>
            </a:prstGeom>
            <a:noFill/>
            <a:ln w="9525">
              <a:solidFill>
                <a:schemeClr val="tx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28016" name="Text Box 13"/>
            <p:cNvSpPr txBox="1">
              <a:spLocks noChangeArrowheads="1"/>
            </p:cNvSpPr>
            <p:nvPr/>
          </p:nvSpPr>
          <p:spPr bwMode="auto">
            <a:xfrm>
              <a:off x="2880" y="3185"/>
              <a:ext cx="1283"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Sensor </a:t>
              </a:r>
              <a:r>
                <a:rPr lang="en-US" altLang="ko-KR" sz="1200" dirty="0" err="1" smtClean="0">
                  <a:latin typeface="Times New Roman" panose="02020603050405020304" pitchFamily="18" charset="0"/>
                  <a:cs typeface="Times New Roman" panose="02020603050405020304" pitchFamily="18" charset="0"/>
                </a:rPr>
                <a:t>cảm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r>
                <a:rPr lang="en-US" altLang="ko-KR" sz="1200" dirty="0" smtClean="0">
                  <a:latin typeface="Times New Roman" panose="02020603050405020304" pitchFamily="18" charset="0"/>
                  <a:cs typeface="Times New Roman" panose="02020603050405020304" pitchFamily="18" charset="0"/>
                </a:rPr>
                <a:t> XE</a:t>
              </a:r>
              <a:endParaRPr lang="en-US" altLang="ko-KR" sz="1200" dirty="0">
                <a:latin typeface="Times New Roman" panose="02020603050405020304" pitchFamily="18" charset="0"/>
                <a:cs typeface="Times New Roman" panose="02020603050405020304" pitchFamily="18" charset="0"/>
              </a:endParaRPr>
            </a:p>
          </p:txBody>
        </p:sp>
        <p:sp>
          <p:nvSpPr>
            <p:cNvPr id="128017" name="AutoShape 14"/>
            <p:cNvSpPr>
              <a:spLocks noChangeArrowheads="1"/>
            </p:cNvSpPr>
            <p:nvPr/>
          </p:nvSpPr>
          <p:spPr bwMode="auto">
            <a:xfrm>
              <a:off x="1296" y="2784"/>
              <a:ext cx="1392" cy="96"/>
            </a:xfrm>
            <a:prstGeom prst="rightArrow">
              <a:avLst>
                <a:gd name="adj1" fmla="val 50000"/>
                <a:gd name="adj2" fmla="val 362500"/>
              </a:avLst>
            </a:prstGeom>
            <a:solidFill>
              <a:srgbClr val="CC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28018" name="Text Box 15"/>
            <p:cNvSpPr txBox="1">
              <a:spLocks noChangeArrowheads="1"/>
            </p:cNvSpPr>
            <p:nvPr/>
          </p:nvSpPr>
          <p:spPr bwMode="auto">
            <a:xfrm>
              <a:off x="3888" y="2698"/>
              <a:ext cx="386"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a:latin typeface="Times New Roman" panose="02020603050405020304" pitchFamily="18" charset="0"/>
                  <a:cs typeface="Times New Roman" panose="02020603050405020304" pitchFamily="18" charset="0"/>
                </a:rPr>
                <a:t>Stopper</a:t>
              </a:r>
            </a:p>
          </p:txBody>
        </p:sp>
        <p:sp>
          <p:nvSpPr>
            <p:cNvPr id="128019" name="Line 16"/>
            <p:cNvSpPr>
              <a:spLocks noChangeShapeType="1"/>
            </p:cNvSpPr>
            <p:nvPr/>
          </p:nvSpPr>
          <p:spPr bwMode="auto">
            <a:xfrm>
              <a:off x="3696" y="2736"/>
              <a:ext cx="240" cy="48"/>
            </a:xfrm>
            <a:prstGeom prst="line">
              <a:avLst/>
            </a:prstGeom>
            <a:noFill/>
            <a:ln w="9525">
              <a:solidFill>
                <a:schemeClr val="tx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28020" name="Line 17"/>
            <p:cNvSpPr>
              <a:spLocks noChangeShapeType="1"/>
            </p:cNvSpPr>
            <p:nvPr/>
          </p:nvSpPr>
          <p:spPr bwMode="auto">
            <a:xfrm flipV="1">
              <a:off x="3696" y="2784"/>
              <a:ext cx="240" cy="144"/>
            </a:xfrm>
            <a:prstGeom prst="line">
              <a:avLst/>
            </a:prstGeom>
            <a:noFill/>
            <a:ln w="9525">
              <a:solidFill>
                <a:schemeClr val="tx2"/>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sp>
        <p:nvSpPr>
          <p:cNvPr id="128007" name="Rectangle 18"/>
          <p:cNvSpPr>
            <a:spLocks noChangeArrowheads="1"/>
          </p:cNvSpPr>
          <p:nvPr/>
        </p:nvSpPr>
        <p:spPr bwMode="auto">
          <a:xfrm>
            <a:off x="1330325" y="5773738"/>
            <a:ext cx="7488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None/>
            </a:pPr>
            <a:r>
              <a:rPr lang="en-US" altLang="ko-KR" sz="1200" dirty="0" err="1">
                <a:latin typeface="Times New Roman" panose="02020603050405020304" pitchFamily="18" charset="0"/>
                <a:cs typeface="Times New Roman" panose="02020603050405020304" pitchFamily="18" charset="0"/>
              </a:rPr>
              <a:t>Tuy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nhiên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hãy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từ</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200~299 </a:t>
            </a:r>
            <a:r>
              <a:rPr lang="en-US" altLang="ko-KR" sz="1200" dirty="0" err="1">
                <a:latin typeface="Times New Roman" panose="02020603050405020304" pitchFamily="18" charset="0"/>
                <a:cs typeface="Times New Roman" panose="02020603050405020304" pitchFamily="18" charset="0"/>
              </a:rPr>
              <a:t>cho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cả</a:t>
            </a:r>
            <a:r>
              <a:rPr lang="en-US" altLang="ko-KR" sz="1200" dirty="0">
                <a:latin typeface="Times New Roman" panose="02020603050405020304" pitchFamily="18" charset="0"/>
                <a:cs typeface="Times New Roman" panose="02020603050405020304" pitchFamily="18" charset="0"/>
              </a:rPr>
              <a:t> Device </a:t>
            </a:r>
            <a:r>
              <a:rPr lang="en-US" altLang="ko-KR" sz="1200" dirty="0" err="1">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chứa</a:t>
            </a:r>
            <a:r>
              <a:rPr lang="en-US" altLang="ko-KR" sz="1200" dirty="0">
                <a:latin typeface="Times New Roman" panose="02020603050405020304" pitchFamily="18" charset="0"/>
                <a:cs typeface="Times New Roman" panose="02020603050405020304" pitchFamily="18" charset="0"/>
              </a:rPr>
              <a:t> X,Y. </a:t>
            </a:r>
            <a:r>
              <a:rPr lang="en-US" altLang="ko-KR" sz="1200" dirty="0" err="1">
                <a:latin typeface="Times New Roman" panose="02020603050405020304" pitchFamily="18" charset="0"/>
                <a:cs typeface="Times New Roman" panose="02020603050405020304" pitchFamily="18" charset="0"/>
              </a:rPr>
              <a:t>Sau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hoàn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xóa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Y</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128010" name="Text Box 8"/>
          <p:cNvSpPr txBox="1">
            <a:spLocks noChangeArrowheads="1"/>
          </p:cNvSpPr>
          <p:nvPr/>
        </p:nvSpPr>
        <p:spPr bwMode="auto">
          <a:xfrm>
            <a:off x="1220789" y="2043113"/>
            <a:ext cx="923900" cy="276999"/>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Luyện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endParaRPr lang="en-US" altLang="ko-KR" sz="1200" b="1" dirty="0">
              <a:latin typeface="Times New Roman" panose="02020603050405020304" pitchFamily="18" charset="0"/>
              <a:cs typeface="Times New Roman" panose="02020603050405020304" pitchFamily="18" charset="0"/>
            </a:endParaRPr>
          </a:p>
        </p:txBody>
      </p:sp>
      <p:sp>
        <p:nvSpPr>
          <p:cNvPr id="21"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2"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807983911"/>
      </p:ext>
    </p:extLst>
  </p:cSld>
  <p:clrMapOvr>
    <a:masterClrMapping/>
  </p:clrMapOvr>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Text Box 2"/>
          <p:cNvSpPr txBox="1">
            <a:spLocks noChangeArrowheads="1"/>
          </p:cNvSpPr>
          <p:nvPr/>
        </p:nvSpPr>
        <p:spPr bwMode="auto">
          <a:xfrm>
            <a:off x="317500" y="765175"/>
            <a:ext cx="20297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  </a:t>
            </a:r>
            <a:r>
              <a:rPr lang="en-US" altLang="ko-KR" sz="1400" b="1" dirty="0">
                <a:latin typeface="Times New Roman" panose="02020603050405020304" pitchFamily="18" charset="0"/>
                <a:cs typeface="Times New Roman" panose="02020603050405020304" pitchFamily="18" charset="0"/>
              </a:rPr>
              <a:t>1-5. </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Lệnh</a:t>
            </a:r>
            <a:r>
              <a:rPr lang="en-US" altLang="ko-KR" sz="1400" b="1" dirty="0" smtClean="0">
                <a:latin typeface="Times New Roman" panose="02020603050405020304" pitchFamily="18" charset="0"/>
                <a:cs typeface="Times New Roman" panose="02020603050405020304" pitchFamily="18" charset="0"/>
              </a:rPr>
              <a:t> Count </a:t>
            </a:r>
            <a:r>
              <a:rPr lang="en-US" altLang="ko-KR" sz="1400" b="1" dirty="0">
                <a:latin typeface="Times New Roman" panose="02020603050405020304" pitchFamily="18" charset="0"/>
                <a:cs typeface="Times New Roman" panose="02020603050405020304" pitchFamily="18" charset="0"/>
              </a:rPr>
              <a:t>(C</a:t>
            </a:r>
            <a:r>
              <a:rPr lang="en-US" altLang="ko-KR" sz="1400" b="1"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graphicFrame>
        <p:nvGraphicFramePr>
          <p:cNvPr id="129027" name="Object 3"/>
          <p:cNvGraphicFramePr>
            <a:graphicFrameLocks noChangeAspect="1"/>
          </p:cNvGraphicFramePr>
          <p:nvPr>
            <p:extLst>
              <p:ext uri="{D42A27DB-BD31-4B8C-83A1-F6EECF244321}">
                <p14:modId xmlns:p14="http://schemas.microsoft.com/office/powerpoint/2010/main" val="3680360271"/>
              </p:ext>
            </p:extLst>
          </p:nvPr>
        </p:nvGraphicFramePr>
        <p:xfrm>
          <a:off x="508000" y="3219450"/>
          <a:ext cx="4211638" cy="2370138"/>
        </p:xfrm>
        <a:graphic>
          <a:graphicData uri="http://schemas.openxmlformats.org/presentationml/2006/ole">
            <mc:AlternateContent xmlns:mc="http://schemas.openxmlformats.org/markup-compatibility/2006">
              <mc:Choice xmlns:v="urn:schemas-microsoft-com:vml" Requires="v">
                <p:oleObj spid="_x0000_s202818" name="비트맵 이미지" r:id="rId4" imgW="2742857" imgH="1504762" progId="Paint.Picture">
                  <p:embed/>
                </p:oleObj>
              </mc:Choice>
              <mc:Fallback>
                <p:oleObj name="비트맵 이미지" r:id="rId4" imgW="2742857" imgH="1504762" progId="Paint.Picture">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8000" y="3219450"/>
                        <a:ext cx="4211638" cy="23701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9028" name="Object 4"/>
          <p:cNvGraphicFramePr>
            <a:graphicFrameLocks noChangeAspect="1"/>
          </p:cNvGraphicFramePr>
          <p:nvPr>
            <p:extLst>
              <p:ext uri="{D42A27DB-BD31-4B8C-83A1-F6EECF244321}">
                <p14:modId xmlns:p14="http://schemas.microsoft.com/office/powerpoint/2010/main" val="2862402802"/>
              </p:ext>
            </p:extLst>
          </p:nvPr>
        </p:nvGraphicFramePr>
        <p:xfrm>
          <a:off x="4719638" y="3152775"/>
          <a:ext cx="4289425" cy="2940050"/>
        </p:xfrm>
        <a:graphic>
          <a:graphicData uri="http://schemas.openxmlformats.org/presentationml/2006/ole">
            <mc:AlternateContent xmlns:mc="http://schemas.openxmlformats.org/markup-compatibility/2006">
              <mc:Choice xmlns:v="urn:schemas-microsoft-com:vml" Requires="v">
                <p:oleObj spid="_x0000_s202819" name="비트맵 이미지" r:id="rId6" imgW="2876190" imgH="1991003" progId="Paint.Picture">
                  <p:embed/>
                </p:oleObj>
              </mc:Choice>
              <mc:Fallback>
                <p:oleObj name="비트맵 이미지" r:id="rId6" imgW="2876190" imgH="1991003" progId="Paint.Picture">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719638" y="3152775"/>
                        <a:ext cx="4289425" cy="2940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9029" name="Text Box 5"/>
          <p:cNvSpPr txBox="1">
            <a:spLocks noChangeArrowheads="1"/>
          </p:cNvSpPr>
          <p:nvPr/>
        </p:nvSpPr>
        <p:spPr bwMode="auto">
          <a:xfrm>
            <a:off x="3079164" y="3938588"/>
            <a:ext cx="15664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Counter</a:t>
            </a:r>
            <a:endParaRPr lang="ko-KR" altLang="en-US" sz="1200" dirty="0">
              <a:latin typeface="Times New Roman" panose="02020603050405020304" pitchFamily="18" charset="0"/>
              <a:cs typeface="Times New Roman" panose="02020603050405020304" pitchFamily="18" charset="0"/>
            </a:endParaRPr>
          </a:p>
        </p:txBody>
      </p:sp>
      <p:sp>
        <p:nvSpPr>
          <p:cNvPr id="129031" name="Text Box 9"/>
          <p:cNvSpPr txBox="1">
            <a:spLocks noChangeArrowheads="1"/>
          </p:cNvSpPr>
          <p:nvPr/>
        </p:nvSpPr>
        <p:spPr bwMode="auto">
          <a:xfrm>
            <a:off x="350838" y="1160463"/>
            <a:ext cx="9203032"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 </a:t>
            </a:r>
            <a:r>
              <a:rPr lang="en-US" altLang="ko-KR" sz="1200" dirty="0" smtClean="0">
                <a:latin typeface="Times New Roman" panose="02020603050405020304" pitchFamily="18" charset="0"/>
                <a:cs typeface="Times New Roman" panose="02020603050405020304" pitchFamily="18" charset="0"/>
              </a:rPr>
              <a:t>Counter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Count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lên</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Count Up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Count</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tế</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Count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Counter)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RST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Count Up 1 </a:t>
            </a:r>
            <a:r>
              <a:rPr lang="en-US" altLang="ko-KR" sz="1200" dirty="0" err="1" smtClean="0">
                <a:latin typeface="Times New Roman" panose="02020603050405020304" pitchFamily="18" charset="0"/>
                <a:cs typeface="Times New Roman" panose="02020603050405020304" pitchFamily="18" charset="0"/>
              </a:rPr>
              <a:t>lần</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RST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Count Up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tế</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“0”.</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Counter </a:t>
            </a:r>
            <a:r>
              <a:rPr lang="en-US" altLang="ko-KR" sz="1200" dirty="0" err="1" smtClean="0">
                <a:latin typeface="Times New Roman" panose="02020603050405020304" pitchFamily="18" charset="0"/>
                <a:cs typeface="Times New Roman" panose="02020603050405020304" pitchFamily="18" charset="0"/>
              </a:rPr>
              <a:t>là</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K1~K32767.(K0 </a:t>
            </a:r>
            <a:r>
              <a:rPr lang="en-US" altLang="ko-KR" sz="1200" dirty="0" err="1" smtClean="0">
                <a:latin typeface="Times New Roman" panose="02020603050405020304" pitchFamily="18" charset="0"/>
                <a:cs typeface="Times New Roman" panose="02020603050405020304" pitchFamily="18" charset="0"/>
              </a:rPr>
              <a:t>giống</a:t>
            </a:r>
            <a:r>
              <a:rPr lang="en-US" altLang="ko-KR" sz="1200" dirty="0" smtClean="0">
                <a:latin typeface="Times New Roman" panose="02020603050405020304" pitchFamily="18" charset="0"/>
                <a:cs typeface="Times New Roman" panose="02020603050405020304" pitchFamily="18" charset="0"/>
              </a:rPr>
              <a:t> K1.)</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Counter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hơn</a:t>
            </a:r>
            <a:r>
              <a:rPr lang="en-US" altLang="ko-KR" sz="1200" dirty="0" smtClean="0">
                <a:latin typeface="Times New Roman" panose="02020603050405020304" pitchFamily="18" charset="0"/>
                <a:cs typeface="Times New Roman" panose="02020603050405020304" pitchFamily="18" charset="0"/>
              </a:rPr>
              <a:t> K32767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âm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Counter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K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còn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D(Data </a:t>
            </a:r>
            <a:r>
              <a:rPr lang="en-US" altLang="ko-KR" sz="1200" dirty="0" err="1" smtClean="0">
                <a:latin typeface="Times New Roman" panose="02020603050405020304" pitchFamily="18" charset="0"/>
                <a:cs typeface="Times New Roman" panose="02020603050405020304" pitchFamily="18" charset="0"/>
              </a:rPr>
              <a:t>resgister</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9"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0"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
        <p:nvSpPr>
          <p:cNvPr id="11" name="직사각형 10"/>
          <p:cNvSpPr/>
          <p:nvPr/>
        </p:nvSpPr>
        <p:spPr bwMode="auto">
          <a:xfrm>
            <a:off x="4637705" y="3302179"/>
            <a:ext cx="999371" cy="270837"/>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000" b="1" dirty="0" err="1" smtClean="0">
                <a:latin typeface="Times New Roman" panose="02020603050405020304" pitchFamily="18" charset="0"/>
                <a:cs typeface="Times New Roman" panose="02020603050405020304" pitchFamily="18" charset="0"/>
              </a:rPr>
              <a:t>Tiếp</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điểm</a:t>
            </a:r>
            <a:r>
              <a:rPr lang="en-US" altLang="ko-KR" sz="1000" b="1" dirty="0" smtClean="0">
                <a:latin typeface="Times New Roman" panose="02020603050405020304" pitchFamily="18" charset="0"/>
                <a:cs typeface="Times New Roman" panose="02020603050405020304" pitchFamily="18" charset="0"/>
              </a:rPr>
              <a:t> X1</a:t>
            </a:r>
            <a:endParaRPr kumimoji="1" lang="ko-KR" altLang="en-US" sz="10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2" name="직사각형 11"/>
          <p:cNvSpPr/>
          <p:nvPr/>
        </p:nvSpPr>
        <p:spPr bwMode="auto">
          <a:xfrm>
            <a:off x="4790105" y="4094267"/>
            <a:ext cx="846971" cy="270837"/>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000" b="1" dirty="0" smtClean="0">
                <a:latin typeface="Times New Roman" panose="02020603050405020304" pitchFamily="18" charset="0"/>
                <a:cs typeface="Times New Roman" panose="02020603050405020304" pitchFamily="18" charset="0"/>
              </a:rPr>
              <a:t>Coil C20</a:t>
            </a:r>
            <a:endParaRPr kumimoji="1" lang="ko-KR" altLang="en-US" sz="10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3" name="직사각형 12"/>
          <p:cNvSpPr/>
          <p:nvPr/>
        </p:nvSpPr>
        <p:spPr bwMode="auto">
          <a:xfrm>
            <a:off x="4790105" y="4922359"/>
            <a:ext cx="1675063" cy="270837"/>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000" b="1" dirty="0" err="1" smtClean="0">
                <a:latin typeface="Times New Roman" panose="02020603050405020304" pitchFamily="18" charset="0"/>
                <a:cs typeface="Times New Roman" panose="02020603050405020304" pitchFamily="18" charset="0"/>
              </a:rPr>
              <a:t>Tiếp</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điểm</a:t>
            </a:r>
            <a:r>
              <a:rPr lang="en-US" altLang="ko-KR" sz="1000" b="1" dirty="0" smtClean="0">
                <a:latin typeface="Times New Roman" panose="02020603050405020304" pitchFamily="18" charset="0"/>
                <a:cs typeface="Times New Roman" panose="02020603050405020304" pitchFamily="18" charset="0"/>
              </a:rPr>
              <a:t> C20 . Coil Y72</a:t>
            </a:r>
            <a:endParaRPr kumimoji="1" lang="ko-KR" altLang="en-US" sz="10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4" name="직사각형 13"/>
          <p:cNvSpPr/>
          <p:nvPr/>
        </p:nvSpPr>
        <p:spPr bwMode="auto">
          <a:xfrm>
            <a:off x="4844988" y="5714447"/>
            <a:ext cx="1918707" cy="270837"/>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000" b="1" dirty="0" err="1" smtClean="0">
                <a:latin typeface="Times New Roman" panose="02020603050405020304" pitchFamily="18" charset="0"/>
                <a:cs typeface="Times New Roman" panose="02020603050405020304" pitchFamily="18" charset="0"/>
              </a:rPr>
              <a:t>Tiếp</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điểm</a:t>
            </a:r>
            <a:r>
              <a:rPr lang="en-US" altLang="ko-KR" sz="1000" b="1" dirty="0" smtClean="0">
                <a:latin typeface="Times New Roman" panose="02020603050405020304" pitchFamily="18" charset="0"/>
                <a:cs typeface="Times New Roman" panose="02020603050405020304" pitchFamily="18" charset="0"/>
              </a:rPr>
              <a:t> X7(</a:t>
            </a:r>
            <a:r>
              <a:rPr lang="en-US" altLang="ko-KR" sz="1000" b="1" dirty="0" err="1" smtClean="0">
                <a:latin typeface="Times New Roman" panose="02020603050405020304" pitchFamily="18" charset="0"/>
                <a:cs typeface="Times New Roman" panose="02020603050405020304" pitchFamily="18" charset="0"/>
              </a:rPr>
              <a:t>Nhập</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lệnh</a:t>
            </a:r>
            <a:r>
              <a:rPr lang="en-US" altLang="ko-KR" sz="1000" b="1" dirty="0" smtClean="0">
                <a:latin typeface="Times New Roman" panose="02020603050405020304" pitchFamily="18" charset="0"/>
                <a:cs typeface="Times New Roman" panose="02020603050405020304" pitchFamily="18" charset="0"/>
              </a:rPr>
              <a:t> RST)</a:t>
            </a:r>
            <a:endParaRPr kumimoji="1" lang="ko-KR" altLang="en-US" sz="10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5" name="직사각형 14"/>
          <p:cNvSpPr/>
          <p:nvPr/>
        </p:nvSpPr>
        <p:spPr bwMode="auto">
          <a:xfrm>
            <a:off x="5616086" y="4634327"/>
            <a:ext cx="1821190" cy="270837"/>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000" b="1" dirty="0" smtClean="0">
                <a:latin typeface="Times New Roman" panose="02020603050405020304" pitchFamily="18" charset="0"/>
                <a:cs typeface="Times New Roman" panose="02020603050405020304" pitchFamily="18" charset="0"/>
              </a:rPr>
              <a:t>(</a:t>
            </a:r>
            <a:r>
              <a:rPr lang="en-US" altLang="ko-KR" sz="1000" b="1" dirty="0" err="1" smtClean="0">
                <a:latin typeface="Times New Roman" panose="02020603050405020304" pitchFamily="18" charset="0"/>
                <a:cs typeface="Times New Roman" panose="02020603050405020304" pitchFamily="18" charset="0"/>
              </a:rPr>
              <a:t>Giá</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trị</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hiện</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tại</a:t>
            </a:r>
            <a:r>
              <a:rPr lang="en-US" altLang="ko-KR" sz="1000" b="1" dirty="0" smtClean="0">
                <a:latin typeface="Times New Roman" panose="02020603050405020304" pitchFamily="18" charset="0"/>
                <a:cs typeface="Times New Roman" panose="02020603050405020304" pitchFamily="18" charset="0"/>
              </a:rPr>
              <a:t> </a:t>
            </a:r>
            <a:r>
              <a:rPr lang="en-US" altLang="ko-KR" sz="1000" b="1" dirty="0" err="1" smtClean="0">
                <a:latin typeface="Times New Roman" panose="02020603050405020304" pitchFamily="18" charset="0"/>
                <a:cs typeface="Times New Roman" panose="02020603050405020304" pitchFamily="18" charset="0"/>
              </a:rPr>
              <a:t>của</a:t>
            </a:r>
            <a:r>
              <a:rPr lang="en-US" altLang="ko-KR" sz="1000" b="1" dirty="0" smtClean="0">
                <a:latin typeface="Times New Roman" panose="02020603050405020304" pitchFamily="18" charset="0"/>
                <a:cs typeface="Times New Roman" panose="02020603050405020304" pitchFamily="18" charset="0"/>
              </a:rPr>
              <a:t> Counter)</a:t>
            </a:r>
            <a:endParaRPr kumimoji="1" lang="ko-KR" altLang="en-US" sz="10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643672649"/>
      </p:ext>
    </p:extLst>
  </p:cSld>
  <p:clrMapOvr>
    <a:masterClrMapping/>
  </p:clrMapOvr>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Text Box 2"/>
          <p:cNvSpPr txBox="1">
            <a:spLocks noChangeArrowheads="1"/>
          </p:cNvSpPr>
          <p:nvPr/>
        </p:nvSpPr>
        <p:spPr bwMode="auto">
          <a:xfrm>
            <a:off x="501650" y="820738"/>
            <a:ext cx="17283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1-5. </a:t>
            </a:r>
            <a:r>
              <a:rPr lang="en-US" altLang="ko-KR" sz="1400" b="1" dirty="0" err="1" smtClean="0">
                <a:latin typeface="Times New Roman" panose="02020603050405020304" pitchFamily="18" charset="0"/>
                <a:cs typeface="Times New Roman" panose="02020603050405020304" pitchFamily="18" charset="0"/>
              </a:rPr>
              <a:t>Lệnh</a:t>
            </a:r>
            <a:r>
              <a:rPr lang="en-US" altLang="ko-KR" sz="1400" b="1" dirty="0" smtClean="0">
                <a:latin typeface="Times New Roman" panose="02020603050405020304" pitchFamily="18" charset="0"/>
                <a:cs typeface="Times New Roman" panose="02020603050405020304" pitchFamily="18" charset="0"/>
              </a:rPr>
              <a:t> Count </a:t>
            </a:r>
            <a:r>
              <a:rPr lang="en-US" altLang="ko-KR" sz="1400" b="1" dirty="0">
                <a:latin typeface="Times New Roman" panose="02020603050405020304" pitchFamily="18" charset="0"/>
                <a:cs typeface="Times New Roman" panose="02020603050405020304" pitchFamily="18" charset="0"/>
              </a:rPr>
              <a:t>(C</a:t>
            </a:r>
            <a:r>
              <a:rPr lang="en-US" altLang="ko-KR" sz="1400" b="1" dirty="0" smtClean="0">
                <a:latin typeface="Times New Roman" panose="02020603050405020304" pitchFamily="18" charset="0"/>
                <a:cs typeface="Times New Roman" panose="02020603050405020304" pitchFamily="18" charset="0"/>
              </a:rPr>
              <a:t>)</a:t>
            </a:r>
            <a:endParaRPr lang="ko-KR" altLang="en-US" sz="1400" b="1" dirty="0">
              <a:latin typeface="Times New Roman" panose="02020603050405020304" pitchFamily="18" charset="0"/>
              <a:cs typeface="Times New Roman" panose="02020603050405020304" pitchFamily="18" charset="0"/>
            </a:endParaRPr>
          </a:p>
        </p:txBody>
      </p:sp>
      <p:pic>
        <p:nvPicPr>
          <p:cNvPr id="1300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8975" y="1125538"/>
            <a:ext cx="4759325" cy="158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052" name="Text Box 4"/>
          <p:cNvSpPr txBox="1">
            <a:spLocks noChangeArrowheads="1"/>
          </p:cNvSpPr>
          <p:nvPr/>
        </p:nvSpPr>
        <p:spPr bwMode="auto">
          <a:xfrm>
            <a:off x="5100638" y="1335088"/>
            <a:ext cx="4698722"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marL="342900" indent="-342900" eaLnBrk="0" hangingPunct="0">
              <a:spcBef>
                <a:spcPct val="20000"/>
              </a:spcBef>
              <a:buChar char="•"/>
              <a:defRPr kumimoji="1" sz="2500">
                <a:solidFill>
                  <a:schemeClr val="tx1"/>
                </a:solidFill>
                <a:latin typeface="굴림" pitchFamily="50" charset="-127"/>
                <a:ea typeface="굴림" pitchFamily="50" charset="-127"/>
              </a:defRPr>
            </a:lvl1pPr>
            <a:lvl2pPr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lvl="1" eaLnBrk="1" hangingPunct="1">
              <a:lnSpc>
                <a:spcPct val="100000"/>
              </a:lnSpc>
              <a:spcBef>
                <a:spcPct val="50000"/>
              </a:spcBef>
              <a:buFont typeface="Wingdings" pitchFamily="2" charset="2"/>
              <a:buNone/>
            </a:pPr>
            <a:r>
              <a:rPr lang="en-US" altLang="ko-KR" sz="1200" b="1"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Nếu</a:t>
            </a:r>
            <a:r>
              <a:rPr lang="en-US" altLang="ko-KR" sz="1200" b="1" dirty="0" smtClean="0">
                <a:latin typeface="Times New Roman" panose="02020603050405020304" pitchFamily="18" charset="0"/>
                <a:cs typeface="Times New Roman" panose="02020603050405020304" pitchFamily="18" charset="0"/>
              </a:rPr>
              <a:t> Counter </a:t>
            </a:r>
            <a:r>
              <a:rPr lang="en-US" altLang="ko-KR" sz="1200" dirty="0" smtClean="0">
                <a:latin typeface="Times New Roman" panose="02020603050405020304" pitchFamily="18" charset="0"/>
                <a:cs typeface="Times New Roman" panose="02020603050405020304" pitchFamily="18" charset="0"/>
              </a:rPr>
              <a:t>C30 ON </a:t>
            </a:r>
            <a:r>
              <a:rPr lang="en-US" altLang="ko-KR" sz="1200" dirty="0" err="1" smtClean="0">
                <a:latin typeface="Times New Roman" panose="02020603050405020304" pitchFamily="18" charset="0"/>
                <a:cs typeface="Times New Roman" panose="02020603050405020304" pitchFamily="18" charset="0"/>
              </a:rPr>
              <a:t>giống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a:latin typeface="Times New Roman" panose="02020603050405020304" pitchFamily="18" charset="0"/>
                <a:cs typeface="Times New Roman" panose="02020603050405020304" pitchFamily="18" charset="0"/>
              </a:rPr>
              <a:t>Data </a:t>
            </a:r>
            <a:r>
              <a:rPr lang="en-US" altLang="ko-KR" sz="1200" dirty="0" smtClean="0">
                <a:latin typeface="Times New Roman" panose="02020603050405020304" pitchFamily="18" charset="0"/>
                <a:cs typeface="Times New Roman" panose="02020603050405020304" pitchFamily="18" charset="0"/>
              </a:rPr>
              <a:t>register</a:t>
            </a:r>
          </a:p>
          <a:p>
            <a:pPr lvl="1" eaLnBrk="1" hangingPunct="1">
              <a:lnSpc>
                <a:spcPct val="100000"/>
              </a:lnSpc>
              <a:spcBef>
                <a:spcPct val="50000"/>
              </a:spcBef>
              <a:buFont typeface="Wingdings" pitchFamily="2" charset="2"/>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D10( </a:t>
            </a:r>
            <a:r>
              <a:rPr lang="en-US" altLang="ko-KR" sz="1200" dirty="0" err="1" smtClean="0">
                <a:latin typeface="Times New Roman" panose="02020603050405020304" pitchFamily="18" charset="0"/>
                <a:cs typeface="Times New Roman" panose="02020603050405020304" pitchFamily="18" charset="0"/>
              </a:rPr>
              <a:t>ví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24)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Count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ON.</a:t>
            </a:r>
          </a:p>
          <a:p>
            <a:pPr lvl="1" eaLnBrk="1" hangingPunct="1">
              <a:lnSpc>
                <a:spcPct val="100000"/>
              </a:lnSpc>
              <a:spcBef>
                <a:spcPct val="50000"/>
              </a:spcBef>
              <a:buFont typeface="Wingdings" pitchFamily="2" charset="2"/>
              <a:buNone/>
            </a:pPr>
            <a:r>
              <a:rPr lang="en-US" altLang="ko-KR" sz="1200" b="1"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thuận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Count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endParaRPr lang="en-US" altLang="ko-KR" sz="1200" dirty="0" smtClean="0">
              <a:latin typeface="Times New Roman" panose="02020603050405020304" pitchFamily="18" charset="0"/>
              <a:cs typeface="Times New Roman" panose="02020603050405020304" pitchFamily="18" charset="0"/>
            </a:endParaRPr>
          </a:p>
          <a:p>
            <a:pPr lvl="1" eaLnBrk="1" hangingPunct="1">
              <a:lnSpc>
                <a:spcPct val="100000"/>
              </a:lnSpc>
              <a:spcBef>
                <a:spcPct val="50000"/>
              </a:spcBef>
              <a:buFont typeface="Wingdings" pitchFamily="2" charset="2"/>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Digital S/W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ngoài</a:t>
            </a:r>
            <a:r>
              <a:rPr lang="en-US" altLang="ko-KR" sz="1200" dirty="0" smtClean="0">
                <a:latin typeface="Times New Roman" panose="02020603050405020304" pitchFamily="18" charset="0"/>
                <a:cs typeface="Times New Roman" panose="02020603050405020304" pitchFamily="18" charset="0"/>
              </a:rPr>
              <a:t>.</a:t>
            </a:r>
          </a:p>
        </p:txBody>
      </p:sp>
      <p:sp>
        <p:nvSpPr>
          <p:cNvPr id="130053" name="AutoShape 5"/>
          <p:cNvSpPr>
            <a:spLocks noChangeArrowheads="1"/>
          </p:cNvSpPr>
          <p:nvPr/>
        </p:nvSpPr>
        <p:spPr bwMode="auto">
          <a:xfrm>
            <a:off x="412750" y="2997200"/>
            <a:ext cx="9142413" cy="3384550"/>
          </a:xfrm>
          <a:prstGeom prst="roundRect">
            <a:avLst>
              <a:gd name="adj" fmla="val 16667"/>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0054" name="Text Box 7"/>
          <p:cNvSpPr txBox="1">
            <a:spLocks noChangeArrowheads="1"/>
          </p:cNvSpPr>
          <p:nvPr/>
        </p:nvSpPr>
        <p:spPr bwMode="auto">
          <a:xfrm>
            <a:off x="1460612" y="3140968"/>
            <a:ext cx="7571753"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ON S/W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Conveyor (X0), </a:t>
            </a:r>
            <a:r>
              <a:rPr lang="en-US" altLang="ko-KR" sz="1200" dirty="0" err="1" smtClean="0">
                <a:latin typeface="Times New Roman" panose="02020603050405020304" pitchFamily="18" charset="0"/>
                <a:cs typeface="Times New Roman" panose="02020603050405020304" pitchFamily="18" charset="0"/>
              </a:rPr>
              <a:t>chuông</a:t>
            </a:r>
            <a:r>
              <a:rPr lang="en-US" altLang="ko-KR" sz="1200" dirty="0" smtClean="0">
                <a:latin typeface="Times New Roman" panose="02020603050405020304" pitchFamily="18" charset="0"/>
                <a:cs typeface="Times New Roman" panose="02020603050405020304" pitchFamily="18" charset="0"/>
              </a:rPr>
              <a:t>(Y41)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3 </a:t>
            </a:r>
            <a:r>
              <a:rPr lang="en-US" altLang="ko-KR" sz="1200" dirty="0" err="1" smtClean="0">
                <a:latin typeface="Times New Roman" panose="02020603050405020304" pitchFamily="18" charset="0"/>
                <a:cs typeface="Times New Roman" panose="02020603050405020304" pitchFamily="18" charset="0"/>
              </a:rPr>
              <a:t>giây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(Y42)</a:t>
            </a: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X1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6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phẩm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pic>
        <p:nvPicPr>
          <p:cNvPr id="130055" name="Picture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9138" y="3644900"/>
            <a:ext cx="7404100" cy="221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056" name="Rectangle 12"/>
          <p:cNvSpPr>
            <a:spLocks noChangeArrowheads="1"/>
          </p:cNvSpPr>
          <p:nvPr/>
        </p:nvSpPr>
        <p:spPr bwMode="auto">
          <a:xfrm>
            <a:off x="2281238" y="4025900"/>
            <a:ext cx="184731" cy="46166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0057" name="Rectangle 13"/>
          <p:cNvSpPr>
            <a:spLocks noChangeArrowheads="1"/>
          </p:cNvSpPr>
          <p:nvPr/>
        </p:nvSpPr>
        <p:spPr bwMode="auto">
          <a:xfrm>
            <a:off x="4289425" y="4921250"/>
            <a:ext cx="184731" cy="46166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0058" name="Rectangle 14"/>
          <p:cNvSpPr>
            <a:spLocks noChangeArrowheads="1"/>
          </p:cNvSpPr>
          <p:nvPr/>
        </p:nvSpPr>
        <p:spPr bwMode="auto">
          <a:xfrm>
            <a:off x="4887913" y="4816475"/>
            <a:ext cx="184731" cy="46166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0059" name="Rectangle 15"/>
          <p:cNvSpPr>
            <a:spLocks noChangeArrowheads="1"/>
          </p:cNvSpPr>
          <p:nvPr/>
        </p:nvSpPr>
        <p:spPr bwMode="auto">
          <a:xfrm>
            <a:off x="7697788" y="4730750"/>
            <a:ext cx="184731" cy="46166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0060" name="Rectangle 16"/>
          <p:cNvSpPr>
            <a:spLocks noChangeArrowheads="1"/>
          </p:cNvSpPr>
          <p:nvPr/>
        </p:nvSpPr>
        <p:spPr bwMode="auto">
          <a:xfrm>
            <a:off x="6308725" y="4738688"/>
            <a:ext cx="184731" cy="46166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0061" name="Rectangle 17"/>
          <p:cNvSpPr>
            <a:spLocks noChangeArrowheads="1"/>
          </p:cNvSpPr>
          <p:nvPr/>
        </p:nvSpPr>
        <p:spPr bwMode="auto">
          <a:xfrm>
            <a:off x="3979863" y="5068888"/>
            <a:ext cx="184731" cy="46166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0062" name="Text Box 18"/>
          <p:cNvSpPr txBox="1">
            <a:spLocks noChangeArrowheads="1"/>
          </p:cNvSpPr>
          <p:nvPr/>
        </p:nvSpPr>
        <p:spPr bwMode="auto">
          <a:xfrm>
            <a:off x="2059161" y="3861048"/>
            <a:ext cx="7521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ứng</a:t>
            </a:r>
            <a:endParaRPr lang="ko-KR" altLang="en-US" sz="1200" dirty="0">
              <a:latin typeface="Times New Roman" panose="02020603050405020304" pitchFamily="18" charset="0"/>
              <a:cs typeface="Times New Roman" panose="02020603050405020304" pitchFamily="18" charset="0"/>
            </a:endParaRPr>
          </a:p>
        </p:txBody>
      </p:sp>
      <p:sp>
        <p:nvSpPr>
          <p:cNvPr id="130063" name="Text Box 19"/>
          <p:cNvSpPr txBox="1">
            <a:spLocks noChangeArrowheads="1"/>
          </p:cNvSpPr>
          <p:nvPr/>
        </p:nvSpPr>
        <p:spPr bwMode="auto">
          <a:xfrm>
            <a:off x="4008836" y="4761148"/>
            <a:ext cx="10342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Bảng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endParaRPr lang="ko-KR" altLang="en-US" sz="1200" dirty="0">
              <a:latin typeface="Times New Roman" panose="02020603050405020304" pitchFamily="18" charset="0"/>
              <a:cs typeface="Times New Roman" panose="02020603050405020304" pitchFamily="18" charset="0"/>
            </a:endParaRPr>
          </a:p>
        </p:txBody>
      </p:sp>
      <p:sp>
        <p:nvSpPr>
          <p:cNvPr id="130064" name="Text Box 20"/>
          <p:cNvSpPr txBox="1">
            <a:spLocks noChangeArrowheads="1"/>
          </p:cNvSpPr>
          <p:nvPr/>
        </p:nvSpPr>
        <p:spPr bwMode="auto">
          <a:xfrm>
            <a:off x="5325569" y="4508500"/>
            <a:ext cx="25314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Băng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Motor</a:t>
            </a:r>
            <a:endParaRPr lang="ko-KR" altLang="en-US" sz="1200" dirty="0">
              <a:latin typeface="Times New Roman" panose="02020603050405020304" pitchFamily="18" charset="0"/>
              <a:cs typeface="Times New Roman" panose="02020603050405020304" pitchFamily="18" charset="0"/>
            </a:endParaRPr>
          </a:p>
        </p:txBody>
      </p:sp>
      <p:sp>
        <p:nvSpPr>
          <p:cNvPr id="130065" name="Text Box 21"/>
          <p:cNvSpPr txBox="1">
            <a:spLocks noChangeArrowheads="1"/>
          </p:cNvSpPr>
          <p:nvPr/>
        </p:nvSpPr>
        <p:spPr bwMode="auto">
          <a:xfrm>
            <a:off x="3779510" y="5473700"/>
            <a:ext cx="14975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Chuông</a:t>
            </a:r>
            <a:endParaRPr lang="ko-KR" altLang="en-US" sz="1200" dirty="0">
              <a:latin typeface="Times New Roman" panose="02020603050405020304" pitchFamily="18" charset="0"/>
              <a:cs typeface="Times New Roman" panose="02020603050405020304" pitchFamily="18" charset="0"/>
            </a:endParaRPr>
          </a:p>
        </p:txBody>
      </p:sp>
      <p:sp>
        <p:nvSpPr>
          <p:cNvPr id="130066" name="Line 22"/>
          <p:cNvSpPr>
            <a:spLocks noChangeShapeType="1"/>
          </p:cNvSpPr>
          <p:nvPr/>
        </p:nvSpPr>
        <p:spPr bwMode="auto">
          <a:xfrm>
            <a:off x="3940175" y="5092700"/>
            <a:ext cx="1219200" cy="0"/>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30067" name="Rectangle 23"/>
          <p:cNvSpPr>
            <a:spLocks noChangeArrowheads="1"/>
          </p:cNvSpPr>
          <p:nvPr/>
        </p:nvSpPr>
        <p:spPr bwMode="auto">
          <a:xfrm>
            <a:off x="1032947" y="6107113"/>
            <a:ext cx="75654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None/>
            </a:pPr>
            <a:r>
              <a:rPr lang="en-US" altLang="ko-KR" sz="1200" dirty="0" err="1">
                <a:latin typeface="Times New Roman" panose="02020603050405020304" pitchFamily="18" charset="0"/>
                <a:cs typeface="Times New Roman" panose="02020603050405020304" pitchFamily="18" charset="0"/>
              </a:rPr>
              <a:t>Tuy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nhiên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hãy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từ</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300~399 </a:t>
            </a:r>
            <a:r>
              <a:rPr lang="en-US" altLang="ko-KR" sz="1200" dirty="0" err="1">
                <a:latin typeface="Times New Roman" panose="02020603050405020304" pitchFamily="18" charset="0"/>
                <a:cs typeface="Times New Roman" panose="02020603050405020304" pitchFamily="18" charset="0"/>
              </a:rPr>
              <a:t>cho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cả</a:t>
            </a:r>
            <a:r>
              <a:rPr lang="en-US" altLang="ko-KR" sz="1200" dirty="0">
                <a:latin typeface="Times New Roman" panose="02020603050405020304" pitchFamily="18" charset="0"/>
                <a:cs typeface="Times New Roman" panose="02020603050405020304" pitchFamily="18" charset="0"/>
              </a:rPr>
              <a:t> Device </a:t>
            </a:r>
            <a:r>
              <a:rPr lang="en-US" altLang="ko-KR" sz="1200" dirty="0" err="1">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chứa</a:t>
            </a:r>
            <a:r>
              <a:rPr lang="en-US" altLang="ko-KR" sz="1200" dirty="0">
                <a:latin typeface="Times New Roman" panose="02020603050405020304" pitchFamily="18" charset="0"/>
                <a:cs typeface="Times New Roman" panose="02020603050405020304" pitchFamily="18" charset="0"/>
              </a:rPr>
              <a:t> X,Y. </a:t>
            </a:r>
            <a:r>
              <a:rPr lang="en-US" altLang="ko-KR" sz="1200" dirty="0" err="1">
                <a:latin typeface="Times New Roman" panose="02020603050405020304" pitchFamily="18" charset="0"/>
                <a:cs typeface="Times New Roman" panose="02020603050405020304" pitchFamily="18" charset="0"/>
              </a:rPr>
              <a:t>Sau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hoàn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xóa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Y. </a:t>
            </a:r>
            <a:endParaRPr lang="en-US" altLang="ko-KR" sz="1200" dirty="0">
              <a:latin typeface="Times New Roman" panose="02020603050405020304" pitchFamily="18" charset="0"/>
              <a:cs typeface="Times New Roman" panose="02020603050405020304" pitchFamily="18" charset="0"/>
            </a:endParaRPr>
          </a:p>
        </p:txBody>
      </p:sp>
      <p:sp>
        <p:nvSpPr>
          <p:cNvPr id="130069" name="Text Box 9"/>
          <p:cNvSpPr txBox="1">
            <a:spLocks noChangeArrowheads="1"/>
          </p:cNvSpPr>
          <p:nvPr/>
        </p:nvSpPr>
        <p:spPr bwMode="auto">
          <a:xfrm>
            <a:off x="5501097" y="5734050"/>
            <a:ext cx="11961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Bảng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khiển</a:t>
            </a:r>
            <a:endParaRPr lang="ko-KR" altLang="en-US" sz="1200" dirty="0">
              <a:latin typeface="Times New Roman" panose="02020603050405020304" pitchFamily="18" charset="0"/>
              <a:cs typeface="Times New Roman" panose="02020603050405020304" pitchFamily="18" charset="0"/>
            </a:endParaRPr>
          </a:p>
        </p:txBody>
      </p:sp>
      <p:sp>
        <p:nvSpPr>
          <p:cNvPr id="2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5"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
        <p:nvSpPr>
          <p:cNvPr id="26" name="Text Box 8"/>
          <p:cNvSpPr txBox="1">
            <a:spLocks noChangeArrowheads="1"/>
          </p:cNvSpPr>
          <p:nvPr/>
        </p:nvSpPr>
        <p:spPr bwMode="auto">
          <a:xfrm>
            <a:off x="1070604" y="2816932"/>
            <a:ext cx="923900" cy="276999"/>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Luyện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endParaRPr lang="en-US" altLang="ko-KR" sz="12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548892875"/>
      </p:ext>
    </p:extLst>
  </p:cSld>
  <p:clrMapOvr>
    <a:masterClrMapping/>
  </p:clrMapOvr>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Text Box 2"/>
          <p:cNvSpPr txBox="1">
            <a:spLocks noChangeArrowheads="1"/>
          </p:cNvSpPr>
          <p:nvPr/>
        </p:nvSpPr>
        <p:spPr bwMode="auto">
          <a:xfrm>
            <a:off x="330200" y="765175"/>
            <a:ext cx="9245600" cy="2696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  1-6. </a:t>
            </a:r>
            <a:r>
              <a:rPr lang="en-US" altLang="ko-KR" sz="1400" b="1" dirty="0" err="1" smtClean="0">
                <a:latin typeface="Times New Roman" panose="02020603050405020304" pitchFamily="18" charset="0"/>
                <a:cs typeface="Times New Roman" panose="02020603050405020304" pitchFamily="18" charset="0"/>
              </a:rPr>
              <a:t>Lệnh</a:t>
            </a:r>
            <a:r>
              <a:rPr lang="en-US" altLang="ko-KR" sz="1400" b="1" dirty="0" smtClean="0">
                <a:latin typeface="Times New Roman" panose="02020603050405020304" pitchFamily="18" charset="0"/>
                <a:cs typeface="Times New Roman" panose="02020603050405020304" pitchFamily="18" charset="0"/>
              </a:rPr>
              <a:t> MC </a:t>
            </a:r>
            <a:r>
              <a:rPr lang="en-US" altLang="ko-KR" sz="1400" b="1" dirty="0">
                <a:latin typeface="Times New Roman" panose="02020603050405020304" pitchFamily="18" charset="0"/>
                <a:cs typeface="Times New Roman" panose="02020603050405020304" pitchFamily="18" charset="0"/>
              </a:rPr>
              <a:t>/ </a:t>
            </a:r>
            <a:r>
              <a:rPr lang="en-US" altLang="ko-KR" sz="1400" b="1" dirty="0" smtClean="0">
                <a:latin typeface="Times New Roman" panose="02020603050405020304" pitchFamily="18" charset="0"/>
                <a:cs typeface="Times New Roman" panose="02020603050405020304" pitchFamily="18" charset="0"/>
              </a:rPr>
              <a:t>MCR</a:t>
            </a:r>
            <a:endParaRPr lang="ko-KR" altLang="en-US" sz="1400" b="1" dirty="0">
              <a:latin typeface="Times New Roman" panose="02020603050405020304" pitchFamily="18" charset="0"/>
              <a:cs typeface="Times New Roman" panose="02020603050405020304" pitchFamily="18" charset="0"/>
            </a:endParaRPr>
          </a:p>
          <a:p>
            <a:pPr eaLnBrk="1" hangingPunct="1">
              <a:lnSpc>
                <a:spcPct val="30000"/>
              </a:lnSpc>
              <a:spcBef>
                <a:spcPct val="50000"/>
              </a:spcBef>
              <a:buFontTx/>
              <a:buNone/>
            </a:pPr>
            <a:endParaRPr lang="ko-KR" altLang="en-US" sz="1400" b="1"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Xét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Nesting(N)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Q-series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N0~N14, </a:t>
            </a:r>
            <a:r>
              <a:rPr lang="en-US" altLang="ko-KR" sz="1200" dirty="0" err="1" smtClean="0">
                <a:latin typeface="Times New Roman" panose="02020603050405020304" pitchFamily="18" charset="0"/>
                <a:cs typeface="Times New Roman" panose="02020603050405020304" pitchFamily="18" charset="0"/>
              </a:rPr>
              <a:t>bao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gồm</a:t>
            </a:r>
            <a:r>
              <a:rPr lang="en-US" altLang="ko-KR" sz="1200" dirty="0" smtClean="0">
                <a:latin typeface="Times New Roman" panose="02020603050405020304" pitchFamily="18" charset="0"/>
                <a:cs typeface="Times New Roman" panose="02020603050405020304" pitchFamily="18" charset="0"/>
              </a:rPr>
              <a:t> 15 </a:t>
            </a:r>
            <a:r>
              <a:rPr lang="en-US" altLang="ko-KR" sz="1200" dirty="0" err="1" smtClean="0">
                <a:latin typeface="Times New Roman" panose="02020603050405020304" pitchFamily="18" charset="0"/>
                <a:cs typeface="Times New Roman" panose="02020603050405020304" pitchFamily="18" charset="0"/>
              </a:rPr>
              <a:t>đơn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A-series</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N0~N7, </a:t>
            </a:r>
            <a:r>
              <a:rPr lang="en-US" altLang="ko-KR" sz="1200" dirty="0" err="1" smtClean="0">
                <a:latin typeface="Times New Roman" panose="02020603050405020304" pitchFamily="18" charset="0"/>
                <a:cs typeface="Times New Roman" panose="02020603050405020304" pitchFamily="18" charset="0"/>
              </a:rPr>
              <a:t>tổng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cộng</a:t>
            </a:r>
            <a:r>
              <a:rPr lang="en-US" altLang="ko-KR" sz="1200" dirty="0" smtClean="0">
                <a:latin typeface="Times New Roman" panose="02020603050405020304" pitchFamily="18" charset="0"/>
                <a:cs typeface="Times New Roman" panose="02020603050405020304" pitchFamily="18" charset="0"/>
              </a:rPr>
              <a:t> 8 </a:t>
            </a:r>
            <a:r>
              <a:rPr lang="en-US" altLang="ko-KR" sz="1200" dirty="0" err="1" smtClean="0">
                <a:latin typeface="Times New Roman" panose="02020603050405020304" pitchFamily="18" charset="0"/>
                <a:cs typeface="Times New Roman" panose="02020603050405020304" pitchFamily="18" charset="0"/>
              </a:rPr>
              <a:t>đơn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Scan Time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MC~MCR </a:t>
            </a:r>
            <a:r>
              <a:rPr lang="en-US" altLang="ko-KR" sz="1200" dirty="0" err="1" smtClean="0">
                <a:latin typeface="Times New Roman" panose="02020603050405020304" pitchFamily="18" charset="0"/>
                <a:cs typeface="Times New Roman" panose="02020603050405020304" pitchFamily="18" charset="0"/>
              </a:rPr>
              <a:t>hầu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biệt</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OFF Program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ON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MC~MCR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đều</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OFF</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OUT</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SET</a:t>
            </a:r>
            <a:r>
              <a:rPr lang="en-US" altLang="ko-KR" sz="1200" dirty="0">
                <a:latin typeface="Times New Roman" panose="02020603050405020304" pitchFamily="18" charset="0"/>
                <a:cs typeface="Times New Roman" panose="02020603050405020304" pitchFamily="18" charset="0"/>
              </a:rPr>
              <a:t>, RST, </a:t>
            </a:r>
            <a:r>
              <a:rPr lang="en-US" altLang="ko-KR" sz="1200" dirty="0" smtClean="0">
                <a:latin typeface="Times New Roman" panose="02020603050405020304" pitchFamily="18" charset="0"/>
                <a:cs typeface="Times New Roman" panose="02020603050405020304" pitchFamily="18" charset="0"/>
              </a:rPr>
              <a:t>SFT,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Counter,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tích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0</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Timer 100ms, Timer 10ms</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giữa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thủ</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sp>
        <p:nvSpPr>
          <p:cNvPr id="131075" name="Rectangle 7"/>
          <p:cNvSpPr>
            <a:spLocks noChangeArrowheads="1"/>
          </p:cNvSpPr>
          <p:nvPr/>
        </p:nvSpPr>
        <p:spPr bwMode="auto">
          <a:xfrm>
            <a:off x="5012864" y="3643720"/>
            <a:ext cx="8835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dirty="0" err="1" smtClean="0">
                <a:latin typeface="Times New Roman" panose="02020603050405020304" pitchFamily="18" charset="0"/>
                <a:cs typeface="Times New Roman" panose="02020603050405020304" pitchFamily="18" charset="0"/>
              </a:rPr>
              <a:t>Tham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khảo</a:t>
            </a:r>
            <a:endParaRPr lang="ko-KR" altLang="en-US" sz="1200" dirty="0">
              <a:latin typeface="Times New Roman" panose="02020603050405020304" pitchFamily="18" charset="0"/>
              <a:cs typeface="Times New Roman" panose="02020603050405020304" pitchFamily="18" charset="0"/>
            </a:endParaRPr>
          </a:p>
        </p:txBody>
      </p:sp>
      <p:grpSp>
        <p:nvGrpSpPr>
          <p:cNvPr id="131076" name="Group 9"/>
          <p:cNvGrpSpPr>
            <a:grpSpLocks/>
          </p:cNvGrpSpPr>
          <p:nvPr/>
        </p:nvGrpSpPr>
        <p:grpSpPr bwMode="auto">
          <a:xfrm>
            <a:off x="4953000" y="3917950"/>
            <a:ext cx="4480385" cy="2304516"/>
            <a:chOff x="2880" y="2296"/>
            <a:chExt cx="2905" cy="1618"/>
          </a:xfrm>
        </p:grpSpPr>
        <p:graphicFrame>
          <p:nvGraphicFramePr>
            <p:cNvPr id="131088" name="Object 10"/>
            <p:cNvGraphicFramePr>
              <a:graphicFrameLocks noChangeAspect="1"/>
            </p:cNvGraphicFramePr>
            <p:nvPr/>
          </p:nvGraphicFramePr>
          <p:xfrm>
            <a:off x="2880" y="2296"/>
            <a:ext cx="2880" cy="907"/>
          </p:xfrm>
          <a:graphic>
            <a:graphicData uri="http://schemas.openxmlformats.org/presentationml/2006/ole">
              <mc:AlternateContent xmlns:mc="http://schemas.openxmlformats.org/markup-compatibility/2006">
                <mc:Choice xmlns:v="urn:schemas-microsoft-com:vml" Requires="v">
                  <p:oleObj spid="_x0000_s203809" name="Picture" r:id="rId4" imgW="4570479" imgH="1048289" progId="Word.Picture.8">
                    <p:embed/>
                  </p:oleObj>
                </mc:Choice>
                <mc:Fallback>
                  <p:oleObj name="Picture" r:id="rId4" imgW="4570479" imgH="1048289" progId="Word.Picture.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80" y="2296"/>
                          <a:ext cx="2880" cy="90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1089" name="Rectangle 11"/>
            <p:cNvSpPr>
              <a:spLocks noChangeArrowheads="1"/>
            </p:cNvSpPr>
            <p:nvPr/>
          </p:nvSpPr>
          <p:spPr bwMode="auto">
            <a:xfrm>
              <a:off x="2880" y="3331"/>
              <a:ext cx="2905" cy="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Mouse Control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mạch</a:t>
              </a:r>
              <a:r>
                <a:rPr lang="en-US" altLang="ko-KR" sz="1200" dirty="0" smtClean="0">
                  <a:latin typeface="Times New Roman" panose="02020603050405020304" pitchFamily="18" charset="0"/>
                  <a:cs typeface="Times New Roman" panose="02020603050405020304" pitchFamily="18" charset="0"/>
                </a:rPr>
                <a:t>.</a:t>
              </a:r>
            </a:p>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                                     )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Monitor Mode(F3)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chèn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grpSp>
      <p:pic>
        <p:nvPicPr>
          <p:cNvPr id="131077" name="Picture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29164" y="5704805"/>
            <a:ext cx="133032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1079" name="Group 16"/>
          <p:cNvGrpSpPr>
            <a:grpSpLocks/>
          </p:cNvGrpSpPr>
          <p:nvPr/>
        </p:nvGrpSpPr>
        <p:grpSpPr bwMode="auto">
          <a:xfrm>
            <a:off x="746125" y="3644902"/>
            <a:ext cx="3738563" cy="2628901"/>
            <a:chOff x="389" y="2341"/>
            <a:chExt cx="2355" cy="1656"/>
          </a:xfrm>
        </p:grpSpPr>
        <p:pic>
          <p:nvPicPr>
            <p:cNvPr id="131081" name="Picture 1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54" y="3783"/>
              <a:ext cx="140"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082" name="Picture 18"/>
            <p:cNvPicPr>
              <a:picLocks noChangeAspect="1" noChangeArrowheads="1"/>
            </p:cNvPicPr>
            <p:nvPr/>
          </p:nvPicPr>
          <p:blipFill>
            <a:blip r:embed="rId8">
              <a:lum bright="-10000"/>
              <a:extLst>
                <a:ext uri="{28A0092B-C50C-407E-A947-70E740481C1C}">
                  <a14:useLocalDpi xmlns:a14="http://schemas.microsoft.com/office/drawing/2010/main" val="0"/>
                </a:ext>
              </a:extLst>
            </a:blip>
            <a:srcRect/>
            <a:stretch>
              <a:fillRect/>
            </a:stretch>
          </p:blipFill>
          <p:spPr bwMode="auto">
            <a:xfrm>
              <a:off x="389" y="2341"/>
              <a:ext cx="2355" cy="1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83" name="Text Box 19"/>
            <p:cNvSpPr txBox="1">
              <a:spLocks noChangeArrowheads="1"/>
            </p:cNvSpPr>
            <p:nvPr/>
          </p:nvSpPr>
          <p:spPr bwMode="auto">
            <a:xfrm>
              <a:off x="521" y="3812"/>
              <a:ext cx="1928" cy="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Load Mode</a:t>
              </a:r>
              <a:endParaRPr lang="ko-KR" altLang="en-US" sz="1200" dirty="0">
                <a:latin typeface="Times New Roman" panose="02020603050405020304" pitchFamily="18" charset="0"/>
                <a:cs typeface="Times New Roman" panose="02020603050405020304" pitchFamily="18" charset="0"/>
              </a:endParaRPr>
            </a:p>
          </p:txBody>
        </p:sp>
        <p:sp>
          <p:nvSpPr>
            <p:cNvPr id="131084" name="Oval 20"/>
            <p:cNvSpPr>
              <a:spLocks noChangeArrowheads="1"/>
            </p:cNvSpPr>
            <p:nvPr/>
          </p:nvSpPr>
          <p:spPr bwMode="auto">
            <a:xfrm>
              <a:off x="2099" y="2891"/>
              <a:ext cx="248" cy="256"/>
            </a:xfrm>
            <a:prstGeom prst="ellipse">
              <a:avLst/>
            </a:prstGeom>
            <a:solidFill>
              <a:schemeClr val="bg1"/>
            </a:solidFill>
            <a:ln w="15875" algn="ctr">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900" b="1">
                  <a:latin typeface="Times New Roman" panose="02020603050405020304" pitchFamily="18" charset="0"/>
                  <a:cs typeface="Times New Roman" panose="02020603050405020304" pitchFamily="18" charset="0"/>
                </a:rPr>
                <a:t>Y40</a:t>
              </a:r>
            </a:p>
          </p:txBody>
        </p:sp>
        <p:sp>
          <p:nvSpPr>
            <p:cNvPr id="131085" name="Oval 21"/>
            <p:cNvSpPr>
              <a:spLocks noChangeArrowheads="1"/>
            </p:cNvSpPr>
            <p:nvPr/>
          </p:nvSpPr>
          <p:spPr bwMode="auto">
            <a:xfrm>
              <a:off x="2096" y="3164"/>
              <a:ext cx="249" cy="255"/>
            </a:xfrm>
            <a:prstGeom prst="ellipse">
              <a:avLst/>
            </a:prstGeom>
            <a:solidFill>
              <a:schemeClr val="bg1"/>
            </a:solidFill>
            <a:ln w="15875" algn="ctr">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900" b="1">
                  <a:latin typeface="Times New Roman" panose="02020603050405020304" pitchFamily="18" charset="0"/>
                  <a:cs typeface="Times New Roman" panose="02020603050405020304" pitchFamily="18" charset="0"/>
                </a:rPr>
                <a:t>Y41</a:t>
              </a:r>
            </a:p>
          </p:txBody>
        </p:sp>
        <p:sp>
          <p:nvSpPr>
            <p:cNvPr id="131086" name="Oval 22"/>
            <p:cNvSpPr>
              <a:spLocks noChangeArrowheads="1"/>
            </p:cNvSpPr>
            <p:nvPr/>
          </p:nvSpPr>
          <p:spPr bwMode="auto">
            <a:xfrm>
              <a:off x="425" y="2692"/>
              <a:ext cx="499" cy="182"/>
            </a:xfrm>
            <a:prstGeom prst="ellipse">
              <a:avLst/>
            </a:prstGeom>
            <a:noFill/>
            <a:ln w="9525" algn="ctr">
              <a:solidFill>
                <a:srgbClr val="CC33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cxnSp>
          <p:nvCxnSpPr>
            <p:cNvPr id="131087" name="AutoShape 23"/>
            <p:cNvCxnSpPr>
              <a:cxnSpLocks noChangeShapeType="1"/>
              <a:stCxn id="131086" idx="2"/>
              <a:endCxn id="131083" idx="1"/>
            </p:cNvCxnSpPr>
            <p:nvPr/>
          </p:nvCxnSpPr>
          <p:spPr bwMode="auto">
            <a:xfrm rot="10800000" flipH="1" flipV="1">
              <a:off x="425" y="2783"/>
              <a:ext cx="96" cy="1121"/>
            </a:xfrm>
            <a:prstGeom prst="curvedConnector3">
              <a:avLst>
                <a:gd name="adj1" fmla="val -150000"/>
              </a:avLst>
            </a:prstGeom>
            <a:noFill/>
            <a:ln w="9525">
              <a:solidFill>
                <a:srgbClr val="CC3300"/>
              </a:solidFill>
              <a:round/>
              <a:headEnd/>
              <a:tailEnd type="triangle" w="med" len="med"/>
            </a:ln>
            <a:extLst>
              <a:ext uri="{909E8E84-426E-40DD-AFC4-6F175D3DCCD1}">
                <a14:hiddenFill xmlns:a14="http://schemas.microsoft.com/office/drawing/2010/main">
                  <a:noFill/>
                </a14:hiddenFill>
              </a:ext>
            </a:extLst>
          </p:spPr>
        </p:cxnSp>
      </p:grpSp>
      <p:sp>
        <p:nvSpPr>
          <p:cNvPr id="18"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9"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100073468"/>
      </p:ext>
    </p:extLst>
  </p:cSld>
  <p:clrMapOvr>
    <a:masterClrMapping/>
  </p:clrMapOvr>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Rectangle 2"/>
          <p:cNvSpPr>
            <a:spLocks noChangeArrowheads="1"/>
          </p:cNvSpPr>
          <p:nvPr/>
        </p:nvSpPr>
        <p:spPr bwMode="auto">
          <a:xfrm>
            <a:off x="394021" y="765175"/>
            <a:ext cx="187102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1-6. </a:t>
            </a:r>
            <a:r>
              <a:rPr lang="en-US" altLang="ko-KR" sz="1400" b="1" dirty="0" err="1" smtClean="0">
                <a:latin typeface="Times New Roman" panose="02020603050405020304" pitchFamily="18" charset="0"/>
                <a:cs typeface="Times New Roman" panose="02020603050405020304" pitchFamily="18" charset="0"/>
              </a:rPr>
              <a:t>Lệnh</a:t>
            </a:r>
            <a:r>
              <a:rPr lang="en-US" altLang="ko-KR" sz="1400" b="1" dirty="0" smtClean="0">
                <a:latin typeface="Times New Roman" panose="02020603050405020304" pitchFamily="18" charset="0"/>
                <a:cs typeface="Times New Roman" panose="02020603050405020304" pitchFamily="18" charset="0"/>
              </a:rPr>
              <a:t> MC </a:t>
            </a:r>
            <a:r>
              <a:rPr lang="en-US" altLang="ko-KR" sz="1400" b="1" dirty="0">
                <a:latin typeface="Times New Roman" panose="02020603050405020304" pitchFamily="18" charset="0"/>
                <a:cs typeface="Times New Roman" panose="02020603050405020304" pitchFamily="18" charset="0"/>
              </a:rPr>
              <a:t>/ MCR </a:t>
            </a:r>
            <a:endParaRPr lang="ko-KR" altLang="en-US" sz="1400" b="1" dirty="0">
              <a:latin typeface="Times New Roman" panose="02020603050405020304" pitchFamily="18" charset="0"/>
              <a:cs typeface="Times New Roman" panose="02020603050405020304" pitchFamily="18" charset="0"/>
            </a:endParaRPr>
          </a:p>
        </p:txBody>
      </p:sp>
      <p:pic>
        <p:nvPicPr>
          <p:cNvPr id="1320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9775" y="1123950"/>
            <a:ext cx="5203825" cy="5329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00" name="Rectangle 4"/>
          <p:cNvSpPr>
            <a:spLocks noChangeArrowheads="1"/>
          </p:cNvSpPr>
          <p:nvPr/>
        </p:nvSpPr>
        <p:spPr bwMode="auto">
          <a:xfrm>
            <a:off x="5826125" y="2479388"/>
            <a:ext cx="3571812"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MC~MCR Program </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MC~MCR</a:t>
            </a:r>
          </a:p>
          <a:p>
            <a:pPr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 Program </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cấu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Nest)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những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①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N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MC </a:t>
            </a: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nhỏ</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②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N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MCR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MC</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Count </a:t>
            </a: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a:t>
            </a:r>
          </a:p>
          <a:p>
            <a:pPr eaLnBrk="1" hangingPunct="1">
              <a:lnSpc>
                <a:spcPct val="100000"/>
              </a:lnSpc>
              <a:spcBef>
                <a:spcPct val="5000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Program </a:t>
            </a:r>
            <a:r>
              <a:rPr lang="ko-KR" altLang="en-US" sz="1200" dirty="0" smtClean="0">
                <a:latin typeface="Times New Roman" panose="02020603050405020304" pitchFamily="18" charset="0"/>
                <a:cs typeface="Times New Roman" panose="02020603050405020304" pitchFamily="18" charset="0"/>
              </a:rPr>
              <a:t>ⓒ </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ngoài</a:t>
            </a:r>
            <a:r>
              <a:rPr lang="en-US" altLang="ko-KR" sz="1200" dirty="0" smtClean="0">
                <a:latin typeface="Times New Roman" panose="02020603050405020304" pitchFamily="18" charset="0"/>
                <a:cs typeface="Times New Roman" panose="02020603050405020304" pitchFamily="18" charset="0"/>
              </a:rPr>
              <a:t> Program</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N.</a:t>
            </a:r>
            <a:endParaRPr lang="ko-KR" altLang="en-US" sz="1200" dirty="0">
              <a:latin typeface="Times New Roman" panose="02020603050405020304" pitchFamily="18" charset="0"/>
              <a:cs typeface="Times New Roman" panose="02020603050405020304" pitchFamily="18" charset="0"/>
              <a:sym typeface="Symbol" pitchFamily="18" charset="2"/>
            </a:endParaRPr>
          </a:p>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M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Relay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MC.</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p:txBody>
      </p:sp>
      <p:sp>
        <p:nvSpPr>
          <p:cNvPr id="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8"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720468890"/>
      </p:ext>
    </p:extLst>
  </p:cSld>
  <p:clrMapOvr>
    <a:masterClrMapping/>
  </p:clrMapOvr>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AutoShape 2"/>
          <p:cNvSpPr>
            <a:spLocks noChangeArrowheads="1"/>
          </p:cNvSpPr>
          <p:nvPr/>
        </p:nvSpPr>
        <p:spPr bwMode="auto">
          <a:xfrm>
            <a:off x="412750" y="854075"/>
            <a:ext cx="9142413" cy="5546725"/>
          </a:xfrm>
          <a:prstGeom prst="roundRect">
            <a:avLst>
              <a:gd name="adj" fmla="val 16667"/>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3123" name="Text Box 4"/>
          <p:cNvSpPr txBox="1">
            <a:spLocks noChangeArrowheads="1"/>
          </p:cNvSpPr>
          <p:nvPr/>
        </p:nvSpPr>
        <p:spPr bwMode="auto">
          <a:xfrm>
            <a:off x="953317" y="1158875"/>
            <a:ext cx="622638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Đây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giữa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thủ</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MC</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MCR.</a:t>
            </a:r>
            <a:endParaRPr lang="en-US" altLang="ko-KR" sz="1200" dirty="0">
              <a:latin typeface="Times New Roman" panose="02020603050405020304" pitchFamily="18" charset="0"/>
              <a:cs typeface="Times New Roman" panose="02020603050405020304" pitchFamily="18" charset="0"/>
              <a:sym typeface="Symbol" pitchFamily="18" charset="2"/>
            </a:endParaRPr>
          </a:p>
          <a:p>
            <a:pPr eaLnBrk="1" hangingPunct="1">
              <a:lnSpc>
                <a:spcPct val="100000"/>
              </a:lnSpc>
              <a:spcBef>
                <a:spcPct val="50000"/>
              </a:spcBef>
              <a:buFont typeface="Symbol" pitchFamily="18" charset="2"/>
              <a:buNone/>
            </a:pP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Biết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rằng</a:t>
            </a:r>
            <a:r>
              <a:rPr lang="en-US" altLang="ko-KR" sz="1200" dirty="0" smtClean="0">
                <a:latin typeface="Times New Roman" panose="02020603050405020304" pitchFamily="18" charset="0"/>
                <a:cs typeface="Times New Roman" panose="02020603050405020304" pitchFamily="18" charset="0"/>
              </a:rPr>
              <a:t> XB</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1</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2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Off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Off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thủ</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 typeface="Symbol" pitchFamily="18" charset="2"/>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X0 </a:t>
            </a:r>
            <a:r>
              <a:rPr lang="en-US" altLang="ko-KR" sz="1200" dirty="0" err="1" smtClean="0">
                <a:latin typeface="Times New Roman" panose="02020603050405020304" pitchFamily="18" charset="0"/>
                <a:cs typeface="Times New Roman" panose="02020603050405020304" pitchFamily="18" charset="0"/>
              </a:rPr>
              <a:t>chuyển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r>
              <a:rPr lang="en-US" altLang="ko-KR" sz="1200" dirty="0" smtClean="0">
                <a:latin typeface="Times New Roman" panose="02020603050405020304" pitchFamily="18" charset="0"/>
                <a:cs typeface="Times New Roman" panose="02020603050405020304" pitchFamily="18" charset="0"/>
              </a:rPr>
              <a:t>(Y41).</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Tx/>
              <a:buNone/>
            </a:pPr>
            <a:r>
              <a:rPr lang="en-US" altLang="ko-KR"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X1 </a:t>
            </a:r>
            <a:r>
              <a:rPr lang="en-US" altLang="ko-KR" sz="1200" dirty="0" err="1" smtClean="0">
                <a:latin typeface="Times New Roman" panose="02020603050405020304" pitchFamily="18" charset="0"/>
                <a:cs typeface="Times New Roman" panose="02020603050405020304" pitchFamily="18" charset="0"/>
              </a:rPr>
              <a:t>chuyển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(Y42).</a:t>
            </a:r>
            <a:endParaRPr lang="en-US" altLang="ko-KR" sz="1200" dirty="0">
              <a:latin typeface="Times New Roman" panose="02020603050405020304" pitchFamily="18" charset="0"/>
              <a:cs typeface="Times New Roman" panose="02020603050405020304" pitchFamily="18" charset="0"/>
              <a:sym typeface="Symbol" pitchFamily="18" charset="2"/>
            </a:endParaRPr>
          </a:p>
          <a:p>
            <a:pPr eaLnBrk="1" hangingPunct="1">
              <a:lnSpc>
                <a:spcPct val="100000"/>
              </a:lnSpc>
              <a:spcBef>
                <a:spcPct val="50000"/>
              </a:spcBef>
              <a:buFont typeface="Symbol" pitchFamily="18" charset="2"/>
              <a:buNone/>
            </a:pP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khởi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3 </a:t>
            </a:r>
            <a:r>
              <a:rPr lang="en-US" altLang="ko-KR" sz="1200" dirty="0" err="1" smtClean="0">
                <a:latin typeface="Times New Roman" panose="02020603050405020304" pitchFamily="18" charset="0"/>
                <a:cs typeface="Times New Roman" panose="02020603050405020304" pitchFamily="18" charset="0"/>
              </a:rPr>
              <a:t>giây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0"/>
              </a:lnSpc>
              <a:spcBef>
                <a:spcPct val="50000"/>
              </a:spcBef>
              <a:buFont typeface="Symbol" pitchFamily="18" charset="2"/>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10 </a:t>
            </a:r>
            <a:r>
              <a:rPr lang="en-US" altLang="ko-KR" sz="1200" dirty="0" err="1" smtClean="0">
                <a:latin typeface="Times New Roman" panose="02020603050405020304" pitchFamily="18" charset="0"/>
                <a:cs typeface="Times New Roman" panose="02020603050405020304" pitchFamily="18" charset="0"/>
              </a:rPr>
              <a:t>giây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a:t>
            </a:r>
          </a:p>
        </p:txBody>
      </p:sp>
      <p:grpSp>
        <p:nvGrpSpPr>
          <p:cNvPr id="133124" name="Group 5"/>
          <p:cNvGrpSpPr>
            <a:grpSpLocks/>
          </p:cNvGrpSpPr>
          <p:nvPr/>
        </p:nvGrpSpPr>
        <p:grpSpPr bwMode="auto">
          <a:xfrm>
            <a:off x="428625" y="4294189"/>
            <a:ext cx="9048750" cy="1296988"/>
            <a:chOff x="249" y="2024"/>
            <a:chExt cx="5262" cy="817"/>
          </a:xfrm>
        </p:grpSpPr>
        <p:pic>
          <p:nvPicPr>
            <p:cNvPr id="133129" name="Picture 6"/>
            <p:cNvPicPr>
              <a:picLocks noChangeAspect="1" noChangeArrowheads="1"/>
            </p:cNvPicPr>
            <p:nvPr/>
          </p:nvPicPr>
          <p:blipFill>
            <a:blip r:embed="rId3">
              <a:extLst>
                <a:ext uri="{28A0092B-C50C-407E-A947-70E740481C1C}">
                  <a14:useLocalDpi xmlns:a14="http://schemas.microsoft.com/office/drawing/2010/main" val="0"/>
                </a:ext>
              </a:extLst>
            </a:blip>
            <a:srcRect b="80302"/>
            <a:stretch>
              <a:fillRect/>
            </a:stretch>
          </p:blipFill>
          <p:spPr bwMode="auto">
            <a:xfrm>
              <a:off x="249" y="2183"/>
              <a:ext cx="5262" cy="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30" name="Text Box 7"/>
            <p:cNvSpPr txBox="1">
              <a:spLocks noChangeArrowheads="1"/>
            </p:cNvSpPr>
            <p:nvPr/>
          </p:nvSpPr>
          <p:spPr bwMode="auto">
            <a:xfrm>
              <a:off x="3419" y="2024"/>
              <a:ext cx="506"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endParaRPr lang="ko-KR" altLang="en-US" sz="1200" dirty="0">
                <a:latin typeface="Times New Roman" panose="02020603050405020304" pitchFamily="18" charset="0"/>
                <a:cs typeface="Times New Roman" panose="02020603050405020304" pitchFamily="18" charset="0"/>
              </a:endParaRPr>
            </a:p>
          </p:txBody>
        </p:sp>
        <p:sp>
          <p:nvSpPr>
            <p:cNvPr id="133131" name="Text Box 8"/>
            <p:cNvSpPr txBox="1">
              <a:spLocks noChangeArrowheads="1"/>
            </p:cNvSpPr>
            <p:nvPr/>
          </p:nvSpPr>
          <p:spPr bwMode="auto">
            <a:xfrm>
              <a:off x="2286" y="2160"/>
              <a:ext cx="536"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endParaRPr lang="ko-KR" altLang="en-US" sz="1200" dirty="0">
                <a:latin typeface="Times New Roman" panose="02020603050405020304" pitchFamily="18" charset="0"/>
                <a:cs typeface="Times New Roman" panose="02020603050405020304" pitchFamily="18" charset="0"/>
              </a:endParaRPr>
            </a:p>
          </p:txBody>
        </p:sp>
        <p:sp>
          <p:nvSpPr>
            <p:cNvPr id="133132" name="Text Box 9"/>
            <p:cNvSpPr txBox="1">
              <a:spLocks noChangeArrowheads="1"/>
            </p:cNvSpPr>
            <p:nvPr/>
          </p:nvSpPr>
          <p:spPr bwMode="auto">
            <a:xfrm>
              <a:off x="2357" y="2667"/>
              <a:ext cx="1408"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just" eaLnBrk="1" hangingPunct="1">
                <a:lnSpc>
                  <a:spcPct val="100000"/>
                </a:lnSpc>
                <a:spcBef>
                  <a:spcPct val="50000"/>
                </a:spcBef>
                <a:buFontTx/>
                <a:buNone/>
              </a:pPr>
              <a:r>
                <a:rPr lang="en-US" altLang="ko-KR" sz="1200" dirty="0" smtClean="0">
                  <a:latin typeface="Times New Roman" panose="02020603050405020304" pitchFamily="18" charset="0"/>
                  <a:cs typeface="Times New Roman" panose="02020603050405020304" pitchFamily="18" charset="0"/>
                </a:rPr>
                <a:t>3 sec</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10 sec</a:t>
              </a:r>
              <a:endParaRPr lang="ko-KR" altLang="en-US" sz="1200" dirty="0">
                <a:latin typeface="Times New Roman" panose="02020603050405020304" pitchFamily="18" charset="0"/>
                <a:cs typeface="Times New Roman" panose="02020603050405020304" pitchFamily="18" charset="0"/>
              </a:endParaRPr>
            </a:p>
          </p:txBody>
        </p:sp>
      </p:grpSp>
      <p:sp>
        <p:nvSpPr>
          <p:cNvPr id="133125" name="Rectangle 10"/>
          <p:cNvSpPr>
            <a:spLocks noChangeArrowheads="1"/>
          </p:cNvSpPr>
          <p:nvPr/>
        </p:nvSpPr>
        <p:spPr bwMode="auto">
          <a:xfrm>
            <a:off x="938517" y="6035675"/>
            <a:ext cx="76781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smtClean="0">
                <a:latin typeface="Times New Roman" panose="02020603050405020304" pitchFamily="18" charset="0"/>
                <a:cs typeface="Times New Roman" panose="02020603050405020304" pitchFamily="18" charset="0"/>
              </a:rPr>
              <a:t>Tuy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nhiên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hãy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từ</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400~499 </a:t>
            </a:r>
            <a:r>
              <a:rPr lang="en-US" altLang="ko-KR" sz="1200" dirty="0" err="1">
                <a:latin typeface="Times New Roman" panose="02020603050405020304" pitchFamily="18" charset="0"/>
                <a:cs typeface="Times New Roman" panose="02020603050405020304" pitchFamily="18" charset="0"/>
              </a:rPr>
              <a:t>cho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cả</a:t>
            </a:r>
            <a:r>
              <a:rPr lang="en-US" altLang="ko-KR" sz="1200" dirty="0">
                <a:latin typeface="Times New Roman" panose="02020603050405020304" pitchFamily="18" charset="0"/>
                <a:cs typeface="Times New Roman" panose="02020603050405020304" pitchFamily="18" charset="0"/>
              </a:rPr>
              <a:t> Device </a:t>
            </a:r>
            <a:r>
              <a:rPr lang="en-US" altLang="ko-KR" sz="1200" dirty="0" err="1">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chứa</a:t>
            </a:r>
            <a:r>
              <a:rPr lang="en-US" altLang="ko-KR" sz="1200" dirty="0">
                <a:latin typeface="Times New Roman" panose="02020603050405020304" pitchFamily="18" charset="0"/>
                <a:cs typeface="Times New Roman" panose="02020603050405020304" pitchFamily="18" charset="0"/>
              </a:rPr>
              <a:t> X,Y. </a:t>
            </a:r>
            <a:r>
              <a:rPr lang="en-US" altLang="ko-KR" sz="1200" dirty="0" err="1">
                <a:latin typeface="Times New Roman" panose="02020603050405020304" pitchFamily="18" charset="0"/>
                <a:cs typeface="Times New Roman" panose="02020603050405020304" pitchFamily="18" charset="0"/>
              </a:rPr>
              <a:t>Sau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hoàn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xóa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Y.</a:t>
            </a:r>
          </a:p>
        </p:txBody>
      </p:sp>
      <p:sp>
        <p:nvSpPr>
          <p:cNvPr id="13"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4"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
        <p:nvSpPr>
          <p:cNvPr id="15" name="Text Box 8"/>
          <p:cNvSpPr txBox="1">
            <a:spLocks noChangeArrowheads="1"/>
          </p:cNvSpPr>
          <p:nvPr/>
        </p:nvSpPr>
        <p:spPr bwMode="auto">
          <a:xfrm>
            <a:off x="1280592" y="728700"/>
            <a:ext cx="923900" cy="276999"/>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Luyện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endParaRPr lang="en-US" altLang="ko-KR" sz="12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948670545"/>
      </p:ext>
    </p:extLst>
  </p:cSld>
  <p:clrMapOvr>
    <a:masterClrMapping/>
  </p:clrMapOvr>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Text Box 3"/>
          <p:cNvSpPr txBox="1">
            <a:spLocks noChangeArrowheads="1"/>
          </p:cNvSpPr>
          <p:nvPr/>
        </p:nvSpPr>
        <p:spPr bwMode="auto">
          <a:xfrm>
            <a:off x="420688" y="1268413"/>
            <a:ext cx="8412496" cy="2954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1</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Yêu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ấn</a:t>
            </a:r>
            <a:r>
              <a:rPr lang="en-US" altLang="ko-KR" sz="1200" dirty="0" smtClean="0">
                <a:latin typeface="Times New Roman" panose="02020603050405020304" pitchFamily="18" charset="0"/>
                <a:cs typeface="Times New Roman" panose="02020603050405020304" pitchFamily="18" charset="0"/>
              </a:rPr>
              <a:t> S/W </a:t>
            </a:r>
            <a:r>
              <a:rPr lang="en-US" altLang="ko-KR" sz="1200" dirty="0" err="1" smtClean="0">
                <a:latin typeface="Times New Roman" panose="02020603050405020304" pitchFamily="18" charset="0"/>
                <a:cs typeface="Times New Roman" panose="02020603050405020304" pitchFamily="18" charset="0"/>
              </a:rPr>
              <a:t>khởi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3 </a:t>
            </a:r>
            <a:r>
              <a:rPr lang="en-US" altLang="ko-KR" sz="1200" dirty="0" err="1" smtClean="0">
                <a:latin typeface="Times New Roman" panose="02020603050405020304" pitchFamily="18" charset="0"/>
                <a:cs typeface="Times New Roman" panose="02020603050405020304" pitchFamily="18" charset="0"/>
              </a:rPr>
              <a:t>giây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ON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ấn</a:t>
            </a:r>
            <a:r>
              <a:rPr lang="en-US" altLang="ko-KR" sz="1200" dirty="0" smtClean="0">
                <a:latin typeface="Times New Roman" panose="02020603050405020304" pitchFamily="18" charset="0"/>
                <a:cs typeface="Times New Roman" panose="02020603050405020304" pitchFamily="18" charset="0"/>
              </a:rPr>
              <a:t> S/W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OFF </a:t>
            </a:r>
            <a:r>
              <a:rPr lang="en-US" altLang="ko-KR" sz="1200" dirty="0" err="1" smtClean="0">
                <a:latin typeface="Times New Roman" panose="02020603050405020304" pitchFamily="18" charset="0"/>
                <a:cs typeface="Times New Roman" panose="02020603050405020304" pitchFamily="18" charset="0"/>
              </a:rPr>
              <a:t>ngay</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34147" name="Text Box 4"/>
          <p:cNvSpPr txBox="1">
            <a:spLocks noChangeArrowheads="1"/>
          </p:cNvSpPr>
          <p:nvPr/>
        </p:nvSpPr>
        <p:spPr bwMode="auto">
          <a:xfrm>
            <a:off x="420688" y="1781175"/>
            <a:ext cx="5607625"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2</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Hiểu</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chủng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mạch</a:t>
            </a:r>
            <a:r>
              <a:rPr lang="en-US" altLang="ko-KR" sz="1200" dirty="0" smtClean="0">
                <a:latin typeface="Times New Roman" panose="02020603050405020304" pitchFamily="18" charset="0"/>
                <a:cs typeface="Times New Roman" panose="02020603050405020304" pitchFamily="18" charset="0"/>
              </a:rPr>
              <a:t> Delay Timer.</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quen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cấu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mạch</a:t>
            </a:r>
            <a:r>
              <a:rPr lang="en-US" altLang="ko-KR" sz="1200" dirty="0" smtClean="0">
                <a:latin typeface="Times New Roman" panose="02020603050405020304" pitchFamily="18" charset="0"/>
                <a:cs typeface="Times New Roman" panose="02020603050405020304" pitchFamily="18" charset="0"/>
              </a:rPr>
              <a:t> ON Delay.  </a:t>
            </a:r>
            <a:endParaRPr lang="en-US" altLang="ko-KR" sz="1200" dirty="0">
              <a:latin typeface="Times New Roman" panose="02020603050405020304" pitchFamily="18" charset="0"/>
              <a:cs typeface="Times New Roman" panose="02020603050405020304" pitchFamily="18" charset="0"/>
            </a:endParaRPr>
          </a:p>
        </p:txBody>
      </p:sp>
      <p:grpSp>
        <p:nvGrpSpPr>
          <p:cNvPr id="134148" name="Group 81"/>
          <p:cNvGrpSpPr>
            <a:grpSpLocks/>
          </p:cNvGrpSpPr>
          <p:nvPr/>
        </p:nvGrpSpPr>
        <p:grpSpPr bwMode="auto">
          <a:xfrm>
            <a:off x="536575" y="2878138"/>
            <a:ext cx="4664075" cy="3481387"/>
            <a:chOff x="338" y="1813"/>
            <a:chExt cx="2938" cy="2193"/>
          </a:xfrm>
        </p:grpSpPr>
        <p:sp>
          <p:nvSpPr>
            <p:cNvPr id="134154" name="Text Box 5"/>
            <p:cNvSpPr txBox="1">
              <a:spLocks noChangeArrowheads="1"/>
            </p:cNvSpPr>
            <p:nvPr/>
          </p:nvSpPr>
          <p:spPr bwMode="auto">
            <a:xfrm>
              <a:off x="1519" y="3833"/>
              <a:ext cx="422"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DC24V</a:t>
              </a:r>
            </a:p>
          </p:txBody>
        </p:sp>
        <p:grpSp>
          <p:nvGrpSpPr>
            <p:cNvPr id="134155" name="Group 8"/>
            <p:cNvGrpSpPr>
              <a:grpSpLocks/>
            </p:cNvGrpSpPr>
            <p:nvPr/>
          </p:nvGrpSpPr>
          <p:grpSpPr bwMode="auto">
            <a:xfrm>
              <a:off x="1282" y="1813"/>
              <a:ext cx="1248" cy="1640"/>
              <a:chOff x="1632" y="1584"/>
              <a:chExt cx="1152" cy="1728"/>
            </a:xfrm>
          </p:grpSpPr>
          <p:sp>
            <p:nvSpPr>
              <p:cNvPr id="134203" name="Rectangle 9"/>
              <p:cNvSpPr>
                <a:spLocks noChangeArrowheads="1"/>
              </p:cNvSpPr>
              <p:nvPr/>
            </p:nvSpPr>
            <p:spPr bwMode="auto">
              <a:xfrm>
                <a:off x="1632" y="1584"/>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Bộ</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phận</a:t>
                </a:r>
                <a:endParaRPr lang="en-US" altLang="ko-KR" sz="1000" dirty="0" smtClean="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đầu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vào</a:t>
                </a:r>
                <a:endParaRPr lang="ko-KR" altLang="en-US" sz="1000" dirty="0">
                  <a:latin typeface="Times New Roman" panose="02020603050405020304" pitchFamily="18" charset="0"/>
                  <a:cs typeface="Times New Roman" panose="02020603050405020304" pitchFamily="18" charset="0"/>
                </a:endParaRPr>
              </a:p>
            </p:txBody>
          </p:sp>
          <p:sp>
            <p:nvSpPr>
              <p:cNvPr id="134204" name="Rectangle 10"/>
              <p:cNvSpPr>
                <a:spLocks noChangeArrowheads="1"/>
              </p:cNvSpPr>
              <p:nvPr/>
            </p:nvSpPr>
            <p:spPr bwMode="auto">
              <a:xfrm>
                <a:off x="2016" y="1584"/>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dirty="0" err="1" smtClean="0">
                    <a:latin typeface="Times New Roman" panose="02020603050405020304" pitchFamily="18" charset="0"/>
                    <a:cs typeface="Times New Roman" panose="02020603050405020304" pitchFamily="18" charset="0"/>
                  </a:rPr>
                  <a:t>Bộ</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phận</a:t>
                </a:r>
                <a:endParaRPr lang="en-US" altLang="ko-KR" sz="1000" dirty="0" smtClean="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tính</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toán</a:t>
                </a:r>
                <a:endParaRPr lang="ko-KR" altLang="en-US" sz="1000" dirty="0">
                  <a:latin typeface="Times New Roman" panose="02020603050405020304" pitchFamily="18" charset="0"/>
                  <a:cs typeface="Times New Roman" panose="02020603050405020304" pitchFamily="18" charset="0"/>
                </a:endParaRPr>
              </a:p>
            </p:txBody>
          </p:sp>
          <p:sp>
            <p:nvSpPr>
              <p:cNvPr id="134205" name="Rectangle 11"/>
              <p:cNvSpPr>
                <a:spLocks noChangeArrowheads="1"/>
              </p:cNvSpPr>
              <p:nvPr/>
            </p:nvSpPr>
            <p:spPr bwMode="auto">
              <a:xfrm>
                <a:off x="2400" y="1584"/>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Bộ</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a:latin typeface="Times New Roman" panose="02020603050405020304" pitchFamily="18" charset="0"/>
                    <a:cs typeface="Times New Roman" panose="02020603050405020304" pitchFamily="18" charset="0"/>
                  </a:rPr>
                  <a:t>phận</a:t>
                </a:r>
                <a:endParaRPr lang="en-US" altLang="ko-KR" sz="1000" dirty="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a:latin typeface="Times New Roman" panose="02020603050405020304" pitchFamily="18" charset="0"/>
                    <a:cs typeface="Times New Roman" panose="02020603050405020304" pitchFamily="18" charset="0"/>
                  </a:rPr>
                  <a:t>đầu</a:t>
                </a: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ra</a:t>
                </a:r>
                <a:endParaRPr lang="ko-KR" altLang="en-US" sz="1000" dirty="0">
                  <a:latin typeface="Times New Roman" panose="02020603050405020304" pitchFamily="18" charset="0"/>
                  <a:cs typeface="Times New Roman" panose="02020603050405020304" pitchFamily="18" charset="0"/>
                </a:endParaRPr>
              </a:p>
            </p:txBody>
          </p:sp>
          <p:sp>
            <p:nvSpPr>
              <p:cNvPr id="134206" name="Rectangle 12"/>
              <p:cNvSpPr>
                <a:spLocks noChangeArrowheads="1"/>
              </p:cNvSpPr>
              <p:nvPr/>
            </p:nvSpPr>
            <p:spPr bwMode="auto">
              <a:xfrm>
                <a:off x="1632" y="1776"/>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X0</a:t>
                </a:r>
              </a:p>
            </p:txBody>
          </p:sp>
          <p:sp>
            <p:nvSpPr>
              <p:cNvPr id="134207" name="Rectangle 13"/>
              <p:cNvSpPr>
                <a:spLocks noChangeArrowheads="1"/>
              </p:cNvSpPr>
              <p:nvPr/>
            </p:nvSpPr>
            <p:spPr bwMode="auto">
              <a:xfrm>
                <a:off x="1632" y="1968"/>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X1</a:t>
                </a:r>
              </a:p>
            </p:txBody>
          </p:sp>
          <p:sp>
            <p:nvSpPr>
              <p:cNvPr id="134208" name="Rectangle 14"/>
              <p:cNvSpPr>
                <a:spLocks noChangeArrowheads="1"/>
              </p:cNvSpPr>
              <p:nvPr/>
            </p:nvSpPr>
            <p:spPr bwMode="auto">
              <a:xfrm>
                <a:off x="1632" y="2160"/>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X2</a:t>
                </a:r>
              </a:p>
            </p:txBody>
          </p:sp>
          <p:sp>
            <p:nvSpPr>
              <p:cNvPr id="134209" name="Rectangle 15"/>
              <p:cNvSpPr>
                <a:spLocks noChangeArrowheads="1"/>
              </p:cNvSpPr>
              <p:nvPr/>
            </p:nvSpPr>
            <p:spPr bwMode="auto">
              <a:xfrm>
                <a:off x="1632" y="2352"/>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X3</a:t>
                </a:r>
              </a:p>
            </p:txBody>
          </p:sp>
          <p:sp>
            <p:nvSpPr>
              <p:cNvPr id="134210" name="Rectangle 16"/>
              <p:cNvSpPr>
                <a:spLocks noChangeArrowheads="1"/>
              </p:cNvSpPr>
              <p:nvPr/>
            </p:nvSpPr>
            <p:spPr bwMode="auto">
              <a:xfrm>
                <a:off x="1632" y="2544"/>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X4</a:t>
                </a:r>
              </a:p>
            </p:txBody>
          </p:sp>
          <p:sp>
            <p:nvSpPr>
              <p:cNvPr id="134211" name="Rectangle 17"/>
              <p:cNvSpPr>
                <a:spLocks noChangeArrowheads="1"/>
              </p:cNvSpPr>
              <p:nvPr/>
            </p:nvSpPr>
            <p:spPr bwMode="auto">
              <a:xfrm>
                <a:off x="1632" y="2736"/>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X5</a:t>
                </a:r>
              </a:p>
            </p:txBody>
          </p:sp>
          <p:sp>
            <p:nvSpPr>
              <p:cNvPr id="134212" name="Rectangle 18"/>
              <p:cNvSpPr>
                <a:spLocks noChangeArrowheads="1"/>
              </p:cNvSpPr>
              <p:nvPr/>
            </p:nvSpPr>
            <p:spPr bwMode="auto">
              <a:xfrm>
                <a:off x="1632" y="2928"/>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X6</a:t>
                </a:r>
              </a:p>
            </p:txBody>
          </p:sp>
          <p:sp>
            <p:nvSpPr>
              <p:cNvPr id="134213" name="Rectangle 19"/>
              <p:cNvSpPr>
                <a:spLocks noChangeArrowheads="1"/>
              </p:cNvSpPr>
              <p:nvPr/>
            </p:nvSpPr>
            <p:spPr bwMode="auto">
              <a:xfrm>
                <a:off x="1632" y="3120"/>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X7</a:t>
                </a:r>
              </a:p>
            </p:txBody>
          </p:sp>
          <p:sp>
            <p:nvSpPr>
              <p:cNvPr id="134214" name="Rectangle 20"/>
              <p:cNvSpPr>
                <a:spLocks noChangeArrowheads="1"/>
              </p:cNvSpPr>
              <p:nvPr/>
            </p:nvSpPr>
            <p:spPr bwMode="auto">
              <a:xfrm>
                <a:off x="2016" y="1776"/>
                <a:ext cx="384" cy="1536"/>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P</a:t>
                </a:r>
              </a:p>
              <a:p>
                <a:pPr algn="ctr" eaLnBrk="1" hangingPunct="1">
                  <a:lnSpc>
                    <a:spcPct val="100000"/>
                  </a:lnSpc>
                  <a:spcBef>
                    <a:spcPct val="0"/>
                  </a:spcBef>
                  <a:buFontTx/>
                  <a:buNone/>
                </a:pPr>
                <a:endParaRPr lang="en-US" altLang="ko-KR" sz="140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L</a:t>
                </a:r>
              </a:p>
              <a:p>
                <a:pPr algn="ctr" eaLnBrk="1" hangingPunct="1">
                  <a:lnSpc>
                    <a:spcPct val="100000"/>
                  </a:lnSpc>
                  <a:spcBef>
                    <a:spcPct val="0"/>
                  </a:spcBef>
                  <a:buFontTx/>
                  <a:buNone/>
                </a:pPr>
                <a:endParaRPr lang="en-US" altLang="ko-KR" sz="140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C</a:t>
                </a:r>
              </a:p>
            </p:txBody>
          </p:sp>
          <p:sp>
            <p:nvSpPr>
              <p:cNvPr id="134215" name="Rectangle 21"/>
              <p:cNvSpPr>
                <a:spLocks noChangeArrowheads="1"/>
              </p:cNvSpPr>
              <p:nvPr/>
            </p:nvSpPr>
            <p:spPr bwMode="auto">
              <a:xfrm>
                <a:off x="2400" y="1776"/>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Y40</a:t>
                </a:r>
              </a:p>
            </p:txBody>
          </p:sp>
          <p:sp>
            <p:nvSpPr>
              <p:cNvPr id="134216" name="Rectangle 22"/>
              <p:cNvSpPr>
                <a:spLocks noChangeArrowheads="1"/>
              </p:cNvSpPr>
              <p:nvPr/>
            </p:nvSpPr>
            <p:spPr bwMode="auto">
              <a:xfrm>
                <a:off x="2400" y="1968"/>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Y41</a:t>
                </a:r>
              </a:p>
            </p:txBody>
          </p:sp>
          <p:sp>
            <p:nvSpPr>
              <p:cNvPr id="134217" name="Rectangle 23"/>
              <p:cNvSpPr>
                <a:spLocks noChangeArrowheads="1"/>
              </p:cNvSpPr>
              <p:nvPr/>
            </p:nvSpPr>
            <p:spPr bwMode="auto">
              <a:xfrm>
                <a:off x="2400" y="2160"/>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Y42</a:t>
                </a:r>
              </a:p>
            </p:txBody>
          </p:sp>
          <p:sp>
            <p:nvSpPr>
              <p:cNvPr id="134218" name="Rectangle 24"/>
              <p:cNvSpPr>
                <a:spLocks noChangeArrowheads="1"/>
              </p:cNvSpPr>
              <p:nvPr/>
            </p:nvSpPr>
            <p:spPr bwMode="auto">
              <a:xfrm>
                <a:off x="2400" y="2352"/>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Y43</a:t>
                </a:r>
              </a:p>
            </p:txBody>
          </p:sp>
          <p:sp>
            <p:nvSpPr>
              <p:cNvPr id="134219" name="Rectangle 25"/>
              <p:cNvSpPr>
                <a:spLocks noChangeArrowheads="1"/>
              </p:cNvSpPr>
              <p:nvPr/>
            </p:nvSpPr>
            <p:spPr bwMode="auto">
              <a:xfrm>
                <a:off x="2400" y="2544"/>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Y44</a:t>
                </a:r>
              </a:p>
            </p:txBody>
          </p:sp>
          <p:sp>
            <p:nvSpPr>
              <p:cNvPr id="134220" name="Rectangle 26"/>
              <p:cNvSpPr>
                <a:spLocks noChangeArrowheads="1"/>
              </p:cNvSpPr>
              <p:nvPr/>
            </p:nvSpPr>
            <p:spPr bwMode="auto">
              <a:xfrm>
                <a:off x="2400" y="2736"/>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Y45</a:t>
                </a:r>
              </a:p>
            </p:txBody>
          </p:sp>
          <p:sp>
            <p:nvSpPr>
              <p:cNvPr id="134221" name="Rectangle 27"/>
              <p:cNvSpPr>
                <a:spLocks noChangeArrowheads="1"/>
              </p:cNvSpPr>
              <p:nvPr/>
            </p:nvSpPr>
            <p:spPr bwMode="auto">
              <a:xfrm>
                <a:off x="2400" y="2928"/>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Y46</a:t>
                </a:r>
              </a:p>
            </p:txBody>
          </p:sp>
          <p:sp>
            <p:nvSpPr>
              <p:cNvPr id="134222" name="Rectangle 28"/>
              <p:cNvSpPr>
                <a:spLocks noChangeArrowheads="1"/>
              </p:cNvSpPr>
              <p:nvPr/>
            </p:nvSpPr>
            <p:spPr bwMode="auto">
              <a:xfrm>
                <a:off x="2400" y="3120"/>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400">
                    <a:latin typeface="Times New Roman" panose="02020603050405020304" pitchFamily="18" charset="0"/>
                    <a:cs typeface="Times New Roman" panose="02020603050405020304" pitchFamily="18" charset="0"/>
                  </a:rPr>
                  <a:t>Y47</a:t>
                </a:r>
              </a:p>
            </p:txBody>
          </p:sp>
        </p:grpSp>
        <p:sp>
          <p:nvSpPr>
            <p:cNvPr id="134156" name="Oval 29"/>
            <p:cNvSpPr>
              <a:spLocks noChangeArrowheads="1"/>
            </p:cNvSpPr>
            <p:nvPr/>
          </p:nvSpPr>
          <p:spPr bwMode="auto">
            <a:xfrm>
              <a:off x="1257" y="2067"/>
              <a:ext cx="52" cy="46"/>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57" name="Oval 30"/>
            <p:cNvSpPr>
              <a:spLocks noChangeArrowheads="1"/>
            </p:cNvSpPr>
            <p:nvPr/>
          </p:nvSpPr>
          <p:spPr bwMode="auto">
            <a:xfrm>
              <a:off x="1255" y="2239"/>
              <a:ext cx="52" cy="46"/>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58" name="Oval 31"/>
            <p:cNvSpPr>
              <a:spLocks noChangeArrowheads="1"/>
            </p:cNvSpPr>
            <p:nvPr/>
          </p:nvSpPr>
          <p:spPr bwMode="auto">
            <a:xfrm>
              <a:off x="2496" y="2068"/>
              <a:ext cx="52" cy="46"/>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59" name="Oval 32"/>
            <p:cNvSpPr>
              <a:spLocks noChangeArrowheads="1"/>
            </p:cNvSpPr>
            <p:nvPr/>
          </p:nvSpPr>
          <p:spPr bwMode="auto">
            <a:xfrm>
              <a:off x="2501" y="2240"/>
              <a:ext cx="52" cy="46"/>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60" name="Oval 33"/>
            <p:cNvSpPr>
              <a:spLocks noChangeArrowheads="1"/>
            </p:cNvSpPr>
            <p:nvPr/>
          </p:nvSpPr>
          <p:spPr bwMode="auto">
            <a:xfrm>
              <a:off x="1250" y="2434"/>
              <a:ext cx="52" cy="45"/>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61" name="Oval 34"/>
            <p:cNvSpPr>
              <a:spLocks noChangeArrowheads="1"/>
            </p:cNvSpPr>
            <p:nvPr/>
          </p:nvSpPr>
          <p:spPr bwMode="auto">
            <a:xfrm>
              <a:off x="1248" y="2605"/>
              <a:ext cx="52" cy="46"/>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62" name="Oval 35"/>
            <p:cNvSpPr>
              <a:spLocks noChangeArrowheads="1"/>
            </p:cNvSpPr>
            <p:nvPr/>
          </p:nvSpPr>
          <p:spPr bwMode="auto">
            <a:xfrm>
              <a:off x="2501" y="2435"/>
              <a:ext cx="52" cy="45"/>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63" name="Oval 36"/>
            <p:cNvSpPr>
              <a:spLocks noChangeArrowheads="1"/>
            </p:cNvSpPr>
            <p:nvPr/>
          </p:nvSpPr>
          <p:spPr bwMode="auto">
            <a:xfrm>
              <a:off x="2501" y="2606"/>
              <a:ext cx="52" cy="46"/>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64" name="Oval 37"/>
            <p:cNvSpPr>
              <a:spLocks noChangeArrowheads="1"/>
            </p:cNvSpPr>
            <p:nvPr/>
          </p:nvSpPr>
          <p:spPr bwMode="auto">
            <a:xfrm>
              <a:off x="1257" y="2790"/>
              <a:ext cx="52" cy="45"/>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65" name="Oval 38"/>
            <p:cNvSpPr>
              <a:spLocks noChangeArrowheads="1"/>
            </p:cNvSpPr>
            <p:nvPr/>
          </p:nvSpPr>
          <p:spPr bwMode="auto">
            <a:xfrm>
              <a:off x="1255" y="2961"/>
              <a:ext cx="52" cy="46"/>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66" name="Oval 39"/>
            <p:cNvSpPr>
              <a:spLocks noChangeArrowheads="1"/>
            </p:cNvSpPr>
            <p:nvPr/>
          </p:nvSpPr>
          <p:spPr bwMode="auto">
            <a:xfrm>
              <a:off x="2496" y="2791"/>
              <a:ext cx="52" cy="45"/>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67" name="Oval 40"/>
            <p:cNvSpPr>
              <a:spLocks noChangeArrowheads="1"/>
            </p:cNvSpPr>
            <p:nvPr/>
          </p:nvSpPr>
          <p:spPr bwMode="auto">
            <a:xfrm>
              <a:off x="2494" y="2962"/>
              <a:ext cx="52" cy="46"/>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68" name="Oval 41"/>
            <p:cNvSpPr>
              <a:spLocks noChangeArrowheads="1"/>
            </p:cNvSpPr>
            <p:nvPr/>
          </p:nvSpPr>
          <p:spPr bwMode="auto">
            <a:xfrm>
              <a:off x="1250" y="3156"/>
              <a:ext cx="52" cy="45"/>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69" name="Oval 42"/>
            <p:cNvSpPr>
              <a:spLocks noChangeArrowheads="1"/>
            </p:cNvSpPr>
            <p:nvPr/>
          </p:nvSpPr>
          <p:spPr bwMode="auto">
            <a:xfrm>
              <a:off x="1248" y="3328"/>
              <a:ext cx="52" cy="45"/>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70" name="Oval 43"/>
            <p:cNvSpPr>
              <a:spLocks noChangeArrowheads="1"/>
            </p:cNvSpPr>
            <p:nvPr/>
          </p:nvSpPr>
          <p:spPr bwMode="auto">
            <a:xfrm>
              <a:off x="2501" y="3157"/>
              <a:ext cx="52" cy="45"/>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71" name="Oval 44"/>
            <p:cNvSpPr>
              <a:spLocks noChangeArrowheads="1"/>
            </p:cNvSpPr>
            <p:nvPr/>
          </p:nvSpPr>
          <p:spPr bwMode="auto">
            <a:xfrm>
              <a:off x="2501" y="3329"/>
              <a:ext cx="52" cy="45"/>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nvGrpSpPr>
            <p:cNvPr id="134172" name="Group 45"/>
            <p:cNvGrpSpPr>
              <a:grpSpLocks/>
            </p:cNvGrpSpPr>
            <p:nvPr/>
          </p:nvGrpSpPr>
          <p:grpSpPr bwMode="auto">
            <a:xfrm>
              <a:off x="364" y="2177"/>
              <a:ext cx="884" cy="111"/>
              <a:chOff x="336" y="1968"/>
              <a:chExt cx="816" cy="116"/>
            </a:xfrm>
          </p:grpSpPr>
          <p:sp>
            <p:nvSpPr>
              <p:cNvPr id="134197" name="Oval 46"/>
              <p:cNvSpPr>
                <a:spLocks noChangeArrowheads="1"/>
              </p:cNvSpPr>
              <p:nvPr/>
            </p:nvSpPr>
            <p:spPr bwMode="auto">
              <a:xfrm>
                <a:off x="720" y="2036"/>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98" name="Oval 47"/>
              <p:cNvSpPr>
                <a:spLocks noChangeArrowheads="1"/>
              </p:cNvSpPr>
              <p:nvPr/>
            </p:nvSpPr>
            <p:spPr bwMode="auto">
              <a:xfrm>
                <a:off x="576" y="2036"/>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99" name="Line 48"/>
              <p:cNvSpPr>
                <a:spLocks noChangeShapeType="1"/>
              </p:cNvSpPr>
              <p:nvPr/>
            </p:nvSpPr>
            <p:spPr bwMode="auto">
              <a:xfrm>
                <a:off x="576" y="2016"/>
                <a:ext cx="19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200" name="Line 49"/>
              <p:cNvSpPr>
                <a:spLocks noChangeShapeType="1"/>
              </p:cNvSpPr>
              <p:nvPr/>
            </p:nvSpPr>
            <p:spPr bwMode="auto">
              <a:xfrm>
                <a:off x="672" y="1968"/>
                <a:ext cx="0" cy="4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201" name="Line 50"/>
              <p:cNvSpPr>
                <a:spLocks noChangeShapeType="1"/>
              </p:cNvSpPr>
              <p:nvPr/>
            </p:nvSpPr>
            <p:spPr bwMode="auto">
              <a:xfrm>
                <a:off x="768" y="2064"/>
                <a:ext cx="38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202" name="Line 51"/>
              <p:cNvSpPr>
                <a:spLocks noChangeShapeType="1"/>
              </p:cNvSpPr>
              <p:nvPr/>
            </p:nvSpPr>
            <p:spPr bwMode="auto">
              <a:xfrm flipH="1">
                <a:off x="336" y="2064"/>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grpSp>
          <p:nvGrpSpPr>
            <p:cNvPr id="134173" name="Group 52"/>
            <p:cNvGrpSpPr>
              <a:grpSpLocks/>
            </p:cNvGrpSpPr>
            <p:nvPr/>
          </p:nvGrpSpPr>
          <p:grpSpPr bwMode="auto">
            <a:xfrm>
              <a:off x="369" y="2000"/>
              <a:ext cx="884" cy="110"/>
              <a:chOff x="336" y="1968"/>
              <a:chExt cx="816" cy="116"/>
            </a:xfrm>
          </p:grpSpPr>
          <p:sp>
            <p:nvSpPr>
              <p:cNvPr id="134191" name="Oval 53"/>
              <p:cNvSpPr>
                <a:spLocks noChangeArrowheads="1"/>
              </p:cNvSpPr>
              <p:nvPr/>
            </p:nvSpPr>
            <p:spPr bwMode="auto">
              <a:xfrm>
                <a:off x="720" y="2036"/>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92" name="Oval 54"/>
              <p:cNvSpPr>
                <a:spLocks noChangeArrowheads="1"/>
              </p:cNvSpPr>
              <p:nvPr/>
            </p:nvSpPr>
            <p:spPr bwMode="auto">
              <a:xfrm>
                <a:off x="576" y="2036"/>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93" name="Line 55"/>
              <p:cNvSpPr>
                <a:spLocks noChangeShapeType="1"/>
              </p:cNvSpPr>
              <p:nvPr/>
            </p:nvSpPr>
            <p:spPr bwMode="auto">
              <a:xfrm>
                <a:off x="576" y="2016"/>
                <a:ext cx="19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94" name="Line 56"/>
              <p:cNvSpPr>
                <a:spLocks noChangeShapeType="1"/>
              </p:cNvSpPr>
              <p:nvPr/>
            </p:nvSpPr>
            <p:spPr bwMode="auto">
              <a:xfrm>
                <a:off x="672" y="1968"/>
                <a:ext cx="0" cy="4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95" name="Line 57"/>
              <p:cNvSpPr>
                <a:spLocks noChangeShapeType="1"/>
              </p:cNvSpPr>
              <p:nvPr/>
            </p:nvSpPr>
            <p:spPr bwMode="auto">
              <a:xfrm>
                <a:off x="768" y="2064"/>
                <a:ext cx="38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96" name="Line 58"/>
              <p:cNvSpPr>
                <a:spLocks noChangeShapeType="1"/>
              </p:cNvSpPr>
              <p:nvPr/>
            </p:nvSpPr>
            <p:spPr bwMode="auto">
              <a:xfrm flipH="1">
                <a:off x="336" y="2064"/>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grpSp>
          <p:nvGrpSpPr>
            <p:cNvPr id="134174" name="Group 59"/>
            <p:cNvGrpSpPr>
              <a:grpSpLocks/>
            </p:cNvGrpSpPr>
            <p:nvPr/>
          </p:nvGrpSpPr>
          <p:grpSpPr bwMode="auto">
            <a:xfrm>
              <a:off x="2548" y="1995"/>
              <a:ext cx="728" cy="182"/>
              <a:chOff x="2352" y="1776"/>
              <a:chExt cx="672" cy="192"/>
            </a:xfrm>
          </p:grpSpPr>
          <p:grpSp>
            <p:nvGrpSpPr>
              <p:cNvPr id="134185" name="Group 60"/>
              <p:cNvGrpSpPr>
                <a:grpSpLocks/>
              </p:cNvGrpSpPr>
              <p:nvPr/>
            </p:nvGrpSpPr>
            <p:grpSpPr bwMode="auto">
              <a:xfrm>
                <a:off x="2592" y="1776"/>
                <a:ext cx="192" cy="192"/>
                <a:chOff x="2688" y="2496"/>
                <a:chExt cx="192" cy="192"/>
              </a:xfrm>
            </p:grpSpPr>
            <p:sp>
              <p:nvSpPr>
                <p:cNvPr id="134188" name="Oval 61"/>
                <p:cNvSpPr>
                  <a:spLocks noChangeArrowheads="1"/>
                </p:cNvSpPr>
                <p:nvPr/>
              </p:nvSpPr>
              <p:spPr bwMode="auto">
                <a:xfrm>
                  <a:off x="2688" y="2496"/>
                  <a:ext cx="192" cy="192"/>
                </a:xfrm>
                <a:prstGeom prst="ellipse">
                  <a:avLst/>
                </a:prstGeom>
                <a:solidFill>
                  <a:schemeClr val="bg1"/>
                </a:solidFill>
                <a:ln w="12700">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4189" name="Line 62"/>
                <p:cNvSpPr>
                  <a:spLocks noChangeShapeType="1"/>
                </p:cNvSpPr>
                <p:nvPr/>
              </p:nvSpPr>
              <p:spPr bwMode="auto">
                <a:xfrm flipV="1">
                  <a:off x="2716" y="2516"/>
                  <a:ext cx="144" cy="14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90" name="Line 63"/>
                <p:cNvSpPr>
                  <a:spLocks noChangeShapeType="1"/>
                </p:cNvSpPr>
                <p:nvPr/>
              </p:nvSpPr>
              <p:spPr bwMode="auto">
                <a:xfrm>
                  <a:off x="2718" y="2521"/>
                  <a:ext cx="144" cy="14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
            <p:nvSpPr>
              <p:cNvPr id="134186" name="Line 64"/>
              <p:cNvSpPr>
                <a:spLocks noChangeShapeType="1"/>
              </p:cNvSpPr>
              <p:nvPr/>
            </p:nvSpPr>
            <p:spPr bwMode="auto">
              <a:xfrm>
                <a:off x="2352" y="187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87" name="Line 65"/>
              <p:cNvSpPr>
                <a:spLocks noChangeShapeType="1"/>
              </p:cNvSpPr>
              <p:nvPr/>
            </p:nvSpPr>
            <p:spPr bwMode="auto">
              <a:xfrm>
                <a:off x="2784" y="187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
          <p:nvSpPr>
            <p:cNvPr id="134175" name="Line 66"/>
            <p:cNvSpPr>
              <a:spLocks noChangeShapeType="1"/>
            </p:cNvSpPr>
            <p:nvPr/>
          </p:nvSpPr>
          <p:spPr bwMode="auto">
            <a:xfrm>
              <a:off x="364" y="2086"/>
              <a:ext cx="0" cy="154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76" name="Line 67"/>
            <p:cNvSpPr>
              <a:spLocks noChangeShapeType="1"/>
            </p:cNvSpPr>
            <p:nvPr/>
          </p:nvSpPr>
          <p:spPr bwMode="auto">
            <a:xfrm>
              <a:off x="364" y="3635"/>
              <a:ext cx="13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77" name="Line 68"/>
            <p:cNvSpPr>
              <a:spLocks noChangeShapeType="1"/>
            </p:cNvSpPr>
            <p:nvPr/>
          </p:nvSpPr>
          <p:spPr bwMode="auto">
            <a:xfrm>
              <a:off x="1716" y="3590"/>
              <a:ext cx="0" cy="9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78" name="Line 69"/>
            <p:cNvSpPr>
              <a:spLocks noChangeShapeType="1"/>
            </p:cNvSpPr>
            <p:nvPr/>
          </p:nvSpPr>
          <p:spPr bwMode="auto">
            <a:xfrm>
              <a:off x="1768" y="3544"/>
              <a:ext cx="0" cy="22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79" name="Line 70"/>
            <p:cNvSpPr>
              <a:spLocks noChangeShapeType="1"/>
            </p:cNvSpPr>
            <p:nvPr/>
          </p:nvSpPr>
          <p:spPr bwMode="auto">
            <a:xfrm>
              <a:off x="1768" y="3635"/>
              <a:ext cx="150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80" name="Line 71"/>
            <p:cNvSpPr>
              <a:spLocks noChangeShapeType="1"/>
            </p:cNvSpPr>
            <p:nvPr/>
          </p:nvSpPr>
          <p:spPr bwMode="auto">
            <a:xfrm flipV="1">
              <a:off x="3276" y="2086"/>
              <a:ext cx="0" cy="154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81" name="Line 72"/>
            <p:cNvSpPr>
              <a:spLocks noChangeShapeType="1"/>
            </p:cNvSpPr>
            <p:nvPr/>
          </p:nvSpPr>
          <p:spPr bwMode="auto">
            <a:xfrm>
              <a:off x="1820" y="3544"/>
              <a:ext cx="1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82" name="Line 73"/>
            <p:cNvSpPr>
              <a:spLocks noChangeShapeType="1"/>
            </p:cNvSpPr>
            <p:nvPr/>
          </p:nvSpPr>
          <p:spPr bwMode="auto">
            <a:xfrm>
              <a:off x="1864" y="3503"/>
              <a:ext cx="0" cy="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83" name="Line 74"/>
            <p:cNvSpPr>
              <a:spLocks noChangeShapeType="1"/>
            </p:cNvSpPr>
            <p:nvPr/>
          </p:nvSpPr>
          <p:spPr bwMode="auto">
            <a:xfrm>
              <a:off x="1560" y="3544"/>
              <a:ext cx="1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4184" name="Oval 75"/>
            <p:cNvSpPr>
              <a:spLocks noChangeArrowheads="1"/>
            </p:cNvSpPr>
            <p:nvPr/>
          </p:nvSpPr>
          <p:spPr bwMode="auto">
            <a:xfrm>
              <a:off x="338" y="2240"/>
              <a:ext cx="52" cy="46"/>
            </a:xfrm>
            <a:prstGeom prst="ellipse">
              <a:avLst/>
            </a:prstGeom>
            <a:solidFill>
              <a:schemeClr val="tx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sp>
        <p:nvSpPr>
          <p:cNvPr id="134149" name="Line 76"/>
          <p:cNvSpPr>
            <a:spLocks noChangeShapeType="1"/>
          </p:cNvSpPr>
          <p:nvPr/>
        </p:nvSpPr>
        <p:spPr bwMode="auto">
          <a:xfrm>
            <a:off x="5861050" y="2878138"/>
            <a:ext cx="0" cy="28924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134150" name="Line 77"/>
          <p:cNvSpPr>
            <a:spLocks noChangeShapeType="1"/>
          </p:cNvSpPr>
          <p:nvPr/>
        </p:nvSpPr>
        <p:spPr bwMode="auto">
          <a:xfrm>
            <a:off x="9410700" y="2878138"/>
            <a:ext cx="0" cy="28924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134152" name="Text Box 82"/>
          <p:cNvSpPr txBox="1">
            <a:spLocks noChangeArrowheads="1"/>
          </p:cNvSpPr>
          <p:nvPr/>
        </p:nvSpPr>
        <p:spPr bwMode="auto">
          <a:xfrm>
            <a:off x="560388" y="800100"/>
            <a:ext cx="11528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Câu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hỏi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ôn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endParaRPr lang="en-US" altLang="ko-KR" sz="1200" b="1" dirty="0">
              <a:latin typeface="Times New Roman" panose="02020603050405020304" pitchFamily="18" charset="0"/>
              <a:cs typeface="Times New Roman" panose="02020603050405020304" pitchFamily="18" charset="0"/>
            </a:endParaRPr>
          </a:p>
        </p:txBody>
      </p:sp>
      <p:sp>
        <p:nvSpPr>
          <p:cNvPr id="79"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80"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397676584"/>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Text Box 2"/>
          <p:cNvSpPr txBox="1">
            <a:spLocks noChangeArrowheads="1"/>
          </p:cNvSpPr>
          <p:nvPr/>
        </p:nvSpPr>
        <p:spPr bwMode="auto">
          <a:xfrm>
            <a:off x="444500" y="1230313"/>
            <a:ext cx="8848191"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AutoNum type="arabicPeriod"/>
            </a:pPr>
            <a:r>
              <a:rPr lang="en-US" altLang="ko-KR" sz="1200" dirty="0" err="1" smtClean="0">
                <a:latin typeface="Times New Roman" panose="02020603050405020304" pitchFamily="18" charset="0"/>
                <a:cs typeface="Times New Roman" panose="02020603050405020304" pitchFamily="18" charset="0"/>
              </a:rPr>
              <a:t>Yêu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giữ</a:t>
            </a:r>
            <a:r>
              <a:rPr lang="en-US" altLang="ko-KR" sz="1200" dirty="0" smtClean="0">
                <a:latin typeface="Times New Roman" panose="02020603050405020304" pitchFamily="18" charset="0"/>
                <a:cs typeface="Times New Roman" panose="02020603050405020304" pitchFamily="18" charset="0"/>
              </a:rPr>
              <a:t> S/W </a:t>
            </a: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ON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khỏi</a:t>
            </a:r>
            <a:r>
              <a:rPr lang="en-US" altLang="ko-KR" sz="1200" dirty="0" smtClean="0">
                <a:latin typeface="Times New Roman" panose="02020603050405020304" pitchFamily="18" charset="0"/>
                <a:cs typeface="Times New Roman" panose="02020603050405020304" pitchFamily="18" charset="0"/>
              </a:rPr>
              <a:t> S/W </a:t>
            </a: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endParaRPr lang="en-US" altLang="ko-KR" sz="1200" dirty="0" smtClean="0">
              <a:latin typeface="Times New Roman" panose="02020603050405020304" pitchFamily="18" charset="0"/>
              <a:cs typeface="Times New Roman" panose="02020603050405020304" pitchFamily="18" charset="0"/>
            </a:endParaRPr>
          </a:p>
          <a:p>
            <a:pPr marL="0" indent="0" eaLnBrk="1" hangingPunct="1">
              <a:spcBef>
                <a:spcPct val="0"/>
              </a:spcBef>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(OFF)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OFF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2.5 </a:t>
            </a:r>
            <a:r>
              <a:rPr lang="en-US" altLang="ko-KR" sz="1200" dirty="0" err="1" smtClean="0">
                <a:latin typeface="Times New Roman" panose="02020603050405020304" pitchFamily="18" charset="0"/>
                <a:cs typeface="Times New Roman" panose="02020603050405020304" pitchFamily="18" charset="0"/>
              </a:rPr>
              <a:t>giây</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135171" name="Text Box 3"/>
          <p:cNvSpPr txBox="1">
            <a:spLocks noChangeArrowheads="1"/>
          </p:cNvSpPr>
          <p:nvPr/>
        </p:nvSpPr>
        <p:spPr bwMode="auto">
          <a:xfrm>
            <a:off x="468313" y="1817688"/>
            <a:ext cx="5426101"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1) </a:t>
            </a:r>
            <a:r>
              <a:rPr lang="en-US" altLang="ko-KR" sz="1200" dirty="0" err="1">
                <a:latin typeface="Times New Roman" panose="02020603050405020304" pitchFamily="18" charset="0"/>
                <a:cs typeface="Times New Roman" panose="02020603050405020304" pitchFamily="18" charset="0"/>
              </a:rPr>
              <a:t>Hiểu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về</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chủng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loại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năng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mạch</a:t>
            </a:r>
            <a:r>
              <a:rPr lang="en-US" altLang="ko-KR" sz="1200" dirty="0">
                <a:latin typeface="Times New Roman" panose="02020603050405020304" pitchFamily="18" charset="0"/>
                <a:cs typeface="Times New Roman" panose="02020603050405020304" pitchFamily="18" charset="0"/>
              </a:rPr>
              <a:t> Delay Timer.</a:t>
            </a:r>
          </a:p>
          <a:p>
            <a:pPr eaLnBrk="1" hangingPunct="1">
              <a:lnSpc>
                <a:spcPct val="14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2) </a:t>
            </a:r>
            <a:r>
              <a:rPr lang="en-US" altLang="ko-KR" sz="1200" dirty="0" err="1">
                <a:latin typeface="Times New Roman" panose="02020603050405020304" pitchFamily="18" charset="0"/>
                <a:cs typeface="Times New Roman" panose="02020603050405020304" pitchFamily="18" charset="0"/>
              </a:rPr>
              <a:t>Làm</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quen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với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cách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cấu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mạch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mạch</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OFF Delay.  </a:t>
            </a:r>
            <a:endParaRPr lang="en-US" altLang="ko-KR" sz="1200" dirty="0">
              <a:latin typeface="Times New Roman" panose="02020603050405020304" pitchFamily="18" charset="0"/>
              <a:cs typeface="Times New Roman" panose="02020603050405020304" pitchFamily="18" charset="0"/>
            </a:endParaRPr>
          </a:p>
        </p:txBody>
      </p:sp>
      <p:grpSp>
        <p:nvGrpSpPr>
          <p:cNvPr id="135172" name="Group 4"/>
          <p:cNvGrpSpPr>
            <a:grpSpLocks/>
          </p:cNvGrpSpPr>
          <p:nvPr/>
        </p:nvGrpSpPr>
        <p:grpSpPr bwMode="auto">
          <a:xfrm>
            <a:off x="579438" y="2960929"/>
            <a:ext cx="4662487" cy="3134960"/>
            <a:chOff x="336" y="1752"/>
            <a:chExt cx="2688" cy="2046"/>
          </a:xfrm>
        </p:grpSpPr>
        <p:grpSp>
          <p:nvGrpSpPr>
            <p:cNvPr id="135178" name="Group 5"/>
            <p:cNvGrpSpPr>
              <a:grpSpLocks/>
            </p:cNvGrpSpPr>
            <p:nvPr/>
          </p:nvGrpSpPr>
          <p:grpSpPr bwMode="auto">
            <a:xfrm>
              <a:off x="1152" y="1776"/>
              <a:ext cx="1200" cy="1536"/>
              <a:chOff x="1152" y="1776"/>
              <a:chExt cx="1200" cy="1536"/>
            </a:xfrm>
          </p:grpSpPr>
          <p:grpSp>
            <p:nvGrpSpPr>
              <p:cNvPr id="135202" name="Group 6"/>
              <p:cNvGrpSpPr>
                <a:grpSpLocks/>
              </p:cNvGrpSpPr>
              <p:nvPr/>
            </p:nvGrpSpPr>
            <p:grpSpPr bwMode="auto">
              <a:xfrm>
                <a:off x="1183" y="1776"/>
                <a:ext cx="1152" cy="1536"/>
                <a:chOff x="1632" y="1776"/>
                <a:chExt cx="1152" cy="1536"/>
              </a:xfrm>
            </p:grpSpPr>
            <p:sp>
              <p:nvSpPr>
                <p:cNvPr id="135222" name="Rectangle 10"/>
                <p:cNvSpPr>
                  <a:spLocks noChangeArrowheads="1"/>
                </p:cNvSpPr>
                <p:nvPr/>
              </p:nvSpPr>
              <p:spPr bwMode="auto">
                <a:xfrm>
                  <a:off x="1632" y="1776"/>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X0</a:t>
                  </a:r>
                </a:p>
              </p:txBody>
            </p:sp>
            <p:sp>
              <p:nvSpPr>
                <p:cNvPr id="135223" name="Rectangle 11"/>
                <p:cNvSpPr>
                  <a:spLocks noChangeArrowheads="1"/>
                </p:cNvSpPr>
                <p:nvPr/>
              </p:nvSpPr>
              <p:spPr bwMode="auto">
                <a:xfrm>
                  <a:off x="1632" y="1968"/>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X1</a:t>
                  </a:r>
                </a:p>
              </p:txBody>
            </p:sp>
            <p:sp>
              <p:nvSpPr>
                <p:cNvPr id="135224" name="Rectangle 12"/>
                <p:cNvSpPr>
                  <a:spLocks noChangeArrowheads="1"/>
                </p:cNvSpPr>
                <p:nvPr/>
              </p:nvSpPr>
              <p:spPr bwMode="auto">
                <a:xfrm>
                  <a:off x="1632" y="2160"/>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X2</a:t>
                  </a:r>
                </a:p>
              </p:txBody>
            </p:sp>
            <p:sp>
              <p:nvSpPr>
                <p:cNvPr id="135225" name="Rectangle 13"/>
                <p:cNvSpPr>
                  <a:spLocks noChangeArrowheads="1"/>
                </p:cNvSpPr>
                <p:nvPr/>
              </p:nvSpPr>
              <p:spPr bwMode="auto">
                <a:xfrm>
                  <a:off x="1632" y="2352"/>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X3</a:t>
                  </a:r>
                </a:p>
              </p:txBody>
            </p:sp>
            <p:sp>
              <p:nvSpPr>
                <p:cNvPr id="135226" name="Rectangle 14"/>
                <p:cNvSpPr>
                  <a:spLocks noChangeArrowheads="1"/>
                </p:cNvSpPr>
                <p:nvPr/>
              </p:nvSpPr>
              <p:spPr bwMode="auto">
                <a:xfrm>
                  <a:off x="1632" y="2544"/>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X4</a:t>
                  </a:r>
                </a:p>
              </p:txBody>
            </p:sp>
            <p:sp>
              <p:nvSpPr>
                <p:cNvPr id="135227" name="Rectangle 15"/>
                <p:cNvSpPr>
                  <a:spLocks noChangeArrowheads="1"/>
                </p:cNvSpPr>
                <p:nvPr/>
              </p:nvSpPr>
              <p:spPr bwMode="auto">
                <a:xfrm>
                  <a:off x="1632" y="2736"/>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X5</a:t>
                  </a:r>
                </a:p>
              </p:txBody>
            </p:sp>
            <p:sp>
              <p:nvSpPr>
                <p:cNvPr id="135228" name="Rectangle 16"/>
                <p:cNvSpPr>
                  <a:spLocks noChangeArrowheads="1"/>
                </p:cNvSpPr>
                <p:nvPr/>
              </p:nvSpPr>
              <p:spPr bwMode="auto">
                <a:xfrm>
                  <a:off x="1632" y="2928"/>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X6</a:t>
                  </a:r>
                </a:p>
              </p:txBody>
            </p:sp>
            <p:sp>
              <p:nvSpPr>
                <p:cNvPr id="135229" name="Rectangle 17"/>
                <p:cNvSpPr>
                  <a:spLocks noChangeArrowheads="1"/>
                </p:cNvSpPr>
                <p:nvPr/>
              </p:nvSpPr>
              <p:spPr bwMode="auto">
                <a:xfrm>
                  <a:off x="1632" y="3120"/>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X7</a:t>
                  </a:r>
                </a:p>
              </p:txBody>
            </p:sp>
            <p:sp>
              <p:nvSpPr>
                <p:cNvPr id="135230" name="Rectangle 18"/>
                <p:cNvSpPr>
                  <a:spLocks noChangeArrowheads="1"/>
                </p:cNvSpPr>
                <p:nvPr/>
              </p:nvSpPr>
              <p:spPr bwMode="auto">
                <a:xfrm>
                  <a:off x="2016" y="1776"/>
                  <a:ext cx="384" cy="1536"/>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P</a:t>
                  </a:r>
                </a:p>
                <a:p>
                  <a:pPr algn="ctr" eaLnBrk="1" hangingPunct="1">
                    <a:lnSpc>
                      <a:spcPct val="100000"/>
                    </a:lnSpc>
                    <a:spcBef>
                      <a:spcPct val="0"/>
                    </a:spcBef>
                    <a:buFontTx/>
                    <a:buNone/>
                  </a:pPr>
                  <a:endParaRPr lang="en-US" altLang="ko-KR" sz="120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L</a:t>
                  </a:r>
                </a:p>
                <a:p>
                  <a:pPr algn="ctr" eaLnBrk="1" hangingPunct="1">
                    <a:lnSpc>
                      <a:spcPct val="100000"/>
                    </a:lnSpc>
                    <a:spcBef>
                      <a:spcPct val="0"/>
                    </a:spcBef>
                    <a:buFontTx/>
                    <a:buNone/>
                  </a:pPr>
                  <a:endParaRPr lang="en-US" altLang="ko-KR" sz="120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C</a:t>
                  </a:r>
                </a:p>
              </p:txBody>
            </p:sp>
            <p:sp>
              <p:nvSpPr>
                <p:cNvPr id="135231" name="Rectangle 19"/>
                <p:cNvSpPr>
                  <a:spLocks noChangeArrowheads="1"/>
                </p:cNvSpPr>
                <p:nvPr/>
              </p:nvSpPr>
              <p:spPr bwMode="auto">
                <a:xfrm>
                  <a:off x="2400" y="1776"/>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Y40</a:t>
                  </a:r>
                </a:p>
              </p:txBody>
            </p:sp>
            <p:sp>
              <p:nvSpPr>
                <p:cNvPr id="135232" name="Rectangle 20"/>
                <p:cNvSpPr>
                  <a:spLocks noChangeArrowheads="1"/>
                </p:cNvSpPr>
                <p:nvPr/>
              </p:nvSpPr>
              <p:spPr bwMode="auto">
                <a:xfrm>
                  <a:off x="2400" y="1968"/>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Y41</a:t>
                  </a:r>
                </a:p>
              </p:txBody>
            </p:sp>
            <p:sp>
              <p:nvSpPr>
                <p:cNvPr id="135233" name="Rectangle 21"/>
                <p:cNvSpPr>
                  <a:spLocks noChangeArrowheads="1"/>
                </p:cNvSpPr>
                <p:nvPr/>
              </p:nvSpPr>
              <p:spPr bwMode="auto">
                <a:xfrm>
                  <a:off x="2400" y="2160"/>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Y42</a:t>
                  </a:r>
                </a:p>
              </p:txBody>
            </p:sp>
            <p:sp>
              <p:nvSpPr>
                <p:cNvPr id="135234" name="Rectangle 22"/>
                <p:cNvSpPr>
                  <a:spLocks noChangeArrowheads="1"/>
                </p:cNvSpPr>
                <p:nvPr/>
              </p:nvSpPr>
              <p:spPr bwMode="auto">
                <a:xfrm>
                  <a:off x="2400" y="2352"/>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Y43</a:t>
                  </a:r>
                </a:p>
              </p:txBody>
            </p:sp>
            <p:sp>
              <p:nvSpPr>
                <p:cNvPr id="135235" name="Rectangle 23"/>
                <p:cNvSpPr>
                  <a:spLocks noChangeArrowheads="1"/>
                </p:cNvSpPr>
                <p:nvPr/>
              </p:nvSpPr>
              <p:spPr bwMode="auto">
                <a:xfrm>
                  <a:off x="2400" y="2544"/>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Y44</a:t>
                  </a:r>
                </a:p>
              </p:txBody>
            </p:sp>
            <p:sp>
              <p:nvSpPr>
                <p:cNvPr id="135236" name="Rectangle 24"/>
                <p:cNvSpPr>
                  <a:spLocks noChangeArrowheads="1"/>
                </p:cNvSpPr>
                <p:nvPr/>
              </p:nvSpPr>
              <p:spPr bwMode="auto">
                <a:xfrm>
                  <a:off x="2400" y="2736"/>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Y45</a:t>
                  </a:r>
                </a:p>
              </p:txBody>
            </p:sp>
            <p:sp>
              <p:nvSpPr>
                <p:cNvPr id="135237" name="Rectangle 25"/>
                <p:cNvSpPr>
                  <a:spLocks noChangeArrowheads="1"/>
                </p:cNvSpPr>
                <p:nvPr/>
              </p:nvSpPr>
              <p:spPr bwMode="auto">
                <a:xfrm>
                  <a:off x="2400" y="2928"/>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Y46</a:t>
                  </a:r>
                </a:p>
              </p:txBody>
            </p:sp>
            <p:sp>
              <p:nvSpPr>
                <p:cNvPr id="135238" name="Rectangle 26"/>
                <p:cNvSpPr>
                  <a:spLocks noChangeArrowheads="1"/>
                </p:cNvSpPr>
                <p:nvPr/>
              </p:nvSpPr>
              <p:spPr bwMode="auto">
                <a:xfrm>
                  <a:off x="2400" y="3120"/>
                  <a:ext cx="384" cy="19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Y47</a:t>
                  </a:r>
                </a:p>
              </p:txBody>
            </p:sp>
          </p:grpSp>
          <p:sp>
            <p:nvSpPr>
              <p:cNvPr id="135203" name="Oval 27"/>
              <p:cNvSpPr>
                <a:spLocks noChangeArrowheads="1"/>
              </p:cNvSpPr>
              <p:nvPr/>
            </p:nvSpPr>
            <p:spPr bwMode="auto">
              <a:xfrm>
                <a:off x="1160" y="1852"/>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04" name="Oval 28"/>
              <p:cNvSpPr>
                <a:spLocks noChangeArrowheads="1"/>
              </p:cNvSpPr>
              <p:nvPr/>
            </p:nvSpPr>
            <p:spPr bwMode="auto">
              <a:xfrm>
                <a:off x="1158" y="2033"/>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05" name="Oval 29"/>
              <p:cNvSpPr>
                <a:spLocks noChangeArrowheads="1"/>
              </p:cNvSpPr>
              <p:nvPr/>
            </p:nvSpPr>
            <p:spPr bwMode="auto">
              <a:xfrm>
                <a:off x="2304" y="1853"/>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06" name="Oval 30"/>
              <p:cNvSpPr>
                <a:spLocks noChangeArrowheads="1"/>
              </p:cNvSpPr>
              <p:nvPr/>
            </p:nvSpPr>
            <p:spPr bwMode="auto">
              <a:xfrm>
                <a:off x="2302" y="2034"/>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07" name="Oval 31"/>
              <p:cNvSpPr>
                <a:spLocks noChangeArrowheads="1"/>
              </p:cNvSpPr>
              <p:nvPr/>
            </p:nvSpPr>
            <p:spPr bwMode="auto">
              <a:xfrm>
                <a:off x="1154" y="2238"/>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08" name="Oval 32"/>
              <p:cNvSpPr>
                <a:spLocks noChangeArrowheads="1"/>
              </p:cNvSpPr>
              <p:nvPr/>
            </p:nvSpPr>
            <p:spPr bwMode="auto">
              <a:xfrm>
                <a:off x="1152" y="2419"/>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09" name="Oval 33"/>
              <p:cNvSpPr>
                <a:spLocks noChangeArrowheads="1"/>
              </p:cNvSpPr>
              <p:nvPr/>
            </p:nvSpPr>
            <p:spPr bwMode="auto">
              <a:xfrm>
                <a:off x="2298" y="2239"/>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10" name="Oval 34"/>
              <p:cNvSpPr>
                <a:spLocks noChangeArrowheads="1"/>
              </p:cNvSpPr>
              <p:nvPr/>
            </p:nvSpPr>
            <p:spPr bwMode="auto">
              <a:xfrm>
                <a:off x="2296" y="2420"/>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11" name="Oval 35"/>
              <p:cNvSpPr>
                <a:spLocks noChangeArrowheads="1"/>
              </p:cNvSpPr>
              <p:nvPr/>
            </p:nvSpPr>
            <p:spPr bwMode="auto">
              <a:xfrm>
                <a:off x="1160" y="2613"/>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12" name="Oval 36"/>
              <p:cNvSpPr>
                <a:spLocks noChangeArrowheads="1"/>
              </p:cNvSpPr>
              <p:nvPr/>
            </p:nvSpPr>
            <p:spPr bwMode="auto">
              <a:xfrm>
                <a:off x="1158" y="2794"/>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13" name="Oval 37"/>
              <p:cNvSpPr>
                <a:spLocks noChangeArrowheads="1"/>
              </p:cNvSpPr>
              <p:nvPr/>
            </p:nvSpPr>
            <p:spPr bwMode="auto">
              <a:xfrm>
                <a:off x="2304" y="2614"/>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14" name="Oval 38"/>
              <p:cNvSpPr>
                <a:spLocks noChangeArrowheads="1"/>
              </p:cNvSpPr>
              <p:nvPr/>
            </p:nvSpPr>
            <p:spPr bwMode="auto">
              <a:xfrm>
                <a:off x="2302" y="2795"/>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15" name="Oval 39"/>
              <p:cNvSpPr>
                <a:spLocks noChangeArrowheads="1"/>
              </p:cNvSpPr>
              <p:nvPr/>
            </p:nvSpPr>
            <p:spPr bwMode="auto">
              <a:xfrm>
                <a:off x="1154" y="2999"/>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16" name="Oval 40"/>
              <p:cNvSpPr>
                <a:spLocks noChangeArrowheads="1"/>
              </p:cNvSpPr>
              <p:nvPr/>
            </p:nvSpPr>
            <p:spPr bwMode="auto">
              <a:xfrm>
                <a:off x="1152" y="3180"/>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17" name="Oval 41"/>
              <p:cNvSpPr>
                <a:spLocks noChangeArrowheads="1"/>
              </p:cNvSpPr>
              <p:nvPr/>
            </p:nvSpPr>
            <p:spPr bwMode="auto">
              <a:xfrm>
                <a:off x="2298" y="3000"/>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18" name="Oval 42"/>
              <p:cNvSpPr>
                <a:spLocks noChangeArrowheads="1"/>
              </p:cNvSpPr>
              <p:nvPr/>
            </p:nvSpPr>
            <p:spPr bwMode="auto">
              <a:xfrm>
                <a:off x="2296" y="3181"/>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sp>
          <p:nvSpPr>
            <p:cNvPr id="135179" name="Oval 43"/>
            <p:cNvSpPr>
              <a:spLocks noChangeArrowheads="1"/>
            </p:cNvSpPr>
            <p:nvPr/>
          </p:nvSpPr>
          <p:spPr bwMode="auto">
            <a:xfrm>
              <a:off x="725" y="1849"/>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180" name="Oval 44"/>
            <p:cNvSpPr>
              <a:spLocks noChangeArrowheads="1"/>
            </p:cNvSpPr>
            <p:nvPr/>
          </p:nvSpPr>
          <p:spPr bwMode="auto">
            <a:xfrm>
              <a:off x="581" y="1849"/>
              <a:ext cx="48" cy="48"/>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181" name="Line 45"/>
            <p:cNvSpPr>
              <a:spLocks noChangeShapeType="1"/>
            </p:cNvSpPr>
            <p:nvPr/>
          </p:nvSpPr>
          <p:spPr bwMode="auto">
            <a:xfrm>
              <a:off x="581" y="1795"/>
              <a:ext cx="19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82" name="Line 46"/>
            <p:cNvSpPr>
              <a:spLocks noChangeShapeType="1"/>
            </p:cNvSpPr>
            <p:nvPr/>
          </p:nvSpPr>
          <p:spPr bwMode="auto">
            <a:xfrm>
              <a:off x="677" y="1752"/>
              <a:ext cx="0" cy="4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83" name="Line 47"/>
            <p:cNvSpPr>
              <a:spLocks noChangeShapeType="1"/>
            </p:cNvSpPr>
            <p:nvPr/>
          </p:nvSpPr>
          <p:spPr bwMode="auto">
            <a:xfrm>
              <a:off x="773" y="1877"/>
              <a:ext cx="38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84" name="Line 48"/>
            <p:cNvSpPr>
              <a:spLocks noChangeShapeType="1"/>
            </p:cNvSpPr>
            <p:nvPr/>
          </p:nvSpPr>
          <p:spPr bwMode="auto">
            <a:xfrm flipH="1">
              <a:off x="341" y="1877"/>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nvGrpSpPr>
            <p:cNvPr id="135185" name="Group 49"/>
            <p:cNvGrpSpPr>
              <a:grpSpLocks/>
            </p:cNvGrpSpPr>
            <p:nvPr/>
          </p:nvGrpSpPr>
          <p:grpSpPr bwMode="auto">
            <a:xfrm>
              <a:off x="2352" y="1776"/>
              <a:ext cx="672" cy="192"/>
              <a:chOff x="2352" y="1776"/>
              <a:chExt cx="672" cy="192"/>
            </a:xfrm>
          </p:grpSpPr>
          <p:grpSp>
            <p:nvGrpSpPr>
              <p:cNvPr id="135196" name="Group 50"/>
              <p:cNvGrpSpPr>
                <a:grpSpLocks/>
              </p:cNvGrpSpPr>
              <p:nvPr/>
            </p:nvGrpSpPr>
            <p:grpSpPr bwMode="auto">
              <a:xfrm>
                <a:off x="2592" y="1776"/>
                <a:ext cx="192" cy="192"/>
                <a:chOff x="2688" y="2496"/>
                <a:chExt cx="192" cy="192"/>
              </a:xfrm>
            </p:grpSpPr>
            <p:sp>
              <p:nvSpPr>
                <p:cNvPr id="135199" name="Oval 51"/>
                <p:cNvSpPr>
                  <a:spLocks noChangeArrowheads="1"/>
                </p:cNvSpPr>
                <p:nvPr/>
              </p:nvSpPr>
              <p:spPr bwMode="auto">
                <a:xfrm>
                  <a:off x="2688" y="2496"/>
                  <a:ext cx="192" cy="192"/>
                </a:xfrm>
                <a:prstGeom prst="ellipse">
                  <a:avLst/>
                </a:prstGeom>
                <a:solidFill>
                  <a:schemeClr val="bg1"/>
                </a:solidFill>
                <a:ln w="12700">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5200" name="Line 52"/>
                <p:cNvSpPr>
                  <a:spLocks noChangeShapeType="1"/>
                </p:cNvSpPr>
                <p:nvPr/>
              </p:nvSpPr>
              <p:spPr bwMode="auto">
                <a:xfrm flipV="1">
                  <a:off x="2716" y="2516"/>
                  <a:ext cx="144" cy="14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201" name="Line 53"/>
                <p:cNvSpPr>
                  <a:spLocks noChangeShapeType="1"/>
                </p:cNvSpPr>
                <p:nvPr/>
              </p:nvSpPr>
              <p:spPr bwMode="auto">
                <a:xfrm>
                  <a:off x="2718" y="2521"/>
                  <a:ext cx="144" cy="14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
            <p:nvSpPr>
              <p:cNvPr id="135197" name="Line 54"/>
              <p:cNvSpPr>
                <a:spLocks noChangeShapeType="1"/>
              </p:cNvSpPr>
              <p:nvPr/>
            </p:nvSpPr>
            <p:spPr bwMode="auto">
              <a:xfrm>
                <a:off x="2352" y="187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98" name="Line 55"/>
              <p:cNvSpPr>
                <a:spLocks noChangeShapeType="1"/>
              </p:cNvSpPr>
              <p:nvPr/>
            </p:nvSpPr>
            <p:spPr bwMode="auto">
              <a:xfrm>
                <a:off x="2784" y="187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
          <p:nvSpPr>
            <p:cNvPr id="135186" name="Line 56"/>
            <p:cNvSpPr>
              <a:spLocks noChangeShapeType="1"/>
            </p:cNvSpPr>
            <p:nvPr/>
          </p:nvSpPr>
          <p:spPr bwMode="auto">
            <a:xfrm>
              <a:off x="336" y="1872"/>
              <a:ext cx="0" cy="16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87" name="Line 57"/>
            <p:cNvSpPr>
              <a:spLocks noChangeShapeType="1"/>
            </p:cNvSpPr>
            <p:nvPr/>
          </p:nvSpPr>
          <p:spPr bwMode="auto">
            <a:xfrm>
              <a:off x="336" y="3504"/>
              <a:ext cx="12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88" name="Line 58"/>
            <p:cNvSpPr>
              <a:spLocks noChangeShapeType="1"/>
            </p:cNvSpPr>
            <p:nvPr/>
          </p:nvSpPr>
          <p:spPr bwMode="auto">
            <a:xfrm>
              <a:off x="1584" y="3456"/>
              <a:ext cx="0" cy="9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89" name="Line 59"/>
            <p:cNvSpPr>
              <a:spLocks noChangeShapeType="1"/>
            </p:cNvSpPr>
            <p:nvPr/>
          </p:nvSpPr>
          <p:spPr bwMode="auto">
            <a:xfrm>
              <a:off x="1632" y="3408"/>
              <a:ext cx="0"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90" name="Line 60"/>
            <p:cNvSpPr>
              <a:spLocks noChangeShapeType="1"/>
            </p:cNvSpPr>
            <p:nvPr/>
          </p:nvSpPr>
          <p:spPr bwMode="auto">
            <a:xfrm>
              <a:off x="1632" y="3504"/>
              <a:ext cx="139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91" name="Line 61"/>
            <p:cNvSpPr>
              <a:spLocks noChangeShapeType="1"/>
            </p:cNvSpPr>
            <p:nvPr/>
          </p:nvSpPr>
          <p:spPr bwMode="auto">
            <a:xfrm flipV="1">
              <a:off x="3024" y="1872"/>
              <a:ext cx="0" cy="16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92" name="Line 62"/>
            <p:cNvSpPr>
              <a:spLocks noChangeShapeType="1"/>
            </p:cNvSpPr>
            <p:nvPr/>
          </p:nvSpPr>
          <p:spPr bwMode="auto">
            <a:xfrm>
              <a:off x="1680" y="3408"/>
              <a:ext cx="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93" name="Line 63"/>
            <p:cNvSpPr>
              <a:spLocks noChangeShapeType="1"/>
            </p:cNvSpPr>
            <p:nvPr/>
          </p:nvSpPr>
          <p:spPr bwMode="auto">
            <a:xfrm>
              <a:off x="1721" y="3365"/>
              <a:ext cx="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94" name="Line 64"/>
            <p:cNvSpPr>
              <a:spLocks noChangeShapeType="1"/>
            </p:cNvSpPr>
            <p:nvPr/>
          </p:nvSpPr>
          <p:spPr bwMode="auto">
            <a:xfrm>
              <a:off x="1440" y="3408"/>
              <a:ext cx="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95" name="Text Box 65"/>
            <p:cNvSpPr txBox="1">
              <a:spLocks noChangeArrowheads="1"/>
            </p:cNvSpPr>
            <p:nvPr/>
          </p:nvSpPr>
          <p:spPr bwMode="auto">
            <a:xfrm>
              <a:off x="1402" y="3617"/>
              <a:ext cx="382"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DC24V</a:t>
              </a:r>
            </a:p>
          </p:txBody>
        </p:sp>
      </p:grpSp>
      <p:sp>
        <p:nvSpPr>
          <p:cNvPr id="135173" name="Line 66"/>
          <p:cNvSpPr>
            <a:spLocks noChangeShapeType="1"/>
          </p:cNvSpPr>
          <p:nvPr/>
        </p:nvSpPr>
        <p:spPr bwMode="auto">
          <a:xfrm>
            <a:off x="5697538" y="2840038"/>
            <a:ext cx="1587" cy="29416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74" name="Line 67"/>
          <p:cNvSpPr>
            <a:spLocks noChangeShapeType="1"/>
          </p:cNvSpPr>
          <p:nvPr/>
        </p:nvSpPr>
        <p:spPr bwMode="auto">
          <a:xfrm>
            <a:off x="9164638" y="2840038"/>
            <a:ext cx="1587" cy="29416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5176" name="Text Box 71"/>
          <p:cNvSpPr txBox="1">
            <a:spLocks noChangeArrowheads="1"/>
          </p:cNvSpPr>
          <p:nvPr/>
        </p:nvSpPr>
        <p:spPr bwMode="auto">
          <a:xfrm>
            <a:off x="560388" y="800100"/>
            <a:ext cx="11528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Câu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hỏi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ôn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endParaRPr lang="en-US" altLang="ko-KR" sz="1200" b="1" dirty="0">
              <a:latin typeface="Times New Roman" panose="02020603050405020304" pitchFamily="18" charset="0"/>
              <a:cs typeface="Times New Roman" panose="02020603050405020304" pitchFamily="18" charset="0"/>
            </a:endParaRPr>
          </a:p>
        </p:txBody>
      </p:sp>
      <p:sp>
        <p:nvSpPr>
          <p:cNvPr id="71"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72"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
        <p:nvSpPr>
          <p:cNvPr id="73" name="Rectangle 9"/>
          <p:cNvSpPr>
            <a:spLocks noChangeArrowheads="1"/>
          </p:cNvSpPr>
          <p:nvPr/>
        </p:nvSpPr>
        <p:spPr bwMode="auto">
          <a:xfrm>
            <a:off x="2046872" y="2708920"/>
            <a:ext cx="667804" cy="289278"/>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Bộ</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phận</a:t>
            </a:r>
            <a:endParaRPr lang="en-US" altLang="ko-KR" sz="1000" dirty="0" smtClean="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đầu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vào</a:t>
            </a:r>
            <a:endParaRPr lang="ko-KR" altLang="en-US" sz="1000" dirty="0">
              <a:latin typeface="Times New Roman" panose="02020603050405020304" pitchFamily="18" charset="0"/>
              <a:cs typeface="Times New Roman" panose="02020603050405020304" pitchFamily="18" charset="0"/>
            </a:endParaRPr>
          </a:p>
        </p:txBody>
      </p:sp>
      <p:sp>
        <p:nvSpPr>
          <p:cNvPr id="74" name="Rectangle 10"/>
          <p:cNvSpPr>
            <a:spLocks noChangeArrowheads="1"/>
          </p:cNvSpPr>
          <p:nvPr/>
        </p:nvSpPr>
        <p:spPr bwMode="auto">
          <a:xfrm>
            <a:off x="2714676" y="2708920"/>
            <a:ext cx="654148" cy="289278"/>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dirty="0" err="1" smtClean="0">
                <a:latin typeface="Times New Roman" panose="02020603050405020304" pitchFamily="18" charset="0"/>
                <a:cs typeface="Times New Roman" panose="02020603050405020304" pitchFamily="18" charset="0"/>
              </a:rPr>
              <a:t>Bộ</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phận</a:t>
            </a:r>
            <a:endParaRPr lang="en-US" altLang="ko-KR" sz="1000" dirty="0" smtClean="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tính</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toán</a:t>
            </a:r>
            <a:endParaRPr lang="ko-KR" altLang="en-US" sz="1000" dirty="0">
              <a:latin typeface="Times New Roman" panose="02020603050405020304" pitchFamily="18" charset="0"/>
              <a:cs typeface="Times New Roman" panose="02020603050405020304" pitchFamily="18" charset="0"/>
            </a:endParaRPr>
          </a:p>
        </p:txBody>
      </p:sp>
      <p:sp>
        <p:nvSpPr>
          <p:cNvPr id="75" name="Rectangle 11"/>
          <p:cNvSpPr>
            <a:spLocks noChangeArrowheads="1"/>
          </p:cNvSpPr>
          <p:nvPr/>
        </p:nvSpPr>
        <p:spPr bwMode="auto">
          <a:xfrm>
            <a:off x="3380746" y="2708920"/>
            <a:ext cx="666068" cy="289278"/>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Bộ</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a:latin typeface="Times New Roman" panose="02020603050405020304" pitchFamily="18" charset="0"/>
                <a:cs typeface="Times New Roman" panose="02020603050405020304" pitchFamily="18" charset="0"/>
              </a:rPr>
              <a:t>phận</a:t>
            </a:r>
            <a:endParaRPr lang="en-US" altLang="ko-KR" sz="1000" dirty="0">
              <a:latin typeface="Times New Roman" panose="02020603050405020304" pitchFamily="18" charset="0"/>
              <a:cs typeface="Times New Roman" panose="02020603050405020304" pitchFamily="18" charset="0"/>
            </a:endParaRPr>
          </a:p>
          <a:p>
            <a:pPr algn="ctr" eaLnBrk="1" hangingPunct="1">
              <a:lnSpc>
                <a:spcPct val="100000"/>
              </a:lnSpc>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a:latin typeface="Times New Roman" panose="02020603050405020304" pitchFamily="18" charset="0"/>
                <a:cs typeface="Times New Roman" panose="02020603050405020304" pitchFamily="18" charset="0"/>
              </a:rPr>
              <a:t>đầu</a:t>
            </a: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ra</a:t>
            </a:r>
            <a:endParaRPr lang="ko-KR" altLang="en-US" sz="1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708512006"/>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2"/>
          <p:cNvSpPr>
            <a:spLocks noChangeArrowheads="1"/>
          </p:cNvSpPr>
          <p:nvPr/>
        </p:nvSpPr>
        <p:spPr bwMode="auto">
          <a:xfrm>
            <a:off x="560388" y="800100"/>
            <a:ext cx="19055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Luyện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tạo</a:t>
            </a:r>
            <a:r>
              <a:rPr lang="en-US" altLang="ko-KR" sz="1200" b="1" dirty="0" smtClean="0">
                <a:latin typeface="Times New Roman" panose="02020603050405020304" pitchFamily="18" charset="0"/>
                <a:cs typeface="Times New Roman" panose="02020603050405020304" pitchFamily="18" charset="0"/>
              </a:rPr>
              <a:t> Time Chart</a:t>
            </a:r>
            <a:endParaRPr lang="en-US" altLang="ko-KR" sz="1200" b="1" dirty="0">
              <a:latin typeface="Times New Roman" panose="02020603050405020304" pitchFamily="18" charset="0"/>
              <a:cs typeface="Times New Roman" panose="02020603050405020304" pitchFamily="18" charset="0"/>
            </a:endParaRPr>
          </a:p>
        </p:txBody>
      </p:sp>
      <p:grpSp>
        <p:nvGrpSpPr>
          <p:cNvPr id="136195" name="Group 49"/>
          <p:cNvGrpSpPr>
            <a:grpSpLocks/>
          </p:cNvGrpSpPr>
          <p:nvPr/>
        </p:nvGrpSpPr>
        <p:grpSpPr bwMode="auto">
          <a:xfrm>
            <a:off x="596900" y="1341438"/>
            <a:ext cx="8820150" cy="4754562"/>
            <a:chOff x="104" y="417"/>
            <a:chExt cx="6032" cy="3423"/>
          </a:xfrm>
        </p:grpSpPr>
        <p:sp>
          <p:nvSpPr>
            <p:cNvPr id="136198" name="Line 3"/>
            <p:cNvSpPr>
              <a:spLocks noChangeShapeType="1"/>
            </p:cNvSpPr>
            <p:nvPr/>
          </p:nvSpPr>
          <p:spPr bwMode="auto">
            <a:xfrm>
              <a:off x="312" y="432"/>
              <a:ext cx="0" cy="4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199" name="Line 4"/>
            <p:cNvSpPr>
              <a:spLocks noChangeShapeType="1"/>
            </p:cNvSpPr>
            <p:nvPr/>
          </p:nvSpPr>
          <p:spPr bwMode="auto">
            <a:xfrm>
              <a:off x="2964" y="432"/>
              <a:ext cx="0" cy="4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00" name="Line 5"/>
            <p:cNvSpPr>
              <a:spLocks noChangeShapeType="1"/>
            </p:cNvSpPr>
            <p:nvPr/>
          </p:nvSpPr>
          <p:spPr bwMode="auto">
            <a:xfrm>
              <a:off x="312" y="672"/>
              <a:ext cx="26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01" name="Line 6"/>
            <p:cNvSpPr>
              <a:spLocks noChangeShapeType="1"/>
            </p:cNvSpPr>
            <p:nvPr/>
          </p:nvSpPr>
          <p:spPr bwMode="auto">
            <a:xfrm>
              <a:off x="572" y="576"/>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02" name="Line 7"/>
            <p:cNvSpPr>
              <a:spLocks noChangeShapeType="1"/>
            </p:cNvSpPr>
            <p:nvPr/>
          </p:nvSpPr>
          <p:spPr bwMode="auto">
            <a:xfrm>
              <a:off x="676" y="576"/>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03" name="Line 8"/>
            <p:cNvSpPr>
              <a:spLocks noChangeShapeType="1"/>
            </p:cNvSpPr>
            <p:nvPr/>
          </p:nvSpPr>
          <p:spPr bwMode="auto">
            <a:xfrm>
              <a:off x="676" y="672"/>
              <a:ext cx="140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04" name="Line 9"/>
            <p:cNvSpPr>
              <a:spLocks noChangeShapeType="1"/>
            </p:cNvSpPr>
            <p:nvPr/>
          </p:nvSpPr>
          <p:spPr bwMode="auto">
            <a:xfrm>
              <a:off x="1768" y="672"/>
              <a:ext cx="83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05" name="Line 10"/>
            <p:cNvSpPr>
              <a:spLocks noChangeShapeType="1"/>
            </p:cNvSpPr>
            <p:nvPr/>
          </p:nvSpPr>
          <p:spPr bwMode="auto">
            <a:xfrm>
              <a:off x="2860" y="672"/>
              <a:ext cx="10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06" name="Oval 11"/>
            <p:cNvSpPr>
              <a:spLocks noChangeArrowheads="1"/>
            </p:cNvSpPr>
            <p:nvPr/>
          </p:nvSpPr>
          <p:spPr bwMode="auto">
            <a:xfrm>
              <a:off x="2392" y="556"/>
              <a:ext cx="468" cy="240"/>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Y40</a:t>
              </a:r>
            </a:p>
          </p:txBody>
        </p:sp>
        <p:sp>
          <p:nvSpPr>
            <p:cNvPr id="136207" name="Text Box 12"/>
            <p:cNvSpPr txBox="1">
              <a:spLocks noChangeArrowheads="1"/>
            </p:cNvSpPr>
            <p:nvPr/>
          </p:nvSpPr>
          <p:spPr bwMode="auto">
            <a:xfrm>
              <a:off x="509" y="417"/>
              <a:ext cx="255"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X0</a:t>
              </a:r>
            </a:p>
          </p:txBody>
        </p:sp>
        <p:sp>
          <p:nvSpPr>
            <p:cNvPr id="136208" name="Rectangle 13"/>
            <p:cNvSpPr>
              <a:spLocks noChangeArrowheads="1"/>
            </p:cNvSpPr>
            <p:nvPr/>
          </p:nvSpPr>
          <p:spPr bwMode="auto">
            <a:xfrm>
              <a:off x="1092" y="970"/>
              <a:ext cx="884"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6209" name="Line 14"/>
            <p:cNvSpPr>
              <a:spLocks noChangeShapeType="1"/>
            </p:cNvSpPr>
            <p:nvPr/>
          </p:nvSpPr>
          <p:spPr bwMode="auto">
            <a:xfrm>
              <a:off x="364" y="1162"/>
              <a:ext cx="51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10" name="Rectangle 15"/>
            <p:cNvSpPr>
              <a:spLocks noChangeArrowheads="1"/>
            </p:cNvSpPr>
            <p:nvPr/>
          </p:nvSpPr>
          <p:spPr bwMode="auto">
            <a:xfrm>
              <a:off x="2496" y="970"/>
              <a:ext cx="936"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6211" name="AutoShape 16"/>
            <p:cNvSpPr>
              <a:spLocks noChangeArrowheads="1"/>
            </p:cNvSpPr>
            <p:nvPr/>
          </p:nvSpPr>
          <p:spPr bwMode="auto">
            <a:xfrm>
              <a:off x="312" y="1354"/>
              <a:ext cx="5252" cy="240"/>
            </a:xfrm>
            <a:prstGeom prst="bracketPair">
              <a:avLst>
                <a:gd name="adj" fmla="val 16667"/>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6212" name="Text Box 17"/>
            <p:cNvSpPr txBox="1">
              <a:spLocks noChangeArrowheads="1"/>
            </p:cNvSpPr>
            <p:nvPr/>
          </p:nvSpPr>
          <p:spPr bwMode="auto">
            <a:xfrm>
              <a:off x="353" y="939"/>
              <a:ext cx="255"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X0</a:t>
              </a:r>
            </a:p>
          </p:txBody>
        </p:sp>
        <p:sp>
          <p:nvSpPr>
            <p:cNvPr id="136213" name="Text Box 18"/>
            <p:cNvSpPr txBox="1">
              <a:spLocks noChangeArrowheads="1"/>
            </p:cNvSpPr>
            <p:nvPr/>
          </p:nvSpPr>
          <p:spPr bwMode="auto">
            <a:xfrm>
              <a:off x="353" y="1276"/>
              <a:ext cx="310"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Y40</a:t>
              </a:r>
            </a:p>
          </p:txBody>
        </p:sp>
        <p:sp>
          <p:nvSpPr>
            <p:cNvPr id="136214" name="Line 19"/>
            <p:cNvSpPr>
              <a:spLocks noChangeShapeType="1"/>
            </p:cNvSpPr>
            <p:nvPr/>
          </p:nvSpPr>
          <p:spPr bwMode="auto">
            <a:xfrm>
              <a:off x="364" y="1498"/>
              <a:ext cx="51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15" name="Rectangle 20"/>
            <p:cNvSpPr>
              <a:spLocks noChangeArrowheads="1"/>
            </p:cNvSpPr>
            <p:nvPr/>
          </p:nvSpPr>
          <p:spPr bwMode="auto">
            <a:xfrm>
              <a:off x="4108" y="970"/>
              <a:ext cx="520"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6216" name="Line 21"/>
            <p:cNvSpPr>
              <a:spLocks noChangeShapeType="1"/>
            </p:cNvSpPr>
            <p:nvPr/>
          </p:nvSpPr>
          <p:spPr bwMode="auto">
            <a:xfrm>
              <a:off x="104" y="1728"/>
              <a:ext cx="6032" cy="0"/>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136217" name="Line 22"/>
            <p:cNvSpPr>
              <a:spLocks noChangeShapeType="1"/>
            </p:cNvSpPr>
            <p:nvPr/>
          </p:nvSpPr>
          <p:spPr bwMode="auto">
            <a:xfrm>
              <a:off x="312" y="1851"/>
              <a:ext cx="0" cy="78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18" name="Line 23"/>
            <p:cNvSpPr>
              <a:spLocks noChangeShapeType="1"/>
            </p:cNvSpPr>
            <p:nvPr/>
          </p:nvSpPr>
          <p:spPr bwMode="auto">
            <a:xfrm>
              <a:off x="2964" y="1851"/>
              <a:ext cx="0" cy="78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19" name="Line 24"/>
            <p:cNvSpPr>
              <a:spLocks noChangeShapeType="1"/>
            </p:cNvSpPr>
            <p:nvPr/>
          </p:nvSpPr>
          <p:spPr bwMode="auto">
            <a:xfrm>
              <a:off x="312" y="2091"/>
              <a:ext cx="26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20" name="Line 25"/>
            <p:cNvSpPr>
              <a:spLocks noChangeShapeType="1"/>
            </p:cNvSpPr>
            <p:nvPr/>
          </p:nvSpPr>
          <p:spPr bwMode="auto">
            <a:xfrm>
              <a:off x="572" y="1995"/>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21" name="Line 26"/>
            <p:cNvSpPr>
              <a:spLocks noChangeShapeType="1"/>
            </p:cNvSpPr>
            <p:nvPr/>
          </p:nvSpPr>
          <p:spPr bwMode="auto">
            <a:xfrm>
              <a:off x="676" y="1995"/>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22" name="Line 27"/>
            <p:cNvSpPr>
              <a:spLocks noChangeShapeType="1"/>
            </p:cNvSpPr>
            <p:nvPr/>
          </p:nvSpPr>
          <p:spPr bwMode="auto">
            <a:xfrm>
              <a:off x="676" y="2091"/>
              <a:ext cx="140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23" name="Line 28"/>
            <p:cNvSpPr>
              <a:spLocks noChangeShapeType="1"/>
            </p:cNvSpPr>
            <p:nvPr/>
          </p:nvSpPr>
          <p:spPr bwMode="auto">
            <a:xfrm>
              <a:off x="1768" y="2091"/>
              <a:ext cx="83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24" name="Line 29"/>
            <p:cNvSpPr>
              <a:spLocks noChangeShapeType="1"/>
            </p:cNvSpPr>
            <p:nvPr/>
          </p:nvSpPr>
          <p:spPr bwMode="auto">
            <a:xfrm>
              <a:off x="2860" y="2091"/>
              <a:ext cx="10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25" name="Oval 30"/>
            <p:cNvSpPr>
              <a:spLocks noChangeArrowheads="1"/>
            </p:cNvSpPr>
            <p:nvPr/>
          </p:nvSpPr>
          <p:spPr bwMode="auto">
            <a:xfrm>
              <a:off x="2132" y="1975"/>
              <a:ext cx="728" cy="240"/>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PLS Y41</a:t>
              </a:r>
            </a:p>
          </p:txBody>
        </p:sp>
        <p:sp>
          <p:nvSpPr>
            <p:cNvPr id="136226" name="Text Box 31"/>
            <p:cNvSpPr txBox="1">
              <a:spLocks noChangeArrowheads="1"/>
            </p:cNvSpPr>
            <p:nvPr/>
          </p:nvSpPr>
          <p:spPr bwMode="auto">
            <a:xfrm>
              <a:off x="509" y="1836"/>
              <a:ext cx="255"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X1</a:t>
              </a:r>
            </a:p>
          </p:txBody>
        </p:sp>
        <p:sp>
          <p:nvSpPr>
            <p:cNvPr id="136227" name="Line 32"/>
            <p:cNvSpPr>
              <a:spLocks noChangeShapeType="1"/>
            </p:cNvSpPr>
            <p:nvPr/>
          </p:nvSpPr>
          <p:spPr bwMode="auto">
            <a:xfrm>
              <a:off x="312" y="2496"/>
              <a:ext cx="26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28" name="Line 33"/>
            <p:cNvSpPr>
              <a:spLocks noChangeShapeType="1"/>
            </p:cNvSpPr>
            <p:nvPr/>
          </p:nvSpPr>
          <p:spPr bwMode="auto">
            <a:xfrm>
              <a:off x="572" y="2400"/>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29" name="Line 34"/>
            <p:cNvSpPr>
              <a:spLocks noChangeShapeType="1"/>
            </p:cNvSpPr>
            <p:nvPr/>
          </p:nvSpPr>
          <p:spPr bwMode="auto">
            <a:xfrm>
              <a:off x="676" y="2400"/>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30" name="Text Box 35"/>
            <p:cNvSpPr txBox="1">
              <a:spLocks noChangeArrowheads="1"/>
            </p:cNvSpPr>
            <p:nvPr/>
          </p:nvSpPr>
          <p:spPr bwMode="auto">
            <a:xfrm>
              <a:off x="509" y="2227"/>
              <a:ext cx="255"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X2</a:t>
              </a:r>
            </a:p>
          </p:txBody>
        </p:sp>
        <p:sp>
          <p:nvSpPr>
            <p:cNvPr id="136231" name="Freeform 36"/>
            <p:cNvSpPr>
              <a:spLocks/>
            </p:cNvSpPr>
            <p:nvPr/>
          </p:nvSpPr>
          <p:spPr bwMode="auto">
            <a:xfrm>
              <a:off x="676" y="2122"/>
              <a:ext cx="520" cy="332"/>
            </a:xfrm>
            <a:custGeom>
              <a:avLst/>
              <a:gdLst>
                <a:gd name="T0" fmla="*/ 0 w 480"/>
                <a:gd name="T1" fmla="*/ 275 h 432"/>
                <a:gd name="T2" fmla="*/ 1255 w 480"/>
                <a:gd name="T3" fmla="*/ 275 h 432"/>
                <a:gd name="T4" fmla="*/ 1255 w 480"/>
                <a:gd name="T5" fmla="*/ 0 h 432"/>
                <a:gd name="T6" fmla="*/ 0 60000 65536"/>
                <a:gd name="T7" fmla="*/ 0 60000 65536"/>
                <a:gd name="T8" fmla="*/ 0 60000 65536"/>
                <a:gd name="T9" fmla="*/ 0 w 480"/>
                <a:gd name="T10" fmla="*/ 0 h 432"/>
                <a:gd name="T11" fmla="*/ 480 w 480"/>
                <a:gd name="T12" fmla="*/ 432 h 432"/>
              </a:gdLst>
              <a:ahLst/>
              <a:cxnLst>
                <a:cxn ang="T6">
                  <a:pos x="T0" y="T1"/>
                </a:cxn>
                <a:cxn ang="T7">
                  <a:pos x="T2" y="T3"/>
                </a:cxn>
                <a:cxn ang="T8">
                  <a:pos x="T4" y="T5"/>
                </a:cxn>
              </a:cxnLst>
              <a:rect l="T9" t="T10" r="T11" b="T12"/>
              <a:pathLst>
                <a:path w="480" h="432">
                  <a:moveTo>
                    <a:pt x="0" y="432"/>
                  </a:moveTo>
                  <a:lnTo>
                    <a:pt x="480" y="432"/>
                  </a:lnTo>
                  <a:lnTo>
                    <a:pt x="480" y="0"/>
                  </a:lnTo>
                </a:path>
              </a:pathLst>
            </a:custGeom>
            <a:noFill/>
            <a:ln w="2857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136232" name="Rectangle 37"/>
            <p:cNvSpPr>
              <a:spLocks noChangeArrowheads="1"/>
            </p:cNvSpPr>
            <p:nvPr/>
          </p:nvSpPr>
          <p:spPr bwMode="auto">
            <a:xfrm>
              <a:off x="988" y="2930"/>
              <a:ext cx="884"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6233" name="Line 38"/>
            <p:cNvSpPr>
              <a:spLocks noChangeShapeType="1"/>
            </p:cNvSpPr>
            <p:nvPr/>
          </p:nvSpPr>
          <p:spPr bwMode="auto">
            <a:xfrm>
              <a:off x="364" y="3120"/>
              <a:ext cx="51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34" name="Rectangle 39"/>
            <p:cNvSpPr>
              <a:spLocks noChangeArrowheads="1"/>
            </p:cNvSpPr>
            <p:nvPr/>
          </p:nvSpPr>
          <p:spPr bwMode="auto">
            <a:xfrm>
              <a:off x="2496" y="2928"/>
              <a:ext cx="936"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6235" name="Rectangle 40"/>
            <p:cNvSpPr>
              <a:spLocks noChangeArrowheads="1"/>
            </p:cNvSpPr>
            <p:nvPr/>
          </p:nvSpPr>
          <p:spPr bwMode="auto">
            <a:xfrm>
              <a:off x="4108" y="3168"/>
              <a:ext cx="884"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6236" name="Line 41"/>
            <p:cNvSpPr>
              <a:spLocks noChangeShapeType="1"/>
            </p:cNvSpPr>
            <p:nvPr/>
          </p:nvSpPr>
          <p:spPr bwMode="auto">
            <a:xfrm>
              <a:off x="364" y="3360"/>
              <a:ext cx="51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37" name="Rectangle 42"/>
            <p:cNvSpPr>
              <a:spLocks noChangeArrowheads="1"/>
            </p:cNvSpPr>
            <p:nvPr/>
          </p:nvSpPr>
          <p:spPr bwMode="auto">
            <a:xfrm>
              <a:off x="2704" y="3168"/>
              <a:ext cx="936"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6238" name="AutoShape 43"/>
            <p:cNvSpPr>
              <a:spLocks noChangeArrowheads="1"/>
            </p:cNvSpPr>
            <p:nvPr/>
          </p:nvSpPr>
          <p:spPr bwMode="auto">
            <a:xfrm>
              <a:off x="312" y="3600"/>
              <a:ext cx="5304" cy="240"/>
            </a:xfrm>
            <a:prstGeom prst="bracketPair">
              <a:avLst>
                <a:gd name="adj" fmla="val 16667"/>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6239" name="Text Box 44"/>
            <p:cNvSpPr txBox="1">
              <a:spLocks noChangeArrowheads="1"/>
            </p:cNvSpPr>
            <p:nvPr/>
          </p:nvSpPr>
          <p:spPr bwMode="auto">
            <a:xfrm>
              <a:off x="405" y="2945"/>
              <a:ext cx="255"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X1</a:t>
              </a:r>
            </a:p>
          </p:txBody>
        </p:sp>
        <p:sp>
          <p:nvSpPr>
            <p:cNvPr id="136240" name="Text Box 45"/>
            <p:cNvSpPr txBox="1">
              <a:spLocks noChangeArrowheads="1"/>
            </p:cNvSpPr>
            <p:nvPr/>
          </p:nvSpPr>
          <p:spPr bwMode="auto">
            <a:xfrm>
              <a:off x="405" y="3184"/>
              <a:ext cx="255"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X2</a:t>
              </a:r>
            </a:p>
          </p:txBody>
        </p:sp>
        <p:sp>
          <p:nvSpPr>
            <p:cNvPr id="136241" name="Text Box 46"/>
            <p:cNvSpPr txBox="1">
              <a:spLocks noChangeArrowheads="1"/>
            </p:cNvSpPr>
            <p:nvPr/>
          </p:nvSpPr>
          <p:spPr bwMode="auto">
            <a:xfrm>
              <a:off x="405" y="3569"/>
              <a:ext cx="310"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Y41</a:t>
              </a:r>
            </a:p>
          </p:txBody>
        </p:sp>
        <p:sp>
          <p:nvSpPr>
            <p:cNvPr id="136242" name="Line 47"/>
            <p:cNvSpPr>
              <a:spLocks noChangeShapeType="1"/>
            </p:cNvSpPr>
            <p:nvPr/>
          </p:nvSpPr>
          <p:spPr bwMode="auto">
            <a:xfrm>
              <a:off x="364" y="3744"/>
              <a:ext cx="51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6243" name="Rectangle 48"/>
            <p:cNvSpPr>
              <a:spLocks noChangeArrowheads="1"/>
            </p:cNvSpPr>
            <p:nvPr/>
          </p:nvSpPr>
          <p:spPr bwMode="auto">
            <a:xfrm>
              <a:off x="3900" y="2928"/>
              <a:ext cx="936"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sp>
        <p:nvSpPr>
          <p:cNvPr id="52"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53"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813616348"/>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2"/>
          <p:cNvSpPr>
            <a:spLocks noChangeArrowheads="1"/>
          </p:cNvSpPr>
          <p:nvPr/>
        </p:nvSpPr>
        <p:spPr bwMode="auto">
          <a:xfrm>
            <a:off x="536575" y="800100"/>
            <a:ext cx="19055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Luyện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tạo</a:t>
            </a:r>
            <a:r>
              <a:rPr lang="en-US" altLang="ko-KR" sz="1200" b="1" dirty="0" smtClean="0">
                <a:latin typeface="Times New Roman" panose="02020603050405020304" pitchFamily="18" charset="0"/>
                <a:cs typeface="Times New Roman" panose="02020603050405020304" pitchFamily="18" charset="0"/>
              </a:rPr>
              <a:t> Time Chart</a:t>
            </a:r>
            <a:endParaRPr lang="en-US" altLang="ko-KR" sz="1200" b="1" dirty="0">
              <a:latin typeface="Times New Roman" panose="02020603050405020304" pitchFamily="18" charset="0"/>
              <a:cs typeface="Times New Roman" panose="02020603050405020304" pitchFamily="18" charset="0"/>
            </a:endParaRPr>
          </a:p>
        </p:txBody>
      </p:sp>
      <p:grpSp>
        <p:nvGrpSpPr>
          <p:cNvPr id="137219" name="Group 59"/>
          <p:cNvGrpSpPr>
            <a:grpSpLocks/>
          </p:cNvGrpSpPr>
          <p:nvPr/>
        </p:nvGrpSpPr>
        <p:grpSpPr bwMode="auto">
          <a:xfrm>
            <a:off x="560388" y="1268413"/>
            <a:ext cx="8964612" cy="5132387"/>
            <a:chOff x="104" y="353"/>
            <a:chExt cx="6032" cy="3679"/>
          </a:xfrm>
        </p:grpSpPr>
        <p:sp>
          <p:nvSpPr>
            <p:cNvPr id="137222" name="Line 3"/>
            <p:cNvSpPr>
              <a:spLocks noChangeShapeType="1"/>
            </p:cNvSpPr>
            <p:nvPr/>
          </p:nvSpPr>
          <p:spPr bwMode="auto">
            <a:xfrm>
              <a:off x="312" y="432"/>
              <a:ext cx="0" cy="62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23" name="Line 4"/>
            <p:cNvSpPr>
              <a:spLocks noChangeShapeType="1"/>
            </p:cNvSpPr>
            <p:nvPr/>
          </p:nvSpPr>
          <p:spPr bwMode="auto">
            <a:xfrm>
              <a:off x="2964" y="432"/>
              <a:ext cx="0" cy="67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24" name="Line 5"/>
            <p:cNvSpPr>
              <a:spLocks noChangeShapeType="1"/>
            </p:cNvSpPr>
            <p:nvPr/>
          </p:nvSpPr>
          <p:spPr bwMode="auto">
            <a:xfrm>
              <a:off x="312" y="608"/>
              <a:ext cx="26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25" name="Line 6"/>
            <p:cNvSpPr>
              <a:spLocks noChangeShapeType="1"/>
            </p:cNvSpPr>
            <p:nvPr/>
          </p:nvSpPr>
          <p:spPr bwMode="auto">
            <a:xfrm>
              <a:off x="572" y="512"/>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26" name="Line 7"/>
            <p:cNvSpPr>
              <a:spLocks noChangeShapeType="1"/>
            </p:cNvSpPr>
            <p:nvPr/>
          </p:nvSpPr>
          <p:spPr bwMode="auto">
            <a:xfrm>
              <a:off x="676" y="512"/>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27" name="Line 8"/>
            <p:cNvSpPr>
              <a:spLocks noChangeShapeType="1"/>
            </p:cNvSpPr>
            <p:nvPr/>
          </p:nvSpPr>
          <p:spPr bwMode="auto">
            <a:xfrm>
              <a:off x="676" y="608"/>
              <a:ext cx="140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28" name="Line 9"/>
            <p:cNvSpPr>
              <a:spLocks noChangeShapeType="1"/>
            </p:cNvSpPr>
            <p:nvPr/>
          </p:nvSpPr>
          <p:spPr bwMode="auto">
            <a:xfrm>
              <a:off x="1768" y="608"/>
              <a:ext cx="83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29" name="Line 10"/>
            <p:cNvSpPr>
              <a:spLocks noChangeShapeType="1"/>
            </p:cNvSpPr>
            <p:nvPr/>
          </p:nvSpPr>
          <p:spPr bwMode="auto">
            <a:xfrm>
              <a:off x="2860" y="608"/>
              <a:ext cx="10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30" name="Oval 11"/>
            <p:cNvSpPr>
              <a:spLocks noChangeArrowheads="1"/>
            </p:cNvSpPr>
            <p:nvPr/>
          </p:nvSpPr>
          <p:spPr bwMode="auto">
            <a:xfrm>
              <a:off x="2288" y="492"/>
              <a:ext cx="572" cy="240"/>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T0 K200</a:t>
              </a:r>
            </a:p>
          </p:txBody>
        </p:sp>
        <p:sp>
          <p:nvSpPr>
            <p:cNvPr id="137231" name="Text Box 12"/>
            <p:cNvSpPr txBox="1">
              <a:spLocks noChangeArrowheads="1"/>
            </p:cNvSpPr>
            <p:nvPr/>
          </p:nvSpPr>
          <p:spPr bwMode="auto">
            <a:xfrm>
              <a:off x="509" y="353"/>
              <a:ext cx="250"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X5</a:t>
              </a:r>
            </a:p>
          </p:txBody>
        </p:sp>
        <p:sp>
          <p:nvSpPr>
            <p:cNvPr id="137232" name="Line 13"/>
            <p:cNvSpPr>
              <a:spLocks noChangeShapeType="1"/>
            </p:cNvSpPr>
            <p:nvPr/>
          </p:nvSpPr>
          <p:spPr bwMode="auto">
            <a:xfrm>
              <a:off x="104" y="1920"/>
              <a:ext cx="6032" cy="0"/>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nchor="ctr">
              <a:spAutoFit/>
            </a:bodyPr>
            <a:lstStyle/>
            <a:p>
              <a:endParaRPr lang="ko-KR" altLang="en-US">
                <a:latin typeface="Times New Roman" panose="02020603050405020304" pitchFamily="18" charset="0"/>
                <a:cs typeface="Times New Roman" panose="02020603050405020304" pitchFamily="18" charset="0"/>
              </a:endParaRPr>
            </a:p>
          </p:txBody>
        </p:sp>
        <p:sp>
          <p:nvSpPr>
            <p:cNvPr id="137233" name="Line 14"/>
            <p:cNvSpPr>
              <a:spLocks noChangeShapeType="1"/>
            </p:cNvSpPr>
            <p:nvPr/>
          </p:nvSpPr>
          <p:spPr bwMode="auto">
            <a:xfrm>
              <a:off x="312" y="2043"/>
              <a:ext cx="0" cy="78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34" name="Line 15"/>
            <p:cNvSpPr>
              <a:spLocks noChangeShapeType="1"/>
            </p:cNvSpPr>
            <p:nvPr/>
          </p:nvSpPr>
          <p:spPr bwMode="auto">
            <a:xfrm>
              <a:off x="2964" y="2043"/>
              <a:ext cx="0" cy="78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35" name="Line 16"/>
            <p:cNvSpPr>
              <a:spLocks noChangeShapeType="1"/>
            </p:cNvSpPr>
            <p:nvPr/>
          </p:nvSpPr>
          <p:spPr bwMode="auto">
            <a:xfrm>
              <a:off x="312" y="2283"/>
              <a:ext cx="26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36" name="Line 17"/>
            <p:cNvSpPr>
              <a:spLocks noChangeShapeType="1"/>
            </p:cNvSpPr>
            <p:nvPr/>
          </p:nvSpPr>
          <p:spPr bwMode="auto">
            <a:xfrm>
              <a:off x="572" y="2187"/>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37" name="Line 18"/>
            <p:cNvSpPr>
              <a:spLocks noChangeShapeType="1"/>
            </p:cNvSpPr>
            <p:nvPr/>
          </p:nvSpPr>
          <p:spPr bwMode="auto">
            <a:xfrm>
              <a:off x="676" y="2187"/>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38" name="Line 19"/>
            <p:cNvSpPr>
              <a:spLocks noChangeShapeType="1"/>
            </p:cNvSpPr>
            <p:nvPr/>
          </p:nvSpPr>
          <p:spPr bwMode="auto">
            <a:xfrm>
              <a:off x="676" y="2283"/>
              <a:ext cx="140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39" name="Line 20"/>
            <p:cNvSpPr>
              <a:spLocks noChangeShapeType="1"/>
            </p:cNvSpPr>
            <p:nvPr/>
          </p:nvSpPr>
          <p:spPr bwMode="auto">
            <a:xfrm>
              <a:off x="1768" y="2283"/>
              <a:ext cx="83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40" name="Line 21"/>
            <p:cNvSpPr>
              <a:spLocks noChangeShapeType="1"/>
            </p:cNvSpPr>
            <p:nvPr/>
          </p:nvSpPr>
          <p:spPr bwMode="auto">
            <a:xfrm>
              <a:off x="2860" y="2283"/>
              <a:ext cx="10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41" name="Oval 22"/>
            <p:cNvSpPr>
              <a:spLocks noChangeArrowheads="1"/>
            </p:cNvSpPr>
            <p:nvPr/>
          </p:nvSpPr>
          <p:spPr bwMode="auto">
            <a:xfrm>
              <a:off x="2132" y="2167"/>
              <a:ext cx="728" cy="240"/>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C0 K3</a:t>
              </a:r>
            </a:p>
          </p:txBody>
        </p:sp>
        <p:sp>
          <p:nvSpPr>
            <p:cNvPr id="137242" name="Text Box 23"/>
            <p:cNvSpPr txBox="1">
              <a:spLocks noChangeArrowheads="1"/>
            </p:cNvSpPr>
            <p:nvPr/>
          </p:nvSpPr>
          <p:spPr bwMode="auto">
            <a:xfrm>
              <a:off x="509" y="2028"/>
              <a:ext cx="250"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X6</a:t>
              </a:r>
            </a:p>
          </p:txBody>
        </p:sp>
        <p:sp>
          <p:nvSpPr>
            <p:cNvPr id="137243" name="Line 24"/>
            <p:cNvSpPr>
              <a:spLocks noChangeShapeType="1"/>
            </p:cNvSpPr>
            <p:nvPr/>
          </p:nvSpPr>
          <p:spPr bwMode="auto">
            <a:xfrm>
              <a:off x="312" y="2688"/>
              <a:ext cx="26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44" name="Line 25"/>
            <p:cNvSpPr>
              <a:spLocks noChangeShapeType="1"/>
            </p:cNvSpPr>
            <p:nvPr/>
          </p:nvSpPr>
          <p:spPr bwMode="auto">
            <a:xfrm>
              <a:off x="572" y="2592"/>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45" name="Line 26"/>
            <p:cNvSpPr>
              <a:spLocks noChangeShapeType="1"/>
            </p:cNvSpPr>
            <p:nvPr/>
          </p:nvSpPr>
          <p:spPr bwMode="auto">
            <a:xfrm>
              <a:off x="676" y="2592"/>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46" name="Text Box 27"/>
            <p:cNvSpPr txBox="1">
              <a:spLocks noChangeArrowheads="1"/>
            </p:cNvSpPr>
            <p:nvPr/>
          </p:nvSpPr>
          <p:spPr bwMode="auto">
            <a:xfrm>
              <a:off x="509" y="2420"/>
              <a:ext cx="250"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X7</a:t>
              </a:r>
            </a:p>
          </p:txBody>
        </p:sp>
        <p:sp>
          <p:nvSpPr>
            <p:cNvPr id="137247" name="Line 28"/>
            <p:cNvSpPr>
              <a:spLocks noChangeShapeType="1"/>
            </p:cNvSpPr>
            <p:nvPr/>
          </p:nvSpPr>
          <p:spPr bwMode="auto">
            <a:xfrm>
              <a:off x="312" y="980"/>
              <a:ext cx="26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48" name="Line 29"/>
            <p:cNvSpPr>
              <a:spLocks noChangeShapeType="1"/>
            </p:cNvSpPr>
            <p:nvPr/>
          </p:nvSpPr>
          <p:spPr bwMode="auto">
            <a:xfrm>
              <a:off x="572" y="884"/>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49" name="Line 30"/>
            <p:cNvSpPr>
              <a:spLocks noChangeShapeType="1"/>
            </p:cNvSpPr>
            <p:nvPr/>
          </p:nvSpPr>
          <p:spPr bwMode="auto">
            <a:xfrm>
              <a:off x="676" y="884"/>
              <a:ext cx="0" cy="1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50" name="Line 31"/>
            <p:cNvSpPr>
              <a:spLocks noChangeShapeType="1"/>
            </p:cNvSpPr>
            <p:nvPr/>
          </p:nvSpPr>
          <p:spPr bwMode="auto">
            <a:xfrm>
              <a:off x="676" y="980"/>
              <a:ext cx="140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51" name="Line 32"/>
            <p:cNvSpPr>
              <a:spLocks noChangeShapeType="1"/>
            </p:cNvSpPr>
            <p:nvPr/>
          </p:nvSpPr>
          <p:spPr bwMode="auto">
            <a:xfrm>
              <a:off x="1768" y="980"/>
              <a:ext cx="83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52" name="Line 33"/>
            <p:cNvSpPr>
              <a:spLocks noChangeShapeType="1"/>
            </p:cNvSpPr>
            <p:nvPr/>
          </p:nvSpPr>
          <p:spPr bwMode="auto">
            <a:xfrm>
              <a:off x="2860" y="980"/>
              <a:ext cx="10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53" name="Oval 34"/>
            <p:cNvSpPr>
              <a:spLocks noChangeArrowheads="1"/>
            </p:cNvSpPr>
            <p:nvPr/>
          </p:nvSpPr>
          <p:spPr bwMode="auto">
            <a:xfrm>
              <a:off x="2288" y="864"/>
              <a:ext cx="572" cy="240"/>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Y40</a:t>
              </a:r>
            </a:p>
          </p:txBody>
        </p:sp>
        <p:sp>
          <p:nvSpPr>
            <p:cNvPr id="137254" name="Text Box 35"/>
            <p:cNvSpPr txBox="1">
              <a:spLocks noChangeArrowheads="1"/>
            </p:cNvSpPr>
            <p:nvPr/>
          </p:nvSpPr>
          <p:spPr bwMode="auto">
            <a:xfrm>
              <a:off x="509" y="725"/>
              <a:ext cx="245"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T0</a:t>
              </a:r>
            </a:p>
          </p:txBody>
        </p:sp>
        <p:sp>
          <p:nvSpPr>
            <p:cNvPr id="137255" name="Rectangle 36"/>
            <p:cNvSpPr>
              <a:spLocks noChangeArrowheads="1"/>
            </p:cNvSpPr>
            <p:nvPr/>
          </p:nvSpPr>
          <p:spPr bwMode="auto">
            <a:xfrm>
              <a:off x="1040" y="1258"/>
              <a:ext cx="884"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dirty="0" smtClean="0">
                  <a:solidFill>
                    <a:schemeClr val="bg1"/>
                  </a:solidFill>
                  <a:latin typeface="Times New Roman" panose="02020603050405020304" pitchFamily="18" charset="0"/>
                  <a:cs typeface="Times New Roman" panose="02020603050405020304" pitchFamily="18" charset="0"/>
                </a:rPr>
                <a:t>15 sec</a:t>
              </a:r>
              <a:endParaRPr lang="ko-KR" altLang="en-US" sz="1200" dirty="0">
                <a:solidFill>
                  <a:schemeClr val="bg1"/>
                </a:solidFill>
                <a:latin typeface="Times New Roman" panose="02020603050405020304" pitchFamily="18" charset="0"/>
                <a:cs typeface="Times New Roman" panose="02020603050405020304" pitchFamily="18" charset="0"/>
              </a:endParaRPr>
            </a:p>
          </p:txBody>
        </p:sp>
        <p:sp>
          <p:nvSpPr>
            <p:cNvPr id="137256" name="Line 37"/>
            <p:cNvSpPr>
              <a:spLocks noChangeShapeType="1"/>
            </p:cNvSpPr>
            <p:nvPr/>
          </p:nvSpPr>
          <p:spPr bwMode="auto">
            <a:xfrm>
              <a:off x="312" y="1450"/>
              <a:ext cx="51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57" name="Rectangle 38"/>
            <p:cNvSpPr>
              <a:spLocks noChangeArrowheads="1"/>
            </p:cNvSpPr>
            <p:nvPr/>
          </p:nvSpPr>
          <p:spPr bwMode="auto">
            <a:xfrm>
              <a:off x="2444" y="1258"/>
              <a:ext cx="2392"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dirty="0" smtClean="0">
                  <a:solidFill>
                    <a:schemeClr val="bg1"/>
                  </a:solidFill>
                  <a:latin typeface="Times New Roman" panose="02020603050405020304" pitchFamily="18" charset="0"/>
                  <a:cs typeface="Times New Roman" panose="02020603050405020304" pitchFamily="18" charset="0"/>
                </a:rPr>
                <a:t>40 sec</a:t>
              </a:r>
              <a:endParaRPr lang="ko-KR" altLang="en-US" sz="1200" dirty="0">
                <a:solidFill>
                  <a:schemeClr val="bg1"/>
                </a:solidFill>
                <a:latin typeface="Times New Roman" panose="02020603050405020304" pitchFamily="18" charset="0"/>
                <a:cs typeface="Times New Roman" panose="02020603050405020304" pitchFamily="18" charset="0"/>
              </a:endParaRPr>
            </a:p>
          </p:txBody>
        </p:sp>
        <p:sp>
          <p:nvSpPr>
            <p:cNvPr id="137258" name="AutoShape 39"/>
            <p:cNvSpPr>
              <a:spLocks noChangeArrowheads="1"/>
            </p:cNvSpPr>
            <p:nvPr/>
          </p:nvSpPr>
          <p:spPr bwMode="auto">
            <a:xfrm>
              <a:off x="260" y="1642"/>
              <a:ext cx="5252" cy="240"/>
            </a:xfrm>
            <a:prstGeom prst="bracketPair">
              <a:avLst>
                <a:gd name="adj" fmla="val 16667"/>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7259" name="Text Box 40"/>
            <p:cNvSpPr txBox="1">
              <a:spLocks noChangeArrowheads="1"/>
            </p:cNvSpPr>
            <p:nvPr/>
          </p:nvSpPr>
          <p:spPr bwMode="auto">
            <a:xfrm>
              <a:off x="301" y="1227"/>
              <a:ext cx="250"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X5</a:t>
              </a:r>
            </a:p>
          </p:txBody>
        </p:sp>
        <p:sp>
          <p:nvSpPr>
            <p:cNvPr id="137260" name="Text Box 41"/>
            <p:cNvSpPr txBox="1">
              <a:spLocks noChangeArrowheads="1"/>
            </p:cNvSpPr>
            <p:nvPr/>
          </p:nvSpPr>
          <p:spPr bwMode="auto">
            <a:xfrm>
              <a:off x="301" y="1563"/>
              <a:ext cx="242"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T0</a:t>
              </a:r>
            </a:p>
          </p:txBody>
        </p:sp>
        <p:sp>
          <p:nvSpPr>
            <p:cNvPr id="137261" name="Line 42"/>
            <p:cNvSpPr>
              <a:spLocks noChangeShapeType="1"/>
            </p:cNvSpPr>
            <p:nvPr/>
          </p:nvSpPr>
          <p:spPr bwMode="auto">
            <a:xfrm>
              <a:off x="312" y="1786"/>
              <a:ext cx="51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62" name="Line 43"/>
            <p:cNvSpPr>
              <a:spLocks noChangeShapeType="1"/>
            </p:cNvSpPr>
            <p:nvPr/>
          </p:nvSpPr>
          <p:spPr bwMode="auto">
            <a:xfrm>
              <a:off x="676" y="2688"/>
              <a:ext cx="2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63" name="Oval 44"/>
            <p:cNvSpPr>
              <a:spLocks noChangeArrowheads="1"/>
            </p:cNvSpPr>
            <p:nvPr/>
          </p:nvSpPr>
          <p:spPr bwMode="auto">
            <a:xfrm>
              <a:off x="2132" y="2552"/>
              <a:ext cx="728" cy="240"/>
            </a:xfrm>
            <a:prstGeom prst="ellipse">
              <a:avLst/>
            </a:prstGeom>
            <a:solidFill>
              <a:schemeClr val="bg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0"/>
                </a:spcBef>
                <a:buFontTx/>
                <a:buNone/>
              </a:pPr>
              <a:r>
                <a:rPr lang="en-US" altLang="ko-KR" sz="1200" b="1">
                  <a:latin typeface="Times New Roman" panose="02020603050405020304" pitchFamily="18" charset="0"/>
                  <a:cs typeface="Times New Roman" panose="02020603050405020304" pitchFamily="18" charset="0"/>
                </a:rPr>
                <a:t>RST C0</a:t>
              </a:r>
            </a:p>
          </p:txBody>
        </p:sp>
        <p:sp>
          <p:nvSpPr>
            <p:cNvPr id="137264" name="Rectangle 45"/>
            <p:cNvSpPr>
              <a:spLocks noChangeArrowheads="1"/>
            </p:cNvSpPr>
            <p:nvPr/>
          </p:nvSpPr>
          <p:spPr bwMode="auto">
            <a:xfrm>
              <a:off x="1092" y="2976"/>
              <a:ext cx="572"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7265" name="Line 46"/>
            <p:cNvSpPr>
              <a:spLocks noChangeShapeType="1"/>
            </p:cNvSpPr>
            <p:nvPr/>
          </p:nvSpPr>
          <p:spPr bwMode="auto">
            <a:xfrm>
              <a:off x="364" y="3168"/>
              <a:ext cx="51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66" name="Rectangle 47"/>
            <p:cNvSpPr>
              <a:spLocks noChangeArrowheads="1"/>
            </p:cNvSpPr>
            <p:nvPr/>
          </p:nvSpPr>
          <p:spPr bwMode="auto">
            <a:xfrm>
              <a:off x="1872" y="2976"/>
              <a:ext cx="416"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7267" name="AutoShape 48"/>
            <p:cNvSpPr>
              <a:spLocks noChangeArrowheads="1"/>
            </p:cNvSpPr>
            <p:nvPr/>
          </p:nvSpPr>
          <p:spPr bwMode="auto">
            <a:xfrm>
              <a:off x="312" y="3792"/>
              <a:ext cx="5252" cy="240"/>
            </a:xfrm>
            <a:prstGeom prst="bracketPair">
              <a:avLst>
                <a:gd name="adj" fmla="val 16667"/>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7268" name="Text Box 49"/>
            <p:cNvSpPr txBox="1">
              <a:spLocks noChangeArrowheads="1"/>
            </p:cNvSpPr>
            <p:nvPr/>
          </p:nvSpPr>
          <p:spPr bwMode="auto">
            <a:xfrm>
              <a:off x="353" y="3001"/>
              <a:ext cx="250"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X6</a:t>
              </a:r>
            </a:p>
          </p:txBody>
        </p:sp>
        <p:sp>
          <p:nvSpPr>
            <p:cNvPr id="137269" name="Text Box 50"/>
            <p:cNvSpPr txBox="1">
              <a:spLocks noChangeArrowheads="1"/>
            </p:cNvSpPr>
            <p:nvPr/>
          </p:nvSpPr>
          <p:spPr bwMode="auto">
            <a:xfrm>
              <a:off x="353" y="3729"/>
              <a:ext cx="245"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C0</a:t>
              </a:r>
            </a:p>
          </p:txBody>
        </p:sp>
        <p:sp>
          <p:nvSpPr>
            <p:cNvPr id="137270" name="Line 51"/>
            <p:cNvSpPr>
              <a:spLocks noChangeShapeType="1"/>
            </p:cNvSpPr>
            <p:nvPr/>
          </p:nvSpPr>
          <p:spPr bwMode="auto">
            <a:xfrm>
              <a:off x="364" y="3936"/>
              <a:ext cx="51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71" name="Rectangle 52"/>
            <p:cNvSpPr>
              <a:spLocks noChangeArrowheads="1"/>
            </p:cNvSpPr>
            <p:nvPr/>
          </p:nvSpPr>
          <p:spPr bwMode="auto">
            <a:xfrm>
              <a:off x="3172" y="2976"/>
              <a:ext cx="520"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7272" name="Rectangle 53"/>
            <p:cNvSpPr>
              <a:spLocks noChangeArrowheads="1"/>
            </p:cNvSpPr>
            <p:nvPr/>
          </p:nvSpPr>
          <p:spPr bwMode="auto">
            <a:xfrm>
              <a:off x="2392" y="2976"/>
              <a:ext cx="676"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7273" name="Line 54"/>
            <p:cNvSpPr>
              <a:spLocks noChangeShapeType="1"/>
            </p:cNvSpPr>
            <p:nvPr/>
          </p:nvSpPr>
          <p:spPr bwMode="auto">
            <a:xfrm>
              <a:off x="364" y="3552"/>
              <a:ext cx="51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37274" name="Text Box 55"/>
            <p:cNvSpPr txBox="1">
              <a:spLocks noChangeArrowheads="1"/>
            </p:cNvSpPr>
            <p:nvPr/>
          </p:nvSpPr>
          <p:spPr bwMode="auto">
            <a:xfrm>
              <a:off x="353" y="3385"/>
              <a:ext cx="250"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0"/>
                </a:spcBef>
                <a:buFontTx/>
                <a:buNone/>
              </a:pPr>
              <a:r>
                <a:rPr lang="en-US" altLang="ko-KR" sz="1200">
                  <a:latin typeface="Times New Roman" panose="02020603050405020304" pitchFamily="18" charset="0"/>
                  <a:cs typeface="Times New Roman" panose="02020603050405020304" pitchFamily="18" charset="0"/>
                </a:rPr>
                <a:t>X7</a:t>
              </a:r>
            </a:p>
          </p:txBody>
        </p:sp>
        <p:sp>
          <p:nvSpPr>
            <p:cNvPr id="137275" name="Rectangle 56"/>
            <p:cNvSpPr>
              <a:spLocks noChangeArrowheads="1"/>
            </p:cNvSpPr>
            <p:nvPr/>
          </p:nvSpPr>
          <p:spPr bwMode="auto">
            <a:xfrm>
              <a:off x="4108" y="3360"/>
              <a:ext cx="520"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7276" name="Rectangle 57"/>
            <p:cNvSpPr>
              <a:spLocks noChangeArrowheads="1"/>
            </p:cNvSpPr>
            <p:nvPr/>
          </p:nvSpPr>
          <p:spPr bwMode="auto">
            <a:xfrm>
              <a:off x="1456" y="3360"/>
              <a:ext cx="676"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37277" name="Rectangle 58"/>
            <p:cNvSpPr>
              <a:spLocks noChangeArrowheads="1"/>
            </p:cNvSpPr>
            <p:nvPr/>
          </p:nvSpPr>
          <p:spPr bwMode="auto">
            <a:xfrm>
              <a:off x="3796" y="2976"/>
              <a:ext cx="520" cy="192"/>
            </a:xfrm>
            <a:prstGeom prst="rect">
              <a:avLst/>
            </a:prstGeom>
            <a:solidFill>
              <a:schemeClr val="hlink"/>
            </a:solidFill>
            <a:ln w="9525">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sp>
        <p:nvSpPr>
          <p:cNvPr id="62"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63"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025505568"/>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2"/>
          <p:cNvSpPr>
            <a:spLocks noChangeArrowheads="1"/>
          </p:cNvSpPr>
          <p:nvPr/>
        </p:nvSpPr>
        <p:spPr bwMode="auto">
          <a:xfrm>
            <a:off x="592138" y="1016000"/>
            <a:ext cx="7469737" cy="144039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(1) </a:t>
            </a:r>
            <a:r>
              <a:rPr lang="en-US" altLang="ko-KR" sz="1200" dirty="0" smtClean="0">
                <a:latin typeface="Times New Roman" panose="02020603050405020304" pitchFamily="18" charset="0"/>
                <a:cs typeface="Times New Roman" panose="02020603050405020304" pitchFamily="18" charset="0"/>
              </a:rPr>
              <a:t>K4X20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gì</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D(data register), T(</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Timer), C(</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Counter)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cấu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16bit (1word).</a:t>
            </a: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Data.</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bit(X,Y,M…)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gồm</a:t>
            </a:r>
            <a:r>
              <a:rPr lang="en-US" altLang="ko-KR" sz="1200" dirty="0" smtClean="0">
                <a:latin typeface="Times New Roman" panose="02020603050405020304" pitchFamily="18" charset="0"/>
                <a:cs typeface="Times New Roman" panose="02020603050405020304" pitchFamily="18" charset="0"/>
              </a:rPr>
              <a:t> 16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Data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 typeface="Symbol" pitchFamily="18" charset="2"/>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16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sym typeface="Symbol" pitchFamily="18" charset="2"/>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sym typeface="Symbol" pitchFamily="18" charset="2"/>
              </a:rPr>
              <a:t>      - </a:t>
            </a:r>
            <a:r>
              <a:rPr lang="en-US" altLang="ko-KR" sz="1200" dirty="0" smtClean="0">
                <a:latin typeface="Times New Roman" panose="02020603050405020304" pitchFamily="18" charset="0"/>
                <a:cs typeface="Times New Roman" panose="02020603050405020304" pitchFamily="18" charset="0"/>
                <a:sym typeface="Symbol" pitchFamily="18" charset="2"/>
              </a:rPr>
              <a:t>Bit </a:t>
            </a:r>
            <a:r>
              <a:rPr lang="en-US" altLang="ko-KR" sz="1200" dirty="0" err="1" smtClean="0">
                <a:latin typeface="Times New Roman" panose="02020603050405020304" pitchFamily="18" charset="0"/>
                <a:cs typeface="Times New Roman" panose="02020603050405020304" pitchFamily="18" charset="0"/>
                <a:sym typeface="Symbol" pitchFamily="18" charset="2"/>
              </a:rPr>
              <a:t>cũng</a:t>
            </a:r>
            <a:r>
              <a:rPr lang="en-US" altLang="ko-KR" sz="1200" dirty="0" smtClean="0">
                <a:latin typeface="Times New Roman" panose="02020603050405020304" pitchFamily="18" charset="0"/>
                <a:cs typeface="Times New Roman" panose="02020603050405020304" pitchFamily="18" charset="0"/>
                <a:sym typeface="Symbol" pitchFamily="18" charset="2"/>
              </a:rPr>
              <a:t> </a:t>
            </a:r>
            <a:r>
              <a:rPr lang="en-US" altLang="ko-KR" sz="1200" dirty="0" err="1" smtClean="0">
                <a:latin typeface="Times New Roman" panose="02020603050405020304" pitchFamily="18" charset="0"/>
                <a:cs typeface="Times New Roman" panose="02020603050405020304" pitchFamily="18" charset="0"/>
                <a:sym typeface="Symbol" pitchFamily="18" charset="2"/>
              </a:rPr>
              <a:t>có</a:t>
            </a:r>
            <a:r>
              <a:rPr lang="en-US" altLang="ko-KR" sz="1200" dirty="0" smtClean="0">
                <a:latin typeface="Times New Roman" panose="02020603050405020304" pitchFamily="18" charset="0"/>
                <a:cs typeface="Times New Roman" panose="02020603050405020304" pitchFamily="18" charset="0"/>
                <a:sym typeface="Symbol" pitchFamily="18" charset="2"/>
              </a:rPr>
              <a:t> </a:t>
            </a:r>
            <a:r>
              <a:rPr lang="en-US" altLang="ko-KR" sz="1200" dirty="0" err="1" smtClean="0">
                <a:latin typeface="Times New Roman" panose="02020603050405020304" pitchFamily="18" charset="0"/>
                <a:cs typeface="Times New Roman" panose="02020603050405020304" pitchFamily="18" charset="0"/>
                <a:sym typeface="Symbol" pitchFamily="18" charset="2"/>
              </a:rPr>
              <a:t>thể</a:t>
            </a:r>
            <a:r>
              <a:rPr lang="en-US" altLang="ko-KR" sz="1200" dirty="0" smtClean="0">
                <a:latin typeface="Times New Roman" panose="02020603050405020304" pitchFamily="18" charset="0"/>
                <a:cs typeface="Times New Roman" panose="02020603050405020304" pitchFamily="18" charset="0"/>
                <a:sym typeface="Symbol" pitchFamily="18" charset="2"/>
              </a:rPr>
              <a:t> </a:t>
            </a:r>
            <a:r>
              <a:rPr lang="en-US" altLang="ko-KR" sz="1200" dirty="0" err="1" smtClean="0">
                <a:latin typeface="Times New Roman" panose="02020603050405020304" pitchFamily="18" charset="0"/>
                <a:cs typeface="Times New Roman" panose="02020603050405020304" pitchFamily="18" charset="0"/>
                <a:sym typeface="Symbol" pitchFamily="18" charset="2"/>
              </a:rPr>
              <a:t>xử</a:t>
            </a:r>
            <a:r>
              <a:rPr lang="en-US" altLang="ko-KR" sz="1200" dirty="0" smtClean="0">
                <a:latin typeface="Times New Roman" panose="02020603050405020304" pitchFamily="18" charset="0"/>
                <a:cs typeface="Times New Roman" panose="02020603050405020304" pitchFamily="18" charset="0"/>
                <a:sym typeface="Symbol" pitchFamily="18" charset="2"/>
              </a:rPr>
              <a:t> </a:t>
            </a:r>
            <a:r>
              <a:rPr lang="en-US" altLang="ko-KR" sz="1200" dirty="0" err="1" smtClean="0">
                <a:latin typeface="Times New Roman" panose="02020603050405020304" pitchFamily="18" charset="0"/>
                <a:cs typeface="Times New Roman" panose="02020603050405020304" pitchFamily="18" charset="0"/>
                <a:sym typeface="Symbol" pitchFamily="18" charset="2"/>
              </a:rPr>
              <a:t>lý</a:t>
            </a:r>
            <a:r>
              <a:rPr lang="en-US" altLang="ko-KR" sz="1200" dirty="0" smtClean="0">
                <a:latin typeface="Times New Roman" panose="02020603050405020304" pitchFamily="18" charset="0"/>
                <a:cs typeface="Times New Roman" panose="02020603050405020304" pitchFamily="18" charset="0"/>
                <a:sym typeface="Symbol" pitchFamily="18" charset="2"/>
              </a:rPr>
              <a:t> Data </a:t>
            </a:r>
            <a:r>
              <a:rPr lang="en-US" altLang="ko-KR" sz="1200" dirty="0" err="1" smtClean="0">
                <a:latin typeface="Times New Roman" panose="02020603050405020304" pitchFamily="18" charset="0"/>
                <a:cs typeface="Times New Roman" panose="02020603050405020304" pitchFamily="18" charset="0"/>
                <a:sym typeface="Symbol" pitchFamily="18" charset="2"/>
              </a:rPr>
              <a:t>bằng</a:t>
            </a:r>
            <a:r>
              <a:rPr lang="en-US" altLang="ko-KR" sz="1200" dirty="0" smtClean="0">
                <a:latin typeface="Times New Roman" panose="02020603050405020304" pitchFamily="18" charset="0"/>
                <a:cs typeface="Times New Roman" panose="02020603050405020304" pitchFamily="18" charset="0"/>
                <a:sym typeface="Symbol" pitchFamily="18" charset="2"/>
              </a:rPr>
              <a:t> </a:t>
            </a:r>
            <a:r>
              <a:rPr lang="en-US" altLang="ko-KR" sz="1200" dirty="0" err="1" smtClean="0">
                <a:latin typeface="Times New Roman" panose="02020603050405020304" pitchFamily="18" charset="0"/>
                <a:cs typeface="Times New Roman" panose="02020603050405020304" pitchFamily="18" charset="0"/>
                <a:sym typeface="Symbol" pitchFamily="18" charset="2"/>
              </a:rPr>
              <a:t>đơn</a:t>
            </a:r>
            <a:r>
              <a:rPr lang="en-US" altLang="ko-KR" sz="1200" dirty="0" smtClean="0">
                <a:latin typeface="Times New Roman" panose="02020603050405020304" pitchFamily="18" charset="0"/>
                <a:cs typeface="Times New Roman" panose="02020603050405020304" pitchFamily="18" charset="0"/>
                <a:sym typeface="Symbol" pitchFamily="18" charset="2"/>
              </a:rPr>
              <a:t> </a:t>
            </a:r>
            <a:r>
              <a:rPr lang="en-US" altLang="ko-KR" sz="1200" dirty="0" err="1" smtClean="0">
                <a:latin typeface="Times New Roman" panose="02020603050405020304" pitchFamily="18" charset="0"/>
                <a:cs typeface="Times New Roman" panose="02020603050405020304" pitchFamily="18" charset="0"/>
                <a:sym typeface="Symbol" pitchFamily="18" charset="2"/>
              </a:rPr>
              <a:t>vị</a:t>
            </a:r>
            <a:r>
              <a:rPr lang="en-US" altLang="ko-KR" sz="1200" dirty="0" smtClean="0">
                <a:latin typeface="Times New Roman" panose="02020603050405020304" pitchFamily="18" charset="0"/>
                <a:cs typeface="Times New Roman" panose="02020603050405020304" pitchFamily="18" charset="0"/>
                <a:sym typeface="Symbol" pitchFamily="18" charset="2"/>
              </a:rPr>
              <a:t> 4 </a:t>
            </a:r>
            <a:r>
              <a:rPr lang="en-US" altLang="ko-KR" sz="1200" dirty="0" err="1" smtClean="0">
                <a:latin typeface="Times New Roman" panose="02020603050405020304" pitchFamily="18" charset="0"/>
                <a:cs typeface="Times New Roman" panose="02020603050405020304" pitchFamily="18" charset="0"/>
                <a:sym typeface="Symbol" pitchFamily="18" charset="2"/>
              </a:rPr>
              <a:t>điểm</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graphicFrame>
        <p:nvGraphicFramePr>
          <p:cNvPr id="138243" name="Object 3"/>
          <p:cNvGraphicFramePr>
            <a:graphicFrameLocks noChangeAspect="1"/>
          </p:cNvGraphicFramePr>
          <p:nvPr>
            <p:extLst>
              <p:ext uri="{D42A27DB-BD31-4B8C-83A1-F6EECF244321}">
                <p14:modId xmlns:p14="http://schemas.microsoft.com/office/powerpoint/2010/main" val="3054851724"/>
              </p:ext>
            </p:extLst>
          </p:nvPr>
        </p:nvGraphicFramePr>
        <p:xfrm>
          <a:off x="1933575" y="2981325"/>
          <a:ext cx="5338763" cy="2959100"/>
        </p:xfrm>
        <a:graphic>
          <a:graphicData uri="http://schemas.openxmlformats.org/presentationml/2006/ole">
            <mc:AlternateContent xmlns:mc="http://schemas.openxmlformats.org/markup-compatibility/2006">
              <mc:Choice xmlns:v="urn:schemas-microsoft-com:vml" Requires="v">
                <p:oleObj spid="_x0000_s204833" name="Picture" r:id="rId4" imgW="3866041" imgH="2140700" progId="Word.Picture.8">
                  <p:embed/>
                </p:oleObj>
              </mc:Choice>
              <mc:Fallback>
                <p:oleObj name="Picture" r:id="rId4" imgW="3866041" imgH="2140700" progId="Word.Picture.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33575" y="2981325"/>
                        <a:ext cx="5338763" cy="2959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8244" name="Text Box 4"/>
          <p:cNvSpPr txBox="1">
            <a:spLocks noChangeArrowheads="1"/>
          </p:cNvSpPr>
          <p:nvPr/>
        </p:nvSpPr>
        <p:spPr bwMode="auto">
          <a:xfrm>
            <a:off x="6553200" y="5286375"/>
            <a:ext cx="1795684"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a:latin typeface="Times New Roman" panose="02020603050405020304" pitchFamily="18" charset="0"/>
                <a:cs typeface="Times New Roman" panose="02020603050405020304" pitchFamily="18" charset="0"/>
              </a:rPr>
              <a:t>Đọc</a:t>
            </a:r>
            <a:r>
              <a:rPr lang="en-US" altLang="ko-KR"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234</a:t>
            </a:r>
            <a:r>
              <a:rPr lang="en-US" altLang="ko-KR" sz="1200" dirty="0">
                <a:latin typeface="Times New Roman" panose="02020603050405020304" pitchFamily="18" charset="0"/>
                <a:cs typeface="Times New Roman" panose="02020603050405020304" pitchFamily="18" charset="0"/>
              </a:rPr>
              <a:t>” Data ở </a:t>
            </a:r>
            <a:r>
              <a:rPr lang="en-US" altLang="ko-KR" sz="1200" dirty="0" err="1">
                <a:latin typeface="Times New Roman" panose="02020603050405020304" pitchFamily="18" charset="0"/>
                <a:cs typeface="Times New Roman" panose="02020603050405020304" pitchFamily="18" charset="0"/>
              </a:rPr>
              <a:t>vị</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trí</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3.</a:t>
            </a:r>
            <a:endParaRPr lang="en-US" altLang="ko-KR" sz="1200" dirty="0">
              <a:latin typeface="Times New Roman" panose="02020603050405020304" pitchFamily="18" charset="0"/>
              <a:cs typeface="Times New Roman" panose="02020603050405020304" pitchFamily="18" charset="0"/>
            </a:endParaRPr>
          </a:p>
        </p:txBody>
      </p:sp>
      <p:sp>
        <p:nvSpPr>
          <p:cNvPr id="138245" name="Text Box 5"/>
          <p:cNvSpPr txBox="1">
            <a:spLocks noChangeArrowheads="1"/>
          </p:cNvSpPr>
          <p:nvPr/>
        </p:nvSpPr>
        <p:spPr bwMode="auto">
          <a:xfrm>
            <a:off x="6386513" y="3308350"/>
            <a:ext cx="68961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333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endParaRPr lang="ko-KR" altLang="en-US" sz="1200" dirty="0">
              <a:latin typeface="Times New Roman" panose="02020603050405020304" pitchFamily="18" charset="0"/>
              <a:cs typeface="Times New Roman" panose="02020603050405020304" pitchFamily="18" charset="0"/>
            </a:endParaRPr>
          </a:p>
        </p:txBody>
      </p:sp>
      <p:sp>
        <p:nvSpPr>
          <p:cNvPr id="138246" name="Text Box 6"/>
          <p:cNvSpPr txBox="1">
            <a:spLocks noChangeArrowheads="1"/>
          </p:cNvSpPr>
          <p:nvPr/>
        </p:nvSpPr>
        <p:spPr bwMode="auto">
          <a:xfrm>
            <a:off x="685800" y="4637088"/>
            <a:ext cx="1361270" cy="516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12</a:t>
            </a:r>
            <a:r>
              <a:rPr lang="ko-KR" altLang="en-US" sz="1200" dirty="0" smtClean="0">
                <a:latin typeface="Times New Roman" panose="02020603050405020304" pitchFamily="18" charset="0"/>
                <a:cs typeface="Times New Roman" panose="02020603050405020304" pitchFamily="18" charset="0"/>
              </a:rPr>
              <a:t>」</a:t>
            </a:r>
            <a:endParaRPr lang="en-US" altLang="ko-KR" sz="1200" dirty="0" smtClean="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Data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en-US" altLang="ko-KR" sz="1200" dirty="0" smtClean="0">
                <a:latin typeface="Times New Roman" panose="02020603050405020304" pitchFamily="18" charset="0"/>
                <a:cs typeface="Times New Roman" panose="02020603050405020304" pitchFamily="18" charset="0"/>
              </a:rPr>
              <a:t> 2</a:t>
            </a:r>
            <a:endParaRPr lang="en-US" altLang="ko-KR" sz="1200" dirty="0">
              <a:latin typeface="Times New Roman" panose="02020603050405020304" pitchFamily="18" charset="0"/>
              <a:cs typeface="Times New Roman" panose="02020603050405020304" pitchFamily="18" charset="0"/>
            </a:endParaRPr>
          </a:p>
        </p:txBody>
      </p:sp>
      <p:sp>
        <p:nvSpPr>
          <p:cNvPr id="138247" name="Text Box 7"/>
          <p:cNvSpPr txBox="1">
            <a:spLocks noChangeArrowheads="1"/>
          </p:cNvSpPr>
          <p:nvPr/>
        </p:nvSpPr>
        <p:spPr bwMode="auto">
          <a:xfrm>
            <a:off x="7200900" y="3859213"/>
            <a:ext cx="607859" cy="294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endParaRPr lang="ko-KR" altLang="en-US" sz="1200" dirty="0">
              <a:latin typeface="Times New Roman" panose="02020603050405020304" pitchFamily="18" charset="0"/>
              <a:cs typeface="Times New Roman" panose="02020603050405020304" pitchFamily="18" charset="0"/>
            </a:endParaRPr>
          </a:p>
        </p:txBody>
      </p:sp>
      <p:sp>
        <p:nvSpPr>
          <p:cNvPr id="138248" name="Text Box 8"/>
          <p:cNvSpPr txBox="1">
            <a:spLocks noChangeArrowheads="1"/>
          </p:cNvSpPr>
          <p:nvPr/>
        </p:nvSpPr>
        <p:spPr bwMode="auto">
          <a:xfrm>
            <a:off x="6553200" y="4637088"/>
            <a:ext cx="164179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4</a:t>
            </a:r>
            <a:r>
              <a:rPr lang="en-US" altLang="ko-KR" sz="1200" dirty="0" smtClean="0">
                <a:latin typeface="Times New Roman" panose="02020603050405020304" pitchFamily="18" charset="0"/>
                <a:cs typeface="Times New Roman" panose="02020603050405020304" pitchFamily="18" charset="0"/>
              </a:rPr>
              <a:t>” Data ở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en-US" altLang="ko-KR" sz="1200" dirty="0" smtClean="0">
                <a:latin typeface="Times New Roman" panose="02020603050405020304" pitchFamily="18" charset="0"/>
                <a:cs typeface="Times New Roman" panose="02020603050405020304" pitchFamily="18" charset="0"/>
              </a:rPr>
              <a:t> 1.</a:t>
            </a:r>
            <a:endParaRPr lang="en-US" altLang="ko-KR" sz="1200" dirty="0">
              <a:latin typeface="Times New Roman" panose="02020603050405020304" pitchFamily="18" charset="0"/>
              <a:cs typeface="Times New Roman" panose="02020603050405020304" pitchFamily="18" charset="0"/>
            </a:endParaRPr>
          </a:p>
        </p:txBody>
      </p:sp>
      <p:sp>
        <p:nvSpPr>
          <p:cNvPr id="138249" name="Text Box 9"/>
          <p:cNvSpPr txBox="1">
            <a:spLocks noChangeArrowheads="1"/>
          </p:cNvSpPr>
          <p:nvPr/>
        </p:nvSpPr>
        <p:spPr bwMode="auto">
          <a:xfrm>
            <a:off x="6553200" y="4926013"/>
            <a:ext cx="1718740"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a:latin typeface="Times New Roman" panose="02020603050405020304" pitchFamily="18" charset="0"/>
                <a:cs typeface="Times New Roman" panose="02020603050405020304" pitchFamily="18" charset="0"/>
              </a:rPr>
              <a:t>Đọc</a:t>
            </a:r>
            <a:r>
              <a:rPr lang="en-US" altLang="ko-KR"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34</a:t>
            </a:r>
            <a:r>
              <a:rPr lang="en-US" altLang="ko-KR" sz="1200" dirty="0">
                <a:latin typeface="Times New Roman" panose="02020603050405020304" pitchFamily="18" charset="0"/>
                <a:cs typeface="Times New Roman" panose="02020603050405020304" pitchFamily="18" charset="0"/>
              </a:rPr>
              <a:t>” Data ở </a:t>
            </a:r>
            <a:r>
              <a:rPr lang="en-US" altLang="ko-KR" sz="1200" dirty="0" err="1">
                <a:latin typeface="Times New Roman" panose="02020603050405020304" pitchFamily="18" charset="0"/>
                <a:cs typeface="Times New Roman" panose="02020603050405020304" pitchFamily="18" charset="0"/>
              </a:rPr>
              <a:t>vị</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trí</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2.</a:t>
            </a:r>
            <a:endParaRPr lang="en-US" altLang="ko-KR" sz="1200" dirty="0">
              <a:latin typeface="Times New Roman" panose="02020603050405020304" pitchFamily="18" charset="0"/>
              <a:cs typeface="Times New Roman" panose="02020603050405020304" pitchFamily="18" charset="0"/>
            </a:endParaRPr>
          </a:p>
        </p:txBody>
      </p:sp>
      <p:sp>
        <p:nvSpPr>
          <p:cNvPr id="138250" name="Rectangle 10"/>
          <p:cNvSpPr>
            <a:spLocks noChangeArrowheads="1"/>
          </p:cNvSpPr>
          <p:nvPr/>
        </p:nvSpPr>
        <p:spPr bwMode="auto">
          <a:xfrm>
            <a:off x="1871663" y="6073178"/>
            <a:ext cx="5650778" cy="3139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4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p>
        </p:txBody>
      </p:sp>
      <p:sp>
        <p:nvSpPr>
          <p:cNvPr id="71693" name="Text Box 16"/>
          <p:cNvSpPr txBox="1">
            <a:spLocks noChangeArrowheads="1"/>
          </p:cNvSpPr>
          <p:nvPr/>
        </p:nvSpPr>
        <p:spPr bwMode="auto">
          <a:xfrm>
            <a:off x="534988" y="654050"/>
            <a:ext cx="2324611" cy="350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900">
                <a:solidFill>
                  <a:schemeClr val="tx1"/>
                </a:solidFill>
                <a:latin typeface="굴림" pitchFamily="50" charset="-127"/>
                <a:ea typeface="굴림" pitchFamily="50" charset="-127"/>
              </a:defRPr>
            </a:lvl1pPr>
            <a:lvl2pPr marL="742950" indent="-285750" eaLnBrk="0" hangingPunct="0">
              <a:defRPr kumimoji="1" sz="900">
                <a:solidFill>
                  <a:schemeClr val="tx1"/>
                </a:solidFill>
                <a:latin typeface="굴림" pitchFamily="50" charset="-127"/>
                <a:ea typeface="굴림" pitchFamily="50" charset="-127"/>
              </a:defRPr>
            </a:lvl2pPr>
            <a:lvl3pPr marL="1143000" indent="-228600" eaLnBrk="0" hangingPunct="0">
              <a:defRPr kumimoji="1" sz="900">
                <a:solidFill>
                  <a:schemeClr val="tx1"/>
                </a:solidFill>
                <a:latin typeface="굴림" pitchFamily="50" charset="-127"/>
                <a:ea typeface="굴림" pitchFamily="50" charset="-127"/>
              </a:defRPr>
            </a:lvl3pPr>
            <a:lvl4pPr marL="1600200" indent="-228600" eaLnBrk="0" hangingPunct="0">
              <a:defRPr kumimoji="1" sz="900">
                <a:solidFill>
                  <a:schemeClr val="tx1"/>
                </a:solidFill>
                <a:latin typeface="굴림" pitchFamily="50" charset="-127"/>
                <a:ea typeface="굴림" pitchFamily="50" charset="-127"/>
              </a:defRPr>
            </a:lvl4pPr>
            <a:lvl5pPr marL="2057400" indent="-228600" eaLnBrk="0" hangingPunct="0">
              <a:defRPr kumimoji="1" sz="900">
                <a:solidFill>
                  <a:schemeClr val="tx1"/>
                </a:solidFill>
                <a:latin typeface="굴림" pitchFamily="50" charset="-127"/>
                <a:ea typeface="굴림" pitchFamily="50" charset="-127"/>
              </a:defRPr>
            </a:lvl5pPr>
            <a:lvl6pPr marL="2514600" indent="-228600" eaLnBrk="0" fontAlgn="base" hangingPunct="0">
              <a:lnSpc>
                <a:spcPct val="120000"/>
              </a:lnSpc>
              <a:spcBef>
                <a:spcPct val="0"/>
              </a:spcBef>
              <a:spcAft>
                <a:spcPct val="0"/>
              </a:spcAft>
              <a:defRPr kumimoji="1" sz="900">
                <a:solidFill>
                  <a:schemeClr val="tx1"/>
                </a:solidFill>
                <a:latin typeface="굴림" pitchFamily="50" charset="-127"/>
                <a:ea typeface="굴림" pitchFamily="50" charset="-127"/>
              </a:defRPr>
            </a:lvl6pPr>
            <a:lvl7pPr marL="2971800" indent="-228600" eaLnBrk="0" fontAlgn="base" hangingPunct="0">
              <a:lnSpc>
                <a:spcPct val="120000"/>
              </a:lnSpc>
              <a:spcBef>
                <a:spcPct val="0"/>
              </a:spcBef>
              <a:spcAft>
                <a:spcPct val="0"/>
              </a:spcAft>
              <a:defRPr kumimoji="1" sz="900">
                <a:solidFill>
                  <a:schemeClr val="tx1"/>
                </a:solidFill>
                <a:latin typeface="굴림" pitchFamily="50" charset="-127"/>
                <a:ea typeface="굴림" pitchFamily="50" charset="-127"/>
              </a:defRPr>
            </a:lvl7pPr>
            <a:lvl8pPr marL="3429000" indent="-228600" eaLnBrk="0" fontAlgn="base" hangingPunct="0">
              <a:lnSpc>
                <a:spcPct val="120000"/>
              </a:lnSpc>
              <a:spcBef>
                <a:spcPct val="0"/>
              </a:spcBef>
              <a:spcAft>
                <a:spcPct val="0"/>
              </a:spcAft>
              <a:defRPr kumimoji="1" sz="900">
                <a:solidFill>
                  <a:schemeClr val="tx1"/>
                </a:solidFill>
                <a:latin typeface="굴림" pitchFamily="50" charset="-127"/>
                <a:ea typeface="굴림" pitchFamily="50" charset="-127"/>
              </a:defRPr>
            </a:lvl8pPr>
            <a:lvl9pPr marL="3886200" indent="-228600" eaLnBrk="0" fontAlgn="base" hangingPunct="0">
              <a:lnSpc>
                <a:spcPct val="120000"/>
              </a:lnSpc>
              <a:spcBef>
                <a:spcPct val="0"/>
              </a:spcBef>
              <a:spcAft>
                <a:spcPct val="0"/>
              </a:spcAft>
              <a:defRPr kumimoji="1" sz="900">
                <a:solidFill>
                  <a:schemeClr val="tx1"/>
                </a:solidFill>
                <a:latin typeface="굴림" pitchFamily="50" charset="-127"/>
                <a:ea typeface="굴림" pitchFamily="50" charset="-127"/>
              </a:defRPr>
            </a:lvl9pPr>
          </a:lstStyle>
          <a:p>
            <a:pPr eaLnBrk="1" hangingPunct="1">
              <a:defRPr/>
            </a:pPr>
            <a:r>
              <a:rPr lang="en-US" altLang="ko-KR" sz="1400" b="1" dirty="0" smtClean="0">
                <a:latin typeface="Times New Roman" panose="02020603050405020304" pitchFamily="18" charset="0"/>
                <a:cs typeface="Times New Roman" panose="02020603050405020304" pitchFamily="18" charset="0"/>
              </a:rPr>
              <a:t>1.7 </a:t>
            </a:r>
            <a:r>
              <a:rPr lang="en-US" altLang="ko-KR" sz="1400" b="1" dirty="0" err="1" smtClean="0">
                <a:latin typeface="Times New Roman" panose="02020603050405020304" pitchFamily="18" charset="0"/>
                <a:cs typeface="Times New Roman" panose="02020603050405020304" pitchFamily="18" charset="0"/>
              </a:rPr>
              <a:t>Tìm</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hiểu</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về</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truyền</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smtClean="0">
                <a:solidFill>
                  <a:srgbClr val="000000"/>
                </a:solidFill>
                <a:latin typeface="Times New Roman" panose="02020603050405020304" pitchFamily="18" charset="0"/>
                <a:cs typeface="Times New Roman" panose="02020603050405020304" pitchFamily="18" charset="0"/>
              </a:rPr>
              <a:t>Data</a:t>
            </a:r>
            <a:endParaRPr lang="ko-KR" altLang="en-US" sz="1400" b="1" dirty="0" smtClean="0">
              <a:latin typeface="Times New Roman" panose="02020603050405020304" pitchFamily="18" charset="0"/>
              <a:cs typeface="Times New Roman" panose="02020603050405020304" pitchFamily="18" charset="0"/>
            </a:endParaRPr>
          </a:p>
        </p:txBody>
      </p:sp>
      <p:sp>
        <p:nvSpPr>
          <p:cNvPr id="1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5"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624308644"/>
      </p:ext>
    </p:extLst>
  </p:cSld>
  <p:clrMapOvr>
    <a:masterClrMapping/>
  </p:clrMapOvr>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926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1000" y="1023938"/>
            <a:ext cx="4362450" cy="5367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267" name="Text Box 3"/>
          <p:cNvSpPr txBox="1">
            <a:spLocks noChangeArrowheads="1"/>
          </p:cNvSpPr>
          <p:nvPr/>
        </p:nvSpPr>
        <p:spPr bwMode="auto">
          <a:xfrm>
            <a:off x="4710075" y="1073609"/>
            <a:ext cx="3992118" cy="14219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ON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Timer T0</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Data register D0.</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Ta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Source (</a:t>
            </a:r>
            <a:r>
              <a:rPr lang="en-US" altLang="ko-KR" sz="1200" dirty="0" err="1" smtClean="0">
                <a:latin typeface="Times New Roman" panose="02020603050405020304" pitchFamily="18" charset="0"/>
                <a:cs typeface="Times New Roman" panose="02020603050405020304" pitchFamily="18" charset="0"/>
              </a:rPr>
              <a:t>nơi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T0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(BIN) </a:t>
            </a:r>
            <a:r>
              <a:rPr lang="en-US" altLang="ko-KR" sz="1200" dirty="0" err="1" smtClean="0">
                <a:latin typeface="Times New Roman" panose="02020603050405020304" pitchFamily="18" charset="0"/>
                <a:cs typeface="Times New Roman" panose="02020603050405020304" pitchFamily="18" charset="0"/>
              </a:rPr>
              <a:t>trên</a:t>
            </a:r>
            <a:endParaRPr lang="en-US" altLang="ko-KR" sz="1200" dirty="0" smtClean="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Registor</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Data register D0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endParaRPr lang="en-US" altLang="ko-KR" sz="1200" dirty="0" smtClean="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pic>
        <p:nvPicPr>
          <p:cNvPr id="139268" name="Picture 4"/>
          <p:cNvPicPr>
            <a:picLocks noChangeAspect="1" noChangeArrowheads="1"/>
          </p:cNvPicPr>
          <p:nvPr/>
        </p:nvPicPr>
        <p:blipFill>
          <a:blip r:embed="rId3">
            <a:extLst>
              <a:ext uri="{28A0092B-C50C-407E-A947-70E740481C1C}">
                <a14:useLocalDpi xmlns:a14="http://schemas.microsoft.com/office/drawing/2010/main" val="0"/>
              </a:ext>
            </a:extLst>
          </a:blip>
          <a:srcRect l="51859" t="41956" r="42567" b="52414"/>
          <a:stretch>
            <a:fillRect/>
          </a:stretch>
        </p:blipFill>
        <p:spPr bwMode="auto">
          <a:xfrm>
            <a:off x="5241156" y="1542629"/>
            <a:ext cx="215900" cy="23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926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96757" y="1556916"/>
            <a:ext cx="2444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9270"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32363" y="2677344"/>
            <a:ext cx="3455987" cy="1255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271" name="Text Box 7"/>
          <p:cNvSpPr txBox="1">
            <a:spLocks noChangeArrowheads="1"/>
          </p:cNvSpPr>
          <p:nvPr/>
        </p:nvSpPr>
        <p:spPr bwMode="auto">
          <a:xfrm>
            <a:off x="4700972" y="4456113"/>
            <a:ext cx="3498073" cy="12003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ON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157</a:t>
            </a: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Data register D2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a:t>
            </a: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a:latin typeface="Times New Roman" panose="02020603050405020304" pitchFamily="18" charset="0"/>
                <a:cs typeface="Times New Roman" panose="02020603050405020304" pitchFamily="18" charset="0"/>
              </a:rPr>
              <a:t> Data register </a:t>
            </a:r>
            <a:r>
              <a:rPr lang="en-US" altLang="ko-KR" sz="1200" dirty="0" smtClean="0">
                <a:latin typeface="Times New Roman" panose="02020603050405020304" pitchFamily="18" charset="0"/>
                <a:cs typeface="Times New Roman" panose="02020603050405020304" pitchFamily="18" charset="0"/>
              </a:rPr>
              <a:t>D2.</a:t>
            </a: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 (K)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sang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endParaRPr lang="en-US" altLang="ko-KR" sz="1200" dirty="0" smtClean="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139272" name="Rectangle 8"/>
          <p:cNvSpPr>
            <a:spLocks noChangeArrowheads="1"/>
          </p:cNvSpPr>
          <p:nvPr/>
        </p:nvSpPr>
        <p:spPr bwMode="auto">
          <a:xfrm>
            <a:off x="4572000" y="4264025"/>
            <a:ext cx="4392613" cy="2127250"/>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pic>
        <p:nvPicPr>
          <p:cNvPr id="139273"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54550" y="4230688"/>
            <a:ext cx="422275" cy="24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274" name="Rectangle 10"/>
          <p:cNvSpPr>
            <a:spLocks noChangeArrowheads="1"/>
          </p:cNvSpPr>
          <p:nvPr/>
        </p:nvSpPr>
        <p:spPr bwMode="auto">
          <a:xfrm>
            <a:off x="4572000" y="944724"/>
            <a:ext cx="4392613" cy="3103562"/>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pic>
        <p:nvPicPr>
          <p:cNvPr id="139275"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37088" y="879475"/>
            <a:ext cx="43973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9276" name="Picture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91275" y="5470525"/>
            <a:ext cx="2428875" cy="847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277" name="Rectangle 13"/>
          <p:cNvSpPr>
            <a:spLocks noChangeArrowheads="1"/>
          </p:cNvSpPr>
          <p:nvPr/>
        </p:nvSpPr>
        <p:spPr bwMode="auto">
          <a:xfrm>
            <a:off x="539750" y="736600"/>
            <a:ext cx="1651349" cy="3508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a:latin typeface="Times New Roman" panose="02020603050405020304" pitchFamily="18" charset="0"/>
                <a:cs typeface="Times New Roman" panose="02020603050405020304" pitchFamily="18" charset="0"/>
              </a:rPr>
              <a:t>1.8 </a:t>
            </a:r>
            <a:r>
              <a:rPr lang="en-US" altLang="ko-KR" sz="1400" b="1" dirty="0" err="1" smtClean="0">
                <a:latin typeface="Times New Roman" panose="02020603050405020304" pitchFamily="18" charset="0"/>
                <a:cs typeface="Times New Roman" panose="02020603050405020304" pitchFamily="18" charset="0"/>
              </a:rPr>
              <a:t>Lệnh</a:t>
            </a:r>
            <a:r>
              <a:rPr lang="en-US" altLang="ko-KR" sz="1400" b="1" dirty="0" smtClean="0">
                <a:latin typeface="Times New Roman" panose="02020603050405020304" pitchFamily="18" charset="0"/>
                <a:cs typeface="Times New Roman" panose="02020603050405020304" pitchFamily="18" charset="0"/>
              </a:rPr>
              <a:t> MOV </a:t>
            </a:r>
            <a:r>
              <a:rPr lang="en-US" altLang="ko-KR" sz="1400" b="1" dirty="0">
                <a:latin typeface="Times New Roman" panose="02020603050405020304" pitchFamily="18" charset="0"/>
                <a:cs typeface="Times New Roman" panose="02020603050405020304" pitchFamily="18" charset="0"/>
              </a:rPr>
              <a:t>(P</a:t>
            </a:r>
            <a:r>
              <a:rPr lang="en-US" altLang="ko-KR" sz="1400" b="1" dirty="0" smtClean="0">
                <a:latin typeface="Times New Roman" panose="02020603050405020304" pitchFamily="18" charset="0"/>
                <a:cs typeface="Times New Roman" panose="02020603050405020304" pitchFamily="18" charset="0"/>
              </a:rPr>
              <a:t>)</a:t>
            </a:r>
            <a:r>
              <a:rPr lang="ko-KR" altLang="en-US" sz="1400" b="1" dirty="0" smtClean="0">
                <a:latin typeface="Times New Roman" panose="02020603050405020304" pitchFamily="18" charset="0"/>
                <a:cs typeface="Times New Roman" panose="02020603050405020304" pitchFamily="18" charset="0"/>
              </a:rPr>
              <a:t> </a:t>
            </a:r>
            <a:endParaRPr lang="ko-KR" altLang="en-US" sz="1400" b="1" dirty="0">
              <a:latin typeface="Times New Roman" panose="02020603050405020304" pitchFamily="18" charset="0"/>
              <a:cs typeface="Times New Roman" panose="02020603050405020304" pitchFamily="18" charset="0"/>
            </a:endParaRPr>
          </a:p>
        </p:txBody>
      </p:sp>
      <p:sp>
        <p:nvSpPr>
          <p:cNvPr id="16"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7"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787855379"/>
      </p:ext>
    </p:extLst>
  </p:cSld>
  <p:clrMapOvr>
    <a:masterClrMapping/>
  </p:clrMapOvr>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AutoShape 2"/>
          <p:cNvSpPr>
            <a:spLocks noChangeArrowheads="1"/>
          </p:cNvSpPr>
          <p:nvPr/>
        </p:nvSpPr>
        <p:spPr bwMode="auto">
          <a:xfrm>
            <a:off x="381000" y="1052513"/>
            <a:ext cx="9109075" cy="5240337"/>
          </a:xfrm>
          <a:prstGeom prst="roundRect">
            <a:avLst>
              <a:gd name="adj" fmla="val 16667"/>
            </a:avLst>
          </a:prstGeom>
          <a:noFill/>
          <a:ln w="9525" algn="ctr">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40291" name="Text Box 5"/>
          <p:cNvSpPr txBox="1">
            <a:spLocks noChangeArrowheads="1"/>
          </p:cNvSpPr>
          <p:nvPr/>
        </p:nvSpPr>
        <p:spPr bwMode="auto">
          <a:xfrm>
            <a:off x="962787" y="1271588"/>
            <a:ext cx="8186857" cy="252992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X0</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K3333</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D500.</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2.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X1 ON, Count Up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Timer T500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K9999.</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điểm</a:t>
            </a:r>
            <a:r>
              <a:rPr lang="en-US" altLang="ko-KR" sz="1200" dirty="0" smtClean="0">
                <a:latin typeface="Times New Roman" panose="02020603050405020304" pitchFamily="18" charset="0"/>
                <a:cs typeface="Times New Roman" panose="02020603050405020304" pitchFamily="18" charset="0"/>
              </a:rPr>
              <a:t> X2</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D501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T500 </a:t>
            </a:r>
            <a:r>
              <a:rPr lang="en-US" altLang="ko-KR" sz="1200" dirty="0" err="1" smtClean="0">
                <a:latin typeface="Times New Roman" panose="02020603050405020304" pitchFamily="18" charset="0"/>
                <a:cs typeface="Times New Roman" panose="02020603050405020304" pitchFamily="18" charset="0"/>
              </a:rPr>
              <a:t>được</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Reset.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3.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phù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yêu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dưới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đây</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Yêu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X3 ON, </a:t>
            </a:r>
            <a:r>
              <a:rPr lang="en-US" altLang="ko-KR" sz="1200" smtClean="0">
                <a:latin typeface="Times New Roman" panose="02020603050405020304" pitchFamily="18" charset="0"/>
                <a:cs typeface="Times New Roman" panose="02020603050405020304" pitchFamily="18" charset="0"/>
              </a:rPr>
              <a:t>DATA D510~D513 sẽ truyền đến bắt đầu từ</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D520 tất cả</a:t>
            </a:r>
            <a:r>
              <a:rPr lang="ko-KR" altLang="en-US" sz="120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4 DEVICE.</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4.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yêu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dưới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X4</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Yêu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tích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LINE.</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Thế</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tích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FULL </a:t>
            </a:r>
            <a:r>
              <a:rPr lang="en-US" altLang="ko-KR" sz="1200" dirty="0" err="1" smtClean="0">
                <a:latin typeface="Times New Roman" panose="02020603050405020304" pitchFamily="18" charset="0"/>
                <a:cs typeface="Times New Roman" panose="02020603050405020304" pitchFamily="18" charset="0"/>
              </a:rPr>
              <a:t>nên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DEVICE </a:t>
            </a:r>
            <a:r>
              <a:rPr lang="en-US" altLang="ko-KR" sz="1200" dirty="0" err="1" smtClean="0">
                <a:latin typeface="Times New Roman" panose="02020603050405020304" pitchFamily="18" charset="0"/>
                <a:cs typeface="Times New Roman" panose="02020603050405020304" pitchFamily="18" charset="0"/>
              </a:rPr>
              <a:t>trống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còn</a:t>
            </a:r>
            <a:r>
              <a:rPr lang="en-US" altLang="ko-KR" sz="1200" dirty="0" smtClean="0">
                <a:latin typeface="Times New Roman" panose="02020603050405020304" pitchFamily="18" charset="0"/>
                <a:cs typeface="Times New Roman" panose="02020603050405020304" pitchFamily="18" charset="0"/>
              </a:rPr>
              <a:t> trống.T510</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thương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TIMER </a:t>
            </a:r>
            <a:r>
              <a:rPr lang="en-US" altLang="ko-KR" sz="1200" dirty="0" err="1" smtClean="0">
                <a:latin typeface="Times New Roman" panose="02020603050405020304" pitchFamily="18" charset="0"/>
                <a:cs typeface="Times New Roman" panose="02020603050405020304" pitchFamily="18" charset="0"/>
              </a:rPr>
              <a:t>tích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p:txBody>
      </p:sp>
      <p:sp>
        <p:nvSpPr>
          <p:cNvPr id="140292" name="Rectangle 6"/>
          <p:cNvSpPr>
            <a:spLocks noChangeArrowheads="1"/>
          </p:cNvSpPr>
          <p:nvPr/>
        </p:nvSpPr>
        <p:spPr bwMode="auto">
          <a:xfrm>
            <a:off x="1127011" y="5962650"/>
            <a:ext cx="7642413"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a:latin typeface="Times New Roman" panose="02020603050405020304" pitchFamily="18" charset="0"/>
                <a:cs typeface="Times New Roman" panose="02020603050405020304" pitchFamily="18" charset="0"/>
              </a:rPr>
              <a:t>Tuy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nhiên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hãy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từ</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500~599 </a:t>
            </a:r>
            <a:r>
              <a:rPr lang="en-US" altLang="ko-KR" sz="1200" dirty="0" err="1">
                <a:latin typeface="Times New Roman" panose="02020603050405020304" pitchFamily="18" charset="0"/>
                <a:cs typeface="Times New Roman" panose="02020603050405020304" pitchFamily="18" charset="0"/>
              </a:rPr>
              <a:t>cho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cả</a:t>
            </a:r>
            <a:r>
              <a:rPr lang="en-US" altLang="ko-KR" sz="1200" dirty="0">
                <a:latin typeface="Times New Roman" panose="02020603050405020304" pitchFamily="18" charset="0"/>
                <a:cs typeface="Times New Roman" panose="02020603050405020304" pitchFamily="18" charset="0"/>
              </a:rPr>
              <a:t> Device </a:t>
            </a:r>
            <a:r>
              <a:rPr lang="en-US" altLang="ko-KR" sz="1200" dirty="0" err="1">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chứa</a:t>
            </a:r>
            <a:r>
              <a:rPr lang="en-US" altLang="ko-KR" sz="1200" dirty="0">
                <a:latin typeface="Times New Roman" panose="02020603050405020304" pitchFamily="18" charset="0"/>
                <a:cs typeface="Times New Roman" panose="02020603050405020304" pitchFamily="18" charset="0"/>
              </a:rPr>
              <a:t> X,Y.  </a:t>
            </a:r>
            <a:r>
              <a:rPr lang="en-US" altLang="ko-KR" sz="1200" dirty="0" err="1">
                <a:latin typeface="Times New Roman" panose="02020603050405020304" pitchFamily="18" charset="0"/>
                <a:cs typeface="Times New Roman" panose="02020603050405020304" pitchFamily="18" charset="0"/>
              </a:rPr>
              <a:t>Sau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hoàn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xóa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Y. </a:t>
            </a:r>
          </a:p>
        </p:txBody>
      </p:sp>
      <p:sp>
        <p:nvSpPr>
          <p:cNvPr id="8"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9"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
        <p:nvSpPr>
          <p:cNvPr id="10" name="Text Box 8"/>
          <p:cNvSpPr txBox="1">
            <a:spLocks noChangeArrowheads="1"/>
          </p:cNvSpPr>
          <p:nvPr/>
        </p:nvSpPr>
        <p:spPr bwMode="auto">
          <a:xfrm>
            <a:off x="1280592" y="883749"/>
            <a:ext cx="923900" cy="276999"/>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Luyện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endParaRPr lang="en-US" altLang="ko-KR" sz="12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07344322"/>
      </p:ext>
    </p:extLst>
  </p:cSld>
  <p:clrMapOvr>
    <a:masterClrMapping/>
  </p:clrMapOvr>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p:cNvSpPr>
            <a:spLocks noChangeArrowheads="1"/>
          </p:cNvSpPr>
          <p:nvPr/>
        </p:nvSpPr>
        <p:spPr bwMode="auto">
          <a:xfrm>
            <a:off x="539750" y="706438"/>
            <a:ext cx="3764172" cy="3508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a:latin typeface="Times New Roman" panose="02020603050405020304" pitchFamily="18" charset="0"/>
                <a:cs typeface="Times New Roman" panose="02020603050405020304" pitchFamily="18" charset="0"/>
              </a:rPr>
              <a:t>1.9 FMOV(P) : </a:t>
            </a:r>
            <a:r>
              <a:rPr lang="en-US" altLang="ko-KR" sz="1400" b="1" dirty="0" err="1" smtClean="0">
                <a:latin typeface="Times New Roman" panose="02020603050405020304" pitchFamily="18" charset="0"/>
                <a:cs typeface="Times New Roman" panose="02020603050405020304" pitchFamily="18" charset="0"/>
              </a:rPr>
              <a:t>Chuyển</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nhóm</a:t>
            </a:r>
            <a:r>
              <a:rPr lang="en-US" altLang="ko-KR" sz="1400" b="1" dirty="0" smtClean="0">
                <a:latin typeface="Times New Roman" panose="02020603050405020304" pitchFamily="18" charset="0"/>
                <a:cs typeface="Times New Roman" panose="02020603050405020304" pitchFamily="18" charset="0"/>
              </a:rPr>
              <a:t> Data </a:t>
            </a:r>
            <a:r>
              <a:rPr lang="en-US" altLang="ko-KR" sz="1400" b="1" dirty="0" err="1" smtClean="0">
                <a:latin typeface="Times New Roman" panose="02020603050405020304" pitchFamily="18" charset="0"/>
                <a:cs typeface="Times New Roman" panose="02020603050405020304" pitchFamily="18" charset="0"/>
              </a:rPr>
              <a:t>đồng</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dạng</a:t>
            </a:r>
            <a:r>
              <a:rPr lang="ko-KR" altLang="en-US" sz="1400" b="1" dirty="0" smtClean="0">
                <a:latin typeface="Times New Roman" panose="02020603050405020304" pitchFamily="18" charset="0"/>
                <a:cs typeface="Times New Roman" panose="02020603050405020304" pitchFamily="18" charset="0"/>
              </a:rPr>
              <a:t> </a:t>
            </a:r>
            <a:endParaRPr lang="ko-KR" altLang="en-US" sz="1400" b="1" dirty="0">
              <a:latin typeface="Times New Roman" panose="02020603050405020304" pitchFamily="18" charset="0"/>
              <a:cs typeface="Times New Roman" panose="02020603050405020304" pitchFamily="18" charset="0"/>
            </a:endParaRPr>
          </a:p>
        </p:txBody>
      </p:sp>
      <p:sp>
        <p:nvSpPr>
          <p:cNvPr id="141315" name="Rectangle 3"/>
          <p:cNvSpPr>
            <a:spLocks noChangeArrowheads="1"/>
          </p:cNvSpPr>
          <p:nvPr/>
        </p:nvSpPr>
        <p:spPr bwMode="auto">
          <a:xfrm>
            <a:off x="1245878" y="1554163"/>
            <a:ext cx="64120" cy="337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2000">
                <a:solidFill>
                  <a:srgbClr val="000000"/>
                </a:solidFill>
                <a:latin typeface="Times New Roman" panose="02020603050405020304" pitchFamily="18" charset="0"/>
                <a:ea typeface="HY견고딕" pitchFamily="18" charset="-127"/>
                <a:cs typeface="Times New Roman" panose="02020603050405020304" pitchFamily="18" charset="0"/>
              </a:rPr>
              <a:t> </a:t>
            </a:r>
            <a:endParaRPr lang="en-US" altLang="ko-KR" sz="2000">
              <a:latin typeface="Times New Roman" panose="02020603050405020304" pitchFamily="18" charset="0"/>
              <a:ea typeface="HY견고딕" pitchFamily="18" charset="-127"/>
              <a:cs typeface="Times New Roman" panose="02020603050405020304" pitchFamily="18" charset="0"/>
            </a:endParaRPr>
          </a:p>
        </p:txBody>
      </p:sp>
      <p:sp>
        <p:nvSpPr>
          <p:cNvPr id="141316" name="Rectangle 5"/>
          <p:cNvSpPr>
            <a:spLocks noChangeArrowheads="1"/>
          </p:cNvSpPr>
          <p:nvPr/>
        </p:nvSpPr>
        <p:spPr bwMode="auto">
          <a:xfrm>
            <a:off x="5422900" y="1899259"/>
            <a:ext cx="3578672" cy="1495794"/>
          </a:xfrm>
          <a:prstGeom prst="rect">
            <a:avLst/>
          </a:prstGeom>
          <a:noFill/>
          <a:ln w="9525" algn="ctr">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90000"/>
              </a:lnSpc>
              <a:spcBef>
                <a:spcPct val="0"/>
              </a:spcBef>
              <a:buFontTx/>
              <a:buNone/>
            </a:pP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FMOV,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ON</a:t>
            </a: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lnSpc>
                <a:spcPct val="19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lnSpc>
                <a:spcPct val="19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9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endParaRPr lang="en-US" altLang="ko-KR" sz="1200" dirty="0">
              <a:latin typeface="Times New Roman" panose="02020603050405020304" pitchFamily="18" charset="0"/>
              <a:cs typeface="Times New Roman" panose="02020603050405020304" pitchFamily="18" charset="0"/>
            </a:endParaRPr>
          </a:p>
        </p:txBody>
      </p:sp>
      <p:graphicFrame>
        <p:nvGraphicFramePr>
          <p:cNvPr id="141317" name="Object 6"/>
          <p:cNvGraphicFramePr>
            <a:graphicFrameLocks noChangeAspect="1"/>
          </p:cNvGraphicFramePr>
          <p:nvPr>
            <p:extLst>
              <p:ext uri="{D42A27DB-BD31-4B8C-83A1-F6EECF244321}">
                <p14:modId xmlns:p14="http://schemas.microsoft.com/office/powerpoint/2010/main" val="884620798"/>
              </p:ext>
            </p:extLst>
          </p:nvPr>
        </p:nvGraphicFramePr>
        <p:xfrm>
          <a:off x="7327862" y="2300288"/>
          <a:ext cx="325438" cy="406400"/>
        </p:xfrm>
        <a:graphic>
          <a:graphicData uri="http://schemas.openxmlformats.org/presentationml/2006/ole">
            <mc:AlternateContent xmlns:mc="http://schemas.openxmlformats.org/markup-compatibility/2006">
              <mc:Choice xmlns:v="urn:schemas-microsoft-com:vml" Requires="v">
                <p:oleObj spid="_x0000_s205950" name="비트맵 이미지" r:id="rId4" imgW="190426" imgH="237969" progId="Paint.Picture">
                  <p:embed/>
                </p:oleObj>
              </mc:Choice>
              <mc:Fallback>
                <p:oleObj name="비트맵 이미지" r:id="rId4" imgW="190426" imgH="237969" progId="Paint.Picture">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27862" y="2300288"/>
                        <a:ext cx="325438" cy="406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CC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1318" name="Object 7"/>
          <p:cNvGraphicFramePr>
            <a:graphicFrameLocks noChangeAspect="1"/>
          </p:cNvGraphicFramePr>
          <p:nvPr>
            <p:extLst>
              <p:ext uri="{D42A27DB-BD31-4B8C-83A1-F6EECF244321}">
                <p14:modId xmlns:p14="http://schemas.microsoft.com/office/powerpoint/2010/main" val="111567107"/>
              </p:ext>
            </p:extLst>
          </p:nvPr>
        </p:nvGraphicFramePr>
        <p:xfrm>
          <a:off x="6141132" y="3009838"/>
          <a:ext cx="349250" cy="311150"/>
        </p:xfrm>
        <a:graphic>
          <a:graphicData uri="http://schemas.openxmlformats.org/presentationml/2006/ole">
            <mc:AlternateContent xmlns:mc="http://schemas.openxmlformats.org/markup-compatibility/2006">
              <mc:Choice xmlns:v="urn:schemas-microsoft-com:vml" Requires="v">
                <p:oleObj spid="_x0000_s205951" name="비트맵 이미지" r:id="rId6" imgW="266737" imgH="237969" progId="Paint.Picture">
                  <p:embed/>
                </p:oleObj>
              </mc:Choice>
              <mc:Fallback>
                <p:oleObj name="비트맵 이미지" r:id="rId6" imgW="266737" imgH="237969" progId="Paint.Picture">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141132" y="3009838"/>
                        <a:ext cx="349250" cy="311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CC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1319" name="Object 8"/>
          <p:cNvGraphicFramePr>
            <a:graphicFrameLocks noChangeAspect="1"/>
          </p:cNvGraphicFramePr>
          <p:nvPr>
            <p:extLst>
              <p:ext uri="{D42A27DB-BD31-4B8C-83A1-F6EECF244321}">
                <p14:modId xmlns:p14="http://schemas.microsoft.com/office/powerpoint/2010/main" val="1751574617"/>
              </p:ext>
            </p:extLst>
          </p:nvPr>
        </p:nvGraphicFramePr>
        <p:xfrm>
          <a:off x="6465168" y="2734041"/>
          <a:ext cx="320675" cy="306388"/>
        </p:xfrm>
        <a:graphic>
          <a:graphicData uri="http://schemas.openxmlformats.org/presentationml/2006/ole">
            <mc:AlternateContent xmlns:mc="http://schemas.openxmlformats.org/markup-compatibility/2006">
              <mc:Choice xmlns:v="urn:schemas-microsoft-com:vml" Requires="v">
                <p:oleObj spid="_x0000_s205952" name="비트맵 이미지" r:id="rId8" imgW="209520" imgH="200160" progId="Paint.Picture">
                  <p:embed/>
                </p:oleObj>
              </mc:Choice>
              <mc:Fallback>
                <p:oleObj name="비트맵 이미지" r:id="rId8" imgW="209520" imgH="200160" progId="Paint.Picture">
                  <p:embed/>
                  <p:pic>
                    <p:nvPicPr>
                      <p:cNvPr id="0" name=""/>
                      <p:cNvPicPr>
                        <a:picLocks noChangeAspect="1" noChangeArrowheads="1"/>
                      </p:cNvPicPr>
                      <p:nvPr/>
                    </p:nvPicPr>
                    <p:blipFill>
                      <a:blip r:embed="rId9"/>
                      <a:srcRect/>
                      <a:stretch>
                        <a:fillRect/>
                      </a:stretch>
                    </p:blipFill>
                    <p:spPr bwMode="auto">
                      <a:xfrm>
                        <a:off x="6465168" y="2734041"/>
                        <a:ext cx="320675" cy="306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CC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1320" name="Rectangle 9"/>
          <p:cNvSpPr>
            <a:spLocks noChangeArrowheads="1"/>
          </p:cNvSpPr>
          <p:nvPr/>
        </p:nvSpPr>
        <p:spPr bwMode="auto">
          <a:xfrm>
            <a:off x="604838" y="4218978"/>
            <a:ext cx="4320863" cy="3139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FMOV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X3 ON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graphicFrame>
        <p:nvGraphicFramePr>
          <p:cNvPr id="141321" name="Object 10"/>
          <p:cNvGraphicFramePr>
            <a:graphicFrameLocks noChangeAspect="1"/>
          </p:cNvGraphicFramePr>
          <p:nvPr>
            <p:extLst>
              <p:ext uri="{D42A27DB-BD31-4B8C-83A1-F6EECF244321}">
                <p14:modId xmlns:p14="http://schemas.microsoft.com/office/powerpoint/2010/main" val="4021903727"/>
              </p:ext>
            </p:extLst>
          </p:nvPr>
        </p:nvGraphicFramePr>
        <p:xfrm>
          <a:off x="539750" y="4584700"/>
          <a:ext cx="4032250" cy="1809750"/>
        </p:xfrm>
        <a:graphic>
          <a:graphicData uri="http://schemas.openxmlformats.org/presentationml/2006/ole">
            <mc:AlternateContent xmlns:mc="http://schemas.openxmlformats.org/markup-compatibility/2006">
              <mc:Choice xmlns:v="urn:schemas-microsoft-com:vml" Requires="v">
                <p:oleObj spid="_x0000_s205953" name="비트맵 이미지" r:id="rId10" imgW="2505425" imgH="1123810" progId="Paint.Picture">
                  <p:embed/>
                </p:oleObj>
              </mc:Choice>
              <mc:Fallback>
                <p:oleObj name="비트맵 이미지" r:id="rId10" imgW="2505425" imgH="1123810" progId="Paint.Picture">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39750" y="4584700"/>
                        <a:ext cx="4032250" cy="1809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1322" name="Text Box 11"/>
          <p:cNvSpPr txBox="1">
            <a:spLocks noChangeArrowheads="1"/>
          </p:cNvSpPr>
          <p:nvPr/>
        </p:nvSpPr>
        <p:spPr bwMode="auto">
          <a:xfrm>
            <a:off x="3873500" y="5592763"/>
            <a:ext cx="756938"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8EA(K8</a:t>
            </a:r>
            <a:r>
              <a:rPr lang="en-US" altLang="ko-KR" sz="1200" dirty="0">
                <a:latin typeface="Times New Roman" panose="02020603050405020304" pitchFamily="18" charset="0"/>
                <a:cs typeface="Times New Roman" panose="02020603050405020304" pitchFamily="18" charset="0"/>
              </a:rPr>
              <a:t>)</a:t>
            </a:r>
          </a:p>
        </p:txBody>
      </p:sp>
      <p:sp>
        <p:nvSpPr>
          <p:cNvPr id="141323" name="AutoShape 12"/>
          <p:cNvSpPr>
            <a:spLocks noChangeArrowheads="1"/>
          </p:cNvSpPr>
          <p:nvPr/>
        </p:nvSpPr>
        <p:spPr bwMode="auto">
          <a:xfrm>
            <a:off x="5003800" y="4584700"/>
            <a:ext cx="3744913" cy="1800225"/>
          </a:xfrm>
          <a:prstGeom prst="roundRect">
            <a:avLst>
              <a:gd name="adj" fmla="val 16667"/>
            </a:avLst>
          </a:prstGeom>
          <a:noFill/>
          <a:ln w="9525" algn="ctr">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41324" name="Rectangle 13"/>
          <p:cNvSpPr>
            <a:spLocks noChangeArrowheads="1"/>
          </p:cNvSpPr>
          <p:nvPr/>
        </p:nvSpPr>
        <p:spPr bwMode="auto">
          <a:xfrm>
            <a:off x="8229600" y="3286125"/>
            <a:ext cx="914400" cy="914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nvGrpSpPr>
          <p:cNvPr id="141325" name="Group 19"/>
          <p:cNvGrpSpPr>
            <a:grpSpLocks/>
          </p:cNvGrpSpPr>
          <p:nvPr/>
        </p:nvGrpSpPr>
        <p:grpSpPr bwMode="auto">
          <a:xfrm>
            <a:off x="668338" y="1487488"/>
            <a:ext cx="4410075" cy="2738437"/>
            <a:chOff x="421" y="578"/>
            <a:chExt cx="2778" cy="1794"/>
          </a:xfrm>
        </p:grpSpPr>
        <p:pic>
          <p:nvPicPr>
            <p:cNvPr id="141328"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 y="618"/>
              <a:ext cx="2627" cy="17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29" name="Rectangle 14"/>
            <p:cNvSpPr>
              <a:spLocks noChangeArrowheads="1"/>
            </p:cNvSpPr>
            <p:nvPr/>
          </p:nvSpPr>
          <p:spPr bwMode="auto">
            <a:xfrm>
              <a:off x="432" y="578"/>
              <a:ext cx="2767" cy="499"/>
            </a:xfrm>
            <a:prstGeom prst="rect">
              <a:avLst/>
            </a:prstGeom>
            <a:noFill/>
            <a:ln w="9525" cap="rnd" algn="ctr">
              <a:solidFill>
                <a:schemeClr val="tx2"/>
              </a:solidFill>
              <a:prstDash val="sys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sp>
        <p:nvSpPr>
          <p:cNvPr id="18"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9"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468362733"/>
      </p:ext>
    </p:extLst>
  </p:cSld>
  <p:clrMapOvr>
    <a:masterClrMapping/>
  </p:clrMapOvr>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1026"/>
          <p:cNvSpPr>
            <a:spLocks noChangeArrowheads="1"/>
          </p:cNvSpPr>
          <p:nvPr/>
        </p:nvSpPr>
        <p:spPr bwMode="auto">
          <a:xfrm>
            <a:off x="611188" y="802678"/>
            <a:ext cx="4974888" cy="3139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FMOV </a:t>
            </a:r>
            <a:r>
              <a:rPr lang="en-US" altLang="ko-KR" sz="1200" dirty="0" err="1" smtClean="0">
                <a:latin typeface="Times New Roman" panose="02020603050405020304" pitchFamily="18" charset="0"/>
                <a:cs typeface="Times New Roman" panose="02020603050405020304" pitchFamily="18" charset="0"/>
              </a:rPr>
              <a:t>rất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xóa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p:txBody>
      </p:sp>
      <p:graphicFrame>
        <p:nvGraphicFramePr>
          <p:cNvPr id="142339" name="Object 1027"/>
          <p:cNvGraphicFramePr>
            <a:graphicFrameLocks noChangeAspect="1"/>
          </p:cNvGraphicFramePr>
          <p:nvPr>
            <p:extLst>
              <p:ext uri="{D42A27DB-BD31-4B8C-83A1-F6EECF244321}">
                <p14:modId xmlns:p14="http://schemas.microsoft.com/office/powerpoint/2010/main" val="1857893632"/>
              </p:ext>
            </p:extLst>
          </p:nvPr>
        </p:nvGraphicFramePr>
        <p:xfrm>
          <a:off x="804863" y="1057275"/>
          <a:ext cx="7272337" cy="2416175"/>
        </p:xfrm>
        <a:graphic>
          <a:graphicData uri="http://schemas.openxmlformats.org/presentationml/2006/ole">
            <mc:AlternateContent xmlns:mc="http://schemas.openxmlformats.org/markup-compatibility/2006">
              <mc:Choice xmlns:v="urn:schemas-microsoft-com:vml" Requires="v">
                <p:oleObj spid="_x0000_s206882" name="비트맵 이미지" r:id="rId4" imgW="5334745" imgH="1771429" progId="Paint.Picture">
                  <p:embed/>
                </p:oleObj>
              </mc:Choice>
              <mc:Fallback>
                <p:oleObj name="비트맵 이미지" r:id="rId4" imgW="5334745" imgH="1771429" progId="Paint.Picture">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4863" y="1057275"/>
                        <a:ext cx="7272337" cy="2416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2340" name="Rectangle 1028"/>
          <p:cNvSpPr>
            <a:spLocks noChangeArrowheads="1"/>
          </p:cNvSpPr>
          <p:nvPr/>
        </p:nvSpPr>
        <p:spPr bwMode="auto">
          <a:xfrm>
            <a:off x="603250" y="3579799"/>
            <a:ext cx="6811352" cy="3508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dirty="0" err="1" smtClean="0">
                <a:latin typeface="Times New Roman" panose="02020603050405020304" pitchFamily="18" charset="0"/>
                <a:cs typeface="Times New Roman" panose="02020603050405020304" pitchFamily="18" charset="0"/>
              </a:rPr>
              <a:t>Nếu</a:t>
            </a:r>
            <a:r>
              <a:rPr lang="en-US" altLang="ko-KR" sz="1400" dirty="0" smtClean="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dùng</a:t>
            </a:r>
            <a:r>
              <a:rPr lang="en-US" altLang="ko-KR" sz="1400" dirty="0" smtClean="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lệnh</a:t>
            </a:r>
            <a:r>
              <a:rPr lang="en-US" altLang="ko-KR" sz="1400" dirty="0" smtClean="0">
                <a:latin typeface="Times New Roman" panose="02020603050405020304" pitchFamily="18" charset="0"/>
                <a:cs typeface="Times New Roman" panose="02020603050405020304" pitchFamily="18" charset="0"/>
              </a:rPr>
              <a:t> FMOV </a:t>
            </a:r>
            <a:r>
              <a:rPr lang="en-US" altLang="ko-KR" sz="1400" dirty="0" err="1" smtClean="0">
                <a:latin typeface="Times New Roman" panose="02020603050405020304" pitchFamily="18" charset="0"/>
                <a:cs typeface="Times New Roman" panose="02020603050405020304" pitchFamily="18" charset="0"/>
              </a:rPr>
              <a:t>thì</a:t>
            </a:r>
            <a:r>
              <a:rPr lang="en-US" altLang="ko-KR" sz="1400" dirty="0" smtClean="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không</a:t>
            </a:r>
            <a:r>
              <a:rPr lang="en-US" altLang="ko-KR" sz="1400" dirty="0" smtClean="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cần</a:t>
            </a:r>
            <a:r>
              <a:rPr lang="en-US" altLang="ko-KR" sz="1400" dirty="0" smtClean="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sử</a:t>
            </a:r>
            <a:r>
              <a:rPr lang="en-US" altLang="ko-KR" sz="1400" dirty="0" smtClean="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dụng</a:t>
            </a:r>
            <a:r>
              <a:rPr lang="en-US" altLang="ko-KR" sz="1400" dirty="0" smtClean="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nhiều</a:t>
            </a:r>
            <a:r>
              <a:rPr lang="en-US" altLang="ko-KR" sz="1400" dirty="0" smtClean="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lệnh</a:t>
            </a:r>
            <a:r>
              <a:rPr lang="en-US" altLang="ko-KR" sz="1400" dirty="0" smtClean="0">
                <a:latin typeface="Times New Roman" panose="02020603050405020304" pitchFamily="18" charset="0"/>
                <a:cs typeface="Times New Roman" panose="02020603050405020304" pitchFamily="18" charset="0"/>
              </a:rPr>
              <a:t> RST </a:t>
            </a:r>
            <a:r>
              <a:rPr lang="en-US" altLang="ko-KR" sz="1400" dirty="0" err="1" smtClean="0">
                <a:latin typeface="Times New Roman" panose="02020603050405020304" pitchFamily="18" charset="0"/>
                <a:cs typeface="Times New Roman" panose="02020603050405020304" pitchFamily="18" charset="0"/>
              </a:rPr>
              <a:t>giống</a:t>
            </a:r>
            <a:r>
              <a:rPr lang="en-US" altLang="ko-KR" sz="1400" dirty="0" smtClean="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hình</a:t>
            </a:r>
            <a:r>
              <a:rPr lang="en-US" altLang="ko-KR" sz="1400" dirty="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bên</a:t>
            </a:r>
            <a:r>
              <a:rPr lang="en-US" altLang="ko-KR" sz="1400" dirty="0" smtClean="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phải</a:t>
            </a:r>
            <a:r>
              <a:rPr lang="en-US" altLang="ko-KR" sz="1400" dirty="0" smtClean="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phía</a:t>
            </a:r>
            <a:r>
              <a:rPr lang="en-US" altLang="ko-KR" sz="1400" dirty="0" smtClean="0">
                <a:latin typeface="Times New Roman" panose="02020603050405020304" pitchFamily="18" charset="0"/>
                <a:cs typeface="Times New Roman" panose="02020603050405020304" pitchFamily="18" charset="0"/>
              </a:rPr>
              <a:t> </a:t>
            </a:r>
            <a:r>
              <a:rPr lang="en-US" altLang="ko-KR" sz="1400" dirty="0" err="1" smtClean="0">
                <a:latin typeface="Times New Roman" panose="02020603050405020304" pitchFamily="18" charset="0"/>
                <a:cs typeface="Times New Roman" panose="02020603050405020304" pitchFamily="18" charset="0"/>
              </a:rPr>
              <a:t>trên</a:t>
            </a:r>
            <a:r>
              <a:rPr lang="en-US" altLang="ko-KR" sz="1400" dirty="0" smtClean="0">
                <a:latin typeface="Times New Roman" panose="02020603050405020304" pitchFamily="18" charset="0"/>
                <a:cs typeface="Times New Roman" panose="02020603050405020304" pitchFamily="18" charset="0"/>
              </a:rPr>
              <a:t>.</a:t>
            </a:r>
            <a:endParaRPr lang="en-US" altLang="ko-KR" sz="1400" dirty="0">
              <a:latin typeface="Times New Roman" panose="02020603050405020304" pitchFamily="18" charset="0"/>
              <a:cs typeface="Times New Roman" panose="02020603050405020304" pitchFamily="18" charset="0"/>
            </a:endParaRPr>
          </a:p>
        </p:txBody>
      </p:sp>
      <p:sp>
        <p:nvSpPr>
          <p:cNvPr id="142341" name="AutoShape 1030"/>
          <p:cNvSpPr>
            <a:spLocks noChangeArrowheads="1"/>
          </p:cNvSpPr>
          <p:nvPr/>
        </p:nvSpPr>
        <p:spPr bwMode="auto">
          <a:xfrm>
            <a:off x="381000" y="4079875"/>
            <a:ext cx="8420100" cy="2312988"/>
          </a:xfrm>
          <a:prstGeom prst="roundRect">
            <a:avLst>
              <a:gd name="adj" fmla="val 16667"/>
            </a:avLst>
          </a:prstGeom>
          <a:noFill/>
          <a:ln w="9525" algn="ctr">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42342" name="Text Box 1033"/>
          <p:cNvSpPr txBox="1">
            <a:spLocks noChangeArrowheads="1"/>
          </p:cNvSpPr>
          <p:nvPr/>
        </p:nvSpPr>
        <p:spPr bwMode="auto">
          <a:xfrm>
            <a:off x="609600" y="4176713"/>
            <a:ext cx="5989140" cy="5355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①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K365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D800~D899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1 Scan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X0</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②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RST </a:t>
            </a:r>
            <a:r>
              <a:rPr lang="en-US" altLang="ko-KR" sz="1200" dirty="0" err="1" smtClean="0">
                <a:latin typeface="Times New Roman" panose="02020603050405020304" pitchFamily="18" charset="0"/>
                <a:cs typeface="Times New Roman" panose="02020603050405020304" pitchFamily="18" charset="0"/>
              </a:rPr>
              <a:t>toàn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D800~D899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X1</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a:t>
            </a:r>
            <a:endParaRPr lang="en-US" altLang="ko-KR" sz="1200" dirty="0">
              <a:latin typeface="Times New Roman" panose="02020603050405020304" pitchFamily="18" charset="0"/>
              <a:cs typeface="Times New Roman" panose="02020603050405020304" pitchFamily="18" charset="0"/>
            </a:endParaRPr>
          </a:p>
        </p:txBody>
      </p:sp>
      <p:sp>
        <p:nvSpPr>
          <p:cNvPr id="142343" name="Rectangle 1034"/>
          <p:cNvSpPr>
            <a:spLocks noChangeArrowheads="1"/>
          </p:cNvSpPr>
          <p:nvPr/>
        </p:nvSpPr>
        <p:spPr bwMode="auto">
          <a:xfrm>
            <a:off x="723807" y="5929313"/>
            <a:ext cx="7642413"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dirty="0" err="1">
                <a:latin typeface="Times New Roman" panose="02020603050405020304" pitchFamily="18" charset="0"/>
                <a:cs typeface="Times New Roman" panose="02020603050405020304" pitchFamily="18" charset="0"/>
              </a:rPr>
              <a:t>Tuy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nhiên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hãy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từ</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800~899 </a:t>
            </a:r>
            <a:r>
              <a:rPr lang="en-US" altLang="ko-KR" sz="1200" dirty="0" err="1">
                <a:latin typeface="Times New Roman" panose="02020603050405020304" pitchFamily="18" charset="0"/>
                <a:cs typeface="Times New Roman" panose="02020603050405020304" pitchFamily="18" charset="0"/>
              </a:rPr>
              <a:t>cho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cả</a:t>
            </a:r>
            <a:r>
              <a:rPr lang="en-US" altLang="ko-KR" sz="1200" dirty="0">
                <a:latin typeface="Times New Roman" panose="02020603050405020304" pitchFamily="18" charset="0"/>
                <a:cs typeface="Times New Roman" panose="02020603050405020304" pitchFamily="18" charset="0"/>
              </a:rPr>
              <a:t> Device </a:t>
            </a:r>
            <a:r>
              <a:rPr lang="en-US" altLang="ko-KR" sz="1200" dirty="0" err="1">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chứa</a:t>
            </a:r>
            <a:r>
              <a:rPr lang="en-US" altLang="ko-KR" sz="1200" dirty="0">
                <a:latin typeface="Times New Roman" panose="02020603050405020304" pitchFamily="18" charset="0"/>
                <a:cs typeface="Times New Roman" panose="02020603050405020304" pitchFamily="18" charset="0"/>
              </a:rPr>
              <a:t> X,Y.  </a:t>
            </a:r>
            <a:r>
              <a:rPr lang="en-US" altLang="ko-KR" sz="1200" dirty="0" err="1">
                <a:latin typeface="Times New Roman" panose="02020603050405020304" pitchFamily="18" charset="0"/>
                <a:cs typeface="Times New Roman" panose="02020603050405020304" pitchFamily="18" charset="0"/>
              </a:rPr>
              <a:t>Sau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hoàn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xóa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Y. </a:t>
            </a:r>
          </a:p>
        </p:txBody>
      </p:sp>
      <p:sp>
        <p:nvSpPr>
          <p:cNvPr id="142346" name="Text Box 8"/>
          <p:cNvSpPr txBox="1">
            <a:spLocks noChangeArrowheads="1"/>
          </p:cNvSpPr>
          <p:nvPr/>
        </p:nvSpPr>
        <p:spPr bwMode="auto">
          <a:xfrm>
            <a:off x="893763" y="3908085"/>
            <a:ext cx="854881" cy="276999"/>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Luyện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endParaRPr lang="en-US" altLang="ko-KR" sz="1200" b="1" dirty="0">
              <a:latin typeface="Times New Roman" panose="02020603050405020304" pitchFamily="18" charset="0"/>
              <a:cs typeface="Times New Roman" panose="02020603050405020304" pitchFamily="18" charset="0"/>
            </a:endParaRPr>
          </a:p>
        </p:txBody>
      </p:sp>
      <p:sp>
        <p:nvSpPr>
          <p:cNvPr id="11"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2"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
        <p:nvSpPr>
          <p:cNvPr id="14" name="직사각형 13"/>
          <p:cNvSpPr/>
          <p:nvPr/>
        </p:nvSpPr>
        <p:spPr bwMode="auto">
          <a:xfrm>
            <a:off x="757081" y="1357033"/>
            <a:ext cx="1423611" cy="307771"/>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200" b="1" dirty="0" err="1" smtClean="0">
                <a:latin typeface="Times New Roman" panose="02020603050405020304" pitchFamily="18" charset="0"/>
                <a:cs typeface="Times New Roman" panose="02020603050405020304" pitchFamily="18" charset="0"/>
              </a:rPr>
              <a:t>Điều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đầu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vào</a:t>
            </a:r>
            <a:endParaRPr kumimoji="1" lang="ko-KR" altLang="en-US" sz="12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5" name="직사각형 14"/>
          <p:cNvSpPr/>
          <p:nvPr/>
        </p:nvSpPr>
        <p:spPr bwMode="auto">
          <a:xfrm>
            <a:off x="2807975" y="1088740"/>
            <a:ext cx="452837" cy="270837"/>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000" b="1" dirty="0" smtClean="0">
                <a:latin typeface="Times New Roman" panose="02020603050405020304" pitchFamily="18" charset="0"/>
                <a:cs typeface="Times New Roman" panose="02020603050405020304" pitchFamily="18" charset="0"/>
              </a:rPr>
              <a:t>Yes</a:t>
            </a:r>
            <a:endParaRPr kumimoji="1" lang="ko-KR" altLang="en-US" sz="10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6" name="직사각형 15"/>
          <p:cNvSpPr/>
          <p:nvPr/>
        </p:nvSpPr>
        <p:spPr bwMode="auto">
          <a:xfrm>
            <a:off x="4969549" y="1448780"/>
            <a:ext cx="1423611" cy="307771"/>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200" b="1" dirty="0" err="1" smtClean="0">
                <a:latin typeface="Times New Roman" panose="02020603050405020304" pitchFamily="18" charset="0"/>
                <a:cs typeface="Times New Roman" panose="02020603050405020304" pitchFamily="18" charset="0"/>
              </a:rPr>
              <a:t>Điều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đầu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vào</a:t>
            </a:r>
            <a:endParaRPr kumimoji="1" lang="ko-KR" altLang="en-US" sz="12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7" name="직사각형 16"/>
          <p:cNvSpPr/>
          <p:nvPr/>
        </p:nvSpPr>
        <p:spPr bwMode="auto">
          <a:xfrm>
            <a:off x="3969821" y="1340768"/>
            <a:ext cx="911171" cy="307771"/>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200" b="1" dirty="0" err="1" smtClean="0">
                <a:latin typeface="Times New Roman" panose="02020603050405020304" pitchFamily="18" charset="0"/>
                <a:cs typeface="Times New Roman" panose="02020603050405020304" pitchFamily="18" charset="0"/>
              </a:rPr>
              <a:t>Đồng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nhất</a:t>
            </a:r>
            <a:endParaRPr kumimoji="1" lang="ko-KR" altLang="en-US" sz="12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48356322"/>
      </p:ext>
    </p:extLst>
  </p:cSld>
  <p:clrMapOvr>
    <a:masterClrMapping/>
  </p:clrMapOvr>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2"/>
          <p:cNvSpPr>
            <a:spLocks noChangeArrowheads="1"/>
          </p:cNvSpPr>
          <p:nvPr/>
        </p:nvSpPr>
        <p:spPr bwMode="auto">
          <a:xfrm>
            <a:off x="468313" y="704850"/>
            <a:ext cx="3457421" cy="3508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a:latin typeface="Times New Roman" panose="02020603050405020304" pitchFamily="18" charset="0"/>
                <a:cs typeface="Times New Roman" panose="02020603050405020304" pitchFamily="18" charset="0"/>
              </a:rPr>
              <a:t>1.10 BMOV(P) : </a:t>
            </a:r>
            <a:r>
              <a:rPr lang="en-US" altLang="ko-KR" sz="1400" b="1" dirty="0" err="1" smtClean="0">
                <a:latin typeface="Times New Roman" panose="02020603050405020304" pitchFamily="18" charset="0"/>
                <a:cs typeface="Times New Roman" panose="02020603050405020304" pitchFamily="18" charset="0"/>
              </a:rPr>
              <a:t>Truyền</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nhóm</a:t>
            </a:r>
            <a:r>
              <a:rPr lang="en-US" altLang="ko-KR" sz="1400" b="1" dirty="0" smtClean="0">
                <a:latin typeface="Times New Roman" panose="02020603050405020304" pitchFamily="18" charset="0"/>
                <a:cs typeface="Times New Roman" panose="02020603050405020304" pitchFamily="18" charset="0"/>
              </a:rPr>
              <a:t> Block Data</a:t>
            </a:r>
            <a:r>
              <a:rPr lang="ko-KR" altLang="en-US" sz="1400" b="1" dirty="0" smtClean="0">
                <a:latin typeface="Times New Roman" panose="02020603050405020304" pitchFamily="18" charset="0"/>
                <a:cs typeface="Times New Roman" panose="02020603050405020304" pitchFamily="18" charset="0"/>
              </a:rPr>
              <a:t> </a:t>
            </a:r>
            <a:endParaRPr lang="ko-KR" altLang="en-US" sz="1400" b="1" dirty="0">
              <a:latin typeface="Times New Roman" panose="02020603050405020304" pitchFamily="18" charset="0"/>
              <a:cs typeface="Times New Roman" panose="02020603050405020304" pitchFamily="18" charset="0"/>
            </a:endParaRPr>
          </a:p>
        </p:txBody>
      </p:sp>
      <p:pic>
        <p:nvPicPr>
          <p:cNvPr id="14336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1038" y="1160463"/>
            <a:ext cx="4170362" cy="278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364" name="Rectangle 4"/>
          <p:cNvSpPr>
            <a:spLocks noChangeArrowheads="1"/>
          </p:cNvSpPr>
          <p:nvPr/>
        </p:nvSpPr>
        <p:spPr bwMode="auto">
          <a:xfrm>
            <a:off x="698500" y="2470150"/>
            <a:ext cx="4392613" cy="792163"/>
          </a:xfrm>
          <a:prstGeom prst="rect">
            <a:avLst/>
          </a:prstGeom>
          <a:noFill/>
          <a:ln w="9525" cap="rnd" algn="ctr">
            <a:solidFill>
              <a:schemeClr val="tx2"/>
            </a:solidFill>
            <a:prstDash val="sys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43365" name="Rectangle 5"/>
          <p:cNvSpPr>
            <a:spLocks noChangeArrowheads="1"/>
          </p:cNvSpPr>
          <p:nvPr/>
        </p:nvSpPr>
        <p:spPr bwMode="auto">
          <a:xfrm>
            <a:off x="5154613" y="1517452"/>
            <a:ext cx="3738562" cy="1846659"/>
          </a:xfrm>
          <a:prstGeom prst="rect">
            <a:avLst/>
          </a:prstGeom>
          <a:noFill/>
          <a:ln w="9525" algn="ctr">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9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BMOV,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ON</a:t>
            </a: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lnSpc>
                <a:spcPct val="19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9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tiên</a:t>
            </a:r>
            <a:r>
              <a:rPr lang="en-US" altLang="ko-KR" sz="1200" dirty="0" smtClean="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Data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trữ</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endParaRPr lang="ko-KR" altLang="en-US" sz="1200" dirty="0">
              <a:latin typeface="Times New Roman" panose="02020603050405020304" pitchFamily="18" charset="0"/>
              <a:cs typeface="Times New Roman" panose="02020603050405020304" pitchFamily="18" charset="0"/>
            </a:endParaRPr>
          </a:p>
          <a:p>
            <a:pPr eaLnBrk="1" hangingPunct="1">
              <a:lnSpc>
                <a:spcPct val="19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nhóm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a:t>
            </a:r>
          </a:p>
          <a:p>
            <a:pPr eaLnBrk="1" hangingPunct="1">
              <a:lnSpc>
                <a:spcPct val="19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43370" name="Rectangle 10"/>
          <p:cNvSpPr>
            <a:spLocks noChangeArrowheads="1"/>
          </p:cNvSpPr>
          <p:nvPr/>
        </p:nvSpPr>
        <p:spPr bwMode="auto">
          <a:xfrm>
            <a:off x="592138" y="3928466"/>
            <a:ext cx="4730206" cy="3139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X5 </a:t>
            </a:r>
            <a:r>
              <a:rPr lang="en-US" altLang="ko-KR" sz="1200" dirty="0" err="1" smtClean="0">
                <a:latin typeface="Times New Roman" panose="02020603050405020304" pitchFamily="18" charset="0"/>
                <a:cs typeface="Times New Roman" panose="02020603050405020304" pitchFamily="18" charset="0"/>
              </a:rPr>
              <a:t>chuyển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BMOV.</a:t>
            </a:r>
            <a:endParaRPr lang="en-US" altLang="ko-KR" sz="1200" dirty="0">
              <a:latin typeface="Times New Roman" panose="02020603050405020304" pitchFamily="18" charset="0"/>
              <a:cs typeface="Times New Roman" panose="02020603050405020304" pitchFamily="18" charset="0"/>
            </a:endParaRPr>
          </a:p>
        </p:txBody>
      </p:sp>
      <p:graphicFrame>
        <p:nvGraphicFramePr>
          <p:cNvPr id="143371" name="Object 11"/>
          <p:cNvGraphicFramePr>
            <a:graphicFrameLocks noChangeAspect="1"/>
          </p:cNvGraphicFramePr>
          <p:nvPr>
            <p:extLst>
              <p:ext uri="{D42A27DB-BD31-4B8C-83A1-F6EECF244321}">
                <p14:modId xmlns:p14="http://schemas.microsoft.com/office/powerpoint/2010/main" val="1514318628"/>
              </p:ext>
            </p:extLst>
          </p:nvPr>
        </p:nvGraphicFramePr>
        <p:xfrm>
          <a:off x="708025" y="4303713"/>
          <a:ext cx="4321175" cy="2011362"/>
        </p:xfrm>
        <a:graphic>
          <a:graphicData uri="http://schemas.openxmlformats.org/presentationml/2006/ole">
            <mc:AlternateContent xmlns:mc="http://schemas.openxmlformats.org/markup-compatibility/2006">
              <mc:Choice xmlns:v="urn:schemas-microsoft-com:vml" Requires="v">
                <p:oleObj spid="_x0000_s207967" name="비트맵 이미지" r:id="rId5" imgW="2476190" imgH="1152381" progId="Paint.Picture">
                  <p:embed/>
                </p:oleObj>
              </mc:Choice>
              <mc:Fallback>
                <p:oleObj name="비트맵 이미지" r:id="rId5" imgW="2476190" imgH="1152381" progId="Paint.Picture">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8025" y="4303713"/>
                        <a:ext cx="4321175" cy="2011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43372" name="AutoShape 12"/>
          <p:cNvSpPr>
            <a:spLocks noChangeArrowheads="1"/>
          </p:cNvSpPr>
          <p:nvPr/>
        </p:nvSpPr>
        <p:spPr bwMode="auto">
          <a:xfrm>
            <a:off x="5003800" y="4448175"/>
            <a:ext cx="3889375" cy="1800225"/>
          </a:xfrm>
          <a:prstGeom prst="roundRect">
            <a:avLst>
              <a:gd name="adj" fmla="val 16667"/>
            </a:avLst>
          </a:prstGeom>
          <a:noFill/>
          <a:ln w="9525" algn="ctr">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5"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6"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
        <p:nvSpPr>
          <p:cNvPr id="7" name="Oval 6"/>
          <p:cNvSpPr/>
          <p:nvPr/>
        </p:nvSpPr>
        <p:spPr bwMode="auto">
          <a:xfrm>
            <a:off x="-1179834" y="584684"/>
            <a:ext cx="120166" cy="120166"/>
          </a:xfrm>
          <a:prstGeom prst="ellipse">
            <a:avLst/>
          </a:prstGeom>
          <a:no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9" name="Oval 8"/>
          <p:cNvSpPr/>
          <p:nvPr/>
        </p:nvSpPr>
        <p:spPr bwMode="auto">
          <a:xfrm>
            <a:off x="-1179834" y="764704"/>
            <a:ext cx="1092274" cy="1092274"/>
          </a:xfrm>
          <a:prstGeom prst="ellipse">
            <a:avLst/>
          </a:prstGeom>
          <a:no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14" name="Oval 13"/>
          <p:cNvSpPr/>
          <p:nvPr/>
        </p:nvSpPr>
        <p:spPr bwMode="auto">
          <a:xfrm>
            <a:off x="7023894" y="764704"/>
            <a:ext cx="593402" cy="593402"/>
          </a:xfrm>
          <a:prstGeom prst="ellipse">
            <a:avLst/>
          </a:prstGeom>
          <a:no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17" name="Oval 16"/>
          <p:cNvSpPr/>
          <p:nvPr/>
        </p:nvSpPr>
        <p:spPr bwMode="auto">
          <a:xfrm>
            <a:off x="6740973" y="2765266"/>
            <a:ext cx="182880" cy="182880"/>
          </a:xfrm>
          <a:prstGeom prst="ellipse">
            <a:avLst/>
          </a:prstGeom>
          <a:noFill/>
          <a:ln w="9525" cap="flat" cmpd="sng" algn="ctr">
            <a:solidFill>
              <a:schemeClr val="tx1">
                <a:lumMod val="95000"/>
                <a:lumOff val="5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kumimoji="1" lang="en-US" altLang="ko-KR" sz="1050" b="0" i="0" u="none" strike="noStrike" cap="none" normalizeH="0" baseline="0" dirty="0" smtClean="0">
                <a:ln>
                  <a:noFill/>
                </a:ln>
                <a:solidFill>
                  <a:schemeClr val="tx1"/>
                </a:solidFill>
                <a:effectLst/>
                <a:latin typeface="HY견고딕" pitchFamily="18" charset="-127"/>
                <a:ea typeface="HY견고딕" pitchFamily="18" charset="-127"/>
              </a:rPr>
              <a:t>n</a:t>
            </a:r>
            <a:endParaRPr kumimoji="1" lang="ko-KR" altLang="en-US" sz="1050" b="0" i="0" u="none" strike="noStrike" cap="none" normalizeH="0" baseline="0" dirty="0" smtClean="0">
              <a:ln>
                <a:noFill/>
              </a:ln>
              <a:solidFill>
                <a:schemeClr val="tx1"/>
              </a:solidFill>
              <a:effectLst/>
              <a:latin typeface="HY견고딕" pitchFamily="18" charset="-127"/>
              <a:ea typeface="HY견고딕" pitchFamily="18" charset="-127"/>
            </a:endParaRPr>
          </a:p>
        </p:txBody>
      </p:sp>
      <p:sp>
        <p:nvSpPr>
          <p:cNvPr id="29" name="Oval 28"/>
          <p:cNvSpPr/>
          <p:nvPr/>
        </p:nvSpPr>
        <p:spPr bwMode="auto">
          <a:xfrm>
            <a:off x="6105128" y="3079433"/>
            <a:ext cx="182880" cy="182880"/>
          </a:xfrm>
          <a:prstGeom prst="ellipse">
            <a:avLst/>
          </a:prstGeom>
          <a:noFill/>
          <a:ln w="9525" cap="flat" cmpd="sng" algn="ctr">
            <a:solidFill>
              <a:schemeClr val="tx1">
                <a:lumMod val="95000"/>
                <a:lumOff val="5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kumimoji="1" lang="en-US" altLang="ko-KR" sz="1050" b="0" i="0" u="none" strike="noStrike" cap="none" normalizeH="0" baseline="0" dirty="0" smtClean="0">
                <a:ln>
                  <a:noFill/>
                </a:ln>
                <a:solidFill>
                  <a:schemeClr val="tx1"/>
                </a:solidFill>
                <a:effectLst/>
                <a:latin typeface="HY견고딕" pitchFamily="18" charset="-127"/>
                <a:ea typeface="HY견고딕" pitchFamily="18" charset="-127"/>
              </a:rPr>
              <a:t>D</a:t>
            </a:r>
            <a:endParaRPr kumimoji="1" lang="ko-KR" altLang="en-US" sz="1050" b="0" i="0" u="none" strike="noStrike" cap="none" normalizeH="0" baseline="0" dirty="0" smtClean="0">
              <a:ln>
                <a:noFill/>
              </a:ln>
              <a:solidFill>
                <a:schemeClr val="tx1"/>
              </a:solidFill>
              <a:effectLst/>
              <a:latin typeface="HY견고딕" pitchFamily="18" charset="-127"/>
              <a:ea typeface="HY견고딕" pitchFamily="18" charset="-127"/>
            </a:endParaRPr>
          </a:p>
        </p:txBody>
      </p:sp>
      <p:sp>
        <p:nvSpPr>
          <p:cNvPr id="30" name="Oval 29"/>
          <p:cNvSpPr/>
          <p:nvPr/>
        </p:nvSpPr>
        <p:spPr bwMode="auto">
          <a:xfrm>
            <a:off x="5745088" y="2369820"/>
            <a:ext cx="182880" cy="182880"/>
          </a:xfrm>
          <a:prstGeom prst="ellipse">
            <a:avLst/>
          </a:prstGeom>
          <a:noFill/>
          <a:ln w="9525" cap="flat" cmpd="sng" algn="ctr">
            <a:solidFill>
              <a:schemeClr val="tx1">
                <a:lumMod val="95000"/>
                <a:lumOff val="5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kumimoji="1" lang="en-US" altLang="ko-KR" sz="1050" b="0" i="0" u="none" strike="noStrike" cap="none" normalizeH="0" baseline="0" dirty="0" smtClean="0">
                <a:ln>
                  <a:noFill/>
                </a:ln>
                <a:solidFill>
                  <a:schemeClr val="tx1"/>
                </a:solidFill>
                <a:effectLst/>
                <a:latin typeface="HY견고딕" pitchFamily="18" charset="-127"/>
                <a:ea typeface="HY견고딕" pitchFamily="18" charset="-127"/>
              </a:rPr>
              <a:t>n</a:t>
            </a:r>
            <a:endParaRPr kumimoji="1" lang="ko-KR" altLang="en-US" sz="1050" b="0" i="0" u="none" strike="noStrike" cap="none" normalizeH="0" baseline="0" dirty="0" smtClean="0">
              <a:ln>
                <a:noFill/>
              </a:ln>
              <a:solidFill>
                <a:schemeClr val="tx1"/>
              </a:solidFill>
              <a:effectLst/>
              <a:latin typeface="HY견고딕" pitchFamily="18" charset="-127"/>
              <a:ea typeface="HY견고딕" pitchFamily="18" charset="-127"/>
            </a:endParaRPr>
          </a:p>
        </p:txBody>
      </p:sp>
      <p:sp>
        <p:nvSpPr>
          <p:cNvPr id="31" name="Oval 30"/>
          <p:cNvSpPr/>
          <p:nvPr/>
        </p:nvSpPr>
        <p:spPr bwMode="auto">
          <a:xfrm>
            <a:off x="7023894" y="2060848"/>
            <a:ext cx="182880" cy="182880"/>
          </a:xfrm>
          <a:prstGeom prst="ellipse">
            <a:avLst/>
          </a:prstGeom>
          <a:noFill/>
          <a:ln w="9525" cap="flat" cmpd="sng" algn="ctr">
            <a:solidFill>
              <a:schemeClr val="tx1">
                <a:lumMod val="95000"/>
                <a:lumOff val="5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kumimoji="1" lang="en-US" altLang="ko-KR" sz="1050" b="0" i="0" u="none" strike="noStrike" cap="none" normalizeH="0" baseline="0" dirty="0" smtClean="0">
                <a:ln>
                  <a:noFill/>
                </a:ln>
                <a:solidFill>
                  <a:schemeClr val="tx1"/>
                </a:solidFill>
                <a:effectLst/>
                <a:latin typeface="HY견고딕" pitchFamily="18" charset="-127"/>
                <a:ea typeface="HY견고딕" pitchFamily="18" charset="-127"/>
              </a:rPr>
              <a:t>S</a:t>
            </a:r>
            <a:endParaRPr kumimoji="1" lang="ko-KR" altLang="en-US" sz="1050" b="0" i="0" u="none" strike="noStrike" cap="none" normalizeH="0" baseline="0" dirty="0" smtClean="0">
              <a:ln>
                <a:noFill/>
              </a:ln>
              <a:solidFill>
                <a:schemeClr val="tx1"/>
              </a:solidFill>
              <a:effectLst/>
              <a:latin typeface="HY견고딕" pitchFamily="18" charset="-127"/>
              <a:ea typeface="HY견고딕" pitchFamily="18" charset="-127"/>
            </a:endParaRPr>
          </a:p>
        </p:txBody>
      </p:sp>
      <p:sp>
        <p:nvSpPr>
          <p:cNvPr id="32" name="Oval 31"/>
          <p:cNvSpPr/>
          <p:nvPr/>
        </p:nvSpPr>
        <p:spPr bwMode="auto">
          <a:xfrm>
            <a:off x="2801031" y="1124598"/>
            <a:ext cx="274320" cy="274320"/>
          </a:xfrm>
          <a:prstGeom prst="ellipse">
            <a:avLst/>
          </a:prstGeom>
          <a:solidFill>
            <a:schemeClr val="bg1"/>
          </a:solidFill>
          <a:ln w="9525" cap="flat" cmpd="sng" algn="ctr">
            <a:solidFill>
              <a:schemeClr val="tx1">
                <a:lumMod val="95000"/>
                <a:lumOff val="5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kumimoji="1" lang="en-US" altLang="ko-KR" sz="1100" b="0" i="0" u="none" strike="noStrike" cap="none" normalizeH="0" baseline="0" dirty="0" smtClean="0">
                <a:ln>
                  <a:noFill/>
                </a:ln>
                <a:solidFill>
                  <a:schemeClr val="tx1"/>
                </a:solidFill>
                <a:effectLst/>
                <a:latin typeface="HY견고딕" pitchFamily="18" charset="-127"/>
                <a:ea typeface="HY견고딕" pitchFamily="18" charset="-127"/>
              </a:rPr>
              <a:t>S</a:t>
            </a:r>
            <a:endParaRPr kumimoji="1" lang="ko-KR" altLang="en-US" sz="1100" b="0" i="0" u="none" strike="noStrike" cap="none" normalizeH="0" baseline="0" dirty="0" smtClean="0">
              <a:ln>
                <a:noFill/>
              </a:ln>
              <a:solidFill>
                <a:schemeClr val="tx1"/>
              </a:solidFill>
              <a:effectLst/>
              <a:latin typeface="HY견고딕" pitchFamily="18" charset="-127"/>
              <a:ea typeface="HY견고딕" pitchFamily="18" charset="-127"/>
            </a:endParaRPr>
          </a:p>
        </p:txBody>
      </p:sp>
      <p:sp>
        <p:nvSpPr>
          <p:cNvPr id="33" name="Oval 32"/>
          <p:cNvSpPr/>
          <p:nvPr/>
        </p:nvSpPr>
        <p:spPr bwMode="auto">
          <a:xfrm>
            <a:off x="4088904" y="1132774"/>
            <a:ext cx="274320" cy="274320"/>
          </a:xfrm>
          <a:prstGeom prst="ellipse">
            <a:avLst/>
          </a:prstGeom>
          <a:solidFill>
            <a:schemeClr val="bg1"/>
          </a:solidFill>
          <a:ln w="9525" cap="flat" cmpd="sng" algn="ctr">
            <a:solidFill>
              <a:schemeClr val="tx1">
                <a:lumMod val="95000"/>
                <a:lumOff val="5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kumimoji="1" lang="en-US" altLang="ko-KR" sz="1100" b="0" i="0" u="none" strike="noStrike" cap="none" normalizeH="0" baseline="0" dirty="0" smtClean="0">
                <a:ln>
                  <a:noFill/>
                </a:ln>
                <a:solidFill>
                  <a:schemeClr val="tx1"/>
                </a:solidFill>
                <a:effectLst/>
                <a:latin typeface="HY견고딕" pitchFamily="18" charset="-127"/>
                <a:ea typeface="HY견고딕" pitchFamily="18" charset="-127"/>
              </a:rPr>
              <a:t>n</a:t>
            </a:r>
            <a:endParaRPr kumimoji="1" lang="ko-KR" altLang="en-US" sz="1100" b="0" i="0" u="none" strike="noStrike" cap="none" normalizeH="0" baseline="0" dirty="0" smtClean="0">
              <a:ln>
                <a:noFill/>
              </a:ln>
              <a:solidFill>
                <a:schemeClr val="tx1"/>
              </a:solidFill>
              <a:effectLst/>
              <a:latin typeface="HY견고딕" pitchFamily="18" charset="-127"/>
              <a:ea typeface="HY견고딕" pitchFamily="18" charset="-127"/>
            </a:endParaRPr>
          </a:p>
        </p:txBody>
      </p:sp>
      <p:sp>
        <p:nvSpPr>
          <p:cNvPr id="35" name="Oval 34"/>
          <p:cNvSpPr/>
          <p:nvPr/>
        </p:nvSpPr>
        <p:spPr bwMode="auto">
          <a:xfrm>
            <a:off x="3454544" y="1139616"/>
            <a:ext cx="274320" cy="274320"/>
          </a:xfrm>
          <a:prstGeom prst="ellipse">
            <a:avLst/>
          </a:prstGeom>
          <a:solidFill>
            <a:schemeClr val="bg1"/>
          </a:solidFill>
          <a:ln w="9525" cap="flat" cmpd="sng" algn="ctr">
            <a:solidFill>
              <a:schemeClr val="tx1">
                <a:lumMod val="95000"/>
                <a:lumOff val="5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kumimoji="1" lang="en-US" altLang="ko-KR" sz="1100" b="0" i="0" u="none" strike="noStrike" cap="none" normalizeH="0" baseline="0" dirty="0" smtClean="0">
                <a:ln>
                  <a:noFill/>
                </a:ln>
                <a:solidFill>
                  <a:schemeClr val="tx1"/>
                </a:solidFill>
                <a:effectLst/>
                <a:latin typeface="HY견고딕" pitchFamily="18" charset="-127"/>
                <a:ea typeface="HY견고딕" pitchFamily="18" charset="-127"/>
              </a:rPr>
              <a:t>D</a:t>
            </a:r>
            <a:endParaRPr kumimoji="1" lang="ko-KR" altLang="en-US" sz="1100" b="0" i="0" u="none" strike="noStrike" cap="none" normalizeH="0" baseline="0" dirty="0" smtClean="0">
              <a:ln>
                <a:noFill/>
              </a:ln>
              <a:solidFill>
                <a:schemeClr val="tx1"/>
              </a:solidFill>
              <a:effectLst/>
              <a:latin typeface="HY견고딕" pitchFamily="18" charset="-127"/>
              <a:ea typeface="HY견고딕" pitchFamily="18" charset="-127"/>
            </a:endParaRPr>
          </a:p>
        </p:txBody>
      </p:sp>
      <p:sp>
        <p:nvSpPr>
          <p:cNvPr id="36" name="Oval 35"/>
          <p:cNvSpPr/>
          <p:nvPr/>
        </p:nvSpPr>
        <p:spPr bwMode="auto">
          <a:xfrm>
            <a:off x="4088904" y="2440781"/>
            <a:ext cx="274320" cy="274320"/>
          </a:xfrm>
          <a:prstGeom prst="ellipse">
            <a:avLst/>
          </a:prstGeom>
          <a:solidFill>
            <a:schemeClr val="bg1"/>
          </a:solidFill>
          <a:ln w="9525" cap="flat" cmpd="sng" algn="ctr">
            <a:solidFill>
              <a:schemeClr val="tx1">
                <a:lumMod val="95000"/>
                <a:lumOff val="5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kumimoji="1" lang="en-US" altLang="ko-KR" sz="1100" b="0" i="0" u="none" strike="noStrike" cap="none" normalizeH="0" baseline="0" dirty="0" smtClean="0">
                <a:ln>
                  <a:noFill/>
                </a:ln>
                <a:solidFill>
                  <a:schemeClr val="tx1"/>
                </a:solidFill>
                <a:effectLst/>
                <a:latin typeface="HY견고딕" pitchFamily="18" charset="-127"/>
                <a:ea typeface="HY견고딕" pitchFamily="18" charset="-127"/>
              </a:rPr>
              <a:t>n</a:t>
            </a:r>
            <a:endParaRPr kumimoji="1" lang="ko-KR" altLang="en-US" sz="1100" b="0" i="0" u="none" strike="noStrike" cap="none" normalizeH="0" baseline="0" dirty="0" smtClean="0">
              <a:ln>
                <a:noFill/>
              </a:ln>
              <a:solidFill>
                <a:schemeClr val="tx1"/>
              </a:solidFill>
              <a:effectLst/>
              <a:latin typeface="HY견고딕" pitchFamily="18" charset="-127"/>
              <a:ea typeface="HY견고딕" pitchFamily="18" charset="-127"/>
            </a:endParaRPr>
          </a:p>
        </p:txBody>
      </p:sp>
      <p:sp>
        <p:nvSpPr>
          <p:cNvPr id="39" name="Oval 38"/>
          <p:cNvSpPr/>
          <p:nvPr/>
        </p:nvSpPr>
        <p:spPr bwMode="auto">
          <a:xfrm>
            <a:off x="3445019" y="2434590"/>
            <a:ext cx="274320" cy="274320"/>
          </a:xfrm>
          <a:prstGeom prst="ellipse">
            <a:avLst/>
          </a:prstGeom>
          <a:solidFill>
            <a:schemeClr val="bg1"/>
          </a:solidFill>
          <a:ln w="9525" cap="flat" cmpd="sng" algn="ctr">
            <a:solidFill>
              <a:schemeClr val="tx1">
                <a:lumMod val="95000"/>
                <a:lumOff val="5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kumimoji="1" lang="en-US" altLang="ko-KR" sz="1100" b="0" i="0" u="none" strike="noStrike" cap="none" normalizeH="0" baseline="0" dirty="0" smtClean="0">
                <a:ln>
                  <a:noFill/>
                </a:ln>
                <a:solidFill>
                  <a:schemeClr val="tx1"/>
                </a:solidFill>
                <a:effectLst/>
                <a:latin typeface="HY견고딕" pitchFamily="18" charset="-127"/>
                <a:ea typeface="HY견고딕" pitchFamily="18" charset="-127"/>
              </a:rPr>
              <a:t>D</a:t>
            </a:r>
            <a:endParaRPr kumimoji="1" lang="ko-KR" altLang="en-US" sz="1100" b="0" i="0" u="none" strike="noStrike" cap="none" normalizeH="0" baseline="0" dirty="0" smtClean="0">
              <a:ln>
                <a:noFill/>
              </a:ln>
              <a:solidFill>
                <a:schemeClr val="tx1"/>
              </a:solidFill>
              <a:effectLst/>
              <a:latin typeface="HY견고딕" pitchFamily="18" charset="-127"/>
              <a:ea typeface="HY견고딕" pitchFamily="18" charset="-127"/>
            </a:endParaRPr>
          </a:p>
        </p:txBody>
      </p:sp>
      <p:sp>
        <p:nvSpPr>
          <p:cNvPr id="40" name="Oval 39"/>
          <p:cNvSpPr/>
          <p:nvPr/>
        </p:nvSpPr>
        <p:spPr bwMode="auto">
          <a:xfrm>
            <a:off x="2791506" y="2440781"/>
            <a:ext cx="274320" cy="274320"/>
          </a:xfrm>
          <a:prstGeom prst="ellipse">
            <a:avLst/>
          </a:prstGeom>
          <a:solidFill>
            <a:schemeClr val="bg1"/>
          </a:solidFill>
          <a:ln w="9525" cap="flat" cmpd="sng" algn="ctr">
            <a:solidFill>
              <a:schemeClr val="tx1">
                <a:lumMod val="95000"/>
                <a:lumOff val="5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kumimoji="1" lang="en-US" altLang="ko-KR" sz="1100" b="0" i="0" u="none" strike="noStrike" cap="none" normalizeH="0" baseline="0" dirty="0" smtClean="0">
                <a:ln>
                  <a:noFill/>
                </a:ln>
                <a:solidFill>
                  <a:schemeClr val="tx1"/>
                </a:solidFill>
                <a:effectLst/>
                <a:latin typeface="HY견고딕" pitchFamily="18" charset="-127"/>
                <a:ea typeface="HY견고딕" pitchFamily="18" charset="-127"/>
              </a:rPr>
              <a:t>S</a:t>
            </a:r>
            <a:endParaRPr kumimoji="1" lang="ko-KR" altLang="en-US" sz="1100" b="0" i="0" u="none" strike="noStrike" cap="none" normalizeH="0" baseline="0" dirty="0" smtClean="0">
              <a:ln>
                <a:noFill/>
              </a:ln>
              <a:solidFill>
                <a:schemeClr val="tx1"/>
              </a:solidFill>
              <a:effectLst/>
              <a:latin typeface="HY견고딕" pitchFamily="18" charset="-127"/>
              <a:ea typeface="HY견고딕" pitchFamily="18" charset="-127"/>
            </a:endParaRPr>
          </a:p>
        </p:txBody>
      </p:sp>
      <p:sp>
        <p:nvSpPr>
          <p:cNvPr id="41" name="Oval 40"/>
          <p:cNvSpPr/>
          <p:nvPr/>
        </p:nvSpPr>
        <p:spPr bwMode="auto">
          <a:xfrm>
            <a:off x="837072" y="4378166"/>
            <a:ext cx="274320" cy="274320"/>
          </a:xfrm>
          <a:prstGeom prst="ellipse">
            <a:avLst/>
          </a:prstGeom>
          <a:solidFill>
            <a:schemeClr val="bg1"/>
          </a:solidFill>
          <a:ln w="9525" cap="flat" cmpd="sng" algn="ctr">
            <a:solidFill>
              <a:schemeClr val="tx1">
                <a:lumMod val="95000"/>
                <a:lumOff val="5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kumimoji="1" lang="en-US" altLang="ko-KR" sz="1100" b="0" i="0" u="none" strike="noStrike" cap="none" normalizeH="0" baseline="0" dirty="0" smtClean="0">
                <a:ln>
                  <a:noFill/>
                </a:ln>
                <a:solidFill>
                  <a:schemeClr val="tx1"/>
                </a:solidFill>
                <a:effectLst/>
                <a:latin typeface="HY견고딕" pitchFamily="18" charset="-127"/>
                <a:ea typeface="HY견고딕" pitchFamily="18" charset="-127"/>
              </a:rPr>
              <a:t>S</a:t>
            </a:r>
            <a:endParaRPr kumimoji="1" lang="ko-KR" altLang="en-US" sz="1100" b="0" i="0" u="none" strike="noStrike" cap="none" normalizeH="0" baseline="0" dirty="0" smtClean="0">
              <a:ln>
                <a:noFill/>
              </a:ln>
              <a:solidFill>
                <a:schemeClr val="tx1"/>
              </a:solidFill>
              <a:effectLst/>
              <a:latin typeface="HY견고딕" pitchFamily="18" charset="-127"/>
              <a:ea typeface="HY견고딕" pitchFamily="18" charset="-127"/>
            </a:endParaRPr>
          </a:p>
        </p:txBody>
      </p:sp>
      <p:sp>
        <p:nvSpPr>
          <p:cNvPr id="42" name="Oval 41"/>
          <p:cNvSpPr/>
          <p:nvPr/>
        </p:nvSpPr>
        <p:spPr bwMode="auto">
          <a:xfrm>
            <a:off x="4226064" y="4378166"/>
            <a:ext cx="274320" cy="274320"/>
          </a:xfrm>
          <a:prstGeom prst="ellipse">
            <a:avLst/>
          </a:prstGeom>
          <a:solidFill>
            <a:schemeClr val="bg1"/>
          </a:solidFill>
          <a:ln w="9525" cap="flat" cmpd="sng" algn="ctr">
            <a:solidFill>
              <a:schemeClr val="tx1">
                <a:lumMod val="95000"/>
                <a:lumOff val="5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kumimoji="1" lang="en-US" altLang="ko-KR" sz="1100" b="0" i="0" u="none" strike="noStrike" cap="none" normalizeH="0" baseline="0" dirty="0" smtClean="0">
                <a:ln>
                  <a:noFill/>
                </a:ln>
                <a:solidFill>
                  <a:schemeClr val="tx1"/>
                </a:solidFill>
                <a:effectLst/>
                <a:latin typeface="HY견고딕" pitchFamily="18" charset="-127"/>
                <a:ea typeface="HY견고딕" pitchFamily="18" charset="-127"/>
              </a:rPr>
              <a:t>D</a:t>
            </a:r>
            <a:endParaRPr kumimoji="1" lang="ko-KR" altLang="en-US" sz="1100" b="0" i="0" u="none" strike="noStrike" cap="none" normalizeH="0" baseline="0" dirty="0" smtClean="0">
              <a:ln>
                <a:noFill/>
              </a:ln>
              <a:solidFill>
                <a:schemeClr val="tx1"/>
              </a:solidFill>
              <a:effectLst/>
              <a:latin typeface="HY견고딕" pitchFamily="18" charset="-127"/>
              <a:ea typeface="HY견고딕" pitchFamily="18" charset="-127"/>
            </a:endParaRPr>
          </a:p>
        </p:txBody>
      </p:sp>
    </p:spTree>
    <p:extLst>
      <p:ext uri="{BB962C8B-B14F-4D97-AF65-F5344CB8AC3E}">
        <p14:creationId xmlns:p14="http://schemas.microsoft.com/office/powerpoint/2010/main" val="3418398768"/>
      </p:ext>
    </p:extLst>
  </p:cSld>
  <p:clrMapOvr>
    <a:masterClrMapping/>
  </p:clrMapOvr>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2"/>
          <p:cNvSpPr>
            <a:spLocks noChangeArrowheads="1"/>
          </p:cNvSpPr>
          <p:nvPr/>
        </p:nvSpPr>
        <p:spPr bwMode="auto">
          <a:xfrm>
            <a:off x="577850" y="742950"/>
            <a:ext cx="6528197" cy="14219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BMOV </a:t>
            </a:r>
            <a:r>
              <a:rPr lang="en-US" altLang="ko-KR" sz="1200" dirty="0" err="1" smtClean="0">
                <a:latin typeface="Times New Roman" panose="02020603050405020304" pitchFamily="18" charset="0"/>
                <a:cs typeface="Times New Roman" panose="02020603050405020304" pitchFamily="18" charset="0"/>
              </a:rPr>
              <a:t>thuận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những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 </a:t>
            </a:r>
            <a:r>
              <a:rPr lang="en-US" altLang="ko-KR" sz="1200" dirty="0" smtClean="0">
                <a:latin typeface="Times New Roman" panose="02020603050405020304" pitchFamily="18" charset="0"/>
                <a:cs typeface="Times New Roman" panose="02020603050405020304" pitchFamily="18" charset="0"/>
              </a:rPr>
              <a:t>Recipe Data File</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Data </a:t>
            </a:r>
            <a:r>
              <a:rPr lang="en-US" altLang="ko-KR" sz="1200" dirty="0" err="1" smtClean="0">
                <a:latin typeface="Times New Roman" panose="02020603050405020304" pitchFamily="18" charset="0"/>
                <a:cs typeface="Times New Roman" panose="02020603050405020304" pitchFamily="18" charset="0"/>
              </a:rPr>
              <a:t>quan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trọng</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a:t>
            </a:r>
            <a:r>
              <a:rPr lang="en-US" altLang="ko-KR" sz="1200" dirty="0" err="1" smtClean="0">
                <a:latin typeface="Times New Roman" panose="02020603050405020304" pitchFamily="18" charset="0"/>
                <a:cs typeface="Times New Roman" panose="02020603050405020304" pitchFamily="18" charset="0"/>
              </a:rPr>
              <a:t>ruyền</a:t>
            </a:r>
            <a:r>
              <a:rPr lang="en-US" altLang="ko-KR" sz="1200" dirty="0" smtClean="0">
                <a:latin typeface="Times New Roman" panose="02020603050405020304" pitchFamily="18" charset="0"/>
                <a:cs typeface="Times New Roman" panose="02020603050405020304" pitchFamily="18" charset="0"/>
              </a:rPr>
              <a:t> sang </a:t>
            </a:r>
            <a:r>
              <a:rPr lang="en-US" altLang="ko-KR" sz="1200" dirty="0" err="1" smtClean="0">
                <a:latin typeface="Times New Roman" panose="02020603050405020304" pitchFamily="18" charset="0"/>
                <a:cs typeface="Times New Roman" panose="02020603050405020304" pitchFamily="18" charset="0"/>
              </a:rPr>
              <a:t>khoảng</a:t>
            </a:r>
            <a:r>
              <a:rPr lang="en-US" altLang="ko-KR" sz="1200" dirty="0" smtClean="0">
                <a:latin typeface="Times New Roman" panose="02020603050405020304" pitchFamily="18" charset="0"/>
                <a:cs typeface="Times New Roman" panose="02020603050405020304" pitchFamily="18" charset="0"/>
              </a:rPr>
              <a:t> Ladder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a:t>
            </a:r>
            <a:r>
              <a:rPr lang="en-US" altLang="ko-KR" sz="1200" dirty="0" smtClean="0">
                <a:latin typeface="Times New Roman" panose="02020603050405020304" pitchFamily="18" charset="0"/>
                <a:cs typeface="Times New Roman" panose="02020603050405020304" pitchFamily="18" charset="0"/>
              </a:rPr>
              <a:t>: Data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xe</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Data </a:t>
            </a:r>
            <a:r>
              <a:rPr lang="en-US" altLang="ko-KR" sz="1200" dirty="0" err="1" smtClean="0">
                <a:latin typeface="Times New Roman" panose="02020603050405020304" pitchFamily="18" charset="0"/>
                <a:cs typeface="Times New Roman" panose="02020603050405020304" pitchFamily="18" charset="0"/>
              </a:rPr>
              <a:t>đo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lường</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ta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mất</a:t>
            </a:r>
            <a:r>
              <a:rPr lang="en-US" altLang="ko-KR" sz="1200" dirty="0" smtClean="0">
                <a:latin typeface="Times New Roman" panose="02020603050405020304" pitchFamily="18" charset="0"/>
                <a:cs typeface="Times New Roman" panose="02020603050405020304" pitchFamily="18" charset="0"/>
              </a:rPr>
              <a:t> Data do </a:t>
            </a:r>
            <a:r>
              <a:rPr lang="en-US" altLang="ko-KR" sz="1200" dirty="0" err="1" smtClean="0">
                <a:latin typeface="Times New Roman" panose="02020603050405020304" pitchFamily="18" charset="0"/>
                <a:cs typeface="Times New Roman" panose="02020603050405020304" pitchFamily="18" charset="0"/>
              </a:rPr>
              <a:t>mất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sang Data register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endParaRPr lang="en-US" altLang="ko-KR" sz="1200" dirty="0" smtClean="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Prameter</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44387" name="AutoShape 4"/>
          <p:cNvSpPr>
            <a:spLocks noChangeArrowheads="1"/>
          </p:cNvSpPr>
          <p:nvPr/>
        </p:nvSpPr>
        <p:spPr bwMode="auto">
          <a:xfrm>
            <a:off x="381000" y="2711450"/>
            <a:ext cx="8439150" cy="3568700"/>
          </a:xfrm>
          <a:prstGeom prst="roundRect">
            <a:avLst>
              <a:gd name="adj" fmla="val 16667"/>
            </a:avLst>
          </a:prstGeom>
          <a:noFill/>
          <a:ln w="9525" algn="ctr">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44388" name="Text Box 7"/>
          <p:cNvSpPr txBox="1">
            <a:spLocks noChangeArrowheads="1"/>
          </p:cNvSpPr>
          <p:nvPr/>
        </p:nvSpPr>
        <p:spPr bwMode="auto">
          <a:xfrm>
            <a:off x="533400" y="2946400"/>
            <a:ext cx="6614311" cy="5355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①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X2</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K10 </a:t>
            </a:r>
            <a:r>
              <a:rPr lang="en-US" altLang="ko-KR" sz="1200" dirty="0" err="1" smtClean="0">
                <a:latin typeface="Times New Roman" panose="02020603050405020304" pitchFamily="18" charset="0"/>
                <a:cs typeface="Times New Roman" panose="02020603050405020304" pitchFamily="18" charset="0"/>
              </a:rPr>
              <a:t>đến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D900, K20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D901, </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K100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D909.</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②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sao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X3</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On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err="1" smtClean="0">
                <a:latin typeface="Times New Roman" panose="02020603050405020304" pitchFamily="18" charset="0"/>
                <a:cs typeface="Times New Roman" panose="02020603050405020304" pitchFamily="18" charset="0"/>
              </a:rPr>
              <a:t>trị</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R0 </a:t>
            </a:r>
            <a:r>
              <a:rPr lang="en-US" altLang="ko-KR" sz="1200" err="1" smtClean="0">
                <a:latin typeface="Times New Roman" panose="02020603050405020304" pitchFamily="18" charset="0"/>
                <a:cs typeface="Times New Roman" panose="02020603050405020304" pitchFamily="18" charset="0"/>
              </a:rPr>
              <a:t>đến</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R9 </a:t>
            </a:r>
            <a:r>
              <a:rPr lang="en-US" altLang="ko-KR" sz="1200" err="1" smtClean="0">
                <a:latin typeface="Times New Roman" panose="02020603050405020304" pitchFamily="18" charset="0"/>
                <a:cs typeface="Times New Roman" panose="02020603050405020304" pitchFamily="18" charset="0"/>
              </a:rPr>
              <a:t>từ</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D900 </a:t>
            </a:r>
            <a:r>
              <a:rPr lang="en-US" altLang="ko-KR" sz="1200" err="1" smtClean="0">
                <a:latin typeface="Times New Roman" panose="02020603050405020304" pitchFamily="18" charset="0"/>
                <a:cs typeface="Times New Roman" panose="02020603050405020304" pitchFamily="18" charset="0"/>
              </a:rPr>
              <a:t>đến</a:t>
            </a:r>
            <a:r>
              <a:rPr lang="ko-KR" altLang="en-US" sz="1200" smtClean="0">
                <a:latin typeface="Times New Roman" panose="02020603050405020304" pitchFamily="18" charset="0"/>
                <a:cs typeface="Times New Roman" panose="02020603050405020304" pitchFamily="18" charset="0"/>
              </a:rPr>
              <a:t> </a:t>
            </a:r>
            <a:r>
              <a:rPr lang="en-US" altLang="ko-KR" sz="1200" smtClean="0">
                <a:latin typeface="Times New Roman" panose="02020603050405020304" pitchFamily="18" charset="0"/>
                <a:cs typeface="Times New Roman" panose="02020603050405020304" pitchFamily="18" charset="0"/>
              </a:rPr>
              <a:t>D909.</a:t>
            </a:r>
            <a:endParaRPr lang="en-US" altLang="ko-KR" sz="1200" dirty="0">
              <a:latin typeface="Times New Roman" panose="02020603050405020304" pitchFamily="18" charset="0"/>
              <a:cs typeface="Times New Roman" panose="02020603050405020304" pitchFamily="18" charset="0"/>
            </a:endParaRPr>
          </a:p>
        </p:txBody>
      </p:sp>
      <p:sp>
        <p:nvSpPr>
          <p:cNvPr id="144389" name="Rectangle 8"/>
          <p:cNvSpPr>
            <a:spLocks noChangeArrowheads="1"/>
          </p:cNvSpPr>
          <p:nvPr/>
        </p:nvSpPr>
        <p:spPr bwMode="auto">
          <a:xfrm>
            <a:off x="743043" y="5842000"/>
            <a:ext cx="7603941" cy="29456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None/>
            </a:pPr>
            <a:r>
              <a:rPr lang="en-US" altLang="ko-KR" sz="1200" dirty="0" err="1">
                <a:latin typeface="Times New Roman" panose="02020603050405020304" pitchFamily="18" charset="0"/>
                <a:cs typeface="Times New Roman" panose="02020603050405020304" pitchFamily="18" charset="0"/>
              </a:rPr>
              <a:t>Tuy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nhiên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hãy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từ</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900~999 </a:t>
            </a:r>
            <a:r>
              <a:rPr lang="en-US" altLang="ko-KR" sz="1200" dirty="0" err="1">
                <a:latin typeface="Times New Roman" panose="02020603050405020304" pitchFamily="18" charset="0"/>
                <a:cs typeface="Times New Roman" panose="02020603050405020304" pitchFamily="18" charset="0"/>
              </a:rPr>
              <a:t>cho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cả</a:t>
            </a:r>
            <a:r>
              <a:rPr lang="en-US" altLang="ko-KR" sz="1200" dirty="0">
                <a:latin typeface="Times New Roman" panose="02020603050405020304" pitchFamily="18" charset="0"/>
                <a:cs typeface="Times New Roman" panose="02020603050405020304" pitchFamily="18" charset="0"/>
              </a:rPr>
              <a:t> Device </a:t>
            </a:r>
            <a:r>
              <a:rPr lang="en-US" altLang="ko-KR" sz="1200" dirty="0" err="1">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chứa</a:t>
            </a:r>
            <a:r>
              <a:rPr lang="en-US" altLang="ko-KR" sz="1200" dirty="0">
                <a:latin typeface="Times New Roman" panose="02020603050405020304" pitchFamily="18" charset="0"/>
                <a:cs typeface="Times New Roman" panose="02020603050405020304" pitchFamily="18" charset="0"/>
              </a:rPr>
              <a:t> X,Y.  </a:t>
            </a:r>
            <a:r>
              <a:rPr lang="en-US" altLang="ko-KR" sz="1200" dirty="0" err="1">
                <a:latin typeface="Times New Roman" panose="02020603050405020304" pitchFamily="18" charset="0"/>
                <a:cs typeface="Times New Roman" panose="02020603050405020304" pitchFamily="18" charset="0"/>
              </a:rPr>
              <a:t>Sau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hoàn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xóa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Y. </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p:txBody>
      </p:sp>
      <p:sp>
        <p:nvSpPr>
          <p:cNvPr id="9"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0"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
        <p:nvSpPr>
          <p:cNvPr id="11" name="Text Box 8"/>
          <p:cNvSpPr txBox="1">
            <a:spLocks noChangeArrowheads="1"/>
          </p:cNvSpPr>
          <p:nvPr/>
        </p:nvSpPr>
        <p:spPr bwMode="auto">
          <a:xfrm>
            <a:off x="956556" y="2528900"/>
            <a:ext cx="900100" cy="276999"/>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1200" b="1" dirty="0" err="1" smtClean="0">
                <a:latin typeface="Times New Roman" panose="02020603050405020304" pitchFamily="18" charset="0"/>
                <a:cs typeface="Times New Roman" panose="02020603050405020304" pitchFamily="18" charset="0"/>
              </a:rPr>
              <a:t>Luyện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tập</a:t>
            </a:r>
            <a:endParaRPr lang="en-US" altLang="ko-KR" sz="12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705504786"/>
      </p:ext>
    </p:extLst>
  </p:cSld>
  <p:clrMapOvr>
    <a:masterClrMapping/>
  </p:clrMapOvr>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2"/>
          <p:cNvSpPr>
            <a:spLocks noChangeArrowheads="1"/>
          </p:cNvSpPr>
          <p:nvPr/>
        </p:nvSpPr>
        <p:spPr bwMode="auto">
          <a:xfrm>
            <a:off x="611188" y="735013"/>
            <a:ext cx="5432769" cy="3508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Ví</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dụ</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về</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truyền</a:t>
            </a:r>
            <a:r>
              <a:rPr lang="en-US" altLang="ko-KR" sz="1400" b="1" dirty="0" smtClean="0">
                <a:latin typeface="Times New Roman" panose="02020603050405020304" pitchFamily="18" charset="0"/>
                <a:cs typeface="Times New Roman" panose="02020603050405020304" pitchFamily="18" charset="0"/>
              </a:rPr>
              <a:t> Data </a:t>
            </a:r>
            <a:r>
              <a:rPr lang="en-US" altLang="ko-KR" sz="1400" b="1" dirty="0" err="1" smtClean="0">
                <a:latin typeface="Times New Roman" panose="02020603050405020304" pitchFamily="18" charset="0"/>
                <a:cs typeface="Times New Roman" panose="02020603050405020304" pitchFamily="18" charset="0"/>
              </a:rPr>
              <a:t>thiết</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bị</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làm</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sạch</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sử</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dụng</a:t>
            </a:r>
            <a:r>
              <a:rPr lang="en-US" altLang="ko-KR" sz="1400" b="1" dirty="0" smtClean="0">
                <a:latin typeface="Times New Roman" panose="02020603050405020304" pitchFamily="18" charset="0"/>
                <a:cs typeface="Times New Roman" panose="02020603050405020304" pitchFamily="18" charset="0"/>
              </a:rPr>
              <a:t> FMOV </a:t>
            </a:r>
            <a:r>
              <a:rPr lang="en-US" altLang="ko-KR" sz="1400" b="1" dirty="0">
                <a:latin typeface="Times New Roman" panose="02020603050405020304" pitchFamily="18" charset="0"/>
                <a:cs typeface="Times New Roman" panose="02020603050405020304" pitchFamily="18" charset="0"/>
              </a:rPr>
              <a:t>/ </a:t>
            </a:r>
            <a:r>
              <a:rPr lang="en-US" altLang="ko-KR" sz="1400" b="1" dirty="0" smtClean="0">
                <a:latin typeface="Times New Roman" panose="02020603050405020304" pitchFamily="18" charset="0"/>
                <a:cs typeface="Times New Roman" panose="02020603050405020304" pitchFamily="18" charset="0"/>
              </a:rPr>
              <a:t>BMOV</a:t>
            </a:r>
            <a:endParaRPr lang="ko-KR" altLang="en-US" sz="1400" b="1" dirty="0">
              <a:latin typeface="Times New Roman" panose="02020603050405020304" pitchFamily="18" charset="0"/>
              <a:cs typeface="Times New Roman" panose="02020603050405020304" pitchFamily="18" charset="0"/>
            </a:endParaRPr>
          </a:p>
        </p:txBody>
      </p:sp>
      <p:pic>
        <p:nvPicPr>
          <p:cNvPr id="145411" name="Picture 2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413" y="1373188"/>
            <a:ext cx="7531100" cy="191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5412" name="Picture 30"/>
          <p:cNvPicPr>
            <a:picLocks noChangeAspect="1" noChangeArrowheads="1"/>
          </p:cNvPicPr>
          <p:nvPr/>
        </p:nvPicPr>
        <p:blipFill>
          <a:blip r:embed="rId4">
            <a:extLst>
              <a:ext uri="{28A0092B-C50C-407E-A947-70E740481C1C}">
                <a14:useLocalDpi xmlns:a14="http://schemas.microsoft.com/office/drawing/2010/main" val="0"/>
              </a:ext>
            </a:extLst>
          </a:blip>
          <a:srcRect b="6303"/>
          <a:stretch>
            <a:fillRect/>
          </a:stretch>
        </p:blipFill>
        <p:spPr bwMode="auto">
          <a:xfrm>
            <a:off x="820738" y="3376613"/>
            <a:ext cx="7661275" cy="2695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413" name="Rectangle 31"/>
          <p:cNvSpPr>
            <a:spLocks noChangeArrowheads="1"/>
          </p:cNvSpPr>
          <p:nvPr/>
        </p:nvSpPr>
        <p:spPr bwMode="auto">
          <a:xfrm>
            <a:off x="755650" y="1096963"/>
            <a:ext cx="7991475" cy="5183187"/>
          </a:xfrm>
          <a:prstGeom prst="rect">
            <a:avLst/>
          </a:prstGeom>
          <a:noFill/>
          <a:ln w="28575" algn="ctr">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45414" name="Text Box 32"/>
          <p:cNvSpPr txBox="1">
            <a:spLocks noChangeArrowheads="1"/>
          </p:cNvSpPr>
          <p:nvPr/>
        </p:nvSpPr>
        <p:spPr bwMode="auto">
          <a:xfrm>
            <a:off x="3595688" y="3544888"/>
            <a:ext cx="219322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nhập</a:t>
            </a:r>
            <a:r>
              <a:rPr lang="en-US" altLang="ko-KR" sz="1000" dirty="0" smtClean="0">
                <a:latin typeface="Times New Roman" panose="02020603050405020304" pitchFamily="18" charset="0"/>
                <a:cs typeface="Times New Roman" panose="02020603050405020304" pitchFamily="18" charset="0"/>
              </a:rPr>
              <a:t> NT zone, </a:t>
            </a:r>
            <a:r>
              <a:rPr lang="en-US" altLang="ko-KR" sz="1000" dirty="0" err="1" smtClean="0">
                <a:latin typeface="Times New Roman" panose="02020603050405020304" pitchFamily="18" charset="0"/>
                <a:cs typeface="Times New Roman" panose="02020603050405020304" pitchFamily="18" charset="0"/>
              </a:rPr>
              <a:t>nhận</a:t>
            </a:r>
            <a:r>
              <a:rPr lang="en-US" altLang="ko-KR" sz="1000" dirty="0" smtClean="0">
                <a:latin typeface="Times New Roman" panose="02020603050405020304" pitchFamily="18" charset="0"/>
                <a:cs typeface="Times New Roman" panose="02020603050405020304" pitchFamily="18" charset="0"/>
              </a:rPr>
              <a:t> Glass Data</a:t>
            </a:r>
          </a:p>
          <a:p>
            <a:pPr eaLnBrk="1" hangingPunct="1">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    di </a:t>
            </a:r>
            <a:r>
              <a:rPr lang="en-US" altLang="ko-KR" sz="1000" dirty="0" err="1" smtClean="0">
                <a:latin typeface="Times New Roman" panose="02020603050405020304" pitchFamily="18" charset="0"/>
                <a:cs typeface="Times New Roman" panose="02020603050405020304" pitchFamily="18" charset="0"/>
              </a:rPr>
              <a:t>chuyển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bộ</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phận</a:t>
            </a:r>
            <a:r>
              <a:rPr lang="en-US" altLang="ko-KR" sz="1000" dirty="0" smtClean="0">
                <a:latin typeface="Times New Roman" panose="02020603050405020304" pitchFamily="18" charset="0"/>
                <a:cs typeface="Times New Roman" panose="02020603050405020304" pitchFamily="18" charset="0"/>
              </a:rPr>
              <a:t> NT </a:t>
            </a:r>
            <a:r>
              <a:rPr lang="en-US" altLang="ko-KR" sz="1000" dirty="0" err="1" smtClean="0">
                <a:latin typeface="Times New Roman" panose="02020603050405020304" pitchFamily="18" charset="0"/>
                <a:cs typeface="Times New Roman" panose="02020603050405020304" pitchFamily="18" charset="0"/>
              </a:rPr>
              <a:t>bằng</a:t>
            </a:r>
            <a:r>
              <a:rPr lang="en-US" altLang="ko-KR" sz="1000" dirty="0" smtClean="0">
                <a:latin typeface="Times New Roman" panose="02020603050405020304" pitchFamily="18" charset="0"/>
                <a:cs typeface="Times New Roman" panose="02020603050405020304" pitchFamily="18" charset="0"/>
              </a:rPr>
              <a:t> BMOV</a:t>
            </a:r>
            <a:endParaRPr lang="ko-KR" altLang="en-US" sz="1000" dirty="0">
              <a:latin typeface="Times New Roman" panose="02020603050405020304" pitchFamily="18" charset="0"/>
              <a:cs typeface="Times New Roman" panose="02020603050405020304" pitchFamily="18" charset="0"/>
            </a:endParaRPr>
          </a:p>
        </p:txBody>
      </p:sp>
      <p:sp>
        <p:nvSpPr>
          <p:cNvPr id="145415" name="Text Box 33"/>
          <p:cNvSpPr txBox="1">
            <a:spLocks noChangeArrowheads="1"/>
          </p:cNvSpPr>
          <p:nvPr/>
        </p:nvSpPr>
        <p:spPr bwMode="auto">
          <a:xfrm>
            <a:off x="3595688" y="4304129"/>
            <a:ext cx="257634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Xóa</a:t>
            </a:r>
            <a:r>
              <a:rPr lang="en-US" altLang="ko-KR" sz="1000" dirty="0" smtClean="0">
                <a:latin typeface="Times New Roman" panose="02020603050405020304" pitchFamily="18" charset="0"/>
                <a:cs typeface="Times New Roman" panose="02020603050405020304" pitchFamily="18" charset="0"/>
              </a:rPr>
              <a:t> Glass Data di </a:t>
            </a:r>
            <a:r>
              <a:rPr lang="en-US" altLang="ko-KR" sz="1000" dirty="0" err="1" smtClean="0">
                <a:latin typeface="Times New Roman" panose="02020603050405020304" pitchFamily="18" charset="0"/>
                <a:cs typeface="Times New Roman" panose="02020603050405020304" pitchFamily="18" charset="0"/>
              </a:rPr>
              <a:t>chuyển</a:t>
            </a:r>
            <a:r>
              <a:rPr lang="en-US" altLang="ko-KR" sz="1000" dirty="0" smtClean="0">
                <a:latin typeface="Times New Roman" panose="02020603050405020304" pitchFamily="18" charset="0"/>
                <a:cs typeface="Times New Roman" panose="02020603050405020304" pitchFamily="18" charset="0"/>
              </a:rPr>
              <a:t> NT </a:t>
            </a:r>
            <a:r>
              <a:rPr lang="en-US" altLang="ko-KR" sz="1000" dirty="0" err="1" smtClean="0">
                <a:latin typeface="Times New Roman" panose="02020603050405020304" pitchFamily="18" charset="0"/>
                <a:cs typeface="Times New Roman" panose="02020603050405020304" pitchFamily="18" charset="0"/>
              </a:rPr>
              <a:t>bằng</a:t>
            </a:r>
            <a:r>
              <a:rPr lang="ko-KR" altLang="en-US" sz="10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FMOV</a:t>
            </a:r>
            <a:endParaRPr lang="ko-KR" altLang="en-US" sz="1000" dirty="0">
              <a:latin typeface="Times New Roman" panose="02020603050405020304" pitchFamily="18" charset="0"/>
              <a:cs typeface="Times New Roman" panose="02020603050405020304" pitchFamily="18" charset="0"/>
            </a:endParaRPr>
          </a:p>
        </p:txBody>
      </p:sp>
      <p:sp>
        <p:nvSpPr>
          <p:cNvPr id="145416" name="Rectangle 34"/>
          <p:cNvSpPr>
            <a:spLocks noChangeArrowheads="1"/>
          </p:cNvSpPr>
          <p:nvPr/>
        </p:nvSpPr>
        <p:spPr bwMode="auto">
          <a:xfrm>
            <a:off x="3529013" y="3376613"/>
            <a:ext cx="4887912" cy="1427162"/>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45417" name="Text Box 35"/>
          <p:cNvSpPr txBox="1">
            <a:spLocks noChangeArrowheads="1"/>
          </p:cNvSpPr>
          <p:nvPr/>
        </p:nvSpPr>
        <p:spPr bwMode="auto">
          <a:xfrm>
            <a:off x="3595688" y="5037138"/>
            <a:ext cx="22846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Khi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nhập</a:t>
            </a:r>
            <a:r>
              <a:rPr lang="en-US" altLang="ko-KR" sz="1000" dirty="0" smtClean="0">
                <a:latin typeface="Times New Roman" panose="02020603050405020304" pitchFamily="18" charset="0"/>
                <a:cs typeface="Times New Roman" panose="02020603050405020304" pitchFamily="18" charset="0"/>
              </a:rPr>
              <a:t> DET zone Glass, </a:t>
            </a:r>
            <a:r>
              <a:rPr lang="en-US" altLang="ko-KR" sz="1000" dirty="0" err="1" smtClean="0">
                <a:latin typeface="Times New Roman" panose="02020603050405020304" pitchFamily="18" charset="0"/>
                <a:cs typeface="Times New Roman" panose="02020603050405020304" pitchFamily="18" charset="0"/>
              </a:rPr>
              <a:t>nhận</a:t>
            </a:r>
            <a:r>
              <a:rPr lang="en-US" altLang="ko-KR" sz="1000" dirty="0" smtClean="0">
                <a:latin typeface="Times New Roman" panose="02020603050405020304" pitchFamily="18" charset="0"/>
                <a:cs typeface="Times New Roman" panose="02020603050405020304" pitchFamily="18" charset="0"/>
              </a:rPr>
              <a:t> NT</a:t>
            </a:r>
          </a:p>
          <a:p>
            <a:pPr eaLnBrk="1" hangingPunct="1">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    </a:t>
            </a:r>
            <a:r>
              <a:rPr lang="en-US" altLang="ko-KR" sz="1000" dirty="0">
                <a:latin typeface="Times New Roman" panose="02020603050405020304" pitchFamily="18" charset="0"/>
                <a:cs typeface="Times New Roman" panose="02020603050405020304" pitchFamily="18" charset="0"/>
              </a:rPr>
              <a:t>zone</a:t>
            </a:r>
            <a:r>
              <a:rPr lang="ko-KR" altLang="en-US" sz="1000" dirty="0">
                <a:latin typeface="Times New Roman" panose="02020603050405020304" pitchFamily="18" charset="0"/>
                <a:cs typeface="Times New Roman" panose="02020603050405020304" pitchFamily="18" charset="0"/>
              </a:rPr>
              <a:t> </a:t>
            </a:r>
            <a:r>
              <a:rPr lang="en-US" altLang="ko-KR" sz="1000" dirty="0">
                <a:latin typeface="Times New Roman" panose="02020603050405020304" pitchFamily="18" charset="0"/>
                <a:cs typeface="Times New Roman" panose="02020603050405020304" pitchFamily="18" charset="0"/>
              </a:rPr>
              <a:t>Glass </a:t>
            </a:r>
            <a:r>
              <a:rPr lang="en-US" altLang="ko-KR" sz="1000" dirty="0" smtClean="0">
                <a:latin typeface="Times New Roman" panose="02020603050405020304" pitchFamily="18" charset="0"/>
                <a:cs typeface="Times New Roman" panose="02020603050405020304" pitchFamily="18" charset="0"/>
              </a:rPr>
              <a:t>Data</a:t>
            </a:r>
            <a:r>
              <a:rPr lang="ko-KR" altLang="en-US"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bằng</a:t>
            </a:r>
            <a:r>
              <a:rPr lang="ko-KR" altLang="en-US" sz="10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BMOV</a:t>
            </a:r>
            <a:endParaRPr lang="ko-KR" altLang="en-US" sz="1000" dirty="0">
              <a:latin typeface="Times New Roman" panose="02020603050405020304" pitchFamily="18" charset="0"/>
              <a:cs typeface="Times New Roman" panose="02020603050405020304" pitchFamily="18" charset="0"/>
            </a:endParaRPr>
          </a:p>
        </p:txBody>
      </p:sp>
      <p:sp>
        <p:nvSpPr>
          <p:cNvPr id="145418" name="Rectangle 36"/>
          <p:cNvSpPr>
            <a:spLocks noChangeArrowheads="1"/>
          </p:cNvSpPr>
          <p:nvPr/>
        </p:nvSpPr>
        <p:spPr bwMode="auto">
          <a:xfrm>
            <a:off x="3529013" y="4941888"/>
            <a:ext cx="4887912" cy="1270000"/>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45419" name="Text Box 37"/>
          <p:cNvSpPr txBox="1">
            <a:spLocks noChangeArrowheads="1"/>
          </p:cNvSpPr>
          <p:nvPr/>
        </p:nvSpPr>
        <p:spPr bwMode="auto">
          <a:xfrm>
            <a:off x="3595688" y="5797550"/>
            <a:ext cx="23166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Xóa</a:t>
            </a:r>
            <a:r>
              <a:rPr lang="en-US" altLang="ko-KR" sz="1000" dirty="0" smtClean="0">
                <a:latin typeface="Times New Roman" panose="02020603050405020304" pitchFamily="18" charset="0"/>
                <a:cs typeface="Times New Roman" panose="02020603050405020304" pitchFamily="18" charset="0"/>
              </a:rPr>
              <a:t> NT zone</a:t>
            </a:r>
            <a:r>
              <a:rPr lang="ko-KR" altLang="en-US" sz="1000" dirty="0" smtClean="0">
                <a:latin typeface="Times New Roman" panose="02020603050405020304" pitchFamily="18" charset="0"/>
                <a:cs typeface="Times New Roman" panose="02020603050405020304" pitchFamily="18" charset="0"/>
              </a:rPr>
              <a:t> </a:t>
            </a:r>
            <a:r>
              <a:rPr lang="en-US" altLang="ko-KR" sz="1000" dirty="0">
                <a:latin typeface="Times New Roman" panose="02020603050405020304" pitchFamily="18" charset="0"/>
                <a:cs typeface="Times New Roman" panose="02020603050405020304" pitchFamily="18" charset="0"/>
              </a:rPr>
              <a:t>Glass Data </a:t>
            </a:r>
            <a:r>
              <a:rPr lang="en-US" altLang="ko-KR" sz="1000" dirty="0" err="1" smtClean="0">
                <a:latin typeface="Times New Roman" panose="02020603050405020304" pitchFamily="18" charset="0"/>
                <a:cs typeface="Times New Roman" panose="02020603050405020304" pitchFamily="18" charset="0"/>
              </a:rPr>
              <a:t>bằng</a:t>
            </a:r>
            <a:r>
              <a:rPr lang="ko-KR" altLang="en-US" sz="1000" dirty="0" smtClean="0">
                <a:latin typeface="Times New Roman" panose="02020603050405020304" pitchFamily="18" charset="0"/>
                <a:cs typeface="Times New Roman" panose="02020603050405020304" pitchFamily="18" charset="0"/>
              </a:rPr>
              <a:t> </a:t>
            </a:r>
            <a:r>
              <a:rPr lang="en-US" altLang="ko-KR" sz="1000" dirty="0" smtClean="0">
                <a:latin typeface="Times New Roman" panose="02020603050405020304" pitchFamily="18" charset="0"/>
                <a:cs typeface="Times New Roman" panose="02020603050405020304" pitchFamily="18" charset="0"/>
              </a:rPr>
              <a:t>FMOV</a:t>
            </a:r>
            <a:endParaRPr lang="ko-KR" altLang="en-US" sz="1000" dirty="0">
              <a:latin typeface="Times New Roman" panose="02020603050405020304" pitchFamily="18" charset="0"/>
              <a:cs typeface="Times New Roman" panose="02020603050405020304" pitchFamily="18" charset="0"/>
            </a:endParaRPr>
          </a:p>
        </p:txBody>
      </p:sp>
      <p:sp>
        <p:nvSpPr>
          <p:cNvPr id="145420" name="Rectangle 26"/>
          <p:cNvSpPr>
            <a:spLocks noChangeArrowheads="1"/>
          </p:cNvSpPr>
          <p:nvPr/>
        </p:nvSpPr>
        <p:spPr bwMode="auto">
          <a:xfrm>
            <a:off x="7096125" y="1374775"/>
            <a:ext cx="1100138" cy="1036638"/>
          </a:xfrm>
          <a:prstGeom prst="rect">
            <a:avLst/>
          </a:prstGeom>
          <a:noFill/>
          <a:ln w="9525">
            <a:solidFill>
              <a:srgbClr val="FF33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45421" name="Rectangle 27"/>
          <p:cNvSpPr>
            <a:spLocks noChangeArrowheads="1"/>
          </p:cNvSpPr>
          <p:nvPr/>
        </p:nvSpPr>
        <p:spPr bwMode="auto">
          <a:xfrm>
            <a:off x="5973763" y="1373188"/>
            <a:ext cx="1074737" cy="1038225"/>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800">
                <a:latin typeface="Times New Roman" panose="02020603050405020304" pitchFamily="18" charset="0"/>
                <a:ea typeface="HY견고딕" pitchFamily="18" charset="-127"/>
                <a:cs typeface="Times New Roman" panose="02020603050405020304" pitchFamily="18" charset="0"/>
              </a:rPr>
              <a:t> </a:t>
            </a:r>
          </a:p>
        </p:txBody>
      </p:sp>
      <p:sp>
        <p:nvSpPr>
          <p:cNvPr id="145422" name="AutoShape 29"/>
          <p:cNvSpPr>
            <a:spLocks noChangeArrowheads="1"/>
          </p:cNvSpPr>
          <p:nvPr/>
        </p:nvSpPr>
        <p:spPr bwMode="auto">
          <a:xfrm>
            <a:off x="6734175" y="1690688"/>
            <a:ext cx="727075" cy="207962"/>
          </a:xfrm>
          <a:prstGeom prst="leftArrow">
            <a:avLst>
              <a:gd name="adj1" fmla="val 50000"/>
              <a:gd name="adj2" fmla="val 87405"/>
            </a:avLst>
          </a:prstGeom>
          <a:solidFill>
            <a:srgbClr val="33CCCC"/>
          </a:solidFill>
          <a:ln w="9525">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145423" name="Line 39"/>
          <p:cNvSpPr>
            <a:spLocks noChangeShapeType="1"/>
          </p:cNvSpPr>
          <p:nvPr/>
        </p:nvSpPr>
        <p:spPr bwMode="auto">
          <a:xfrm flipV="1">
            <a:off x="7558088" y="1233488"/>
            <a:ext cx="0" cy="13970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5424" name="Line 40"/>
          <p:cNvSpPr>
            <a:spLocks noChangeShapeType="1"/>
          </p:cNvSpPr>
          <p:nvPr/>
        </p:nvSpPr>
        <p:spPr bwMode="auto">
          <a:xfrm>
            <a:off x="7558088" y="1233488"/>
            <a:ext cx="925512" cy="0"/>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5425" name="Line 41"/>
          <p:cNvSpPr>
            <a:spLocks noChangeShapeType="1"/>
          </p:cNvSpPr>
          <p:nvPr/>
        </p:nvSpPr>
        <p:spPr bwMode="auto">
          <a:xfrm>
            <a:off x="8483600" y="1233488"/>
            <a:ext cx="0" cy="3043237"/>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5426" name="Line 42"/>
          <p:cNvSpPr>
            <a:spLocks noChangeShapeType="1"/>
          </p:cNvSpPr>
          <p:nvPr/>
        </p:nvSpPr>
        <p:spPr bwMode="auto">
          <a:xfrm flipH="1">
            <a:off x="8350250" y="4276725"/>
            <a:ext cx="133350" cy="0"/>
          </a:xfrm>
          <a:prstGeom prst="line">
            <a:avLst/>
          </a:prstGeom>
          <a:noFill/>
          <a:ln w="952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5427" name="Line 43"/>
          <p:cNvSpPr>
            <a:spLocks noChangeShapeType="1"/>
          </p:cNvSpPr>
          <p:nvPr/>
        </p:nvSpPr>
        <p:spPr bwMode="auto">
          <a:xfrm flipV="1">
            <a:off x="6502400" y="1165225"/>
            <a:ext cx="0" cy="2079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5428" name="Line 44"/>
          <p:cNvSpPr>
            <a:spLocks noChangeShapeType="1"/>
          </p:cNvSpPr>
          <p:nvPr/>
        </p:nvSpPr>
        <p:spPr bwMode="auto">
          <a:xfrm>
            <a:off x="6502400" y="1165225"/>
            <a:ext cx="2112963" cy="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5429" name="Line 45"/>
          <p:cNvSpPr>
            <a:spLocks noChangeShapeType="1"/>
          </p:cNvSpPr>
          <p:nvPr/>
        </p:nvSpPr>
        <p:spPr bwMode="auto">
          <a:xfrm>
            <a:off x="8615363" y="1165225"/>
            <a:ext cx="0" cy="421798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5430" name="Line 46"/>
          <p:cNvSpPr>
            <a:spLocks noChangeShapeType="1"/>
          </p:cNvSpPr>
          <p:nvPr/>
        </p:nvSpPr>
        <p:spPr bwMode="auto">
          <a:xfrm flipH="1">
            <a:off x="8415338" y="5383213"/>
            <a:ext cx="200025" cy="0"/>
          </a:xfrm>
          <a:prstGeom prst="line">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5431" name="Text Box 48"/>
          <p:cNvSpPr txBox="1">
            <a:spLocks noChangeArrowheads="1"/>
          </p:cNvSpPr>
          <p:nvPr/>
        </p:nvSpPr>
        <p:spPr bwMode="auto">
          <a:xfrm>
            <a:off x="954088" y="1096963"/>
            <a:ext cx="1306768" cy="2585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dirty="0" smtClean="0">
                <a:latin typeface="Times New Roman" panose="02020603050405020304" pitchFamily="18" charset="0"/>
                <a:cs typeface="Times New Roman" panose="02020603050405020304" pitchFamily="18" charset="0"/>
              </a:rPr>
              <a:t>-</a:t>
            </a:r>
            <a:r>
              <a:rPr lang="ko-KR" altLang="en-US" sz="900" b="1" dirty="0" smtClean="0">
                <a:latin typeface="Times New Roman" panose="02020603050405020304" pitchFamily="18" charset="0"/>
                <a:cs typeface="Times New Roman" panose="02020603050405020304" pitchFamily="18" charset="0"/>
              </a:rPr>
              <a:t> </a:t>
            </a:r>
            <a:r>
              <a:rPr lang="en-US" altLang="ko-KR" sz="900" b="1" dirty="0" smtClean="0">
                <a:latin typeface="Times New Roman" panose="02020603050405020304" pitchFamily="18" charset="0"/>
                <a:cs typeface="Times New Roman" panose="02020603050405020304" pitchFamily="18" charset="0"/>
              </a:rPr>
              <a:t>Layout </a:t>
            </a:r>
            <a:r>
              <a:rPr lang="en-US" altLang="ko-KR" sz="900" b="1" dirty="0" err="1" smtClean="0">
                <a:latin typeface="Times New Roman" panose="02020603050405020304" pitchFamily="18" charset="0"/>
                <a:cs typeface="Times New Roman" panose="02020603050405020304" pitchFamily="18" charset="0"/>
              </a:rPr>
              <a:t>máy</a:t>
            </a:r>
            <a:r>
              <a:rPr lang="en-US" altLang="ko-KR" sz="900" b="1" dirty="0" smtClean="0">
                <a:latin typeface="Times New Roman" panose="02020603050405020304" pitchFamily="18" charset="0"/>
                <a:cs typeface="Times New Roman" panose="02020603050405020304" pitchFamily="18" charset="0"/>
              </a:rPr>
              <a:t> </a:t>
            </a:r>
            <a:r>
              <a:rPr lang="en-US" altLang="ko-KR" sz="900" b="1" dirty="0" err="1" smtClean="0">
                <a:latin typeface="Times New Roman" panose="02020603050405020304" pitchFamily="18" charset="0"/>
                <a:cs typeface="Times New Roman" panose="02020603050405020304" pitchFamily="18" charset="0"/>
              </a:rPr>
              <a:t>làm</a:t>
            </a:r>
            <a:r>
              <a:rPr lang="en-US" altLang="ko-KR" sz="900" b="1" dirty="0" smtClean="0">
                <a:latin typeface="Times New Roman" panose="02020603050405020304" pitchFamily="18" charset="0"/>
                <a:cs typeface="Times New Roman" panose="02020603050405020304" pitchFamily="18" charset="0"/>
              </a:rPr>
              <a:t> </a:t>
            </a:r>
            <a:r>
              <a:rPr lang="en-US" altLang="ko-KR" sz="900" b="1" dirty="0" err="1" smtClean="0">
                <a:latin typeface="Times New Roman" panose="02020603050405020304" pitchFamily="18" charset="0"/>
                <a:cs typeface="Times New Roman" panose="02020603050405020304" pitchFamily="18" charset="0"/>
              </a:rPr>
              <a:t>sạch</a:t>
            </a:r>
            <a:endParaRPr lang="en-US" altLang="ko-KR" sz="900" b="1" dirty="0">
              <a:latin typeface="Times New Roman" panose="02020603050405020304" pitchFamily="18" charset="0"/>
              <a:cs typeface="Times New Roman" panose="02020603050405020304" pitchFamily="18" charset="0"/>
            </a:endParaRPr>
          </a:p>
        </p:txBody>
      </p:sp>
      <p:sp>
        <p:nvSpPr>
          <p:cNvPr id="145432" name="Text Box 49"/>
          <p:cNvSpPr txBox="1">
            <a:spLocks noChangeArrowheads="1"/>
          </p:cNvSpPr>
          <p:nvPr/>
        </p:nvSpPr>
        <p:spPr bwMode="auto">
          <a:xfrm>
            <a:off x="954088" y="4000500"/>
            <a:ext cx="2632900" cy="3139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smtClean="0">
                <a:latin typeface="Times New Roman" panose="02020603050405020304" pitchFamily="18" charset="0"/>
                <a:cs typeface="Times New Roman" panose="02020603050405020304" pitchFamily="18" charset="0"/>
              </a:rPr>
              <a:t>-Program </a:t>
            </a:r>
            <a:r>
              <a:rPr lang="en-US" altLang="ko-KR" sz="1200" b="1" dirty="0" err="1" smtClean="0">
                <a:latin typeface="Times New Roman" panose="02020603050405020304" pitchFamily="18" charset="0"/>
                <a:cs typeface="Times New Roman" panose="02020603050405020304" pitchFamily="18" charset="0"/>
              </a:rPr>
              <a:t>truyền</a:t>
            </a:r>
            <a:r>
              <a:rPr lang="en-US" altLang="ko-KR" sz="1200" b="1" dirty="0" smtClean="0">
                <a:latin typeface="Times New Roman" panose="02020603050405020304" pitchFamily="18" charset="0"/>
                <a:cs typeface="Times New Roman" panose="02020603050405020304" pitchFamily="18" charset="0"/>
              </a:rPr>
              <a:t> Glass </a:t>
            </a:r>
            <a:r>
              <a:rPr lang="en-US" altLang="ko-KR" sz="1200" b="1" dirty="0" err="1" smtClean="0">
                <a:latin typeface="Times New Roman" panose="02020603050405020304" pitchFamily="18" charset="0"/>
                <a:cs typeface="Times New Roman" panose="02020603050405020304" pitchFamily="18" charset="0"/>
              </a:rPr>
              <a:t>máy</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làm</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sạch</a:t>
            </a:r>
            <a:endParaRPr lang="en-US" altLang="ko-KR" sz="1200" b="1" dirty="0">
              <a:latin typeface="Times New Roman" panose="02020603050405020304" pitchFamily="18" charset="0"/>
              <a:cs typeface="Times New Roman" panose="02020603050405020304" pitchFamily="18" charset="0"/>
            </a:endParaRPr>
          </a:p>
        </p:txBody>
      </p:sp>
      <p:sp>
        <p:nvSpPr>
          <p:cNvPr id="2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8"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465815583"/>
      </p:ext>
    </p:extLst>
  </p:cSld>
  <p:clrMapOvr>
    <a:masterClrMapping/>
  </p:clrMapOvr>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2"/>
          <p:cNvSpPr>
            <a:spLocks noChangeArrowheads="1"/>
          </p:cNvSpPr>
          <p:nvPr/>
        </p:nvSpPr>
        <p:spPr bwMode="auto">
          <a:xfrm>
            <a:off x="684213" y="749300"/>
            <a:ext cx="3147721" cy="3508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a:latin typeface="Times New Roman" panose="02020603050405020304" pitchFamily="18" charset="0"/>
                <a:cs typeface="Times New Roman" panose="02020603050405020304" pitchFamily="18" charset="0"/>
              </a:rPr>
              <a:t>1.11  DMOV(P) : </a:t>
            </a:r>
            <a:r>
              <a:rPr lang="en-US" altLang="ko-KR" sz="1400" b="1" dirty="0" err="1" smtClean="0">
                <a:latin typeface="Times New Roman" panose="02020603050405020304" pitchFamily="18" charset="0"/>
                <a:cs typeface="Times New Roman" panose="02020603050405020304" pitchFamily="18" charset="0"/>
              </a:rPr>
              <a:t>Truyền</a:t>
            </a:r>
            <a:r>
              <a:rPr lang="en-US" altLang="ko-KR" sz="1400" b="1" dirty="0" smtClean="0">
                <a:latin typeface="Times New Roman" panose="02020603050405020304" pitchFamily="18" charset="0"/>
                <a:cs typeface="Times New Roman" panose="02020603050405020304" pitchFamily="18" charset="0"/>
              </a:rPr>
              <a:t> 32BIT Data</a:t>
            </a:r>
            <a:r>
              <a:rPr lang="ko-KR" altLang="en-US" sz="1400" b="1" dirty="0" smtClean="0">
                <a:latin typeface="Times New Roman" panose="02020603050405020304" pitchFamily="18" charset="0"/>
                <a:cs typeface="Times New Roman" panose="02020603050405020304" pitchFamily="18" charset="0"/>
              </a:rPr>
              <a:t> </a:t>
            </a:r>
            <a:endParaRPr lang="ko-KR" altLang="en-US" sz="1400" b="1" dirty="0">
              <a:latin typeface="Times New Roman" panose="02020603050405020304" pitchFamily="18" charset="0"/>
              <a:cs typeface="Times New Roman" panose="02020603050405020304" pitchFamily="18" charset="0"/>
            </a:endParaRPr>
          </a:p>
        </p:txBody>
      </p:sp>
      <p:pic>
        <p:nvPicPr>
          <p:cNvPr id="146435" name="Picture 14"/>
          <p:cNvPicPr>
            <a:picLocks noChangeAspect="1" noChangeArrowheads="1"/>
          </p:cNvPicPr>
          <p:nvPr/>
        </p:nvPicPr>
        <p:blipFill>
          <a:blip r:embed="rId3">
            <a:lum bright="-40000" contrast="60000"/>
            <a:extLst>
              <a:ext uri="{28A0092B-C50C-407E-A947-70E740481C1C}">
                <a14:useLocalDpi xmlns:a14="http://schemas.microsoft.com/office/drawing/2010/main" val="0"/>
              </a:ext>
            </a:extLst>
          </a:blip>
          <a:srcRect/>
          <a:stretch>
            <a:fillRect/>
          </a:stretch>
        </p:blipFill>
        <p:spPr bwMode="auto">
          <a:xfrm>
            <a:off x="755650" y="4156075"/>
            <a:ext cx="7993063" cy="2209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6436" name="Picture 2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9488" y="1254125"/>
            <a:ext cx="7143750" cy="2600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46437" name="Rectangle 31"/>
          <p:cNvSpPr>
            <a:spLocks noChangeArrowheads="1"/>
          </p:cNvSpPr>
          <p:nvPr/>
        </p:nvSpPr>
        <p:spPr bwMode="auto">
          <a:xfrm>
            <a:off x="1116013" y="1647825"/>
            <a:ext cx="388937" cy="215900"/>
          </a:xfrm>
          <a:prstGeom prst="rect">
            <a:avLst/>
          </a:prstGeom>
          <a:solidFill>
            <a:schemeClr val="bg1"/>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a:latin typeface="Times New Roman" panose="02020603050405020304" pitchFamily="18" charset="0"/>
                <a:ea typeface="HY견고딕" pitchFamily="18" charset="-127"/>
                <a:cs typeface="Times New Roman" panose="02020603050405020304" pitchFamily="18" charset="0"/>
              </a:rPr>
              <a:t>▶</a:t>
            </a:r>
          </a:p>
        </p:txBody>
      </p:sp>
      <p:sp>
        <p:nvSpPr>
          <p:cNvPr id="8"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9"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err="1" smtClean="0">
                <a:latin typeface="Times New Roman" panose="02020603050405020304" pitchFamily="18" charset="0"/>
                <a:cs typeface="Times New Roman" panose="02020603050405020304" pitchFamily="18" charset="0"/>
              </a:rPr>
              <a:t>Các</a:t>
            </a:r>
            <a:r>
              <a:rPr lang="en-US" altLang="ko-KR" sz="1600" b="1" smtClean="0">
                <a:latin typeface="Times New Roman" panose="02020603050405020304" pitchFamily="18" charset="0"/>
                <a:cs typeface="Times New Roman" panose="02020603050405020304" pitchFamily="18" charset="0"/>
              </a:rPr>
              <a:t> lệnh cơ bản</a:t>
            </a:r>
            <a:endParaRPr lang="ko-KR" altLang="en-US" sz="1600" b="1" dirty="0">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5133020" y="749300"/>
            <a:ext cx="1692188" cy="175432"/>
          </a:xfrm>
          <a:prstGeom prst="rect">
            <a:avLst/>
          </a:prstGeom>
          <a:no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3" name="직사각형 2"/>
          <p:cNvSpPr/>
          <p:nvPr/>
        </p:nvSpPr>
        <p:spPr>
          <a:xfrm>
            <a:off x="1504950" y="1566896"/>
            <a:ext cx="6472386" cy="313932"/>
          </a:xfrm>
          <a:prstGeom prst="rect">
            <a:avLst/>
          </a:prstGeom>
          <a:solidFill>
            <a:schemeClr val="bg1"/>
          </a:solidFill>
        </p:spPr>
        <p:txBody>
          <a:bodyPr wrap="square">
            <a:spAutoFit/>
          </a:bodyPr>
          <a:lstStyle/>
          <a:p>
            <a:r>
              <a:rPr lang="en-US" altLang="ko-KR" sz="1200" dirty="0" err="1" smtClean="0">
                <a:latin typeface="Times New Roman" panose="02020603050405020304" pitchFamily="18" charset="0"/>
                <a:cs typeface="Times New Roman" panose="02020603050405020304" pitchFamily="18" charset="0"/>
              </a:rPr>
              <a:t>Truyền</a:t>
            </a:r>
            <a:r>
              <a:rPr lang="en-US" altLang="ko-KR" sz="1200" dirty="0" smtClean="0">
                <a:latin typeface="Times New Roman" panose="02020603050405020304" pitchFamily="18" charset="0"/>
                <a:cs typeface="Times New Roman" panose="02020603050405020304" pitchFamily="18" charset="0"/>
              </a:rPr>
              <a:t> 32 Bit Data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(S)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(D)</a:t>
            </a:r>
            <a:endParaRPr lang="en-US" altLang="ko-KR" sz="1200" dirty="0">
              <a:latin typeface="Times New Roman" panose="02020603050405020304" pitchFamily="18" charset="0"/>
              <a:cs typeface="Times New Roman" panose="02020603050405020304" pitchFamily="18" charset="0"/>
            </a:endParaRPr>
          </a:p>
        </p:txBody>
      </p:sp>
      <p:sp>
        <p:nvSpPr>
          <p:cNvPr id="10" name="직사각형 9"/>
          <p:cNvSpPr/>
          <p:nvPr/>
        </p:nvSpPr>
        <p:spPr>
          <a:xfrm>
            <a:off x="1244588" y="2539933"/>
            <a:ext cx="1063960" cy="276999"/>
          </a:xfrm>
          <a:prstGeom prst="rect">
            <a:avLst/>
          </a:prstGeom>
        </p:spPr>
        <p:txBody>
          <a:bodyPr wrap="square">
            <a:spAutoFit/>
          </a:bodyPr>
          <a:lstStyle/>
          <a:p>
            <a:r>
              <a:rPr lang="en-US" altLang="ko-KR" sz="1000" dirty="0" err="1" smtClean="0">
                <a:latin typeface="Times New Roman" panose="02020603050405020304" pitchFamily="18" charset="0"/>
                <a:cs typeface="Times New Roman" panose="02020603050405020304" pitchFamily="18" charset="0"/>
              </a:rPr>
              <a:t>Trước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truyền</a:t>
            </a:r>
            <a:endParaRPr lang="en-US" altLang="ko-KR" sz="1000" dirty="0">
              <a:latin typeface="Times New Roman" panose="02020603050405020304" pitchFamily="18" charset="0"/>
              <a:cs typeface="Times New Roman" panose="02020603050405020304" pitchFamily="18" charset="0"/>
            </a:endParaRPr>
          </a:p>
        </p:txBody>
      </p:sp>
      <p:sp>
        <p:nvSpPr>
          <p:cNvPr id="12" name="직사각형 11"/>
          <p:cNvSpPr/>
          <p:nvPr/>
        </p:nvSpPr>
        <p:spPr>
          <a:xfrm>
            <a:off x="1352600" y="3429000"/>
            <a:ext cx="1063960" cy="276999"/>
          </a:xfrm>
          <a:prstGeom prst="rect">
            <a:avLst/>
          </a:prstGeom>
        </p:spPr>
        <p:txBody>
          <a:bodyPr wrap="square">
            <a:spAutoFit/>
          </a:bodyPr>
          <a:lstStyle/>
          <a:p>
            <a:r>
              <a:rPr lang="en-US" altLang="ko-KR" sz="1000" dirty="0" err="1" smtClean="0">
                <a:latin typeface="Times New Roman" panose="02020603050405020304" pitchFamily="18" charset="0"/>
                <a:cs typeface="Times New Roman" panose="02020603050405020304" pitchFamily="18" charset="0"/>
              </a:rPr>
              <a:t>Sau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truyền</a:t>
            </a:r>
            <a:endParaRPr lang="en-US" altLang="ko-KR" sz="1000" dirty="0">
              <a:latin typeface="Times New Roman" panose="02020603050405020304" pitchFamily="18" charset="0"/>
              <a:cs typeface="Times New Roman" panose="02020603050405020304" pitchFamily="18" charset="0"/>
            </a:endParaRPr>
          </a:p>
        </p:txBody>
      </p:sp>
      <p:sp>
        <p:nvSpPr>
          <p:cNvPr id="4" name="직사각형 3"/>
          <p:cNvSpPr/>
          <p:nvPr/>
        </p:nvSpPr>
        <p:spPr bwMode="auto">
          <a:xfrm>
            <a:off x="2065701" y="2617903"/>
            <a:ext cx="363734" cy="188049"/>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14" name="직사각형 13"/>
          <p:cNvSpPr/>
          <p:nvPr/>
        </p:nvSpPr>
        <p:spPr bwMode="auto">
          <a:xfrm>
            <a:off x="2058276" y="3473474"/>
            <a:ext cx="363734" cy="188049"/>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HY견고딕" pitchFamily="18" charset="-127"/>
              <a:ea typeface="HY견고딕" pitchFamily="18" charset="-127"/>
            </a:endParaRPr>
          </a:p>
        </p:txBody>
      </p:sp>
      <p:sp>
        <p:nvSpPr>
          <p:cNvPr id="16" name="직사각형 15"/>
          <p:cNvSpPr/>
          <p:nvPr/>
        </p:nvSpPr>
        <p:spPr bwMode="auto">
          <a:xfrm>
            <a:off x="6537176" y="4221088"/>
            <a:ext cx="553400" cy="289304"/>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100" b="1" dirty="0" err="1" smtClean="0">
                <a:latin typeface="Times New Roman" panose="02020603050405020304" pitchFamily="18" charset="0"/>
                <a:cs typeface="Times New Roman" panose="02020603050405020304" pitchFamily="18" charset="0"/>
              </a:rPr>
              <a:t>Xử</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lý</a:t>
            </a:r>
            <a:endParaRPr kumimoji="1" lang="ko-KR" altLang="en-US" sz="11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7" name="직사각형 16"/>
          <p:cNvSpPr/>
          <p:nvPr/>
        </p:nvSpPr>
        <p:spPr bwMode="auto">
          <a:xfrm>
            <a:off x="2360712" y="4219816"/>
            <a:ext cx="864096" cy="289304"/>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100" b="1" dirty="0" err="1" smtClean="0">
                <a:latin typeface="Times New Roman" panose="02020603050405020304" pitchFamily="18" charset="0"/>
                <a:cs typeface="Times New Roman" panose="02020603050405020304" pitchFamily="18" charset="0"/>
              </a:rPr>
              <a:t>Ví</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dụ</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mạch</a:t>
            </a:r>
            <a:endParaRPr kumimoji="1" lang="ko-KR" altLang="en-US" sz="11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8" name="직사각형 17"/>
          <p:cNvSpPr/>
          <p:nvPr/>
        </p:nvSpPr>
        <p:spPr bwMode="auto">
          <a:xfrm>
            <a:off x="848544" y="4435840"/>
            <a:ext cx="1101197" cy="289304"/>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100" b="1" dirty="0" err="1" smtClean="0">
                <a:latin typeface="Times New Roman" panose="02020603050405020304" pitchFamily="18" charset="0"/>
                <a:cs typeface="Times New Roman" panose="02020603050405020304" pitchFamily="18" charset="0"/>
              </a:rPr>
              <a:t>Khi</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lệnh</a:t>
            </a:r>
            <a:r>
              <a:rPr lang="en-US" altLang="ko-KR" sz="1100" b="1" dirty="0" smtClean="0">
                <a:latin typeface="Times New Roman" panose="02020603050405020304" pitchFamily="18" charset="0"/>
                <a:cs typeface="Times New Roman" panose="02020603050405020304" pitchFamily="18" charset="0"/>
              </a:rPr>
              <a:t> 32 bit</a:t>
            </a:r>
            <a:endParaRPr kumimoji="1" lang="ko-KR" altLang="en-US" sz="11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9" name="직사각형 18"/>
          <p:cNvSpPr/>
          <p:nvPr/>
        </p:nvSpPr>
        <p:spPr bwMode="auto">
          <a:xfrm>
            <a:off x="5479250" y="4725144"/>
            <a:ext cx="999728" cy="289304"/>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100" b="1" dirty="0" err="1" smtClean="0">
                <a:latin typeface="Times New Roman" panose="02020603050405020304" pitchFamily="18" charset="0"/>
                <a:cs typeface="Times New Roman" panose="02020603050405020304" pitchFamily="18" charset="0"/>
              </a:rPr>
              <a:t>Trở</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thành</a:t>
            </a:r>
            <a:r>
              <a:rPr lang="en-US" altLang="ko-KR" sz="1100" b="1" dirty="0" smtClean="0">
                <a:latin typeface="Times New Roman" panose="02020603050405020304" pitchFamily="18" charset="0"/>
                <a:cs typeface="Times New Roman" panose="02020603050405020304" pitchFamily="18" charset="0"/>
              </a:rPr>
              <a:t> 0</a:t>
            </a:r>
            <a:endParaRPr kumimoji="1" lang="ko-KR" altLang="en-US" sz="11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0" name="직사각형 19"/>
          <p:cNvSpPr/>
          <p:nvPr/>
        </p:nvSpPr>
        <p:spPr bwMode="auto">
          <a:xfrm>
            <a:off x="2144688" y="5623972"/>
            <a:ext cx="1215752" cy="289304"/>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100" b="1" dirty="0" err="1" smtClean="0">
                <a:latin typeface="Times New Roman" panose="02020603050405020304" pitchFamily="18" charset="0"/>
                <a:cs typeface="Times New Roman" panose="02020603050405020304" pitchFamily="18" charset="0"/>
              </a:rPr>
              <a:t>Dữ</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liệu</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nguồn</a:t>
            </a:r>
            <a:r>
              <a:rPr lang="en-US" altLang="ko-KR" sz="1100" b="1" dirty="0" smtClean="0">
                <a:latin typeface="Times New Roman" panose="02020603050405020304" pitchFamily="18" charset="0"/>
                <a:cs typeface="Times New Roman" panose="02020603050405020304" pitchFamily="18" charset="0"/>
              </a:rPr>
              <a:t> (S)</a:t>
            </a:r>
            <a:endParaRPr kumimoji="1" lang="ko-KR" altLang="en-US" sz="11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1" name="직사각형 20"/>
          <p:cNvSpPr/>
          <p:nvPr/>
        </p:nvSpPr>
        <p:spPr bwMode="auto">
          <a:xfrm>
            <a:off x="5709084" y="5876000"/>
            <a:ext cx="999728" cy="289304"/>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100" b="1" dirty="0" err="1" smtClean="0">
                <a:latin typeface="Times New Roman" panose="02020603050405020304" pitchFamily="18" charset="0"/>
                <a:cs typeface="Times New Roman" panose="02020603050405020304" pitchFamily="18" charset="0"/>
              </a:rPr>
              <a:t>Trở</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thành</a:t>
            </a:r>
            <a:r>
              <a:rPr lang="en-US" altLang="ko-KR" sz="1100" b="1" dirty="0" smtClean="0">
                <a:latin typeface="Times New Roman" panose="02020603050405020304" pitchFamily="18" charset="0"/>
                <a:cs typeface="Times New Roman" panose="02020603050405020304" pitchFamily="18" charset="0"/>
              </a:rPr>
              <a:t> 0</a:t>
            </a:r>
            <a:endParaRPr kumimoji="1" lang="ko-KR" altLang="en-US" sz="11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2" name="직사각형 21"/>
          <p:cNvSpPr/>
          <p:nvPr/>
        </p:nvSpPr>
        <p:spPr bwMode="auto">
          <a:xfrm>
            <a:off x="2972780" y="6129300"/>
            <a:ext cx="2777734" cy="289304"/>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100" b="1" dirty="0" err="1" smtClean="0">
                <a:latin typeface="Times New Roman" panose="02020603050405020304" pitchFamily="18" charset="0"/>
                <a:cs typeface="Times New Roman" panose="02020603050405020304" pitchFamily="18" charset="0"/>
              </a:rPr>
              <a:t>Ảnh</a:t>
            </a:r>
            <a:r>
              <a:rPr lang="en-US" altLang="ko-KR" sz="1100" b="1" dirty="0" smtClean="0">
                <a:latin typeface="Times New Roman" panose="02020603050405020304" pitchFamily="18" charset="0"/>
                <a:cs typeface="Times New Roman" panose="02020603050405020304" pitchFamily="18" charset="0"/>
              </a:rPr>
              <a:t> 3.5 </a:t>
            </a:r>
            <a:r>
              <a:rPr lang="en-US" altLang="ko-KR" sz="1100" b="1" dirty="0" err="1" smtClean="0">
                <a:latin typeface="Times New Roman" panose="02020603050405020304" pitchFamily="18" charset="0"/>
                <a:cs typeface="Times New Roman" panose="02020603050405020304" pitchFamily="18" charset="0"/>
              </a:rPr>
              <a:t>Ví</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dụ</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về</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mạch</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và</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nội</a:t>
            </a:r>
            <a:r>
              <a:rPr lang="en-US" altLang="ko-KR" sz="1100" b="1" dirty="0" smtClean="0">
                <a:latin typeface="Times New Roman" panose="02020603050405020304" pitchFamily="18" charset="0"/>
                <a:cs typeface="Times New Roman" panose="02020603050405020304" pitchFamily="18" charset="0"/>
              </a:rPr>
              <a:t> dung </a:t>
            </a:r>
            <a:r>
              <a:rPr lang="en-US" altLang="ko-KR" sz="1100" b="1" dirty="0" err="1" smtClean="0">
                <a:latin typeface="Times New Roman" panose="02020603050405020304" pitchFamily="18" charset="0"/>
                <a:cs typeface="Times New Roman" panose="02020603050405020304" pitchFamily="18" charset="0"/>
              </a:rPr>
              <a:t>xử</a:t>
            </a:r>
            <a:r>
              <a:rPr lang="en-US" altLang="ko-KR" sz="1100" b="1" dirty="0" smtClean="0">
                <a:latin typeface="Times New Roman" panose="02020603050405020304" pitchFamily="18" charset="0"/>
                <a:cs typeface="Times New Roman" panose="02020603050405020304" pitchFamily="18" charset="0"/>
              </a:rPr>
              <a:t> </a:t>
            </a:r>
            <a:r>
              <a:rPr lang="en-US" altLang="ko-KR" sz="1100" b="1" dirty="0" err="1" smtClean="0">
                <a:latin typeface="Times New Roman" panose="02020603050405020304" pitchFamily="18" charset="0"/>
                <a:cs typeface="Times New Roman" panose="02020603050405020304" pitchFamily="18" charset="0"/>
              </a:rPr>
              <a:t>lý</a:t>
            </a:r>
            <a:endParaRPr kumimoji="1" lang="ko-KR" altLang="en-US" sz="1100" b="1"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45362968"/>
      </p:ext>
    </p:extLst>
  </p:cSld>
  <p:clrMapOvr>
    <a:masterClrMapping/>
  </p:clrMapOvr>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Rectangle 2"/>
          <p:cNvSpPr>
            <a:spLocks noChangeArrowheads="1"/>
          </p:cNvSpPr>
          <p:nvPr/>
        </p:nvSpPr>
        <p:spPr bwMode="auto">
          <a:xfrm>
            <a:off x="609600" y="758228"/>
            <a:ext cx="1688283" cy="3139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Bit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endParaRPr lang="ko-KR" altLang="en-US" sz="1200" dirty="0">
              <a:latin typeface="Times New Roman" panose="02020603050405020304" pitchFamily="18" charset="0"/>
              <a:cs typeface="Times New Roman" panose="02020603050405020304" pitchFamily="18" charset="0"/>
            </a:endParaRPr>
          </a:p>
        </p:txBody>
      </p:sp>
      <p:graphicFrame>
        <p:nvGraphicFramePr>
          <p:cNvPr id="147459" name="Object 3"/>
          <p:cNvGraphicFramePr>
            <a:graphicFrameLocks noChangeAspect="1"/>
          </p:cNvGraphicFramePr>
          <p:nvPr>
            <p:extLst>
              <p:ext uri="{D42A27DB-BD31-4B8C-83A1-F6EECF244321}">
                <p14:modId xmlns:p14="http://schemas.microsoft.com/office/powerpoint/2010/main" val="572522886"/>
              </p:ext>
            </p:extLst>
          </p:nvPr>
        </p:nvGraphicFramePr>
        <p:xfrm>
          <a:off x="1517650" y="1328738"/>
          <a:ext cx="6264275" cy="1308100"/>
        </p:xfrm>
        <a:graphic>
          <a:graphicData uri="http://schemas.openxmlformats.org/presentationml/2006/ole">
            <mc:AlternateContent xmlns:mc="http://schemas.openxmlformats.org/markup-compatibility/2006">
              <mc:Choice xmlns:v="urn:schemas-microsoft-com:vml" Requires="v">
                <p:oleObj spid="_x0000_s208960" name="Picture" r:id="rId4" imgW="3694115" imgH="771382" progId="Word.Picture.8">
                  <p:embed/>
                </p:oleObj>
              </mc:Choice>
              <mc:Fallback>
                <p:oleObj name="Picture" r:id="rId4" imgW="3694115" imgH="771382" progId="Word.Picture.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17650" y="1328738"/>
                        <a:ext cx="6264275" cy="1308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7460" name="Text Box 4"/>
          <p:cNvSpPr txBox="1">
            <a:spLocks noChangeArrowheads="1"/>
          </p:cNvSpPr>
          <p:nvPr/>
        </p:nvSpPr>
        <p:spPr bwMode="auto">
          <a:xfrm>
            <a:off x="654050" y="1458913"/>
            <a:ext cx="10198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smtClean="0">
                <a:latin typeface="Times New Roman" panose="02020603050405020304" pitchFamily="18" charset="0"/>
                <a:cs typeface="Times New Roman" panose="02020603050405020304" pitchFamily="18" charset="0"/>
              </a:rPr>
              <a:t>(Relay </a:t>
            </a:r>
            <a:r>
              <a:rPr lang="en-US" altLang="ko-KR" sz="1000" dirty="0" err="1" smtClean="0">
                <a:latin typeface="Times New Roman" panose="02020603050405020304" pitchFamily="18" charset="0"/>
                <a:cs typeface="Times New Roman" panose="02020603050405020304" pitchFamily="18" charset="0"/>
              </a:rPr>
              <a:t>trong</a:t>
            </a:r>
            <a:r>
              <a:rPr lang="ko-KR" altLang="en-US" sz="1000" dirty="0" smtClean="0">
                <a:latin typeface="Times New Roman" panose="02020603050405020304" pitchFamily="18" charset="0"/>
                <a:cs typeface="Times New Roman" panose="02020603050405020304" pitchFamily="18" charset="0"/>
              </a:rPr>
              <a:t> </a:t>
            </a:r>
            <a:r>
              <a:rPr lang="en-US" altLang="ko-KR" sz="1000" dirty="0">
                <a:latin typeface="Times New Roman" panose="02020603050405020304" pitchFamily="18" charset="0"/>
                <a:cs typeface="Times New Roman" panose="02020603050405020304" pitchFamily="18" charset="0"/>
              </a:rPr>
              <a:t>M)</a:t>
            </a:r>
          </a:p>
        </p:txBody>
      </p:sp>
      <p:grpSp>
        <p:nvGrpSpPr>
          <p:cNvPr id="147461" name="Group 5"/>
          <p:cNvGrpSpPr>
            <a:grpSpLocks/>
          </p:cNvGrpSpPr>
          <p:nvPr/>
        </p:nvGrpSpPr>
        <p:grpSpPr bwMode="auto">
          <a:xfrm>
            <a:off x="698500" y="3170238"/>
            <a:ext cx="8064500" cy="1554162"/>
            <a:chOff x="113" y="1513"/>
            <a:chExt cx="5080" cy="979"/>
          </a:xfrm>
        </p:grpSpPr>
        <p:graphicFrame>
          <p:nvGraphicFramePr>
            <p:cNvPr id="147464" name="Object 6"/>
            <p:cNvGraphicFramePr>
              <a:graphicFrameLocks noChangeAspect="1"/>
            </p:cNvGraphicFramePr>
            <p:nvPr/>
          </p:nvGraphicFramePr>
          <p:xfrm>
            <a:off x="113" y="1513"/>
            <a:ext cx="5080" cy="979"/>
          </p:xfrm>
          <a:graphic>
            <a:graphicData uri="http://schemas.openxmlformats.org/presentationml/2006/ole">
              <mc:AlternateContent xmlns:mc="http://schemas.openxmlformats.org/markup-compatibility/2006">
                <mc:Choice xmlns:v="urn:schemas-microsoft-com:vml" Requires="v">
                  <p:oleObj spid="_x0000_s208961" name="Picture" r:id="rId6" imgW="5392069" imgH="1226300" progId="Word.Picture.8">
                    <p:embed/>
                  </p:oleObj>
                </mc:Choice>
                <mc:Fallback>
                  <p:oleObj name="Picture" r:id="rId6" imgW="5392069" imgH="1226300" progId="Word.Picture.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13" y="1513"/>
                          <a:ext cx="5080" cy="97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7465" name="Line 7"/>
            <p:cNvSpPr>
              <a:spLocks noChangeShapeType="1"/>
            </p:cNvSpPr>
            <p:nvPr/>
          </p:nvSpPr>
          <p:spPr bwMode="auto">
            <a:xfrm>
              <a:off x="2496" y="1691"/>
              <a:ext cx="228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47466" name="Line 8"/>
            <p:cNvSpPr>
              <a:spLocks noChangeShapeType="1"/>
            </p:cNvSpPr>
            <p:nvPr/>
          </p:nvSpPr>
          <p:spPr bwMode="auto">
            <a:xfrm>
              <a:off x="4503" y="1683"/>
              <a:ext cx="0" cy="41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47467" name="Line 9"/>
            <p:cNvSpPr>
              <a:spLocks noChangeShapeType="1"/>
            </p:cNvSpPr>
            <p:nvPr/>
          </p:nvSpPr>
          <p:spPr bwMode="auto">
            <a:xfrm>
              <a:off x="4663" y="1551"/>
              <a:ext cx="458" cy="0"/>
            </a:xfrm>
            <a:prstGeom prst="line">
              <a:avLst/>
            </a:prstGeom>
            <a:noFill/>
            <a:ln w="31750">
              <a:solidFill>
                <a:srgbClr val="000000"/>
              </a:solidFill>
              <a:round/>
              <a:headEnd/>
              <a:tailEnd/>
            </a:ln>
            <a:extLst>
              <a:ext uri="{909E8E84-426E-40DD-AFC4-6F175D3DCCD1}">
                <a14:hiddenFill xmlns:a14="http://schemas.microsoft.com/office/drawing/2010/main">
                  <a:noFill/>
                </a14:hiddenFill>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47468" name="Line 10"/>
            <p:cNvSpPr>
              <a:spLocks noChangeShapeType="1"/>
            </p:cNvSpPr>
            <p:nvPr/>
          </p:nvSpPr>
          <p:spPr bwMode="auto">
            <a:xfrm>
              <a:off x="4975" y="1537"/>
              <a:ext cx="0" cy="6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47469" name="Text Box 11"/>
            <p:cNvSpPr txBox="1">
              <a:spLocks noChangeArrowheads="1"/>
            </p:cNvSpPr>
            <p:nvPr/>
          </p:nvSpPr>
          <p:spPr bwMode="auto">
            <a:xfrm>
              <a:off x="2675" y="1561"/>
              <a:ext cx="832"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4000"/>
                </a:lnSpc>
                <a:spcBef>
                  <a:spcPct val="0"/>
                </a:spcBef>
                <a:buFontTx/>
                <a:buNone/>
              </a:pPr>
              <a:r>
                <a:rPr lang="en-US" altLang="ko-KR" sz="900" dirty="0" err="1" smtClean="0">
                  <a:latin typeface="Times New Roman" panose="02020603050405020304" pitchFamily="18" charset="0"/>
                  <a:cs typeface="Times New Roman" panose="02020603050405020304" pitchFamily="18" charset="0"/>
                </a:rPr>
                <a:t>Nội</a:t>
              </a:r>
              <a:r>
                <a:rPr lang="en-US" altLang="ko-KR" sz="900" dirty="0" smtClean="0">
                  <a:latin typeface="Times New Roman" panose="02020603050405020304" pitchFamily="18" charset="0"/>
                  <a:cs typeface="Times New Roman" panose="02020603050405020304" pitchFamily="18" charset="0"/>
                </a:rPr>
                <a:t> dung </a:t>
              </a:r>
              <a:r>
                <a:rPr lang="en-US" altLang="ko-KR" sz="900" dirty="0" err="1" smtClean="0">
                  <a:latin typeface="Times New Roman" panose="02020603050405020304" pitchFamily="18" charset="0"/>
                  <a:cs typeface="Times New Roman" panose="02020603050405020304" pitchFamily="18" charset="0"/>
                </a:rPr>
                <a:t>có</a:t>
              </a:r>
              <a:r>
                <a:rPr lang="en-US" altLang="ko-KR" sz="900" dirty="0" smtClean="0">
                  <a:latin typeface="Times New Roman" panose="02020603050405020304" pitchFamily="18" charset="0"/>
                  <a:cs typeface="Times New Roman" panose="02020603050405020304" pitchFamily="18" charset="0"/>
                </a:rPr>
                <a:t> </a:t>
              </a:r>
              <a:r>
                <a:rPr lang="en-US" altLang="ko-KR" sz="900" dirty="0" err="1" smtClean="0">
                  <a:latin typeface="Times New Roman" panose="02020603050405020304" pitchFamily="18" charset="0"/>
                  <a:cs typeface="Times New Roman" panose="02020603050405020304" pitchFamily="18" charset="0"/>
                </a:rPr>
                <a:t>thể</a:t>
              </a:r>
              <a:r>
                <a:rPr lang="en-US" altLang="ko-KR" sz="900" dirty="0" smtClean="0">
                  <a:latin typeface="Times New Roman" panose="02020603050405020304" pitchFamily="18" charset="0"/>
                  <a:cs typeface="Times New Roman" panose="02020603050405020304" pitchFamily="18" charset="0"/>
                </a:rPr>
                <a:t> </a:t>
              </a:r>
              <a:r>
                <a:rPr lang="en-US" altLang="ko-KR" sz="900" dirty="0" err="1" smtClean="0">
                  <a:latin typeface="Times New Roman" panose="02020603050405020304" pitchFamily="18" charset="0"/>
                  <a:cs typeface="Times New Roman" panose="02020603050405020304" pitchFamily="18" charset="0"/>
                </a:rPr>
                <a:t>sử</a:t>
              </a:r>
              <a:r>
                <a:rPr lang="en-US" altLang="ko-KR" sz="900" dirty="0" smtClean="0">
                  <a:latin typeface="Times New Roman" panose="02020603050405020304" pitchFamily="18" charset="0"/>
                  <a:cs typeface="Times New Roman" panose="02020603050405020304" pitchFamily="18" charset="0"/>
                </a:rPr>
                <a:t> </a:t>
              </a:r>
              <a:r>
                <a:rPr lang="en-US" altLang="ko-KR" sz="900" dirty="0" err="1" smtClean="0">
                  <a:latin typeface="Times New Roman" panose="02020603050405020304" pitchFamily="18" charset="0"/>
                  <a:cs typeface="Times New Roman" panose="02020603050405020304" pitchFamily="18" charset="0"/>
                </a:rPr>
                <a:t>dụng</a:t>
              </a:r>
              <a:endParaRPr lang="ko-KR" altLang="en-US" sz="900" dirty="0">
                <a:latin typeface="Times New Roman" panose="02020603050405020304" pitchFamily="18" charset="0"/>
                <a:cs typeface="Times New Roman" panose="02020603050405020304" pitchFamily="18" charset="0"/>
              </a:endParaRPr>
            </a:p>
          </p:txBody>
        </p:sp>
        <p:sp>
          <p:nvSpPr>
            <p:cNvPr id="147470" name="Text Box 12"/>
            <p:cNvSpPr txBox="1">
              <a:spLocks noChangeArrowheads="1"/>
            </p:cNvSpPr>
            <p:nvPr/>
          </p:nvSpPr>
          <p:spPr bwMode="auto">
            <a:xfrm>
              <a:off x="2184" y="1792"/>
              <a:ext cx="1608"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4000"/>
                </a:lnSpc>
                <a:spcBef>
                  <a:spcPct val="0"/>
                </a:spcBef>
                <a:buFontTx/>
                <a:buNone/>
              </a:pPr>
              <a:r>
                <a:rPr lang="en-US" altLang="ko-KR" sz="900" dirty="0" smtClean="0">
                  <a:latin typeface="Times New Roman" panose="02020603050405020304" pitchFamily="18" charset="0"/>
                  <a:cs typeface="Times New Roman" panose="02020603050405020304" pitchFamily="18" charset="0"/>
                </a:rPr>
                <a:t>Bit</a:t>
              </a:r>
              <a:r>
                <a:rPr lang="ko-KR" altLang="en-US" sz="900" dirty="0">
                  <a:latin typeface="Times New Roman" panose="02020603050405020304" pitchFamily="18" charset="0"/>
                  <a:cs typeface="Times New Roman" panose="02020603050405020304" pitchFamily="18" charset="0"/>
                </a:rPr>
                <a:t>	           </a:t>
              </a:r>
              <a:r>
                <a:rPr lang="en-US" altLang="ko-KR" sz="900" dirty="0" err="1">
                  <a:latin typeface="Times New Roman" panose="02020603050405020304" pitchFamily="18" charset="0"/>
                  <a:cs typeface="Times New Roman" panose="02020603050405020304" pitchFamily="18" charset="0"/>
                </a:rPr>
                <a:t>K</a:t>
              </a:r>
              <a:r>
                <a:rPr lang="en-US" altLang="ko-KR" sz="900" dirty="0" err="1" smtClean="0">
                  <a:latin typeface="Times New Roman" panose="02020603050405020304" pitchFamily="18" charset="0"/>
                  <a:cs typeface="Times New Roman" panose="02020603050405020304" pitchFamily="18" charset="0"/>
                </a:rPr>
                <a:t>ý</a:t>
              </a:r>
              <a:r>
                <a:rPr lang="en-US" altLang="ko-KR" sz="900" dirty="0" smtClean="0">
                  <a:latin typeface="Times New Roman" panose="02020603050405020304" pitchFamily="18" charset="0"/>
                  <a:cs typeface="Times New Roman" panose="02020603050405020304" pitchFamily="18" charset="0"/>
                </a:rPr>
                <a:t> </a:t>
              </a:r>
              <a:r>
                <a:rPr lang="en-US" altLang="ko-KR" sz="900" dirty="0" err="1" smtClean="0">
                  <a:latin typeface="Times New Roman" panose="02020603050405020304" pitchFamily="18" charset="0"/>
                  <a:cs typeface="Times New Roman" panose="02020603050405020304" pitchFamily="18" charset="0"/>
                </a:rPr>
                <a:t>tự</a:t>
              </a:r>
              <a:r>
                <a:rPr lang="en-US" altLang="ko-KR" sz="900" dirty="0" smtClean="0">
                  <a:latin typeface="Times New Roman" panose="02020603050405020304" pitchFamily="18" charset="0"/>
                  <a:cs typeface="Times New Roman" panose="02020603050405020304" pitchFamily="18" charset="0"/>
                </a:rPr>
                <a:t>(16bít) </a:t>
              </a:r>
              <a:r>
                <a:rPr lang="ko-KR" altLang="en-US" sz="900" dirty="0" smtClean="0">
                  <a:latin typeface="Times New Roman" panose="02020603050405020304" pitchFamily="18" charset="0"/>
                  <a:cs typeface="Times New Roman" panose="02020603050405020304" pitchFamily="18" charset="0"/>
                </a:rPr>
                <a:t>                  </a:t>
              </a:r>
              <a:r>
                <a:rPr lang="en-US" altLang="ko-KR" sz="900" dirty="0" err="1" smtClean="0">
                  <a:latin typeface="Times New Roman" panose="02020603050405020304" pitchFamily="18" charset="0"/>
                  <a:cs typeface="Times New Roman" panose="02020603050405020304" pitchFamily="18" charset="0"/>
                </a:rPr>
                <a:t>Điểm</a:t>
              </a:r>
              <a:r>
                <a:rPr lang="en-US" altLang="ko-KR" sz="900" dirty="0" smtClean="0">
                  <a:latin typeface="Times New Roman" panose="02020603050405020304" pitchFamily="18" charset="0"/>
                  <a:cs typeface="Times New Roman" panose="02020603050405020304" pitchFamily="18" charset="0"/>
                </a:rPr>
                <a:t> </a:t>
              </a:r>
              <a:r>
                <a:rPr lang="en-US" altLang="ko-KR" sz="900" dirty="0" err="1" smtClean="0">
                  <a:latin typeface="Times New Roman" panose="02020603050405020304" pitchFamily="18" charset="0"/>
                  <a:cs typeface="Times New Roman" panose="02020603050405020304" pitchFamily="18" charset="0"/>
                </a:rPr>
                <a:t>số</a:t>
              </a:r>
              <a:endParaRPr lang="ko-KR" altLang="en-US" sz="900" dirty="0">
                <a:latin typeface="Times New Roman" panose="02020603050405020304" pitchFamily="18" charset="0"/>
                <a:cs typeface="Times New Roman" panose="02020603050405020304" pitchFamily="18" charset="0"/>
              </a:endParaRPr>
            </a:p>
          </p:txBody>
        </p:sp>
        <p:sp>
          <p:nvSpPr>
            <p:cNvPr id="147471" name="Text Box 13"/>
            <p:cNvSpPr txBox="1">
              <a:spLocks noChangeArrowheads="1"/>
            </p:cNvSpPr>
            <p:nvPr/>
          </p:nvSpPr>
          <p:spPr bwMode="auto">
            <a:xfrm>
              <a:off x="4330" y="1765"/>
              <a:ext cx="20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4000"/>
                </a:lnSpc>
                <a:spcBef>
                  <a:spcPct val="0"/>
                </a:spcBef>
                <a:buFontTx/>
                <a:buNone/>
              </a:pPr>
              <a:r>
                <a:rPr lang="en-US" altLang="ko-KR" sz="900" dirty="0" smtClean="0">
                  <a:latin typeface="Times New Roman" panose="02020603050405020304" pitchFamily="18" charset="0"/>
                  <a:cs typeface="Times New Roman" panose="02020603050405020304" pitchFamily="18" charset="0"/>
                </a:rPr>
                <a:t>Point</a:t>
              </a:r>
              <a:endParaRPr lang="ko-KR" altLang="en-US" sz="900" dirty="0">
                <a:latin typeface="Times New Roman" panose="02020603050405020304" pitchFamily="18" charset="0"/>
                <a:cs typeface="Times New Roman" panose="02020603050405020304" pitchFamily="18" charset="0"/>
              </a:endParaRPr>
            </a:p>
          </p:txBody>
        </p:sp>
        <p:sp>
          <p:nvSpPr>
            <p:cNvPr id="147472" name="Text Box 14"/>
            <p:cNvSpPr txBox="1">
              <a:spLocks noChangeArrowheads="1"/>
            </p:cNvSpPr>
            <p:nvPr/>
          </p:nvSpPr>
          <p:spPr bwMode="auto">
            <a:xfrm>
              <a:off x="4510" y="1763"/>
              <a:ext cx="282"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4000"/>
                </a:lnSpc>
                <a:spcBef>
                  <a:spcPct val="0"/>
                </a:spcBef>
                <a:buFontTx/>
                <a:buNone/>
              </a:pPr>
              <a:r>
                <a:rPr lang="en-US" altLang="ko-KR" sz="900" dirty="0" smtClean="0">
                  <a:latin typeface="Times New Roman" panose="02020603050405020304" pitchFamily="18" charset="0"/>
                  <a:cs typeface="Times New Roman" panose="02020603050405020304" pitchFamily="18" charset="0"/>
                </a:rPr>
                <a:t>Level</a:t>
              </a:r>
              <a:endParaRPr lang="ko-KR" altLang="en-US" sz="900" dirty="0">
                <a:latin typeface="Times New Roman" panose="02020603050405020304" pitchFamily="18" charset="0"/>
                <a:cs typeface="Times New Roman" panose="02020603050405020304" pitchFamily="18" charset="0"/>
              </a:endParaRPr>
            </a:p>
          </p:txBody>
        </p:sp>
        <p:sp>
          <p:nvSpPr>
            <p:cNvPr id="147473" name="Text Box 15"/>
            <p:cNvSpPr txBox="1">
              <a:spLocks noChangeArrowheads="1"/>
            </p:cNvSpPr>
            <p:nvPr/>
          </p:nvSpPr>
          <p:spPr bwMode="auto">
            <a:xfrm>
              <a:off x="4821" y="1665"/>
              <a:ext cx="207" cy="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4000"/>
                </a:lnSpc>
                <a:spcBef>
                  <a:spcPct val="0"/>
                </a:spcBef>
                <a:buFontTx/>
                <a:buNone/>
              </a:pPr>
              <a:r>
                <a:rPr lang="en-US" altLang="ko-KR" sz="900" dirty="0" err="1" smtClean="0">
                  <a:latin typeface="Times New Roman" panose="02020603050405020304" pitchFamily="18" charset="0"/>
                  <a:cs typeface="Times New Roman" panose="02020603050405020304" pitchFamily="18" charset="0"/>
                </a:rPr>
                <a:t>Vị</a:t>
              </a:r>
              <a:r>
                <a:rPr lang="en-US" altLang="ko-KR" sz="900" dirty="0" smtClean="0">
                  <a:latin typeface="Times New Roman" panose="02020603050405020304" pitchFamily="18" charset="0"/>
                  <a:cs typeface="Times New Roman" panose="02020603050405020304" pitchFamily="18" charset="0"/>
                </a:rPr>
                <a:t> </a:t>
              </a:r>
              <a:r>
                <a:rPr lang="en-US" altLang="ko-KR" sz="900" dirty="0" err="1" smtClean="0">
                  <a:latin typeface="Times New Roman" panose="02020603050405020304" pitchFamily="18" charset="0"/>
                  <a:cs typeface="Times New Roman" panose="02020603050405020304" pitchFamily="18" charset="0"/>
                </a:rPr>
                <a:t>trí</a:t>
              </a:r>
              <a:r>
                <a:rPr lang="en-US" altLang="ko-KR" sz="900" dirty="0" smtClean="0">
                  <a:latin typeface="Times New Roman" panose="02020603050405020304" pitchFamily="18" charset="0"/>
                  <a:cs typeface="Times New Roman" panose="02020603050405020304" pitchFamily="18" charset="0"/>
                </a:rPr>
                <a:t> </a:t>
              </a:r>
              <a:r>
                <a:rPr lang="en-US" altLang="ko-KR" sz="900" dirty="0" err="1" smtClean="0">
                  <a:latin typeface="Times New Roman" panose="02020603050405020304" pitchFamily="18" charset="0"/>
                  <a:cs typeface="Times New Roman" panose="02020603050405020304" pitchFamily="18" charset="0"/>
                </a:rPr>
                <a:t>chỉ</a:t>
              </a:r>
              <a:r>
                <a:rPr lang="en-US" altLang="ko-KR" sz="900" dirty="0" smtClean="0">
                  <a:latin typeface="Times New Roman" panose="02020603050405020304" pitchFamily="18" charset="0"/>
                  <a:cs typeface="Times New Roman" panose="02020603050405020304" pitchFamily="18" charset="0"/>
                </a:rPr>
                <a:t> </a:t>
              </a:r>
              <a:r>
                <a:rPr lang="en-US" altLang="ko-KR" sz="900" dirty="0" err="1" smtClean="0">
                  <a:latin typeface="Times New Roman" panose="02020603050405020304" pitchFamily="18" charset="0"/>
                  <a:cs typeface="Times New Roman" panose="02020603050405020304" pitchFamily="18" charset="0"/>
                </a:rPr>
                <a:t>định</a:t>
              </a:r>
              <a:endParaRPr lang="ko-KR" altLang="en-US" sz="900" dirty="0">
                <a:latin typeface="Times New Roman" panose="02020603050405020304" pitchFamily="18" charset="0"/>
                <a:cs typeface="Times New Roman" panose="02020603050405020304" pitchFamily="18" charset="0"/>
              </a:endParaRPr>
            </a:p>
          </p:txBody>
        </p:sp>
        <p:sp>
          <p:nvSpPr>
            <p:cNvPr id="147474" name="Text Box 16"/>
            <p:cNvSpPr txBox="1">
              <a:spLocks noChangeArrowheads="1"/>
            </p:cNvSpPr>
            <p:nvPr/>
          </p:nvSpPr>
          <p:spPr bwMode="auto">
            <a:xfrm>
              <a:off x="4980" y="1723"/>
              <a:ext cx="201"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lnSpc>
                  <a:spcPct val="104000"/>
                </a:lnSpc>
                <a:spcBef>
                  <a:spcPct val="0"/>
                </a:spcBef>
                <a:buFontTx/>
                <a:buNone/>
              </a:pPr>
              <a:r>
                <a:rPr lang="en-US" altLang="ko-KR" sz="900" dirty="0" err="1" smtClean="0">
                  <a:latin typeface="Times New Roman" panose="02020603050405020304" pitchFamily="18" charset="0"/>
                  <a:cs typeface="Times New Roman" panose="02020603050405020304" pitchFamily="18" charset="0"/>
                </a:rPr>
                <a:t>Số</a:t>
              </a:r>
              <a:r>
                <a:rPr lang="en-US" altLang="ko-KR" sz="900" dirty="0" smtClean="0">
                  <a:latin typeface="Times New Roman" panose="02020603050405020304" pitchFamily="18" charset="0"/>
                  <a:cs typeface="Times New Roman" panose="02020603050405020304" pitchFamily="18" charset="0"/>
                </a:rPr>
                <a:t> </a:t>
              </a:r>
              <a:r>
                <a:rPr lang="en-US" altLang="ko-KR" sz="900" dirty="0" err="1" smtClean="0">
                  <a:latin typeface="Times New Roman" panose="02020603050405020304" pitchFamily="18" charset="0"/>
                  <a:cs typeface="Times New Roman" panose="02020603050405020304" pitchFamily="18" charset="0"/>
                </a:rPr>
                <a:t>bước</a:t>
              </a:r>
              <a:endParaRPr lang="ko-KR" altLang="en-US" sz="900" dirty="0">
                <a:latin typeface="Times New Roman" panose="02020603050405020304" pitchFamily="18" charset="0"/>
                <a:cs typeface="Times New Roman" panose="02020603050405020304" pitchFamily="18" charset="0"/>
              </a:endParaRPr>
            </a:p>
          </p:txBody>
        </p:sp>
      </p:grpSp>
      <p:sp>
        <p:nvSpPr>
          <p:cNvPr id="19"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smtClean="0">
                <a:latin typeface="Times New Roman" panose="02020603050405020304" pitchFamily="18" charset="0"/>
                <a:cs typeface="Times New Roman" panose="02020603050405020304" pitchFamily="18" charset="0"/>
              </a:rPr>
              <a:t>5.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0" name="Text Box 5"/>
          <p:cNvSpPr txBox="1">
            <a:spLocks noChangeArrowheads="1"/>
          </p:cNvSpPr>
          <p:nvPr/>
        </p:nvSpPr>
        <p:spPr bwMode="auto">
          <a:xfrm>
            <a:off x="7872237" y="84138"/>
            <a:ext cx="17972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1. </a:t>
            </a:r>
            <a:r>
              <a:rPr lang="en-US" altLang="ko-KR" sz="1600" b="1" dirty="0" err="1" smtClean="0">
                <a:latin typeface="Times New Roman" panose="02020603050405020304" pitchFamily="18" charset="0"/>
                <a:cs typeface="Times New Roman" panose="02020603050405020304" pitchFamily="18" charset="0"/>
              </a:rPr>
              <a:t>Các</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lệnh</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cơ</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bản</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12469342"/>
      </p:ext>
    </p:extLst>
  </p:cSld>
  <p:clrMapOvr>
    <a:masterClrMapping/>
  </p:clrMapOvr>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Rectangle 58"/>
          <p:cNvSpPr>
            <a:spLocks noChangeArrowheads="1"/>
          </p:cNvSpPr>
          <p:nvPr/>
        </p:nvSpPr>
        <p:spPr bwMode="auto">
          <a:xfrm>
            <a:off x="612775" y="1557338"/>
            <a:ext cx="6240463" cy="415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10000"/>
              </a:spcBef>
              <a:buFontTx/>
              <a:buNone/>
            </a:pPr>
            <a:r>
              <a:rPr lang="en-US" altLang="ko-KR" sz="1200" b="1" dirty="0" smtClean="0">
                <a:latin typeface="Times New Roman" panose="02020603050405020304" pitchFamily="18" charset="0"/>
                <a:cs typeface="Times New Roman" panose="02020603050405020304" pitchFamily="18" charset="0"/>
              </a:rPr>
              <a:t>2-1-1</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Tính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quan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trọng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của</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việc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duy</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trì</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sản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xuất</a:t>
            </a:r>
            <a:endParaRPr lang="ko-KR" altLang="en-US" sz="1200" b="1" dirty="0">
              <a:latin typeface="Times New Roman" panose="02020603050405020304" pitchFamily="18" charset="0"/>
              <a:cs typeface="Times New Roman" panose="02020603050405020304" pitchFamily="18" charset="0"/>
            </a:endParaRPr>
          </a:p>
          <a:p>
            <a:pPr eaLnBrk="1" hangingPunct="1">
              <a:spcBef>
                <a:spcPct val="1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mất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System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tổn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Theo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đòi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endParaRPr lang="en-US" altLang="ko-KR" sz="1200" dirty="0" smtClean="0">
              <a:latin typeface="Times New Roman" panose="02020603050405020304" pitchFamily="18" charset="0"/>
              <a:cs typeface="Times New Roman" panose="02020603050405020304" pitchFamily="18" charset="0"/>
            </a:endParaRP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hay</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mất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System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nữa</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ngắn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trở</a:t>
            </a:r>
            <a:endParaRPr lang="en-US" altLang="ko-KR" sz="1200" dirty="0" smtClean="0">
              <a:latin typeface="Times New Roman" panose="02020603050405020304" pitchFamily="18" charset="0"/>
              <a:cs typeface="Times New Roman" panose="02020603050405020304" pitchFamily="18" charset="0"/>
            </a:endParaRP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trọng</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từng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người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phụ</a:t>
            </a:r>
            <a:endParaRPr lang="en-US" altLang="ko-KR" sz="1200" dirty="0" smtClean="0">
              <a:latin typeface="Times New Roman" panose="02020603050405020304" pitchFamily="18" charset="0"/>
              <a:cs typeface="Times New Roman" panose="02020603050405020304" pitchFamily="18" charset="0"/>
            </a:endParaRP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vai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trò</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trọng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triển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suất</a:t>
            </a:r>
            <a:endParaRPr lang="en-US" altLang="ko-KR" sz="1200" dirty="0" smtClean="0">
              <a:latin typeface="Times New Roman" panose="02020603050405020304" pitchFamily="18" charset="0"/>
              <a:cs typeface="Times New Roman" panose="02020603050405020304" pitchFamily="18" charset="0"/>
            </a:endParaRP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System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p>
          <a:p>
            <a:pPr eaLnBrk="1" hangingPunct="1">
              <a:spcBef>
                <a:spcPct val="10000"/>
              </a:spcBef>
              <a:buFontTx/>
              <a:buNone/>
            </a:pPr>
            <a:r>
              <a:rPr lang="en-US" altLang="ko-KR" sz="1200" b="1" dirty="0">
                <a:latin typeface="Times New Roman" panose="02020603050405020304" pitchFamily="18" charset="0"/>
                <a:cs typeface="Times New Roman" panose="02020603050405020304" pitchFamily="18" charset="0"/>
              </a:rPr>
              <a:t> 1</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Tính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quan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trọng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của</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việc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duy</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trì</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sản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xuất</a:t>
            </a:r>
            <a:endParaRPr lang="en-US" altLang="ko-KR" sz="1200" b="1" dirty="0" smtClean="0">
              <a:latin typeface="Times New Roman" panose="02020603050405020304" pitchFamily="18" charset="0"/>
              <a:cs typeface="Times New Roman" panose="02020603050405020304" pitchFamily="18" charset="0"/>
            </a:endParaRPr>
          </a:p>
          <a:p>
            <a:pPr eaLnBrk="1" hangingPunct="1">
              <a:spcBef>
                <a:spcPct val="1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System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máy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móc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Machatronice</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hóa</a:t>
            </a:r>
            <a:r>
              <a:rPr lang="en-US" altLang="ko-KR" sz="1200" dirty="0" smtClean="0">
                <a:latin typeface="Times New Roman" panose="02020603050405020304" pitchFamily="18" charset="0"/>
                <a:cs typeface="Times New Roman" panose="02020603050405020304" pitchFamily="18" charset="0"/>
              </a:rPr>
              <a:t> System,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Black Box </a:t>
            </a:r>
            <a:r>
              <a:rPr lang="en-US" altLang="ko-KR" sz="1200" dirty="0" err="1" smtClean="0">
                <a:latin typeface="Times New Roman" panose="02020603050405020304" pitchFamily="18" charset="0"/>
                <a:cs typeface="Times New Roman" panose="02020603050405020304" pitchFamily="18" charset="0"/>
              </a:rPr>
              <a:t>hóa</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Level </a:t>
            </a:r>
            <a:r>
              <a:rPr lang="en-US" altLang="ko-KR" sz="1200" dirty="0" err="1" smtClean="0">
                <a:latin typeface="Times New Roman" panose="02020603050405020304" pitchFamily="18" charset="0"/>
                <a:cs typeface="Times New Roman" panose="02020603050405020304" pitchFamily="18" charset="0"/>
              </a:rPr>
              <a:t>duy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endParaRPr lang="en-US" altLang="ko-KR" sz="1200" dirty="0" smtClean="0">
              <a:latin typeface="Times New Roman" panose="02020603050405020304" pitchFamily="18" charset="0"/>
              <a:cs typeface="Times New Roman" panose="02020603050405020304" pitchFamily="18" charset="0"/>
            </a:endParaRP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sút</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đẩy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trở</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khăn</a:t>
            </a:r>
            <a:r>
              <a:rPr lang="en-US" altLang="ko-KR" sz="1200" dirty="0" smtClean="0">
                <a:latin typeface="Times New Roman" panose="02020603050405020304" pitchFamily="18" charset="0"/>
                <a:cs typeface="Times New Roman" panose="02020603050405020304" pitchFamily="18" charset="0"/>
              </a:rPr>
              <a:t>.</a:t>
            </a:r>
          </a:p>
          <a:p>
            <a:pPr eaLnBrk="1" hangingPunct="1">
              <a:spcBef>
                <a:spcPct val="1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đây</a:t>
            </a: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phẩm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cậy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[Level Up </a:t>
            </a:r>
            <a:r>
              <a:rPr lang="en-US" altLang="ko-KR" sz="1200" dirty="0" err="1" smtClean="0">
                <a:latin typeface="Times New Roman" panose="02020603050405020304" pitchFamily="18" charset="0"/>
                <a:cs typeface="Times New Roman" panose="02020603050405020304" pitchFamily="18" charset="0"/>
              </a:rPr>
              <a:t>kỹ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thuật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yêu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tuyệt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pic>
        <p:nvPicPr>
          <p:cNvPr id="148483"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3040" y="1208895"/>
            <a:ext cx="4456129" cy="399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48484" name="Rectangle 57"/>
          <p:cNvSpPr>
            <a:spLocks noChangeArrowheads="1"/>
          </p:cNvSpPr>
          <p:nvPr/>
        </p:nvSpPr>
        <p:spPr bwMode="auto">
          <a:xfrm>
            <a:off x="562398" y="1033463"/>
            <a:ext cx="3778534" cy="3508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400" b="1" dirty="0">
                <a:latin typeface="Times New Roman" panose="02020603050405020304" pitchFamily="18" charset="0"/>
                <a:cs typeface="Times New Roman" panose="02020603050405020304" pitchFamily="18" charset="0"/>
              </a:rPr>
              <a:t>2-1. </a:t>
            </a:r>
            <a:r>
              <a:rPr lang="en-US" altLang="ko-KR" sz="1400" b="1" dirty="0" err="1" smtClean="0">
                <a:latin typeface="Times New Roman" panose="02020603050405020304" pitchFamily="18" charset="0"/>
                <a:cs typeface="Times New Roman" panose="02020603050405020304" pitchFamily="18" charset="0"/>
              </a:rPr>
              <a:t>Tính</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quan</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trọng</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của</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việc</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duy</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trì</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sản</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xuất</a:t>
            </a:r>
            <a:r>
              <a:rPr lang="ko-KR" altLang="en-US" sz="1400" b="1" dirty="0" smtClean="0">
                <a:latin typeface="Times New Roman" panose="02020603050405020304" pitchFamily="18" charset="0"/>
                <a:cs typeface="Times New Roman" panose="02020603050405020304" pitchFamily="18" charset="0"/>
              </a:rPr>
              <a:t> </a:t>
            </a:r>
            <a:endParaRPr lang="ko-KR" altLang="en-US" sz="1400" b="1" dirty="0">
              <a:latin typeface="Times New Roman" panose="02020603050405020304" pitchFamily="18" charset="0"/>
              <a:cs typeface="Times New Roman" panose="02020603050405020304" pitchFamily="18" charset="0"/>
            </a:endParaRPr>
          </a:p>
        </p:txBody>
      </p:sp>
      <p:sp>
        <p:nvSpPr>
          <p:cNvPr id="148485" name="Text Box 8"/>
          <p:cNvSpPr txBox="1">
            <a:spLocks noChangeArrowheads="1"/>
          </p:cNvSpPr>
          <p:nvPr/>
        </p:nvSpPr>
        <p:spPr bwMode="auto">
          <a:xfrm>
            <a:off x="7726366"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600" b="1" dirty="0" smtClean="0">
                <a:latin typeface="Times New Roman" panose="02020603050405020304" pitchFamily="18" charset="0"/>
                <a:cs typeface="Times New Roman" panose="02020603050405020304" pitchFamily="18" charset="0"/>
              </a:rPr>
              <a:t>2. 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48486" name="Text Box 2"/>
          <p:cNvSpPr txBox="1">
            <a:spLocks noChangeArrowheads="1"/>
          </p:cNvSpPr>
          <p:nvPr/>
        </p:nvSpPr>
        <p:spPr bwMode="auto">
          <a:xfrm>
            <a:off x="425450" y="715963"/>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600" b="1" dirty="0" smtClean="0">
                <a:latin typeface="Times New Roman" panose="02020603050405020304" pitchFamily="18" charset="0"/>
                <a:cs typeface="Times New Roman" panose="02020603050405020304" pitchFamily="18" charset="0"/>
              </a:rPr>
              <a:t>2. 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4848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5</a:t>
            </a:r>
            <a:r>
              <a:rPr lang="en-US" altLang="ko-KR" sz="1800" b="1" dirty="0" smtClean="0">
                <a:latin typeface="Times New Roman" panose="02020603050405020304" pitchFamily="18" charset="0"/>
                <a:cs typeface="Times New Roman" panose="02020603050405020304" pitchFamily="18" charset="0"/>
              </a:rPr>
              <a:t>.</a:t>
            </a:r>
            <a:r>
              <a:rPr lang="ko-KR" altLang="en-US" sz="1800" b="1" dirty="0">
                <a:latin typeface="Times New Roman" panose="02020603050405020304" pitchFamily="18" charset="0"/>
                <a:cs typeface="Times New Roman" panose="02020603050405020304" pitchFamily="18" charset="0"/>
              </a:rPr>
              <a:t>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10" name="직사각형 9"/>
          <p:cNvSpPr/>
          <p:nvPr/>
        </p:nvSpPr>
        <p:spPr bwMode="auto">
          <a:xfrm>
            <a:off x="6573180" y="1303492"/>
            <a:ext cx="1728192" cy="289304"/>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100" dirty="0" err="1" smtClean="0">
                <a:latin typeface="Times New Roman" panose="02020603050405020304" pitchFamily="18" charset="0"/>
                <a:cs typeface="Times New Roman" panose="02020603050405020304" pitchFamily="18" charset="0"/>
              </a:rPr>
              <a:t>Hệ</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thống</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sản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xuất</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hiện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tại</a:t>
            </a:r>
            <a:endParaRPr kumimoji="1" lang="ko-KR" altLang="en-US" sz="1100"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1" name="직사각형 10"/>
          <p:cNvSpPr/>
          <p:nvPr/>
        </p:nvSpPr>
        <p:spPr bwMode="auto">
          <a:xfrm>
            <a:off x="6429164" y="4772768"/>
            <a:ext cx="1980220" cy="492436"/>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r>
              <a:rPr lang="en-US" altLang="ko-KR" sz="1100" dirty="0" err="1" smtClean="0">
                <a:latin typeface="Times New Roman" panose="02020603050405020304" pitchFamily="18" charset="0"/>
                <a:cs typeface="Times New Roman" panose="02020603050405020304" pitchFamily="18" charset="0"/>
              </a:rPr>
              <a:t>Sự</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a:latin typeface="Times New Roman" panose="02020603050405020304" pitchFamily="18" charset="0"/>
                <a:cs typeface="Times New Roman" panose="02020603050405020304" pitchFamily="18" charset="0"/>
              </a:rPr>
              <a:t>t</a:t>
            </a:r>
            <a:r>
              <a:rPr lang="en-US" altLang="ko-KR" sz="1100" dirty="0" err="1" smtClean="0">
                <a:latin typeface="Times New Roman" panose="02020603050405020304" pitchFamily="18" charset="0"/>
                <a:cs typeface="Times New Roman" panose="02020603050405020304" pitchFamily="18" charset="0"/>
              </a:rPr>
              <a:t>hực</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hiện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của</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hệ</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thống</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sản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xuất</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có</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độ</a:t>
            </a:r>
            <a:r>
              <a:rPr lang="en-US" altLang="ko-KR" sz="1100" dirty="0" smtClean="0">
                <a:latin typeface="Times New Roman" panose="02020603050405020304" pitchFamily="18" charset="0"/>
                <a:cs typeface="Times New Roman" panose="02020603050405020304" pitchFamily="18" charset="0"/>
              </a:rPr>
              <a:t> tin </a:t>
            </a:r>
            <a:r>
              <a:rPr lang="en-US" altLang="ko-KR" sz="1100" dirty="0" err="1" smtClean="0">
                <a:latin typeface="Times New Roman" panose="02020603050405020304" pitchFamily="18" charset="0"/>
                <a:cs typeface="Times New Roman" panose="02020603050405020304" pitchFamily="18" charset="0"/>
              </a:rPr>
              <a:t>cậy</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cao</a:t>
            </a:r>
            <a:endParaRPr kumimoji="1" lang="ko-KR" altLang="en-US" sz="1100"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2" name="직사각형 11"/>
          <p:cNvSpPr/>
          <p:nvPr/>
        </p:nvSpPr>
        <p:spPr bwMode="auto">
          <a:xfrm>
            <a:off x="7631855" y="2789776"/>
            <a:ext cx="2151857" cy="271607"/>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lang="en-US" altLang="ko-KR" sz="1100" dirty="0" smtClean="0">
                <a:latin typeface="Times New Roman" panose="02020603050405020304" pitchFamily="18" charset="0"/>
                <a:cs typeface="Times New Roman" panose="02020603050405020304" pitchFamily="18" charset="0"/>
              </a:rPr>
              <a:t>Level </a:t>
            </a:r>
            <a:r>
              <a:rPr lang="en-US" altLang="ko-KR" sz="1100" dirty="0" err="1" smtClean="0">
                <a:latin typeface="Times New Roman" panose="02020603050405020304" pitchFamily="18" charset="0"/>
                <a:cs typeface="Times New Roman" panose="02020603050405020304" pitchFamily="18" charset="0"/>
              </a:rPr>
              <a:t>duy</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trì</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tương</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đối</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bị</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giảm</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sút</a:t>
            </a:r>
            <a:endParaRPr kumimoji="1" lang="ko-KR" altLang="en-US" sz="1100"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3" name="직사각형 12"/>
          <p:cNvSpPr/>
          <p:nvPr/>
        </p:nvSpPr>
        <p:spPr bwMode="auto">
          <a:xfrm>
            <a:off x="4831178" y="2753772"/>
            <a:ext cx="2642102" cy="271607"/>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r>
              <a:rPr lang="en-US" altLang="ko-KR" sz="1100" dirty="0" err="1" smtClean="0">
                <a:latin typeface="Times New Roman" panose="02020603050405020304" pitchFamily="18" charset="0"/>
                <a:cs typeface="Times New Roman" panose="02020603050405020304" pitchFamily="18" charset="0"/>
              </a:rPr>
              <a:t>Sự</a:t>
            </a:r>
            <a:r>
              <a:rPr lang="en-US" altLang="ko-KR" sz="1100" dirty="0" smtClean="0">
                <a:latin typeface="Times New Roman" panose="02020603050405020304" pitchFamily="18" charset="0"/>
                <a:cs typeface="Times New Roman" panose="02020603050405020304" pitchFamily="18" charset="0"/>
              </a:rPr>
              <a:t> Black Box </a:t>
            </a:r>
            <a:r>
              <a:rPr lang="en-US" altLang="ko-KR" sz="1100" dirty="0" err="1" smtClean="0">
                <a:latin typeface="Times New Roman" panose="02020603050405020304" pitchFamily="18" charset="0"/>
                <a:cs typeface="Times New Roman" panose="02020603050405020304" pitchFamily="18" charset="0"/>
              </a:rPr>
              <a:t>hóa</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của</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thiết</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bị</a:t>
            </a:r>
            <a:endParaRPr kumimoji="1" lang="ko-KR" altLang="en-US" sz="1100"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 name="순서도: 대체 처리 2"/>
          <p:cNvSpPr/>
          <p:nvPr/>
        </p:nvSpPr>
        <p:spPr bwMode="auto">
          <a:xfrm>
            <a:off x="4831178" y="1988840"/>
            <a:ext cx="2642102" cy="320081"/>
          </a:xfrm>
          <a:prstGeom prst="flowChartAlternateProcess">
            <a:avLst/>
          </a:prstGeom>
          <a:solidFill>
            <a:schemeClr val="bg1"/>
          </a:solidFill>
          <a:ln w="9525" cap="flat" cmpd="sng" algn="ctr">
            <a:solidFill>
              <a:schemeClr val="tx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indent="-342900" defTabSz="854075"/>
            <a:r>
              <a:rPr kumimoji="1" lang="en-US" altLang="ko-KR" sz="1100" b="0" i="0" u="none" strike="noStrike" cap="none" normalizeH="0" baseline="0" dirty="0" err="1" smtClean="0">
                <a:ln>
                  <a:noFill/>
                </a:ln>
                <a:solidFill>
                  <a:schemeClr val="tx1"/>
                </a:solidFill>
                <a:effectLst/>
                <a:latin typeface="Times New Roman" panose="02020603050405020304" pitchFamily="18" charset="0"/>
                <a:cs typeface="Times New Roman" panose="02020603050405020304" pitchFamily="18" charset="0"/>
              </a:rPr>
              <a:t>Sự</a:t>
            </a:r>
            <a:r>
              <a:rPr kumimoji="1" lang="en-US" altLang="ko-KR" sz="1100" b="0" i="0" u="none" strike="noStrike" cap="none" normalizeH="0" dirty="0" smtClean="0">
                <a:ln>
                  <a:noFill/>
                </a:ln>
                <a:solidFill>
                  <a:schemeClr val="tx1"/>
                </a:solidFill>
                <a:effectLst/>
                <a:latin typeface="Times New Roman" panose="02020603050405020304" pitchFamily="18" charset="0"/>
                <a:cs typeface="Times New Roman" panose="02020603050405020304" pitchFamily="18" charset="0"/>
              </a:rPr>
              <a:t> </a:t>
            </a:r>
            <a:r>
              <a:rPr lang="en-US" altLang="ko-KR" sz="1100" dirty="0" err="1">
                <a:latin typeface="Times New Roman" panose="02020603050405020304" pitchFamily="18" charset="0"/>
                <a:cs typeface="Times New Roman" panose="02020603050405020304" pitchFamily="18" charset="0"/>
              </a:rPr>
              <a:t>Machatronice</a:t>
            </a:r>
            <a:r>
              <a:rPr lang="en-US" altLang="ko-KR" sz="1100" dirty="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hóa</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của</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thiết</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bị</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máy</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móc</a:t>
            </a:r>
            <a:endParaRPr kumimoji="1" lang="ko-KR" altLang="en-US" sz="1100" b="0"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5" name="순서도: 대체 처리 14"/>
          <p:cNvSpPr/>
          <p:nvPr/>
        </p:nvSpPr>
        <p:spPr bwMode="auto">
          <a:xfrm>
            <a:off x="4831178" y="3501008"/>
            <a:ext cx="2642102" cy="320081"/>
          </a:xfrm>
          <a:prstGeom prst="flowChartAlternateProcess">
            <a:avLst/>
          </a:prstGeom>
          <a:solidFill>
            <a:schemeClr val="bg1"/>
          </a:solidFill>
          <a:ln w="9525" cap="flat" cmpd="sng" algn="ctr">
            <a:solidFill>
              <a:schemeClr val="tx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indent="-342900" defTabSz="854075"/>
            <a:r>
              <a:rPr lang="en-US" altLang="ko-KR" sz="1100" dirty="0" err="1" smtClean="0">
                <a:latin typeface="Times New Roman" panose="02020603050405020304" pitchFamily="18" charset="0"/>
                <a:cs typeface="Times New Roman" panose="02020603050405020304" pitchFamily="18" charset="0"/>
              </a:rPr>
              <a:t>Sử</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dụng</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sản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phẩm</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có</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độ</a:t>
            </a:r>
            <a:r>
              <a:rPr lang="en-US" altLang="ko-KR" sz="1100" dirty="0" smtClean="0">
                <a:latin typeface="Times New Roman" panose="02020603050405020304" pitchFamily="18" charset="0"/>
                <a:cs typeface="Times New Roman" panose="02020603050405020304" pitchFamily="18" charset="0"/>
              </a:rPr>
              <a:t> tin </a:t>
            </a:r>
            <a:r>
              <a:rPr lang="en-US" altLang="ko-KR" sz="1100" dirty="0" err="1" smtClean="0">
                <a:latin typeface="Times New Roman" panose="02020603050405020304" pitchFamily="18" charset="0"/>
                <a:cs typeface="Times New Roman" panose="02020603050405020304" pitchFamily="18" charset="0"/>
              </a:rPr>
              <a:t>cậy</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cao</a:t>
            </a:r>
            <a:endParaRPr kumimoji="1" lang="ko-KR" altLang="en-US" sz="1100" b="0"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6" name="순서도: 대체 처리 15"/>
          <p:cNvSpPr/>
          <p:nvPr/>
        </p:nvSpPr>
        <p:spPr bwMode="auto">
          <a:xfrm>
            <a:off x="7631856" y="3504963"/>
            <a:ext cx="2151856" cy="320081"/>
          </a:xfrm>
          <a:prstGeom prst="flowChartAlternateProcess">
            <a:avLst/>
          </a:prstGeom>
          <a:solidFill>
            <a:schemeClr val="bg1"/>
          </a:solidFill>
          <a:ln w="9525" cap="flat" cmpd="sng" algn="ctr">
            <a:solidFill>
              <a:schemeClr val="tx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indent="-342900" algn="ctr" defTabSz="854075"/>
            <a:r>
              <a:rPr lang="en-US" altLang="ko-KR" sz="1100" dirty="0" smtClean="0">
                <a:latin typeface="Times New Roman" panose="02020603050405020304" pitchFamily="18" charset="0"/>
                <a:cs typeface="Times New Roman" panose="02020603050405020304" pitchFamily="18" charset="0"/>
              </a:rPr>
              <a:t>Level up </a:t>
            </a:r>
            <a:r>
              <a:rPr lang="en-US" altLang="ko-KR" sz="1100" dirty="0" err="1" smtClean="0">
                <a:latin typeface="Times New Roman" panose="02020603050405020304" pitchFamily="18" charset="0"/>
                <a:cs typeface="Times New Roman" panose="02020603050405020304" pitchFamily="18" charset="0"/>
              </a:rPr>
              <a:t>kỹ</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thuật</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duy</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trì</a:t>
            </a:r>
            <a:endParaRPr kumimoji="1" lang="ko-KR" altLang="en-US" sz="1100" b="0"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7" name="순서도: 대체 처리 16"/>
          <p:cNvSpPr/>
          <p:nvPr/>
        </p:nvSpPr>
        <p:spPr bwMode="auto">
          <a:xfrm>
            <a:off x="7631856" y="2028869"/>
            <a:ext cx="2151856" cy="544823"/>
          </a:xfrm>
          <a:prstGeom prst="flowChartAlternateProcess">
            <a:avLst/>
          </a:prstGeom>
          <a:solidFill>
            <a:schemeClr val="bg1"/>
          </a:solidFill>
          <a:ln w="9525" cap="flat" cmpd="sng" algn="ctr">
            <a:solidFill>
              <a:schemeClr val="tx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indent="-342900" algn="ctr" defTabSz="854075"/>
            <a:r>
              <a:rPr lang="en-US" altLang="ko-KR" sz="1100" dirty="0" err="1" smtClean="0">
                <a:latin typeface="Times New Roman" panose="02020603050405020304" pitchFamily="18" charset="0"/>
                <a:cs typeface="Times New Roman" panose="02020603050405020304" pitchFamily="18" charset="0"/>
              </a:rPr>
              <a:t>Sự</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phức</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tạp</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hóa</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cao</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độ</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hóa</a:t>
            </a:r>
            <a:endParaRPr lang="en-US" altLang="ko-KR" sz="1100" dirty="0" smtClean="0">
              <a:latin typeface="Times New Roman" panose="02020603050405020304" pitchFamily="18" charset="0"/>
              <a:cs typeface="Times New Roman" panose="02020603050405020304" pitchFamily="18" charset="0"/>
            </a:endParaRPr>
          </a:p>
          <a:p>
            <a:pPr marL="342900" indent="-342900" algn="ctr" defTabSz="854075"/>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của</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hệ</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thống</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sản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xuất</a:t>
            </a:r>
            <a:endParaRPr kumimoji="1" lang="ko-KR" altLang="en-US" sz="1100" b="0"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536852355"/>
      </p:ext>
    </p:extLst>
  </p:cSld>
  <p:clrMapOvr>
    <a:masterClrMapping/>
  </p:clrMapOvr>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6"/>
          <p:cNvSpPr>
            <a:spLocks noChangeArrowheads="1"/>
          </p:cNvSpPr>
          <p:nvPr/>
        </p:nvSpPr>
        <p:spPr bwMode="auto">
          <a:xfrm>
            <a:off x="293688" y="758825"/>
            <a:ext cx="6708775" cy="794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10000"/>
              </a:spcBef>
              <a:buFontTx/>
              <a:buNone/>
            </a:pPr>
            <a:r>
              <a:rPr lang="en-US" altLang="ko-KR" sz="1200" b="1" dirty="0">
                <a:latin typeface="Times New Roman" panose="02020603050405020304" pitchFamily="18" charset="0"/>
                <a:cs typeface="Times New Roman" panose="02020603050405020304" pitchFamily="18" charset="0"/>
              </a:rPr>
              <a:t>		2) </a:t>
            </a:r>
            <a:r>
              <a:rPr lang="en-US" altLang="ko-KR" sz="1200" b="1" dirty="0" err="1" smtClean="0">
                <a:latin typeface="Times New Roman" panose="02020603050405020304" pitchFamily="18" charset="0"/>
                <a:cs typeface="Times New Roman" panose="02020603050405020304" pitchFamily="18" charset="0"/>
              </a:rPr>
              <a:t>Hệ</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thống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duy</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trì</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sản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xuất</a:t>
            </a:r>
            <a:endParaRPr lang="ko-KR" altLang="en-US" sz="1200" b="1" dirty="0">
              <a:latin typeface="Times New Roman" panose="02020603050405020304" pitchFamily="18" charset="0"/>
              <a:cs typeface="Times New Roman" panose="02020603050405020304" pitchFamily="18" charset="0"/>
            </a:endParaRPr>
          </a:p>
          <a:p>
            <a:pPr eaLnBrk="1" hangingPunct="1">
              <a:spcBef>
                <a:spcPct val="10000"/>
              </a:spcBef>
              <a:buFontTx/>
              <a:buNone/>
            </a:pPr>
            <a:endParaRPr lang="ko-KR" altLang="en-US" sz="1200" b="1" dirty="0">
              <a:latin typeface="Times New Roman" panose="02020603050405020304" pitchFamily="18" charset="0"/>
              <a:cs typeface="Times New Roman" panose="02020603050405020304" pitchFamily="18" charset="0"/>
            </a:endParaRPr>
          </a:p>
          <a:p>
            <a:pPr eaLnBrk="1" hangingPunct="1">
              <a:spcBef>
                <a:spcPct val="1000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dựng</a:t>
            </a:r>
            <a:r>
              <a:rPr lang="en-US" altLang="ko-KR" sz="1200" dirty="0" smtClean="0">
                <a:latin typeface="Times New Roman" panose="02020603050405020304" pitchFamily="18" charset="0"/>
                <a:cs typeface="Times New Roman" panose="02020603050405020304" pitchFamily="18" charset="0"/>
              </a:rPr>
              <a:t> System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cậy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a:t>
            </a:r>
            <a:endParaRPr lang="ko-KR" altLang="ko-KR" sz="1200" dirty="0">
              <a:latin typeface="Times New Roman" panose="02020603050405020304" pitchFamily="18" charset="0"/>
              <a:cs typeface="Times New Roman" panose="02020603050405020304" pitchFamily="18" charset="0"/>
            </a:endParaRPr>
          </a:p>
        </p:txBody>
      </p:sp>
      <p:sp>
        <p:nvSpPr>
          <p:cNvPr id="149507" name="Rectangle 7"/>
          <p:cNvSpPr>
            <a:spLocks noChangeArrowheads="1"/>
          </p:cNvSpPr>
          <p:nvPr/>
        </p:nvSpPr>
        <p:spPr bwMode="auto">
          <a:xfrm>
            <a:off x="639763" y="1654175"/>
            <a:ext cx="1325562" cy="215900"/>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10000"/>
              </a:spcBef>
              <a:buFontTx/>
              <a:buNone/>
            </a:pPr>
            <a:r>
              <a:rPr lang="en-US" altLang="ko-KR" sz="1000" dirty="0" err="1" smtClean="0">
                <a:latin typeface="Times New Roman" panose="02020603050405020304" pitchFamily="18" charset="0"/>
                <a:ea typeface="돋움" pitchFamily="50" charset="-127"/>
                <a:cs typeface="Times New Roman" panose="02020603050405020304" pitchFamily="18" charset="0"/>
              </a:rPr>
              <a:t>Duy</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trì</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sản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xuất</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149508" name="Rectangle 8"/>
          <p:cNvSpPr>
            <a:spLocks noChangeArrowheads="1"/>
          </p:cNvSpPr>
          <p:nvPr/>
        </p:nvSpPr>
        <p:spPr bwMode="auto">
          <a:xfrm>
            <a:off x="1520825" y="2085975"/>
            <a:ext cx="1325563" cy="215900"/>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10000"/>
              </a:spcBef>
              <a:buFontTx/>
              <a:buNone/>
            </a:pPr>
            <a:r>
              <a:rPr lang="en-US" altLang="ko-KR" sz="1000" dirty="0" err="1" smtClean="0">
                <a:latin typeface="Times New Roman" panose="02020603050405020304" pitchFamily="18" charset="0"/>
                <a:ea typeface="돋움" pitchFamily="50" charset="-127"/>
                <a:cs typeface="Times New Roman" panose="02020603050405020304" pitchFamily="18" charset="0"/>
              </a:rPr>
              <a:t>Thiết</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lập</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đối</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sách</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duy</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trì</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149509" name="Rectangle 9"/>
          <p:cNvSpPr>
            <a:spLocks noChangeArrowheads="1"/>
          </p:cNvSpPr>
          <p:nvPr/>
        </p:nvSpPr>
        <p:spPr bwMode="auto">
          <a:xfrm>
            <a:off x="1520825" y="2590800"/>
            <a:ext cx="1325563" cy="215900"/>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10000"/>
              </a:spcBef>
              <a:buFontTx/>
              <a:buNone/>
            </a:pPr>
            <a:r>
              <a:rPr lang="en-US" altLang="ko-KR" sz="1000" dirty="0" err="1" smtClean="0">
                <a:latin typeface="Times New Roman" panose="02020603050405020304" pitchFamily="18" charset="0"/>
                <a:ea typeface="돋움" pitchFamily="50" charset="-127"/>
                <a:cs typeface="Times New Roman" panose="02020603050405020304" pitchFamily="18" charset="0"/>
              </a:rPr>
              <a:t>Duy</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trì</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dự</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phòng</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149510" name="Rectangle 10"/>
          <p:cNvSpPr>
            <a:spLocks noChangeArrowheads="1"/>
          </p:cNvSpPr>
          <p:nvPr/>
        </p:nvSpPr>
        <p:spPr bwMode="auto">
          <a:xfrm>
            <a:off x="2379662" y="3382963"/>
            <a:ext cx="1709242" cy="215900"/>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10000"/>
              </a:spcBef>
              <a:buFontTx/>
              <a:buNone/>
            </a:pPr>
            <a:r>
              <a:rPr lang="en-US" altLang="ko-KR" sz="1000" dirty="0" err="1" smtClean="0">
                <a:latin typeface="Times New Roman" panose="02020603050405020304" pitchFamily="18" charset="0"/>
                <a:ea typeface="돋움" pitchFamily="50" charset="-127"/>
                <a:cs typeface="Times New Roman" panose="02020603050405020304" pitchFamily="18" charset="0"/>
              </a:rPr>
              <a:t>Kiểm</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định</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sửa</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chữa</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thường</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nhật</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149511" name="Rectangle 11"/>
          <p:cNvSpPr>
            <a:spLocks noChangeArrowheads="1"/>
          </p:cNvSpPr>
          <p:nvPr/>
        </p:nvSpPr>
        <p:spPr bwMode="auto">
          <a:xfrm>
            <a:off x="2379663" y="4030663"/>
            <a:ext cx="1325562" cy="215900"/>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10000"/>
              </a:spcBef>
              <a:buFontTx/>
              <a:buNone/>
            </a:pPr>
            <a:r>
              <a:rPr lang="en-US" altLang="ko-KR" sz="1000" dirty="0" err="1" smtClean="0">
                <a:latin typeface="Times New Roman" panose="02020603050405020304" pitchFamily="18" charset="0"/>
                <a:ea typeface="돋움" pitchFamily="50" charset="-127"/>
                <a:cs typeface="Times New Roman" panose="02020603050405020304" pitchFamily="18" charset="0"/>
              </a:rPr>
              <a:t>Kiểm</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định</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duy</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trì</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định</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kỳ</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149512" name="Rectangle 12"/>
          <p:cNvSpPr>
            <a:spLocks noChangeArrowheads="1"/>
          </p:cNvSpPr>
          <p:nvPr/>
        </p:nvSpPr>
        <p:spPr bwMode="auto">
          <a:xfrm>
            <a:off x="2379663" y="4633913"/>
            <a:ext cx="1325562" cy="215900"/>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10000"/>
              </a:spcBef>
              <a:buFontTx/>
              <a:buNone/>
            </a:pPr>
            <a:r>
              <a:rPr lang="en-US" altLang="ko-KR" sz="1000" dirty="0" err="1" smtClean="0">
                <a:latin typeface="Times New Roman" panose="02020603050405020304" pitchFamily="18" charset="0"/>
                <a:ea typeface="돋움" pitchFamily="50" charset="-127"/>
                <a:cs typeface="Times New Roman" panose="02020603050405020304" pitchFamily="18" charset="0"/>
              </a:rPr>
              <a:t>Duy</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trì</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theo</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dõi</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trạng</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thái</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149513" name="Rectangle 13"/>
          <p:cNvSpPr>
            <a:spLocks noChangeArrowheads="1"/>
          </p:cNvSpPr>
          <p:nvPr/>
        </p:nvSpPr>
        <p:spPr bwMode="auto">
          <a:xfrm>
            <a:off x="1520825" y="5326063"/>
            <a:ext cx="1325563" cy="215900"/>
          </a:xfrm>
          <a:prstGeom prst="rect">
            <a:avLst/>
          </a:prstGeom>
          <a:solidFill>
            <a:srgbClr val="EAEAEA"/>
          </a:solidFill>
          <a:ln w="9525" algn="ctr">
            <a:solidFill>
              <a:schemeClr val="tx1"/>
            </a:solidFill>
            <a:miter lim="800000"/>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1000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Trouble Shooting</a:t>
            </a:r>
          </a:p>
        </p:txBody>
      </p:sp>
      <p:sp>
        <p:nvSpPr>
          <p:cNvPr id="149514" name="Rectangle 14"/>
          <p:cNvSpPr>
            <a:spLocks noChangeArrowheads="1"/>
          </p:cNvSpPr>
          <p:nvPr/>
        </p:nvSpPr>
        <p:spPr bwMode="auto">
          <a:xfrm>
            <a:off x="1520825" y="5975350"/>
            <a:ext cx="1325563" cy="215900"/>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10000"/>
              </a:spcBef>
              <a:buFontTx/>
              <a:buNone/>
            </a:pPr>
            <a:r>
              <a:rPr lang="en-US" altLang="ko-KR" sz="1000" dirty="0" err="1" smtClean="0">
                <a:latin typeface="Times New Roman" panose="02020603050405020304" pitchFamily="18" charset="0"/>
                <a:ea typeface="돋움" pitchFamily="50" charset="-127"/>
                <a:cs typeface="Times New Roman" panose="02020603050405020304" pitchFamily="18" charset="0"/>
              </a:rPr>
              <a:t>Duy</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trì</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cải</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tiến</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149515" name="Rectangle 15"/>
          <p:cNvSpPr>
            <a:spLocks noChangeArrowheads="1"/>
          </p:cNvSpPr>
          <p:nvPr/>
        </p:nvSpPr>
        <p:spPr bwMode="auto">
          <a:xfrm>
            <a:off x="4106601" y="2057400"/>
            <a:ext cx="5412059"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10000"/>
              </a:spcBef>
              <a:buFontTx/>
              <a:buNone/>
            </a:pP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trọng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a:t>
            </a:r>
            <a:r>
              <a:rPr lang="en-US" altLang="ko-KR" sz="1200" dirty="0" err="1" smtClean="0">
                <a:latin typeface="Times New Roman" panose="02020603050405020304" pitchFamily="18" charset="0"/>
                <a:cs typeface="Times New Roman" panose="02020603050405020304" pitchFamily="18" charset="0"/>
              </a:rPr>
              <a:t>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49516" name="Rectangle 16"/>
          <p:cNvSpPr>
            <a:spLocks noChangeArrowheads="1"/>
          </p:cNvSpPr>
          <p:nvPr/>
        </p:nvSpPr>
        <p:spPr bwMode="auto">
          <a:xfrm>
            <a:off x="4106601" y="2475210"/>
            <a:ext cx="5299075"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10000"/>
              </a:spcBef>
              <a:buFontTx/>
              <a:buNone/>
            </a:pPr>
            <a:r>
              <a:rPr lang="en-US" altLang="ko-KR" sz="1200" dirty="0" err="1" smtClean="0">
                <a:latin typeface="Times New Roman" panose="02020603050405020304" pitchFamily="18" charset="0"/>
                <a:cs typeface="Times New Roman" panose="02020603050405020304" pitchFamily="18" charset="0"/>
              </a:rPr>
              <a:t>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nhằm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tránh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hóc</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thiệt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tế</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tổn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vừa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lợi.Việc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sớm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nhằm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tránh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học</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149517" name="Rectangle 17"/>
          <p:cNvSpPr>
            <a:spLocks noChangeArrowheads="1"/>
          </p:cNvSpPr>
          <p:nvPr/>
        </p:nvSpPr>
        <p:spPr bwMode="auto">
          <a:xfrm>
            <a:off x="4106601" y="3309938"/>
            <a:ext cx="536575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10000"/>
              </a:spcBef>
              <a:buFontTx/>
              <a:buNone/>
            </a:pP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nhằm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sớm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giảm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149518" name="Rectangle 18"/>
          <p:cNvSpPr>
            <a:spLocks noChangeArrowheads="1"/>
          </p:cNvSpPr>
          <p:nvPr/>
        </p:nvSpPr>
        <p:spPr bwMode="auto">
          <a:xfrm>
            <a:off x="4106601" y="3952875"/>
            <a:ext cx="537845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buNone/>
            </a:pPr>
            <a:r>
              <a:rPr lang="vi-VN" altLang="ko-KR" sz="1200" dirty="0">
                <a:latin typeface="Times New Roman" panose="02020603050405020304" pitchFamily="18" charset="0"/>
                <a:cs typeface="Times New Roman" panose="02020603050405020304" pitchFamily="18" charset="0"/>
              </a:rPr>
              <a:t>Kiểm định định kỳ</a:t>
            </a:r>
            <a:r>
              <a:rPr lang="ko-KR" altLang="en-US"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giúp</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phát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sớm</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tình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nguy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hiểm</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có</a:t>
            </a:r>
            <a:r>
              <a:rPr lang="ko-KR" altLang="en-US"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thể</a:t>
            </a:r>
            <a:r>
              <a:rPr lang="ko-KR" altLang="en-US"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xảy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gây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dừng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hỏng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hệ</a:t>
            </a:r>
            <a:r>
              <a:rPr lang="ko-KR" altLang="en-US" sz="1200" dirty="0">
                <a:latin typeface="Times New Roman" panose="02020603050405020304" pitchFamily="18" charset="0"/>
                <a:cs typeface="Times New Roman" panose="02020603050405020304" pitchFamily="18" charset="0"/>
              </a:rPr>
              <a:t> </a:t>
            </a:r>
            <a:r>
              <a:rPr lang="vi-VN" altLang="ko-KR" sz="1200" dirty="0">
                <a:latin typeface="Times New Roman" panose="02020603050405020304" pitchFamily="18" charset="0"/>
                <a:cs typeface="Times New Roman" panose="02020603050405020304" pitchFamily="18" charset="0"/>
              </a:rPr>
              <a:t>thống sản xuất hay giảm tính năng do nguyên nhân độc hại.</a:t>
            </a:r>
            <a:endParaRPr lang="ko-KR" altLang="en-US" sz="1200" dirty="0">
              <a:latin typeface="Times New Roman" panose="02020603050405020304" pitchFamily="18" charset="0"/>
              <a:cs typeface="Times New Roman" panose="02020603050405020304" pitchFamily="18" charset="0"/>
            </a:endParaRPr>
          </a:p>
        </p:txBody>
      </p:sp>
      <p:sp>
        <p:nvSpPr>
          <p:cNvPr id="149519" name="Rectangle 19"/>
          <p:cNvSpPr>
            <a:spLocks noChangeArrowheads="1"/>
          </p:cNvSpPr>
          <p:nvPr/>
        </p:nvSpPr>
        <p:spPr bwMode="auto">
          <a:xfrm>
            <a:off x="4106601" y="4606925"/>
            <a:ext cx="459740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10000"/>
              </a:spcBef>
              <a:buFontTx/>
              <a:buNone/>
            </a:pPr>
            <a:r>
              <a:rPr lang="en-US" altLang="ko-KR" sz="1200" dirty="0" smtClean="0">
                <a:latin typeface="Times New Roman" panose="02020603050405020304" pitchFamily="18" charset="0"/>
                <a:cs typeface="Times New Roman" panose="02020603050405020304" pitchFamily="18" charset="0"/>
              </a:rPr>
              <a:t>Theo </a:t>
            </a:r>
            <a:r>
              <a:rPr lang="en-US" altLang="ko-KR" sz="1200" dirty="0" err="1" smtClean="0">
                <a:latin typeface="Times New Roman" panose="02020603050405020304" pitchFamily="18" charset="0"/>
                <a:cs typeface="Times New Roman" panose="02020603050405020304" pitchFamily="18" charset="0"/>
              </a:rPr>
              <a:t>dõi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sớm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hạ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sp>
        <p:nvSpPr>
          <p:cNvPr id="149520" name="Rectangle 20"/>
          <p:cNvSpPr>
            <a:spLocks noChangeArrowheads="1"/>
          </p:cNvSpPr>
          <p:nvPr/>
        </p:nvSpPr>
        <p:spPr bwMode="auto">
          <a:xfrm>
            <a:off x="4106601" y="5299075"/>
            <a:ext cx="5922963"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10000"/>
              </a:spcBef>
              <a:buFontTx/>
              <a:buNone/>
            </a:pPr>
            <a:r>
              <a:rPr lang="en-US" altLang="ko-KR" sz="1200" b="1" dirty="0" smtClean="0">
                <a:latin typeface="Times New Roman" panose="02020603050405020304" pitchFamily="18" charset="0"/>
                <a:cs typeface="Times New Roman" panose="02020603050405020304" pitchFamily="18" charset="0"/>
              </a:rPr>
              <a:t>Trouble </a:t>
            </a:r>
            <a:r>
              <a:rPr lang="en-US" altLang="ko-KR" sz="1200" b="1" dirty="0">
                <a:latin typeface="Times New Roman" panose="02020603050405020304" pitchFamily="18" charset="0"/>
                <a:cs typeface="Times New Roman" panose="02020603050405020304" pitchFamily="18" charset="0"/>
              </a:rPr>
              <a:t>Shooting</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và</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tiến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hành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xử</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lý</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phát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sinh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sự</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cố</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bất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ngờ</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và</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phát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sinh</a:t>
            </a:r>
            <a:r>
              <a:rPr lang="en-US" altLang="ko-KR" sz="1200" b="1" dirty="0" smtClean="0">
                <a:latin typeface="Times New Roman" panose="02020603050405020304" pitchFamily="18" charset="0"/>
                <a:cs typeface="Times New Roman" panose="02020603050405020304" pitchFamily="18" charset="0"/>
              </a:rPr>
              <a:t> Down </a:t>
            </a:r>
            <a:r>
              <a:rPr lang="en-US" altLang="ko-KR" sz="1200" b="1" dirty="0" err="1" smtClean="0">
                <a:latin typeface="Times New Roman" panose="02020603050405020304" pitchFamily="18" charset="0"/>
                <a:cs typeface="Times New Roman" panose="02020603050405020304" pitchFamily="18" charset="0"/>
              </a:rPr>
              <a:t>thiết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bị</a:t>
            </a:r>
            <a:r>
              <a:rPr lang="en-US" altLang="ko-KR" sz="1200" b="1" dirty="0" smtClean="0">
                <a:latin typeface="Times New Roman" panose="02020603050405020304" pitchFamily="18" charset="0"/>
                <a:cs typeface="Times New Roman" panose="02020603050405020304" pitchFamily="18" charset="0"/>
              </a:rPr>
              <a:t>.</a:t>
            </a:r>
            <a:endParaRPr lang="en-US" altLang="ko-KR" sz="1200" b="1" dirty="0">
              <a:latin typeface="Times New Roman" panose="02020603050405020304" pitchFamily="18" charset="0"/>
              <a:cs typeface="Times New Roman" panose="02020603050405020304" pitchFamily="18" charset="0"/>
            </a:endParaRPr>
          </a:p>
        </p:txBody>
      </p:sp>
      <p:sp>
        <p:nvSpPr>
          <p:cNvPr id="149521" name="Rectangle 21"/>
          <p:cNvSpPr>
            <a:spLocks noChangeArrowheads="1"/>
          </p:cNvSpPr>
          <p:nvPr/>
        </p:nvSpPr>
        <p:spPr bwMode="auto">
          <a:xfrm>
            <a:off x="4106601" y="5946775"/>
            <a:ext cx="5846763"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10000"/>
              </a:spcBef>
              <a:buFontTx/>
              <a:buNone/>
            </a:pP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thuận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tiện</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thiệt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cxnSp>
        <p:nvCxnSpPr>
          <p:cNvPr id="149522" name="AutoShape 22"/>
          <p:cNvCxnSpPr>
            <a:cxnSpLocks noChangeShapeType="1"/>
            <a:stCxn id="149507" idx="2"/>
            <a:endCxn id="149508" idx="1"/>
          </p:cNvCxnSpPr>
          <p:nvPr/>
        </p:nvCxnSpPr>
        <p:spPr bwMode="auto">
          <a:xfrm rot="16200000" flipH="1">
            <a:off x="1250157" y="1923256"/>
            <a:ext cx="323850" cy="217487"/>
          </a:xfrm>
          <a:prstGeom prst="bentConnector2">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cxnSp>
        <p:nvCxnSpPr>
          <p:cNvPr id="149523" name="AutoShape 23"/>
          <p:cNvCxnSpPr>
            <a:cxnSpLocks noChangeShapeType="1"/>
            <a:stCxn id="149507" idx="2"/>
            <a:endCxn id="149509" idx="1"/>
          </p:cNvCxnSpPr>
          <p:nvPr/>
        </p:nvCxnSpPr>
        <p:spPr bwMode="auto">
          <a:xfrm rot="16200000" flipH="1">
            <a:off x="997744" y="2175669"/>
            <a:ext cx="828675" cy="217487"/>
          </a:xfrm>
          <a:prstGeom prst="bentConnector2">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cxnSp>
        <p:nvCxnSpPr>
          <p:cNvPr id="149524" name="AutoShape 24"/>
          <p:cNvCxnSpPr>
            <a:cxnSpLocks noChangeShapeType="1"/>
            <a:stCxn id="149507" idx="2"/>
            <a:endCxn id="149513" idx="1"/>
          </p:cNvCxnSpPr>
          <p:nvPr/>
        </p:nvCxnSpPr>
        <p:spPr bwMode="auto">
          <a:xfrm rot="16200000" flipH="1">
            <a:off x="-369887" y="3543300"/>
            <a:ext cx="3563938" cy="217487"/>
          </a:xfrm>
          <a:prstGeom prst="bentConnector2">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cxnSp>
        <p:nvCxnSpPr>
          <p:cNvPr id="149525" name="AutoShape 25"/>
          <p:cNvCxnSpPr>
            <a:cxnSpLocks noChangeShapeType="1"/>
            <a:stCxn id="149507" idx="2"/>
            <a:endCxn id="149514" idx="1"/>
          </p:cNvCxnSpPr>
          <p:nvPr/>
        </p:nvCxnSpPr>
        <p:spPr bwMode="auto">
          <a:xfrm rot="16200000" flipH="1">
            <a:off x="-694531" y="3867944"/>
            <a:ext cx="4213225" cy="217487"/>
          </a:xfrm>
          <a:prstGeom prst="bentConnector2">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cxnSp>
        <p:nvCxnSpPr>
          <p:cNvPr id="149526" name="AutoShape 26"/>
          <p:cNvCxnSpPr>
            <a:cxnSpLocks noChangeShapeType="1"/>
            <a:stCxn id="149509" idx="2"/>
            <a:endCxn id="149510" idx="1"/>
          </p:cNvCxnSpPr>
          <p:nvPr/>
        </p:nvCxnSpPr>
        <p:spPr bwMode="auto">
          <a:xfrm rot="16200000" flipH="1">
            <a:off x="1939528" y="3050778"/>
            <a:ext cx="684213" cy="196055"/>
          </a:xfrm>
          <a:prstGeom prst="bentConnector2">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cxnSp>
        <p:nvCxnSpPr>
          <p:cNvPr id="149527" name="AutoShape 27"/>
          <p:cNvCxnSpPr>
            <a:cxnSpLocks noChangeShapeType="1"/>
            <a:stCxn id="149509" idx="2"/>
            <a:endCxn id="149511" idx="1"/>
          </p:cNvCxnSpPr>
          <p:nvPr/>
        </p:nvCxnSpPr>
        <p:spPr bwMode="auto">
          <a:xfrm rot="16200000" flipH="1">
            <a:off x="1616075" y="3375025"/>
            <a:ext cx="1331913" cy="195263"/>
          </a:xfrm>
          <a:prstGeom prst="bentConnector2">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cxnSp>
        <p:nvCxnSpPr>
          <p:cNvPr id="149528" name="AutoShape 28"/>
          <p:cNvCxnSpPr>
            <a:cxnSpLocks noChangeShapeType="1"/>
            <a:stCxn id="149509" idx="2"/>
            <a:endCxn id="149512" idx="1"/>
          </p:cNvCxnSpPr>
          <p:nvPr/>
        </p:nvCxnSpPr>
        <p:spPr bwMode="auto">
          <a:xfrm rot="16200000" flipH="1">
            <a:off x="1314450" y="3676650"/>
            <a:ext cx="1935163" cy="195263"/>
          </a:xfrm>
          <a:prstGeom prst="bentConnector2">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sp>
        <p:nvSpPr>
          <p:cNvPr id="27" name="Text Box 8"/>
          <p:cNvSpPr txBox="1">
            <a:spLocks noChangeArrowheads="1"/>
          </p:cNvSpPr>
          <p:nvPr/>
        </p:nvSpPr>
        <p:spPr bwMode="auto">
          <a:xfrm>
            <a:off x="7761312"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600" b="1" dirty="0" smtClean="0">
                <a:latin typeface="Times New Roman" panose="02020603050405020304" pitchFamily="18" charset="0"/>
                <a:cs typeface="Times New Roman" panose="02020603050405020304" pitchFamily="18" charset="0"/>
              </a:rPr>
              <a:t>2. 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28"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5</a:t>
            </a:r>
            <a:r>
              <a:rPr lang="en-US" altLang="ko-KR" sz="1800" b="1" dirty="0" smtClean="0">
                <a:latin typeface="Times New Roman" panose="02020603050405020304" pitchFamily="18" charset="0"/>
                <a:cs typeface="Times New Roman" panose="02020603050405020304" pitchFamily="18" charset="0"/>
              </a:rPr>
              <a:t>.</a:t>
            </a:r>
            <a:r>
              <a:rPr lang="ko-KR" altLang="en-US" sz="1800" b="1" dirty="0">
                <a:latin typeface="Times New Roman" panose="02020603050405020304" pitchFamily="18" charset="0"/>
                <a:cs typeface="Times New Roman" panose="02020603050405020304" pitchFamily="18" charset="0"/>
              </a:rPr>
              <a:t>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522169572"/>
      </p:ext>
    </p:extLst>
  </p:cSld>
  <p:clrMapOvr>
    <a:masterClrMapping/>
  </p:clrMapOvr>
  <p:transition/>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0297" name="Group 41"/>
          <p:cNvGraphicFramePr>
            <a:graphicFrameLocks noGrp="1"/>
          </p:cNvGraphicFramePr>
          <p:nvPr>
            <p:extLst>
              <p:ext uri="{D42A27DB-BD31-4B8C-83A1-F6EECF244321}">
                <p14:modId xmlns:p14="http://schemas.microsoft.com/office/powerpoint/2010/main" val="2854376795"/>
              </p:ext>
            </p:extLst>
          </p:nvPr>
        </p:nvGraphicFramePr>
        <p:xfrm>
          <a:off x="762000" y="2207072"/>
          <a:ext cx="8583613" cy="4379052"/>
        </p:xfrm>
        <a:graphic>
          <a:graphicData uri="http://schemas.openxmlformats.org/drawingml/2006/table">
            <a:tbl>
              <a:tblPr/>
              <a:tblGrid>
                <a:gridCol w="1656516"/>
                <a:gridCol w="1520624"/>
                <a:gridCol w="5406473"/>
              </a:tblGrid>
              <a:tr h="25491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Mục</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Nội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dung</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r>
              <a:tr h="1132859">
                <a:tc rowSpan="3">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Đào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tạo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Kiến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thức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về</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Kiến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thức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cơ</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về</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nguyên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lý</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chức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năng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tính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năng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Đặc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trưng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a:t>
                      </a:r>
                      <a:r>
                        <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khác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biệt</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về</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Relay,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máy</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tính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toán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Vị</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trí</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hành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Sequence,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chức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năng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hành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thu</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thập</a:t>
                      </a:r>
                      <a:r>
                        <a:rPr kumimoji="1" lang="ko-KR" altLang="en-US"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phân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loại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Data)</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Tình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trạng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áp</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tình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trạng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trên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phần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liên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quan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trạng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chủng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loại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áp</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chọn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lọc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chủng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loại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chức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năng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tính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năng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đặc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trưng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đang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marL="97521" marR="97521" marT="36005" marB="36005"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74401">
                <a:tc vMerge="1">
                  <a:txBody>
                    <a:bodyPr/>
                    <a:lstStyle/>
                    <a:p>
                      <a:pPr latinLnBrk="1"/>
                      <a:endParaRPr lang="ko-KR" altLang="en-US"/>
                    </a:p>
                  </a:txBody>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Kỹ</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thuật</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phạm</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vi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Kiến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thức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liên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quan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đến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hạng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mục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về</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khía</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cạnh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đặc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trưng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điểm</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cần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chú</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ý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bao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nhập</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Key Point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về</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marL="97521" marR="97521" marT="36005" marB="36005"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93887">
                <a:tc vMerge="1">
                  <a:txBody>
                    <a:bodyPr/>
                    <a:lstStyle/>
                    <a:p>
                      <a:pPr latinLnBrk="1"/>
                      <a:endParaRPr lang="ko-KR" altLang="en-US"/>
                    </a:p>
                  </a:txBody>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Training</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Chức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năng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về</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chức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năng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tự</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chẩn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đoán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chức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năng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RAS…)</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Chức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năng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về</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thiết</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bị</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lân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cận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(Trouble shooting…)</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Thực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hành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Trouble shooting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vận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hành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máy</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móc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lân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cận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thay</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thế</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Hardware…)</a:t>
                      </a:r>
                    </a:p>
                  </a:txBody>
                  <a:tcPr marL="97521" marR="97521" marT="36005" marB="36005"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91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Thời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điểm</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dự</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phòng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xác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định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rõ</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chủng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loại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đối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tượng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sau</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xảy</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ra</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sự</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cố</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quyết</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định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thời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điểm</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tiến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hành</a:t>
                      </a:r>
                      <a:endPar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r>
              <a:tr h="25491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Thiết</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bị</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Trang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bị</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sản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phẩm</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dự</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phòng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nguyên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vật</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liệu</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部材</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máy</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móc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計器</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thiết</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bị</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đạt</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r>
              <a:tr h="25491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Thứ</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tự</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Trang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bị</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Manual…,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xác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định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rõ</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ràng</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tiến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hành</a:t>
                      </a:r>
                      <a:r>
                        <a:rPr kumimoji="1" lang="ko-KR" altLang="en-US"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nội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dung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tiến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hành</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r>
              <a:tr h="25491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Nhân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sự</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cần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thiết</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Quyết</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định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phạm</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vi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phụ</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trách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bố</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trí</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đảm</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nhân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sự</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cần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thiết</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r>
              <a:tr h="25491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sát</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cải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thiện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cách</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thức</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vệ</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cải</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2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tiến</a:t>
                      </a:r>
                      <a:r>
                        <a:rPr kumimoji="1" lang="en-US" altLang="ko-KR"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endParaRPr kumimoji="1" lang="ko-KR" altLang="en-US" sz="12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36005" marB="36005"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a:noFill/>
                    </a:lnTlToBr>
                    <a:lnBlToTr>
                      <a:noFill/>
                    </a:lnBlToTr>
                    <a:noFill/>
                  </a:tcPr>
                </a:tc>
                <a:tc hMerge="1">
                  <a:txBody>
                    <a:bodyPr/>
                    <a:lstStyle/>
                    <a:p>
                      <a:pPr latinLnBrk="1"/>
                      <a:endParaRPr lang="ko-KR" altLang="en-US"/>
                    </a:p>
                  </a:txBody>
                  <a:tcPr/>
                </a:tc>
              </a:tr>
            </a:tbl>
          </a:graphicData>
        </a:graphic>
      </p:graphicFrame>
      <p:sp>
        <p:nvSpPr>
          <p:cNvPr id="150564" name="Rectangle 192"/>
          <p:cNvSpPr>
            <a:spLocks noChangeArrowheads="1"/>
          </p:cNvSpPr>
          <p:nvPr/>
        </p:nvSpPr>
        <p:spPr bwMode="auto">
          <a:xfrm>
            <a:off x="377825" y="715963"/>
            <a:ext cx="92075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26352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6352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6352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6352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6352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6352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6352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6352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6352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r>
              <a:rPr lang="en-US" altLang="ko-KR" sz="1200" b="1" dirty="0">
                <a:latin typeface="Times New Roman" panose="02020603050405020304" pitchFamily="18" charset="0"/>
                <a:cs typeface="Times New Roman" panose="02020603050405020304" pitchFamily="18" charset="0"/>
              </a:rPr>
              <a:t>	3) </a:t>
            </a:r>
            <a:r>
              <a:rPr lang="en-US" altLang="ko-KR" sz="1200" b="1" dirty="0" err="1" smtClean="0">
                <a:latin typeface="Times New Roman" panose="02020603050405020304" pitchFamily="18" charset="0"/>
                <a:cs typeface="Times New Roman" panose="02020603050405020304" pitchFamily="18" charset="0"/>
              </a:rPr>
              <a:t>Kế</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hoạch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bảo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vệ</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chữa</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kéo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trông</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ngóng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trưởng</a:t>
            </a:r>
            <a:r>
              <a:rPr lang="en-US" altLang="ko-KR" sz="1200" dirty="0" smtClean="0">
                <a:latin typeface="Times New Roman" panose="02020603050405020304" pitchFamily="18" charset="0"/>
                <a:cs typeface="Times New Roman" panose="02020603050405020304" pitchFamily="18" charset="0"/>
              </a:rPr>
              <a:t>. Theo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suất</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muốn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ngắn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p:txBody>
      </p:sp>
      <p:sp>
        <p:nvSpPr>
          <p:cNvPr id="150565" name="Rectangle 193"/>
          <p:cNvSpPr>
            <a:spLocks noChangeArrowheads="1"/>
          </p:cNvSpPr>
          <p:nvPr/>
        </p:nvSpPr>
        <p:spPr bwMode="auto">
          <a:xfrm>
            <a:off x="677863" y="1880828"/>
            <a:ext cx="247215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&lt; </a:t>
            </a:r>
            <a:r>
              <a:rPr lang="en-US" altLang="ko-KR" sz="1200" b="1" dirty="0" err="1" smtClean="0">
                <a:latin typeface="Times New Roman" panose="02020603050405020304" pitchFamily="18" charset="0"/>
                <a:cs typeface="Times New Roman" panose="02020603050405020304" pitchFamily="18" charset="0"/>
              </a:rPr>
              <a:t>Kế</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hoạch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bảo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vệ</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hệ</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thống</a:t>
            </a:r>
            <a:r>
              <a:rPr lang="en-US" altLang="ko-KR" sz="1200" b="1" dirty="0" smtClean="0">
                <a:latin typeface="Times New Roman" panose="02020603050405020304" pitchFamily="18" charset="0"/>
                <a:cs typeface="Times New Roman" panose="02020603050405020304" pitchFamily="18" charset="0"/>
              </a:rPr>
              <a:t> PLC</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&gt;</a:t>
            </a:r>
          </a:p>
        </p:txBody>
      </p:sp>
      <p:sp>
        <p:nvSpPr>
          <p:cNvPr id="7" name="Text Box 8"/>
          <p:cNvSpPr txBox="1">
            <a:spLocks noChangeArrowheads="1"/>
          </p:cNvSpPr>
          <p:nvPr/>
        </p:nvSpPr>
        <p:spPr bwMode="auto">
          <a:xfrm>
            <a:off x="7726366"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600" b="1" dirty="0" smtClean="0">
                <a:latin typeface="Times New Roman" panose="02020603050405020304" pitchFamily="18" charset="0"/>
                <a:cs typeface="Times New Roman" panose="02020603050405020304" pitchFamily="18" charset="0"/>
              </a:rPr>
              <a:t>2. 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8"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5</a:t>
            </a:r>
            <a:r>
              <a:rPr lang="en-US" altLang="ko-KR" sz="1800" b="1" dirty="0" smtClean="0">
                <a:latin typeface="Times New Roman" panose="02020603050405020304" pitchFamily="18" charset="0"/>
                <a:cs typeface="Times New Roman" panose="02020603050405020304" pitchFamily="18" charset="0"/>
              </a:rPr>
              <a:t>.</a:t>
            </a:r>
            <a:r>
              <a:rPr lang="ko-KR" altLang="en-US" sz="1800" b="1" dirty="0">
                <a:latin typeface="Times New Roman" panose="02020603050405020304" pitchFamily="18" charset="0"/>
                <a:cs typeface="Times New Roman" panose="02020603050405020304" pitchFamily="18" charset="0"/>
              </a:rPr>
              <a:t>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192106158"/>
      </p:ext>
    </p:extLst>
  </p:cSld>
  <p:clrMapOvr>
    <a:masterClrMapping/>
  </p:clrMapOvr>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2308" name="Group 4"/>
          <p:cNvGraphicFramePr>
            <a:graphicFrameLocks noGrp="1"/>
          </p:cNvGraphicFramePr>
          <p:nvPr>
            <p:extLst>
              <p:ext uri="{D42A27DB-BD31-4B8C-83A1-F6EECF244321}">
                <p14:modId xmlns:p14="http://schemas.microsoft.com/office/powerpoint/2010/main" val="652498136"/>
              </p:ext>
            </p:extLst>
          </p:nvPr>
        </p:nvGraphicFramePr>
        <p:xfrm>
          <a:off x="798513" y="1629222"/>
          <a:ext cx="8583612" cy="4811399"/>
        </p:xfrm>
        <a:graphic>
          <a:graphicData uri="http://schemas.openxmlformats.org/drawingml/2006/table">
            <a:tbl>
              <a:tblPr/>
              <a:tblGrid>
                <a:gridCol w="1456977"/>
                <a:gridCol w="1761446"/>
                <a:gridCol w="5365189"/>
              </a:tblGrid>
              <a:tr h="33800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Phân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loại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tài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liệu</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Tên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tài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liệu</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Nội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dung</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71265">
                <a:tc rowSpan="9">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Tài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liệu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có</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sẵn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System</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System</a:t>
                      </a:r>
                      <a:r>
                        <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ko-KR" altLang="en-US"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chỉnh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thông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số</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Là</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kỹ</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thuật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thực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hay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kỹ</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năng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chỉnh</a:t>
                      </a:r>
                      <a:r>
                        <a:rPr kumimoji="1" lang="ko-KR" altLang="en-US"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hệ</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thống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đối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tượng</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Thứ</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tự</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thực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hiện</a:t>
                      </a:r>
                      <a:r>
                        <a:rPr kumimoji="1" lang="ko-KR" altLang="en-US"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Timing,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thực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thứ</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tự</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chế</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tác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Interlocked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vv</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marL="97521" marR="97521" marT="17993" marB="17993"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8002">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Mức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độ</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kết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nối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Network</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Là</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nói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đến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kết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nối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Cable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tín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Module</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54145">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Sơ</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đồ</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mắc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dây</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Sơ</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đồ</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tiếp</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xúc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triển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khai</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Mạch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mạch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động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lực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mạch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khiển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mạch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chế</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tác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mạch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biểu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thị</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Sơ</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đồ</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tiếp</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xúc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gián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tiếp</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giữa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chi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tiết</a:t>
                      </a:r>
                      <a:r>
                        <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ko-KR" altLang="en-US"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hành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sơ</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đồ</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mắc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cable,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sơ</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đồ</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mắc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dây</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tiếp</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địa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marL="97521" marR="97521" marT="17993" marB="17993"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71265">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Sơ</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đồ</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bày</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trí</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kiện</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Sơ</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đồ</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bày</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trí</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khiển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sơ</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đồ</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bố</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trí</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dây</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tiên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mối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nối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phân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bố</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tiếp</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xúc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Pin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conecter</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tên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mã</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hóa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dây</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tiên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các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loại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chi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tiết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54145">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Danh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sách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Hardware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dụng</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List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đang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được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System</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(Module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cấu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thành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 System,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xung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quanh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phụ</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phẩm</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có</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trong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khiển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chi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tiết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vào</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Software Package..</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mã</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tên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thông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toàn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bộ</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marL="97521" marR="97521" marT="17993" marB="17993"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8002">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PLC Program</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Program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chỉnh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sơ</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đồ</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mạch</a:t>
                      </a:r>
                      <a:r>
                        <a:rPr kumimoji="1" lang="ko-KR" altLang="en-US"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list)</a:t>
                      </a:r>
                    </a:p>
                  </a:txBody>
                  <a:tcPr marL="97521" marR="97521" marT="17993" marB="17993"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71265">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List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phân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chia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vào</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vv</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Tín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vào</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ngoài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List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phân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bổ</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Device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bên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trong</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Tên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tín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tương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ứng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Device,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giải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thích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tín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giá</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trị</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cài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đặt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marL="97521" marR="97521" marT="17993" marB="17993"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71265">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Sách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hướng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dẫn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Program</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thông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marL="97521" marR="97521" marT="17993" marB="1799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Sách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giải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thích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cấu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tạo</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Prgram</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nội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dung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xử</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lý</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hay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giải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thích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chức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năng</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Giải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thích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nhằm</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giúp</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ta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hiểu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rõ</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hơn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về</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hoạt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động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những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phép</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toán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khó</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marL="97521" marR="97521" marT="17993" marB="17993"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71265">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Sách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hướng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dẫn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lý</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đối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tượng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hành</a:t>
                      </a:r>
                      <a:r>
                        <a:rPr kumimoji="1" lang="ko-KR" altLang="en-US"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sơ</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lược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dưỡng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kiểm</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định</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Xử</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lý</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chế</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tác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bảo</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dưỡng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đối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tượng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điều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hành</a:t>
                      </a:r>
                      <a:r>
                        <a:rPr kumimoji="1" lang="ko-KR" altLang="en-US"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dùng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cho</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kiểm</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định</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9588">
                <a:tc rowSpan="2">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Tài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liệu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thường</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Hardware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Cataloge</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Cấu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tạo</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Model,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công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ty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sản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xuất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vv..</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71265">
                <a:tc vMerge="1">
                  <a:txBody>
                    <a:bodyPr/>
                    <a:lstStyle/>
                    <a:p>
                      <a:pPr latinLnBrk="1"/>
                      <a:endParaRPr lang="ko-KR" altLang="en-US"/>
                    </a:p>
                  </a:txBody>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Tài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liệu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kỹ</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thuật</a:t>
                      </a:r>
                      <a:r>
                        <a:rPr kumimoji="1" lang="ko-KR" altLang="en-US"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ㆍ</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sách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hướng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dẫn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sử</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dụng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Hardware</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Dùng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cho</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Trouble Shooting Hardware, Software</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21" marR="97521" marT="17993" marB="17993"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51599" name="Rectangle 222"/>
          <p:cNvSpPr>
            <a:spLocks noChangeArrowheads="1"/>
          </p:cNvSpPr>
          <p:nvPr/>
        </p:nvSpPr>
        <p:spPr bwMode="auto">
          <a:xfrm>
            <a:off x="560388" y="746125"/>
            <a:ext cx="9012237" cy="516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27305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7305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7305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7305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7305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  4) </a:t>
            </a:r>
            <a:r>
              <a:rPr lang="en-US" altLang="ko-KR" sz="1200" b="1" dirty="0" err="1" smtClean="0">
                <a:latin typeface="Times New Roman" panose="02020603050405020304" pitchFamily="18" charset="0"/>
                <a:cs typeface="Times New Roman" panose="02020603050405020304" pitchFamily="18" charset="0"/>
              </a:rPr>
              <a:t>Quản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lý</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liệu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dùng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việc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duy</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trì</a:t>
            </a:r>
            <a:endParaRPr lang="en-US" altLang="ko-KR" sz="1200" b="1" dirty="0" smtClean="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muốn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ngắn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51600" name="Rectangle 223"/>
          <p:cNvSpPr>
            <a:spLocks noChangeArrowheads="1"/>
          </p:cNvSpPr>
          <p:nvPr/>
        </p:nvSpPr>
        <p:spPr bwMode="auto">
          <a:xfrm>
            <a:off x="663575" y="1304764"/>
            <a:ext cx="3405099"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&lt; </a:t>
            </a:r>
            <a:r>
              <a:rPr lang="en-US" altLang="ko-KR" sz="1200" b="1" dirty="0" err="1" smtClean="0">
                <a:latin typeface="Times New Roman" panose="02020603050405020304" pitchFamily="18" charset="0"/>
                <a:cs typeface="Times New Roman" panose="02020603050405020304" pitchFamily="18" charset="0"/>
              </a:rPr>
              <a:t>Các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liệu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dùng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việc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duy</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trì</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cần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quản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lý</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&gt;</a:t>
            </a:r>
          </a:p>
        </p:txBody>
      </p:sp>
      <p:sp>
        <p:nvSpPr>
          <p:cNvPr id="7" name="Text Box 8"/>
          <p:cNvSpPr txBox="1">
            <a:spLocks noChangeArrowheads="1"/>
          </p:cNvSpPr>
          <p:nvPr/>
        </p:nvSpPr>
        <p:spPr bwMode="auto">
          <a:xfrm>
            <a:off x="7761312"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600" b="1" dirty="0" smtClean="0">
                <a:latin typeface="Times New Roman" panose="02020603050405020304" pitchFamily="18" charset="0"/>
                <a:cs typeface="Times New Roman" panose="02020603050405020304" pitchFamily="18" charset="0"/>
              </a:rPr>
              <a:t>2. 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8"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5</a:t>
            </a:r>
            <a:r>
              <a:rPr lang="en-US" altLang="ko-KR" sz="1800" b="1" dirty="0" smtClean="0">
                <a:latin typeface="Times New Roman" panose="02020603050405020304" pitchFamily="18" charset="0"/>
                <a:cs typeface="Times New Roman" panose="02020603050405020304" pitchFamily="18" charset="0"/>
              </a:rPr>
              <a:t>.</a:t>
            </a:r>
            <a:r>
              <a:rPr lang="ko-KR" altLang="en-US" sz="1800" b="1" dirty="0">
                <a:latin typeface="Times New Roman" panose="02020603050405020304" pitchFamily="18" charset="0"/>
                <a:cs typeface="Times New Roman" panose="02020603050405020304" pitchFamily="18" charset="0"/>
              </a:rPr>
              <a:t>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994901715"/>
      </p:ext>
    </p:extLst>
  </p:cSld>
  <p:clrMapOvr>
    <a:masterClrMapping/>
  </p:clrMapOvr>
  <p:transition/>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7"/>
          <p:cNvSpPr>
            <a:spLocks noChangeArrowheads="1"/>
          </p:cNvSpPr>
          <p:nvPr/>
        </p:nvSpPr>
        <p:spPr bwMode="auto">
          <a:xfrm>
            <a:off x="541338" y="1227138"/>
            <a:ext cx="8893175"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27305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7305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7305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7305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7305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2-2-1 Trouble Shooting</a:t>
            </a:r>
          </a:p>
          <a:p>
            <a:pPr eaLnBrk="1" hangingPunct="1">
              <a:spcBef>
                <a:spcPct val="0"/>
              </a:spcBef>
              <a:buFontTx/>
              <a:buNone/>
            </a:pPr>
            <a:endParaRPr lang="en-US" altLang="ko-KR" sz="1200" b="1"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mòn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ít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ít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máy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nhỏ</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dẫn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Trouble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tục</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System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ngờ</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vệ</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Trouble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chia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4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nhanh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chóng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graphicFrame>
        <p:nvGraphicFramePr>
          <p:cNvPr id="1132549" name="Group 5"/>
          <p:cNvGraphicFramePr>
            <a:graphicFrameLocks noGrp="1"/>
          </p:cNvGraphicFramePr>
          <p:nvPr>
            <p:extLst>
              <p:ext uri="{D42A27DB-BD31-4B8C-83A1-F6EECF244321}">
                <p14:modId xmlns:p14="http://schemas.microsoft.com/office/powerpoint/2010/main" val="2771795988"/>
              </p:ext>
            </p:extLst>
          </p:nvPr>
        </p:nvGraphicFramePr>
        <p:xfrm>
          <a:off x="819150" y="3405188"/>
          <a:ext cx="8580438" cy="1679575"/>
        </p:xfrm>
        <a:graphic>
          <a:graphicData uri="http://schemas.openxmlformats.org/drawingml/2006/table">
            <a:tbl>
              <a:tblPr/>
              <a:tblGrid>
                <a:gridCol w="2230674"/>
                <a:gridCol w="6349764"/>
              </a:tblGrid>
              <a:tr h="25558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Phân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loại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Trouble</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5" marR="97505"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Nội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dung</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5" marR="97505"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558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Hỏng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Hardware</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5" marR="97505"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Linh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tử</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mạch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Module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bị</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hỏng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hay Pattern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bị</a:t>
                      </a:r>
                      <a:r>
                        <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đứt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vv</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p>
                  </a:txBody>
                  <a:tcPr marL="97505" marR="97505"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608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Hoạt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động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bất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thường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PLC System</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5" marR="97505"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Phát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sinh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lỗi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vào</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đầu</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lỗi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tính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toán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CPU do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nguyên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nhân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Noise, </a:t>
                      </a: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Surge,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áp</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giảm</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mạnh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nháy</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sóng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ngoại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mất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vv</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5" marR="97505"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608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Trouble do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sự</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cố</a:t>
                      </a:r>
                      <a:endPar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5" marR="97505"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Sự</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cố</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do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thao</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tác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sai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chínhPLC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hay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máy</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móc</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xung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quanh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sự</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cố</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chập</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dây</a:t>
                      </a:r>
                      <a:endPar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của</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tải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hay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nguồn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điện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ngắt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đường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tín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hiệu</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5" marR="97505"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622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Sequence Program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bất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thường</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5" marR="97505"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Bất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thường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do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lỗi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tính</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toán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với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nguyên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nhân</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sai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số</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Device hay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cài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đặt</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sai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Interlocked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vv</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5" marR="97505"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52599" name="Text Box 51"/>
          <p:cNvSpPr txBox="1">
            <a:spLocks noChangeArrowheads="1"/>
          </p:cNvSpPr>
          <p:nvPr/>
        </p:nvSpPr>
        <p:spPr bwMode="auto">
          <a:xfrm>
            <a:off x="704528" y="3032956"/>
            <a:ext cx="1610441"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&lt; </a:t>
            </a:r>
            <a:r>
              <a:rPr lang="en-US" altLang="ko-KR" sz="1200" b="1" dirty="0" err="1" smtClean="0">
                <a:latin typeface="Times New Roman" panose="02020603050405020304" pitchFamily="18" charset="0"/>
                <a:cs typeface="Times New Roman" panose="02020603050405020304" pitchFamily="18" charset="0"/>
              </a:rPr>
              <a:t>Phân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loại</a:t>
            </a:r>
            <a:r>
              <a:rPr lang="en-US" altLang="ko-KR" sz="1200" b="1" dirty="0" smtClean="0">
                <a:latin typeface="Times New Roman" panose="02020603050405020304" pitchFamily="18" charset="0"/>
                <a:cs typeface="Times New Roman" panose="02020603050405020304" pitchFamily="18" charset="0"/>
              </a:rPr>
              <a:t> Trouble</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&gt;</a:t>
            </a:r>
          </a:p>
        </p:txBody>
      </p:sp>
      <p:sp>
        <p:nvSpPr>
          <p:cNvPr id="152600" name="Rectangle 2"/>
          <p:cNvSpPr>
            <a:spLocks noChangeArrowheads="1"/>
          </p:cNvSpPr>
          <p:nvPr/>
        </p:nvSpPr>
        <p:spPr bwMode="auto">
          <a:xfrm>
            <a:off x="403225" y="728663"/>
            <a:ext cx="1833515" cy="3508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a:latin typeface="Times New Roman" panose="02020603050405020304" pitchFamily="18" charset="0"/>
                <a:cs typeface="Times New Roman" panose="02020603050405020304" pitchFamily="18" charset="0"/>
              </a:rPr>
              <a:t>2-2. Trouble Shooting</a:t>
            </a:r>
          </a:p>
        </p:txBody>
      </p:sp>
      <p:sp>
        <p:nvSpPr>
          <p:cNvPr id="8" name="Text Box 8"/>
          <p:cNvSpPr txBox="1">
            <a:spLocks noChangeArrowheads="1"/>
          </p:cNvSpPr>
          <p:nvPr/>
        </p:nvSpPr>
        <p:spPr bwMode="auto">
          <a:xfrm>
            <a:off x="7761312"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600" b="1" dirty="0" smtClean="0">
                <a:latin typeface="Times New Roman" panose="02020603050405020304" pitchFamily="18" charset="0"/>
                <a:cs typeface="Times New Roman" panose="02020603050405020304" pitchFamily="18" charset="0"/>
              </a:rPr>
              <a:t>2. 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9"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5</a:t>
            </a:r>
            <a:r>
              <a:rPr lang="en-US" altLang="ko-KR" sz="1800" b="1" dirty="0" smtClean="0">
                <a:latin typeface="Times New Roman" panose="02020603050405020304" pitchFamily="18" charset="0"/>
                <a:cs typeface="Times New Roman" panose="02020603050405020304" pitchFamily="18" charset="0"/>
              </a:rPr>
              <a:t>.</a:t>
            </a:r>
            <a:r>
              <a:rPr lang="ko-KR" altLang="en-US" sz="1800" b="1" dirty="0">
                <a:latin typeface="Times New Roman" panose="02020603050405020304" pitchFamily="18" charset="0"/>
                <a:cs typeface="Times New Roman" panose="02020603050405020304" pitchFamily="18" charset="0"/>
              </a:rPr>
              <a:t> </a:t>
            </a:r>
            <a:r>
              <a:rPr lang="en-US" altLang="ko-KR" sz="1800" b="1" err="1" smtClean="0">
                <a:latin typeface="Times New Roman" panose="02020603050405020304" pitchFamily="18" charset="0"/>
                <a:cs typeface="Times New Roman" panose="02020603050405020304" pitchFamily="18" charset="0"/>
              </a:rPr>
              <a:t>Các</a:t>
            </a:r>
            <a:r>
              <a:rPr lang="en-US" altLang="ko-KR" sz="1800" b="1" smtClean="0">
                <a:latin typeface="Times New Roman" panose="02020603050405020304" pitchFamily="18" charset="0"/>
                <a:cs typeface="Times New Roman" panose="02020603050405020304" pitchFamily="18" charset="0"/>
              </a:rPr>
              <a:t>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633574735"/>
      </p:ext>
    </p:extLst>
  </p:cSld>
  <p:clrMapOvr>
    <a:masterClrMapping/>
  </p:clrMapOvr>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65"/>
          <p:cNvSpPr>
            <a:spLocks noChangeArrowheads="1"/>
          </p:cNvSpPr>
          <p:nvPr/>
        </p:nvSpPr>
        <p:spPr bwMode="auto">
          <a:xfrm>
            <a:off x="631825" y="765175"/>
            <a:ext cx="8569647" cy="415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27305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7305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7305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7305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7305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b="1" dirty="0">
                <a:latin typeface="Times New Roman" panose="02020603050405020304" pitchFamily="18" charset="0"/>
                <a:cs typeface="Times New Roman" panose="02020603050405020304" pitchFamily="18" charset="0"/>
              </a:rPr>
              <a:t>1) </a:t>
            </a:r>
            <a:r>
              <a:rPr lang="en-US" altLang="ko-KR" sz="1200" b="1" dirty="0" err="1">
                <a:latin typeface="Times New Roman" panose="02020603050405020304" pitchFamily="18" charset="0"/>
                <a:cs typeface="Times New Roman" panose="02020603050405020304" pitchFamily="18" charset="0"/>
              </a:rPr>
              <a:t>H</a:t>
            </a:r>
            <a:r>
              <a:rPr lang="en-US" altLang="ko-KR" sz="1200" b="1" dirty="0" err="1" smtClean="0">
                <a:latin typeface="Times New Roman" panose="02020603050405020304" pitchFamily="18" charset="0"/>
                <a:cs typeface="Times New Roman" panose="02020603050405020304" pitchFamily="18" charset="0"/>
              </a:rPr>
              <a:t>ạng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mục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quan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trọng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có</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trong</a:t>
            </a:r>
            <a:r>
              <a:rPr lang="en-US" altLang="ko-KR" sz="1200" b="1" dirty="0" smtClean="0">
                <a:latin typeface="Times New Roman" panose="02020603050405020304" pitchFamily="18" charset="0"/>
                <a:cs typeface="Times New Roman" panose="02020603050405020304" pitchFamily="18" charset="0"/>
              </a:rPr>
              <a:t> Trouble Shooting</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ko-KR" altLang="en-US" sz="1200" b="1"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Dưới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trọng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Trouble Shooting:</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Hạng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trọng</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① 	</a:t>
            </a:r>
            <a:r>
              <a:rPr lang="en-US" altLang="ko-KR" sz="1200" dirty="0" smtClean="0">
                <a:latin typeface="Times New Roman" panose="02020603050405020304" pitchFamily="18" charset="0"/>
                <a:cs typeface="Times New Roman" panose="02020603050405020304" pitchFamily="18" charset="0"/>
              </a:rPr>
              <a:t>PLC hay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Module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Error Code,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biết</a:t>
            </a:r>
            <a:r>
              <a:rPr lang="en-US" altLang="ko-KR" sz="1200" dirty="0" smtClean="0">
                <a:latin typeface="Times New Roman" panose="02020603050405020304" pitchFamily="18" charset="0"/>
                <a:cs typeface="Times New Roman" panose="02020603050405020304" pitchFamily="18" charset="0"/>
              </a:rPr>
              <a:t> Error Code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tóm</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Error Code.</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②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Module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phẩm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chắc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chắn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a:latin typeface="Times New Roman" panose="02020603050405020304" pitchFamily="18" charset="0"/>
                <a:cs typeface="Times New Roman" panose="02020603050405020304" pitchFamily="18" charset="0"/>
              </a:rPr>
              <a:t>.</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Module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phẩm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suy</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③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GX Developer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PC.</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nhờ</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(Device, Buffer Memory , </a:t>
            </a:r>
            <a:r>
              <a:rPr lang="en-US" altLang="ko-KR" sz="1200" dirty="0" err="1" smtClean="0">
                <a:latin typeface="Times New Roman" panose="02020603050405020304" pitchFamily="18" charset="0"/>
                <a:cs typeface="Times New Roman" panose="02020603050405020304" pitchFamily="18" charset="0"/>
              </a:rPr>
              <a:t>cấu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System, Link Memory)</a:t>
            </a:r>
          </a:p>
          <a:p>
            <a:pPr eaLnBrk="1" hangingPunct="1">
              <a:lnSpc>
                <a:spcPct val="110000"/>
              </a:lnSpc>
              <a:spcBef>
                <a:spcPct val="0"/>
              </a:spcBef>
              <a:buFontTx/>
              <a:buNone/>
            </a:pP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④	</a:t>
            </a:r>
            <a:r>
              <a:rPr lang="en-US" altLang="ko-KR" sz="1200" dirty="0" err="1" smtClean="0">
                <a:latin typeface="Times New Roman" panose="02020603050405020304" pitchFamily="18" charset="0"/>
                <a:cs typeface="Times New Roman" panose="02020603050405020304" pitchFamily="18" charset="0"/>
              </a:rPr>
              <a:t>Tối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Down System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Down </a:t>
            </a:r>
            <a:r>
              <a:rPr lang="en-US" altLang="ko-KR" sz="1200" dirty="0" err="1" smtClean="0">
                <a:latin typeface="Times New Roman" panose="02020603050405020304" pitchFamily="18" charset="0"/>
                <a:cs typeface="Times New Roman" panose="02020603050405020304" pitchFamily="18" charset="0"/>
              </a:rPr>
              <a:t>càng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thiệt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⑤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trọng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chắc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chắn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an </a:t>
            </a:r>
            <a:r>
              <a:rPr lang="en-US" altLang="ko-KR" sz="1200" dirty="0" err="1" smtClean="0">
                <a:latin typeface="Times New Roman" panose="02020603050405020304" pitchFamily="18" charset="0"/>
                <a:cs typeface="Times New Roman" panose="02020603050405020304" pitchFamily="18" charset="0"/>
              </a:rPr>
              <a:t>toàn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5" name="Text Box 8"/>
          <p:cNvSpPr txBox="1">
            <a:spLocks noChangeArrowheads="1"/>
          </p:cNvSpPr>
          <p:nvPr/>
        </p:nvSpPr>
        <p:spPr bwMode="auto">
          <a:xfrm>
            <a:off x="7761312"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600" b="1" dirty="0" smtClean="0">
                <a:latin typeface="Times New Roman" panose="02020603050405020304" pitchFamily="18" charset="0"/>
                <a:cs typeface="Times New Roman" panose="02020603050405020304" pitchFamily="18" charset="0"/>
              </a:rPr>
              <a:t>2. 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6"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5</a:t>
            </a:r>
            <a:r>
              <a:rPr lang="en-US" altLang="ko-KR" sz="1800" b="1" dirty="0" smtClean="0">
                <a:latin typeface="Times New Roman" panose="02020603050405020304" pitchFamily="18" charset="0"/>
                <a:cs typeface="Times New Roman" panose="02020603050405020304" pitchFamily="18" charset="0"/>
              </a:rPr>
              <a:t>.</a:t>
            </a:r>
            <a:r>
              <a:rPr lang="ko-KR" altLang="en-US" sz="1800" b="1" dirty="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Các</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lệnh</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cơ</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71658565"/>
      </p:ext>
    </p:extLst>
  </p:cSld>
  <p:clrMapOvr>
    <a:masterClrMapping/>
  </p:clrMapOvr>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4"/>
          <p:cNvSpPr>
            <a:spLocks noChangeArrowheads="1"/>
          </p:cNvSpPr>
          <p:nvPr/>
        </p:nvSpPr>
        <p:spPr bwMode="auto">
          <a:xfrm>
            <a:off x="-51556" y="909638"/>
            <a:ext cx="9687681" cy="23267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27305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7305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7305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7305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7305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en-US" sz="1200" dirty="0">
                <a:latin typeface="Times New Roman" panose="02020603050405020304" pitchFamily="18" charset="0"/>
                <a:cs typeface="Times New Roman" panose="02020603050405020304" pitchFamily="18" charset="0"/>
              </a:rPr>
              <a:t>(2) </a:t>
            </a:r>
            <a:r>
              <a:rPr lang="en-US" altLang="en-US" sz="1200" dirty="0" err="1" smtClean="0">
                <a:latin typeface="Times New Roman" panose="02020603050405020304" pitchFamily="18" charset="0"/>
                <a:cs typeface="Times New Roman" panose="02020603050405020304" pitchFamily="18" charset="0"/>
              </a:rPr>
              <a:t>Chuẩn</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bị</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sẵn</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sàng</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en-US" sz="1200" dirty="0">
                <a:latin typeface="Times New Roman" panose="02020603050405020304" pitchFamily="18" charset="0"/>
                <a:cs typeface="Times New Roman" panose="02020603050405020304" pitchFamily="18" charset="0"/>
              </a:rPr>
              <a:t>① </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rõ</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máy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móc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rõ</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nghe</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đủ</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Menual</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thử</a:t>
            </a:r>
            <a:r>
              <a:rPr lang="en-US" altLang="en-US"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en-US" sz="1200" dirty="0">
                <a:latin typeface="Times New Roman" panose="02020603050405020304" pitchFamily="18" charset="0"/>
                <a:cs typeface="Times New Roman" panose="02020603050405020304" pitchFamily="18" charset="0"/>
              </a:rPr>
              <a:t>②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nắm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rõ</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PLC hay </a:t>
            </a:r>
            <a:r>
              <a:rPr lang="en-US" altLang="ko-KR" sz="1200" dirty="0" err="1" smtClean="0">
                <a:latin typeface="Times New Roman" panose="02020603050405020304" pitchFamily="18" charset="0"/>
                <a:cs typeface="Times New Roman" panose="02020603050405020304" pitchFamily="18" charset="0"/>
              </a:rPr>
              <a:t>máy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móc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tham</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tâm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ty </a:t>
            </a:r>
            <a:r>
              <a:rPr lang="en-US" altLang="ko-KR" sz="1200" dirty="0" err="1" smtClean="0">
                <a:latin typeface="Times New Roman" panose="02020603050405020304" pitchFamily="18" charset="0"/>
                <a:cs typeface="Times New Roman" panose="02020603050405020304" pitchFamily="18" charset="0"/>
              </a:rPr>
              <a:t>chế</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r>
              <a:rPr lang="en-US" altLang="ko-KR" sz="1200" dirty="0" smtClean="0">
                <a:latin typeface="Times New Roman" panose="02020603050405020304" pitchFamily="18" charset="0"/>
                <a:cs typeface="Times New Roman" panose="02020603050405020304" pitchFamily="18" charset="0"/>
              </a:rPr>
              <a:t> vv..,</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đưa</a:t>
            </a:r>
            <a:r>
              <a:rPr lang="en-US" altLang="en-US" sz="1200" dirty="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ra</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chỉ</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thị</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cho</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sản</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phẩm</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lúc</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bình</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thường</a:t>
            </a:r>
            <a:r>
              <a:rPr lang="en-US" altLang="en-US"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en-US" sz="1200" dirty="0">
                <a:latin typeface="Times New Roman" panose="02020603050405020304" pitchFamily="18" charset="0"/>
                <a:cs typeface="Times New Roman" panose="02020603050405020304" pitchFamily="18" charset="0"/>
              </a:rPr>
              <a:t>③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quen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máy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quanh</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tham</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gia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đào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tạo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tại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trung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tâm</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đào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tạo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công</a:t>
            </a:r>
            <a:r>
              <a:rPr lang="en-US" altLang="ko-KR" sz="1200" dirty="0">
                <a:latin typeface="Times New Roman" panose="02020603050405020304" pitchFamily="18" charset="0"/>
                <a:cs typeface="Times New Roman" panose="02020603050405020304" pitchFamily="18" charset="0"/>
              </a:rPr>
              <a:t> ty </a:t>
            </a:r>
            <a:r>
              <a:rPr lang="en-US" altLang="ko-KR" sz="1200" dirty="0" err="1">
                <a:latin typeface="Times New Roman" panose="02020603050405020304" pitchFamily="18" charset="0"/>
                <a:cs typeface="Times New Roman" panose="02020603050405020304" pitchFamily="18" charset="0"/>
              </a:rPr>
              <a:t>chế</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tác</a:t>
            </a:r>
            <a:r>
              <a:rPr lang="en-US" altLang="ko-KR" sz="1200" dirty="0">
                <a:latin typeface="Times New Roman" panose="02020603050405020304" pitchFamily="18" charset="0"/>
                <a:cs typeface="Times New Roman" panose="02020603050405020304" pitchFamily="18" charset="0"/>
              </a:rPr>
              <a:t> vv..,</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thao</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tác</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thành</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thạo</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các</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máy</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xung</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quanh</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khi</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bình</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thường</a:t>
            </a:r>
            <a:r>
              <a:rPr lang="en-US" altLang="en-US"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en-US" sz="1200" dirty="0">
                <a:latin typeface="Times New Roman" panose="02020603050405020304" pitchFamily="18" charset="0"/>
                <a:cs typeface="Times New Roman" panose="02020603050405020304" pitchFamily="18" charset="0"/>
              </a:rPr>
              <a:t>④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tai </a:t>
            </a:r>
            <a:r>
              <a:rPr lang="en-US" altLang="ko-KR" sz="1200" dirty="0" err="1" smtClean="0">
                <a:latin typeface="Times New Roman" panose="02020603050405020304" pitchFamily="18" charset="0"/>
                <a:cs typeface="Times New Roman" panose="02020603050405020304" pitchFamily="18" charset="0"/>
              </a:rPr>
              <a:t>nạn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lưỡng</a:t>
            </a:r>
            <a:r>
              <a:rPr lang="en-US" altLang="ko-KR" sz="1200" dirty="0" smtClean="0">
                <a:latin typeface="Times New Roman" panose="02020603050405020304" pitchFamily="18" charset="0"/>
                <a:cs typeface="Times New Roman" panose="02020603050405020304" pitchFamily="18" charset="0"/>
              </a:rPr>
              <a:t>,</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nắm</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bắt</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tình</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trạng</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vận</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hành</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của</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máy</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móc</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thiết</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bị</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đối</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tượng</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theo</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chu</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kỳ</a:t>
            </a:r>
            <a:r>
              <a:rPr lang="en-US" altLang="en-US"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en-US" sz="1200" dirty="0">
                <a:latin typeface="Times New Roman" panose="02020603050405020304" pitchFamily="18" charset="0"/>
                <a:cs typeface="Times New Roman" panose="02020603050405020304" pitchFamily="18" charset="0"/>
              </a:rPr>
              <a:t>⑤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rõ</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rõ</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ràng</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thuật</a:t>
            </a:r>
            <a:r>
              <a:rPr lang="en-US" altLang="ko-KR" sz="1200" dirty="0" smtClean="0">
                <a:latin typeface="Times New Roman" panose="02020603050405020304" pitchFamily="18" charset="0"/>
                <a:cs typeface="Times New Roman" panose="02020603050405020304" pitchFamily="18" charset="0"/>
              </a:rPr>
              <a:t> vv..</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học</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cách</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sẵn</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sàng</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phòng</a:t>
            </a:r>
            <a:r>
              <a:rPr lang="en-US" altLang="en-US" sz="1200" dirty="0" smtClean="0">
                <a:latin typeface="Times New Roman" panose="02020603050405020304" pitchFamily="18" charset="0"/>
                <a:cs typeface="Times New Roman" panose="02020603050405020304" pitchFamily="18" charset="0"/>
              </a:rPr>
              <a:t> </a:t>
            </a:r>
            <a:r>
              <a:rPr lang="en-US" altLang="en-US" sz="1200" dirty="0" err="1" smtClean="0">
                <a:latin typeface="Times New Roman" panose="02020603050405020304" pitchFamily="18" charset="0"/>
                <a:cs typeface="Times New Roman" panose="02020603050405020304" pitchFamily="18" charset="0"/>
              </a:rPr>
              <a:t>chống</a:t>
            </a:r>
            <a:r>
              <a:rPr lang="en-US" altLang="en-US"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154627" name="Picture 8" descr="01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89138" y="3357563"/>
            <a:ext cx="7410450" cy="300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28" name="Picture 9" descr="j043489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23188" y="5481638"/>
            <a:ext cx="482600" cy="49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4629" name="Group 97"/>
          <p:cNvGrpSpPr>
            <a:grpSpLocks/>
          </p:cNvGrpSpPr>
          <p:nvPr/>
        </p:nvGrpSpPr>
        <p:grpSpPr bwMode="auto">
          <a:xfrm>
            <a:off x="1520825" y="3573463"/>
            <a:ext cx="841375" cy="1074737"/>
            <a:chOff x="909" y="3160"/>
            <a:chExt cx="489" cy="677"/>
          </a:xfrm>
        </p:grpSpPr>
        <p:sp>
          <p:nvSpPr>
            <p:cNvPr id="154634" name="Freeform 15"/>
            <p:cNvSpPr>
              <a:spLocks/>
            </p:cNvSpPr>
            <p:nvPr/>
          </p:nvSpPr>
          <p:spPr bwMode="auto">
            <a:xfrm>
              <a:off x="1269" y="3527"/>
              <a:ext cx="52" cy="73"/>
            </a:xfrm>
            <a:custGeom>
              <a:avLst/>
              <a:gdLst>
                <a:gd name="T0" fmla="*/ 52 w 52"/>
                <a:gd name="T1" fmla="*/ 11 h 73"/>
                <a:gd name="T2" fmla="*/ 52 w 52"/>
                <a:gd name="T3" fmla="*/ 11 h 73"/>
                <a:gd name="T4" fmla="*/ 49 w 52"/>
                <a:gd name="T5" fmla="*/ 19 h 73"/>
                <a:gd name="T6" fmla="*/ 43 w 52"/>
                <a:gd name="T7" fmla="*/ 36 h 73"/>
                <a:gd name="T8" fmla="*/ 38 w 52"/>
                <a:gd name="T9" fmla="*/ 45 h 73"/>
                <a:gd name="T10" fmla="*/ 34 w 52"/>
                <a:gd name="T11" fmla="*/ 55 h 73"/>
                <a:gd name="T12" fmla="*/ 27 w 52"/>
                <a:gd name="T13" fmla="*/ 64 h 73"/>
                <a:gd name="T14" fmla="*/ 21 w 52"/>
                <a:gd name="T15" fmla="*/ 69 h 73"/>
                <a:gd name="T16" fmla="*/ 21 w 52"/>
                <a:gd name="T17" fmla="*/ 69 h 73"/>
                <a:gd name="T18" fmla="*/ 15 w 52"/>
                <a:gd name="T19" fmla="*/ 73 h 73"/>
                <a:gd name="T20" fmla="*/ 13 w 52"/>
                <a:gd name="T21" fmla="*/ 73 h 73"/>
                <a:gd name="T22" fmla="*/ 10 w 52"/>
                <a:gd name="T23" fmla="*/ 73 h 73"/>
                <a:gd name="T24" fmla="*/ 7 w 52"/>
                <a:gd name="T25" fmla="*/ 70 h 73"/>
                <a:gd name="T26" fmla="*/ 5 w 52"/>
                <a:gd name="T27" fmla="*/ 66 h 73"/>
                <a:gd name="T28" fmla="*/ 2 w 52"/>
                <a:gd name="T29" fmla="*/ 55 h 73"/>
                <a:gd name="T30" fmla="*/ 0 w 52"/>
                <a:gd name="T31" fmla="*/ 47 h 73"/>
                <a:gd name="T32" fmla="*/ 0 w 52"/>
                <a:gd name="T33" fmla="*/ 47 h 73"/>
                <a:gd name="T34" fmla="*/ 0 w 52"/>
                <a:gd name="T35" fmla="*/ 43 h 73"/>
                <a:gd name="T36" fmla="*/ 1 w 52"/>
                <a:gd name="T37" fmla="*/ 38 h 73"/>
                <a:gd name="T38" fmla="*/ 7 w 52"/>
                <a:gd name="T39" fmla="*/ 26 h 73"/>
                <a:gd name="T40" fmla="*/ 13 w 52"/>
                <a:gd name="T41" fmla="*/ 15 h 73"/>
                <a:gd name="T42" fmla="*/ 18 w 52"/>
                <a:gd name="T43" fmla="*/ 7 h 73"/>
                <a:gd name="T44" fmla="*/ 18 w 52"/>
                <a:gd name="T45" fmla="*/ 7 h 73"/>
                <a:gd name="T46" fmla="*/ 20 w 52"/>
                <a:gd name="T47" fmla="*/ 6 h 73"/>
                <a:gd name="T48" fmla="*/ 25 w 52"/>
                <a:gd name="T49" fmla="*/ 3 h 73"/>
                <a:gd name="T50" fmla="*/ 32 w 52"/>
                <a:gd name="T51" fmla="*/ 1 h 73"/>
                <a:gd name="T52" fmla="*/ 37 w 52"/>
                <a:gd name="T53" fmla="*/ 0 h 73"/>
                <a:gd name="T54" fmla="*/ 43 w 52"/>
                <a:gd name="T55" fmla="*/ 0 h 73"/>
                <a:gd name="T56" fmla="*/ 47 w 52"/>
                <a:gd name="T57" fmla="*/ 1 h 73"/>
                <a:gd name="T58" fmla="*/ 49 w 52"/>
                <a:gd name="T59" fmla="*/ 3 h 73"/>
                <a:gd name="T60" fmla="*/ 51 w 52"/>
                <a:gd name="T61" fmla="*/ 6 h 73"/>
                <a:gd name="T62" fmla="*/ 52 w 52"/>
                <a:gd name="T63" fmla="*/ 8 h 73"/>
                <a:gd name="T64" fmla="*/ 52 w 52"/>
                <a:gd name="T65" fmla="*/ 11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
                <a:gd name="T100" fmla="*/ 0 h 73"/>
                <a:gd name="T101" fmla="*/ 52 w 52"/>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 h="73">
                  <a:moveTo>
                    <a:pt x="52" y="11"/>
                  </a:moveTo>
                  <a:lnTo>
                    <a:pt x="52" y="11"/>
                  </a:lnTo>
                  <a:lnTo>
                    <a:pt x="49" y="19"/>
                  </a:lnTo>
                  <a:lnTo>
                    <a:pt x="43" y="36"/>
                  </a:lnTo>
                  <a:lnTo>
                    <a:pt x="38" y="45"/>
                  </a:lnTo>
                  <a:lnTo>
                    <a:pt x="34" y="55"/>
                  </a:lnTo>
                  <a:lnTo>
                    <a:pt x="27" y="64"/>
                  </a:lnTo>
                  <a:lnTo>
                    <a:pt x="21" y="69"/>
                  </a:lnTo>
                  <a:lnTo>
                    <a:pt x="15" y="73"/>
                  </a:lnTo>
                  <a:lnTo>
                    <a:pt x="13" y="73"/>
                  </a:lnTo>
                  <a:lnTo>
                    <a:pt x="10" y="73"/>
                  </a:lnTo>
                  <a:lnTo>
                    <a:pt x="7" y="70"/>
                  </a:lnTo>
                  <a:lnTo>
                    <a:pt x="5" y="66"/>
                  </a:lnTo>
                  <a:lnTo>
                    <a:pt x="2" y="55"/>
                  </a:lnTo>
                  <a:lnTo>
                    <a:pt x="0" y="47"/>
                  </a:lnTo>
                  <a:lnTo>
                    <a:pt x="0" y="43"/>
                  </a:lnTo>
                  <a:lnTo>
                    <a:pt x="1" y="38"/>
                  </a:lnTo>
                  <a:lnTo>
                    <a:pt x="7" y="26"/>
                  </a:lnTo>
                  <a:lnTo>
                    <a:pt x="13" y="15"/>
                  </a:lnTo>
                  <a:lnTo>
                    <a:pt x="18" y="7"/>
                  </a:lnTo>
                  <a:lnTo>
                    <a:pt x="20" y="6"/>
                  </a:lnTo>
                  <a:lnTo>
                    <a:pt x="25" y="3"/>
                  </a:lnTo>
                  <a:lnTo>
                    <a:pt x="32" y="1"/>
                  </a:lnTo>
                  <a:lnTo>
                    <a:pt x="37" y="0"/>
                  </a:lnTo>
                  <a:lnTo>
                    <a:pt x="43" y="0"/>
                  </a:lnTo>
                  <a:lnTo>
                    <a:pt x="47" y="1"/>
                  </a:lnTo>
                  <a:lnTo>
                    <a:pt x="49" y="3"/>
                  </a:lnTo>
                  <a:lnTo>
                    <a:pt x="51" y="6"/>
                  </a:lnTo>
                  <a:lnTo>
                    <a:pt x="52" y="8"/>
                  </a:lnTo>
                  <a:lnTo>
                    <a:pt x="52" y="11"/>
                  </a:lnTo>
                  <a:close/>
                </a:path>
              </a:pathLst>
            </a:custGeom>
            <a:solidFill>
              <a:srgbClr val="EF9F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35" name="Freeform 16"/>
            <p:cNvSpPr>
              <a:spLocks/>
            </p:cNvSpPr>
            <p:nvPr/>
          </p:nvSpPr>
          <p:spPr bwMode="auto">
            <a:xfrm>
              <a:off x="1269" y="3527"/>
              <a:ext cx="52" cy="73"/>
            </a:xfrm>
            <a:custGeom>
              <a:avLst/>
              <a:gdLst>
                <a:gd name="T0" fmla="*/ 52 w 52"/>
                <a:gd name="T1" fmla="*/ 11 h 73"/>
                <a:gd name="T2" fmla="*/ 52 w 52"/>
                <a:gd name="T3" fmla="*/ 11 h 73"/>
                <a:gd name="T4" fmla="*/ 49 w 52"/>
                <a:gd name="T5" fmla="*/ 19 h 73"/>
                <a:gd name="T6" fmla="*/ 43 w 52"/>
                <a:gd name="T7" fmla="*/ 36 h 73"/>
                <a:gd name="T8" fmla="*/ 38 w 52"/>
                <a:gd name="T9" fmla="*/ 45 h 73"/>
                <a:gd name="T10" fmla="*/ 34 w 52"/>
                <a:gd name="T11" fmla="*/ 55 h 73"/>
                <a:gd name="T12" fmla="*/ 27 w 52"/>
                <a:gd name="T13" fmla="*/ 64 h 73"/>
                <a:gd name="T14" fmla="*/ 21 w 52"/>
                <a:gd name="T15" fmla="*/ 69 h 73"/>
                <a:gd name="T16" fmla="*/ 21 w 52"/>
                <a:gd name="T17" fmla="*/ 69 h 73"/>
                <a:gd name="T18" fmla="*/ 15 w 52"/>
                <a:gd name="T19" fmla="*/ 73 h 73"/>
                <a:gd name="T20" fmla="*/ 13 w 52"/>
                <a:gd name="T21" fmla="*/ 73 h 73"/>
                <a:gd name="T22" fmla="*/ 10 w 52"/>
                <a:gd name="T23" fmla="*/ 73 h 73"/>
                <a:gd name="T24" fmla="*/ 7 w 52"/>
                <a:gd name="T25" fmla="*/ 70 h 73"/>
                <a:gd name="T26" fmla="*/ 5 w 52"/>
                <a:gd name="T27" fmla="*/ 66 h 73"/>
                <a:gd name="T28" fmla="*/ 2 w 52"/>
                <a:gd name="T29" fmla="*/ 55 h 73"/>
                <a:gd name="T30" fmla="*/ 0 w 52"/>
                <a:gd name="T31" fmla="*/ 47 h 73"/>
                <a:gd name="T32" fmla="*/ 0 w 52"/>
                <a:gd name="T33" fmla="*/ 47 h 73"/>
                <a:gd name="T34" fmla="*/ 0 w 52"/>
                <a:gd name="T35" fmla="*/ 43 h 73"/>
                <a:gd name="T36" fmla="*/ 1 w 52"/>
                <a:gd name="T37" fmla="*/ 38 h 73"/>
                <a:gd name="T38" fmla="*/ 7 w 52"/>
                <a:gd name="T39" fmla="*/ 26 h 73"/>
                <a:gd name="T40" fmla="*/ 13 w 52"/>
                <a:gd name="T41" fmla="*/ 15 h 73"/>
                <a:gd name="T42" fmla="*/ 18 w 52"/>
                <a:gd name="T43" fmla="*/ 7 h 73"/>
                <a:gd name="T44" fmla="*/ 18 w 52"/>
                <a:gd name="T45" fmla="*/ 7 h 73"/>
                <a:gd name="T46" fmla="*/ 20 w 52"/>
                <a:gd name="T47" fmla="*/ 6 h 73"/>
                <a:gd name="T48" fmla="*/ 25 w 52"/>
                <a:gd name="T49" fmla="*/ 3 h 73"/>
                <a:gd name="T50" fmla="*/ 32 w 52"/>
                <a:gd name="T51" fmla="*/ 1 h 73"/>
                <a:gd name="T52" fmla="*/ 37 w 52"/>
                <a:gd name="T53" fmla="*/ 0 h 73"/>
                <a:gd name="T54" fmla="*/ 43 w 52"/>
                <a:gd name="T55" fmla="*/ 0 h 73"/>
                <a:gd name="T56" fmla="*/ 47 w 52"/>
                <a:gd name="T57" fmla="*/ 1 h 73"/>
                <a:gd name="T58" fmla="*/ 49 w 52"/>
                <a:gd name="T59" fmla="*/ 3 h 73"/>
                <a:gd name="T60" fmla="*/ 51 w 52"/>
                <a:gd name="T61" fmla="*/ 6 h 73"/>
                <a:gd name="T62" fmla="*/ 52 w 52"/>
                <a:gd name="T63" fmla="*/ 8 h 73"/>
                <a:gd name="T64" fmla="*/ 52 w 52"/>
                <a:gd name="T65" fmla="*/ 11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
                <a:gd name="T100" fmla="*/ 0 h 73"/>
                <a:gd name="T101" fmla="*/ 52 w 52"/>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 h="73">
                  <a:moveTo>
                    <a:pt x="52" y="11"/>
                  </a:moveTo>
                  <a:lnTo>
                    <a:pt x="52" y="11"/>
                  </a:lnTo>
                  <a:lnTo>
                    <a:pt x="49" y="19"/>
                  </a:lnTo>
                  <a:lnTo>
                    <a:pt x="43" y="36"/>
                  </a:lnTo>
                  <a:lnTo>
                    <a:pt x="38" y="45"/>
                  </a:lnTo>
                  <a:lnTo>
                    <a:pt x="34" y="55"/>
                  </a:lnTo>
                  <a:lnTo>
                    <a:pt x="27" y="64"/>
                  </a:lnTo>
                  <a:lnTo>
                    <a:pt x="21" y="69"/>
                  </a:lnTo>
                  <a:lnTo>
                    <a:pt x="15" y="73"/>
                  </a:lnTo>
                  <a:lnTo>
                    <a:pt x="13" y="73"/>
                  </a:lnTo>
                  <a:lnTo>
                    <a:pt x="10" y="73"/>
                  </a:lnTo>
                  <a:lnTo>
                    <a:pt x="7" y="70"/>
                  </a:lnTo>
                  <a:lnTo>
                    <a:pt x="5" y="66"/>
                  </a:lnTo>
                  <a:lnTo>
                    <a:pt x="2" y="55"/>
                  </a:lnTo>
                  <a:lnTo>
                    <a:pt x="0" y="47"/>
                  </a:lnTo>
                  <a:lnTo>
                    <a:pt x="0" y="43"/>
                  </a:lnTo>
                  <a:lnTo>
                    <a:pt x="1" y="38"/>
                  </a:lnTo>
                  <a:lnTo>
                    <a:pt x="7" y="26"/>
                  </a:lnTo>
                  <a:lnTo>
                    <a:pt x="13" y="15"/>
                  </a:lnTo>
                  <a:lnTo>
                    <a:pt x="18" y="7"/>
                  </a:lnTo>
                  <a:lnTo>
                    <a:pt x="20" y="6"/>
                  </a:lnTo>
                  <a:lnTo>
                    <a:pt x="25" y="3"/>
                  </a:lnTo>
                  <a:lnTo>
                    <a:pt x="32" y="1"/>
                  </a:lnTo>
                  <a:lnTo>
                    <a:pt x="37" y="0"/>
                  </a:lnTo>
                  <a:lnTo>
                    <a:pt x="43" y="0"/>
                  </a:lnTo>
                  <a:lnTo>
                    <a:pt x="47" y="1"/>
                  </a:lnTo>
                  <a:lnTo>
                    <a:pt x="49" y="3"/>
                  </a:lnTo>
                  <a:lnTo>
                    <a:pt x="51" y="6"/>
                  </a:lnTo>
                  <a:lnTo>
                    <a:pt x="52" y="8"/>
                  </a:lnTo>
                  <a:lnTo>
                    <a:pt x="52"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36" name="Freeform 17"/>
            <p:cNvSpPr>
              <a:spLocks/>
            </p:cNvSpPr>
            <p:nvPr/>
          </p:nvSpPr>
          <p:spPr bwMode="auto">
            <a:xfrm>
              <a:off x="1204" y="3405"/>
              <a:ext cx="72" cy="206"/>
            </a:xfrm>
            <a:custGeom>
              <a:avLst/>
              <a:gdLst>
                <a:gd name="T0" fmla="*/ 12 w 72"/>
                <a:gd name="T1" fmla="*/ 1 h 206"/>
                <a:gd name="T2" fmla="*/ 12 w 72"/>
                <a:gd name="T3" fmla="*/ 1 h 206"/>
                <a:gd name="T4" fmla="*/ 15 w 72"/>
                <a:gd name="T5" fmla="*/ 0 h 206"/>
                <a:gd name="T6" fmla="*/ 18 w 72"/>
                <a:gd name="T7" fmla="*/ 0 h 206"/>
                <a:gd name="T8" fmla="*/ 22 w 72"/>
                <a:gd name="T9" fmla="*/ 0 h 206"/>
                <a:gd name="T10" fmla="*/ 26 w 72"/>
                <a:gd name="T11" fmla="*/ 1 h 206"/>
                <a:gd name="T12" fmla="*/ 29 w 72"/>
                <a:gd name="T13" fmla="*/ 5 h 206"/>
                <a:gd name="T14" fmla="*/ 33 w 72"/>
                <a:gd name="T15" fmla="*/ 10 h 206"/>
                <a:gd name="T16" fmla="*/ 34 w 72"/>
                <a:gd name="T17" fmla="*/ 19 h 206"/>
                <a:gd name="T18" fmla="*/ 34 w 72"/>
                <a:gd name="T19" fmla="*/ 19 h 206"/>
                <a:gd name="T20" fmla="*/ 38 w 72"/>
                <a:gd name="T21" fmla="*/ 46 h 206"/>
                <a:gd name="T22" fmla="*/ 46 w 72"/>
                <a:gd name="T23" fmla="*/ 80 h 206"/>
                <a:gd name="T24" fmla="*/ 54 w 72"/>
                <a:gd name="T25" fmla="*/ 113 h 206"/>
                <a:gd name="T26" fmla="*/ 63 w 72"/>
                <a:gd name="T27" fmla="*/ 141 h 206"/>
                <a:gd name="T28" fmla="*/ 72 w 72"/>
                <a:gd name="T29" fmla="*/ 156 h 206"/>
                <a:gd name="T30" fmla="*/ 72 w 72"/>
                <a:gd name="T31" fmla="*/ 156 h 206"/>
                <a:gd name="T32" fmla="*/ 71 w 72"/>
                <a:gd name="T33" fmla="*/ 163 h 206"/>
                <a:gd name="T34" fmla="*/ 65 w 72"/>
                <a:gd name="T35" fmla="*/ 182 h 206"/>
                <a:gd name="T36" fmla="*/ 63 w 72"/>
                <a:gd name="T37" fmla="*/ 192 h 206"/>
                <a:gd name="T38" fmla="*/ 60 w 72"/>
                <a:gd name="T39" fmla="*/ 200 h 206"/>
                <a:gd name="T40" fmla="*/ 56 w 72"/>
                <a:gd name="T41" fmla="*/ 205 h 206"/>
                <a:gd name="T42" fmla="*/ 55 w 72"/>
                <a:gd name="T43" fmla="*/ 206 h 206"/>
                <a:gd name="T44" fmla="*/ 54 w 72"/>
                <a:gd name="T45" fmla="*/ 206 h 206"/>
                <a:gd name="T46" fmla="*/ 54 w 72"/>
                <a:gd name="T47" fmla="*/ 206 h 206"/>
                <a:gd name="T48" fmla="*/ 51 w 72"/>
                <a:gd name="T49" fmla="*/ 199 h 206"/>
                <a:gd name="T50" fmla="*/ 44 w 72"/>
                <a:gd name="T51" fmla="*/ 185 h 206"/>
                <a:gd name="T52" fmla="*/ 28 w 72"/>
                <a:gd name="T53" fmla="*/ 143 h 206"/>
                <a:gd name="T54" fmla="*/ 13 w 72"/>
                <a:gd name="T55" fmla="*/ 97 h 206"/>
                <a:gd name="T56" fmla="*/ 6 w 72"/>
                <a:gd name="T57" fmla="*/ 76 h 206"/>
                <a:gd name="T58" fmla="*/ 3 w 72"/>
                <a:gd name="T59" fmla="*/ 61 h 206"/>
                <a:gd name="T60" fmla="*/ 3 w 72"/>
                <a:gd name="T61" fmla="*/ 61 h 206"/>
                <a:gd name="T62" fmla="*/ 0 w 72"/>
                <a:gd name="T63" fmla="*/ 48 h 206"/>
                <a:gd name="T64" fmla="*/ 0 w 72"/>
                <a:gd name="T65" fmla="*/ 36 h 206"/>
                <a:gd name="T66" fmla="*/ 1 w 72"/>
                <a:gd name="T67" fmla="*/ 26 h 206"/>
                <a:gd name="T68" fmla="*/ 4 w 72"/>
                <a:gd name="T69" fmla="*/ 18 h 206"/>
                <a:gd name="T70" fmla="*/ 7 w 72"/>
                <a:gd name="T71" fmla="*/ 11 h 206"/>
                <a:gd name="T72" fmla="*/ 9 w 72"/>
                <a:gd name="T73" fmla="*/ 6 h 206"/>
                <a:gd name="T74" fmla="*/ 12 w 72"/>
                <a:gd name="T75" fmla="*/ 1 h 20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2"/>
                <a:gd name="T115" fmla="*/ 0 h 206"/>
                <a:gd name="T116" fmla="*/ 72 w 72"/>
                <a:gd name="T117" fmla="*/ 206 h 20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2" h="206">
                  <a:moveTo>
                    <a:pt x="12" y="1"/>
                  </a:moveTo>
                  <a:lnTo>
                    <a:pt x="12" y="1"/>
                  </a:lnTo>
                  <a:lnTo>
                    <a:pt x="15" y="0"/>
                  </a:lnTo>
                  <a:lnTo>
                    <a:pt x="18" y="0"/>
                  </a:lnTo>
                  <a:lnTo>
                    <a:pt x="22" y="0"/>
                  </a:lnTo>
                  <a:lnTo>
                    <a:pt x="26" y="1"/>
                  </a:lnTo>
                  <a:lnTo>
                    <a:pt x="29" y="5"/>
                  </a:lnTo>
                  <a:lnTo>
                    <a:pt x="33" y="10"/>
                  </a:lnTo>
                  <a:lnTo>
                    <a:pt x="34" y="19"/>
                  </a:lnTo>
                  <a:lnTo>
                    <a:pt x="38" y="46"/>
                  </a:lnTo>
                  <a:lnTo>
                    <a:pt x="46" y="80"/>
                  </a:lnTo>
                  <a:lnTo>
                    <a:pt x="54" y="113"/>
                  </a:lnTo>
                  <a:lnTo>
                    <a:pt x="63" y="141"/>
                  </a:lnTo>
                  <a:lnTo>
                    <a:pt x="72" y="156"/>
                  </a:lnTo>
                  <a:lnTo>
                    <a:pt x="71" y="163"/>
                  </a:lnTo>
                  <a:lnTo>
                    <a:pt x="65" y="182"/>
                  </a:lnTo>
                  <a:lnTo>
                    <a:pt x="63" y="192"/>
                  </a:lnTo>
                  <a:lnTo>
                    <a:pt x="60" y="200"/>
                  </a:lnTo>
                  <a:lnTo>
                    <a:pt x="56" y="205"/>
                  </a:lnTo>
                  <a:lnTo>
                    <a:pt x="55" y="206"/>
                  </a:lnTo>
                  <a:lnTo>
                    <a:pt x="54" y="206"/>
                  </a:lnTo>
                  <a:lnTo>
                    <a:pt x="51" y="199"/>
                  </a:lnTo>
                  <a:lnTo>
                    <a:pt x="44" y="185"/>
                  </a:lnTo>
                  <a:lnTo>
                    <a:pt x="28" y="143"/>
                  </a:lnTo>
                  <a:lnTo>
                    <a:pt x="13" y="97"/>
                  </a:lnTo>
                  <a:lnTo>
                    <a:pt x="6" y="76"/>
                  </a:lnTo>
                  <a:lnTo>
                    <a:pt x="3" y="61"/>
                  </a:lnTo>
                  <a:lnTo>
                    <a:pt x="0" y="48"/>
                  </a:lnTo>
                  <a:lnTo>
                    <a:pt x="0" y="36"/>
                  </a:lnTo>
                  <a:lnTo>
                    <a:pt x="1" y="26"/>
                  </a:lnTo>
                  <a:lnTo>
                    <a:pt x="4" y="18"/>
                  </a:lnTo>
                  <a:lnTo>
                    <a:pt x="7" y="11"/>
                  </a:lnTo>
                  <a:lnTo>
                    <a:pt x="9" y="6"/>
                  </a:lnTo>
                  <a:lnTo>
                    <a:pt x="12" y="1"/>
                  </a:lnTo>
                  <a:close/>
                </a:path>
              </a:pathLst>
            </a:custGeom>
            <a:solidFill>
              <a:srgbClr val="D849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37" name="Freeform 18"/>
            <p:cNvSpPr>
              <a:spLocks/>
            </p:cNvSpPr>
            <p:nvPr/>
          </p:nvSpPr>
          <p:spPr bwMode="auto">
            <a:xfrm>
              <a:off x="1204" y="3405"/>
              <a:ext cx="72" cy="206"/>
            </a:xfrm>
            <a:custGeom>
              <a:avLst/>
              <a:gdLst>
                <a:gd name="T0" fmla="*/ 12 w 72"/>
                <a:gd name="T1" fmla="*/ 1 h 206"/>
                <a:gd name="T2" fmla="*/ 12 w 72"/>
                <a:gd name="T3" fmla="*/ 1 h 206"/>
                <a:gd name="T4" fmla="*/ 15 w 72"/>
                <a:gd name="T5" fmla="*/ 0 h 206"/>
                <a:gd name="T6" fmla="*/ 18 w 72"/>
                <a:gd name="T7" fmla="*/ 0 h 206"/>
                <a:gd name="T8" fmla="*/ 22 w 72"/>
                <a:gd name="T9" fmla="*/ 0 h 206"/>
                <a:gd name="T10" fmla="*/ 26 w 72"/>
                <a:gd name="T11" fmla="*/ 1 h 206"/>
                <a:gd name="T12" fmla="*/ 29 w 72"/>
                <a:gd name="T13" fmla="*/ 5 h 206"/>
                <a:gd name="T14" fmla="*/ 33 w 72"/>
                <a:gd name="T15" fmla="*/ 10 h 206"/>
                <a:gd name="T16" fmla="*/ 34 w 72"/>
                <a:gd name="T17" fmla="*/ 19 h 206"/>
                <a:gd name="T18" fmla="*/ 34 w 72"/>
                <a:gd name="T19" fmla="*/ 19 h 206"/>
                <a:gd name="T20" fmla="*/ 38 w 72"/>
                <a:gd name="T21" fmla="*/ 46 h 206"/>
                <a:gd name="T22" fmla="*/ 46 w 72"/>
                <a:gd name="T23" fmla="*/ 80 h 206"/>
                <a:gd name="T24" fmla="*/ 54 w 72"/>
                <a:gd name="T25" fmla="*/ 113 h 206"/>
                <a:gd name="T26" fmla="*/ 63 w 72"/>
                <a:gd name="T27" fmla="*/ 141 h 206"/>
                <a:gd name="T28" fmla="*/ 72 w 72"/>
                <a:gd name="T29" fmla="*/ 156 h 206"/>
                <a:gd name="T30" fmla="*/ 72 w 72"/>
                <a:gd name="T31" fmla="*/ 156 h 206"/>
                <a:gd name="T32" fmla="*/ 71 w 72"/>
                <a:gd name="T33" fmla="*/ 163 h 206"/>
                <a:gd name="T34" fmla="*/ 65 w 72"/>
                <a:gd name="T35" fmla="*/ 182 h 206"/>
                <a:gd name="T36" fmla="*/ 63 w 72"/>
                <a:gd name="T37" fmla="*/ 192 h 206"/>
                <a:gd name="T38" fmla="*/ 60 w 72"/>
                <a:gd name="T39" fmla="*/ 200 h 206"/>
                <a:gd name="T40" fmla="*/ 56 w 72"/>
                <a:gd name="T41" fmla="*/ 205 h 206"/>
                <a:gd name="T42" fmla="*/ 55 w 72"/>
                <a:gd name="T43" fmla="*/ 206 h 206"/>
                <a:gd name="T44" fmla="*/ 54 w 72"/>
                <a:gd name="T45" fmla="*/ 206 h 206"/>
                <a:gd name="T46" fmla="*/ 54 w 72"/>
                <a:gd name="T47" fmla="*/ 206 h 206"/>
                <a:gd name="T48" fmla="*/ 51 w 72"/>
                <a:gd name="T49" fmla="*/ 199 h 206"/>
                <a:gd name="T50" fmla="*/ 44 w 72"/>
                <a:gd name="T51" fmla="*/ 185 h 206"/>
                <a:gd name="T52" fmla="*/ 28 w 72"/>
                <a:gd name="T53" fmla="*/ 143 h 206"/>
                <a:gd name="T54" fmla="*/ 13 w 72"/>
                <a:gd name="T55" fmla="*/ 97 h 206"/>
                <a:gd name="T56" fmla="*/ 6 w 72"/>
                <a:gd name="T57" fmla="*/ 76 h 206"/>
                <a:gd name="T58" fmla="*/ 3 w 72"/>
                <a:gd name="T59" fmla="*/ 61 h 206"/>
                <a:gd name="T60" fmla="*/ 3 w 72"/>
                <a:gd name="T61" fmla="*/ 61 h 206"/>
                <a:gd name="T62" fmla="*/ 0 w 72"/>
                <a:gd name="T63" fmla="*/ 48 h 206"/>
                <a:gd name="T64" fmla="*/ 0 w 72"/>
                <a:gd name="T65" fmla="*/ 36 h 206"/>
                <a:gd name="T66" fmla="*/ 1 w 72"/>
                <a:gd name="T67" fmla="*/ 26 h 206"/>
                <a:gd name="T68" fmla="*/ 4 w 72"/>
                <a:gd name="T69" fmla="*/ 18 h 206"/>
                <a:gd name="T70" fmla="*/ 7 w 72"/>
                <a:gd name="T71" fmla="*/ 11 h 206"/>
                <a:gd name="T72" fmla="*/ 9 w 72"/>
                <a:gd name="T73" fmla="*/ 6 h 206"/>
                <a:gd name="T74" fmla="*/ 12 w 72"/>
                <a:gd name="T75" fmla="*/ 1 h 20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2"/>
                <a:gd name="T115" fmla="*/ 0 h 206"/>
                <a:gd name="T116" fmla="*/ 72 w 72"/>
                <a:gd name="T117" fmla="*/ 206 h 20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2" h="206">
                  <a:moveTo>
                    <a:pt x="12" y="1"/>
                  </a:moveTo>
                  <a:lnTo>
                    <a:pt x="12" y="1"/>
                  </a:lnTo>
                  <a:lnTo>
                    <a:pt x="15" y="0"/>
                  </a:lnTo>
                  <a:lnTo>
                    <a:pt x="18" y="0"/>
                  </a:lnTo>
                  <a:lnTo>
                    <a:pt x="22" y="0"/>
                  </a:lnTo>
                  <a:lnTo>
                    <a:pt x="26" y="1"/>
                  </a:lnTo>
                  <a:lnTo>
                    <a:pt x="29" y="5"/>
                  </a:lnTo>
                  <a:lnTo>
                    <a:pt x="33" y="10"/>
                  </a:lnTo>
                  <a:lnTo>
                    <a:pt x="34" y="19"/>
                  </a:lnTo>
                  <a:lnTo>
                    <a:pt x="38" y="46"/>
                  </a:lnTo>
                  <a:lnTo>
                    <a:pt x="46" y="80"/>
                  </a:lnTo>
                  <a:lnTo>
                    <a:pt x="54" y="113"/>
                  </a:lnTo>
                  <a:lnTo>
                    <a:pt x="63" y="141"/>
                  </a:lnTo>
                  <a:lnTo>
                    <a:pt x="72" y="156"/>
                  </a:lnTo>
                  <a:lnTo>
                    <a:pt x="71" y="163"/>
                  </a:lnTo>
                  <a:lnTo>
                    <a:pt x="65" y="182"/>
                  </a:lnTo>
                  <a:lnTo>
                    <a:pt x="63" y="192"/>
                  </a:lnTo>
                  <a:lnTo>
                    <a:pt x="60" y="200"/>
                  </a:lnTo>
                  <a:lnTo>
                    <a:pt x="56" y="205"/>
                  </a:lnTo>
                  <a:lnTo>
                    <a:pt x="55" y="206"/>
                  </a:lnTo>
                  <a:lnTo>
                    <a:pt x="54" y="206"/>
                  </a:lnTo>
                  <a:lnTo>
                    <a:pt x="51" y="199"/>
                  </a:lnTo>
                  <a:lnTo>
                    <a:pt x="44" y="185"/>
                  </a:lnTo>
                  <a:lnTo>
                    <a:pt x="28" y="143"/>
                  </a:lnTo>
                  <a:lnTo>
                    <a:pt x="13" y="97"/>
                  </a:lnTo>
                  <a:lnTo>
                    <a:pt x="6" y="76"/>
                  </a:lnTo>
                  <a:lnTo>
                    <a:pt x="3" y="61"/>
                  </a:lnTo>
                  <a:lnTo>
                    <a:pt x="0" y="48"/>
                  </a:lnTo>
                  <a:lnTo>
                    <a:pt x="0" y="36"/>
                  </a:lnTo>
                  <a:lnTo>
                    <a:pt x="1" y="26"/>
                  </a:lnTo>
                  <a:lnTo>
                    <a:pt x="4" y="18"/>
                  </a:lnTo>
                  <a:lnTo>
                    <a:pt x="7" y="11"/>
                  </a:lnTo>
                  <a:lnTo>
                    <a:pt x="9" y="6"/>
                  </a:lnTo>
                  <a:lnTo>
                    <a:pt x="12" y="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38" name="Freeform 19"/>
            <p:cNvSpPr>
              <a:spLocks/>
            </p:cNvSpPr>
            <p:nvPr/>
          </p:nvSpPr>
          <p:spPr bwMode="auto">
            <a:xfrm>
              <a:off x="1060" y="3632"/>
              <a:ext cx="202" cy="201"/>
            </a:xfrm>
            <a:custGeom>
              <a:avLst/>
              <a:gdLst>
                <a:gd name="T0" fmla="*/ 178 w 202"/>
                <a:gd name="T1" fmla="*/ 0 h 201"/>
                <a:gd name="T2" fmla="*/ 178 w 202"/>
                <a:gd name="T3" fmla="*/ 0 h 201"/>
                <a:gd name="T4" fmla="*/ 190 w 202"/>
                <a:gd name="T5" fmla="*/ 45 h 201"/>
                <a:gd name="T6" fmla="*/ 198 w 202"/>
                <a:gd name="T7" fmla="*/ 83 h 201"/>
                <a:gd name="T8" fmla="*/ 201 w 202"/>
                <a:gd name="T9" fmla="*/ 100 h 201"/>
                <a:gd name="T10" fmla="*/ 202 w 202"/>
                <a:gd name="T11" fmla="*/ 114 h 201"/>
                <a:gd name="T12" fmla="*/ 202 w 202"/>
                <a:gd name="T13" fmla="*/ 114 h 201"/>
                <a:gd name="T14" fmla="*/ 202 w 202"/>
                <a:gd name="T15" fmla="*/ 128 h 201"/>
                <a:gd name="T16" fmla="*/ 201 w 202"/>
                <a:gd name="T17" fmla="*/ 142 h 201"/>
                <a:gd name="T18" fmla="*/ 198 w 202"/>
                <a:gd name="T19" fmla="*/ 169 h 201"/>
                <a:gd name="T20" fmla="*/ 195 w 202"/>
                <a:gd name="T21" fmla="*/ 191 h 201"/>
                <a:gd name="T22" fmla="*/ 192 w 202"/>
                <a:gd name="T23" fmla="*/ 199 h 201"/>
                <a:gd name="T24" fmla="*/ 115 w 202"/>
                <a:gd name="T25" fmla="*/ 199 h 201"/>
                <a:gd name="T26" fmla="*/ 115 w 202"/>
                <a:gd name="T27" fmla="*/ 151 h 201"/>
                <a:gd name="T28" fmla="*/ 90 w 202"/>
                <a:gd name="T29" fmla="*/ 201 h 201"/>
                <a:gd name="T30" fmla="*/ 0 w 202"/>
                <a:gd name="T31" fmla="*/ 201 h 201"/>
                <a:gd name="T32" fmla="*/ 0 w 202"/>
                <a:gd name="T33" fmla="*/ 201 h 201"/>
                <a:gd name="T34" fmla="*/ 14 w 202"/>
                <a:gd name="T35" fmla="*/ 156 h 201"/>
                <a:gd name="T36" fmla="*/ 29 w 202"/>
                <a:gd name="T37" fmla="*/ 101 h 201"/>
                <a:gd name="T38" fmla="*/ 29 w 202"/>
                <a:gd name="T39" fmla="*/ 101 h 201"/>
                <a:gd name="T40" fmla="*/ 48 w 202"/>
                <a:gd name="T41" fmla="*/ 18 h 201"/>
                <a:gd name="T42" fmla="*/ 178 w 202"/>
                <a:gd name="T43" fmla="*/ 0 h 20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2"/>
                <a:gd name="T67" fmla="*/ 0 h 201"/>
                <a:gd name="T68" fmla="*/ 202 w 202"/>
                <a:gd name="T69" fmla="*/ 201 h 20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2" h="201">
                  <a:moveTo>
                    <a:pt x="178" y="0"/>
                  </a:moveTo>
                  <a:lnTo>
                    <a:pt x="178" y="0"/>
                  </a:lnTo>
                  <a:lnTo>
                    <a:pt x="190" y="45"/>
                  </a:lnTo>
                  <a:lnTo>
                    <a:pt x="198" y="83"/>
                  </a:lnTo>
                  <a:lnTo>
                    <a:pt x="201" y="100"/>
                  </a:lnTo>
                  <a:lnTo>
                    <a:pt x="202" y="114"/>
                  </a:lnTo>
                  <a:lnTo>
                    <a:pt x="202" y="128"/>
                  </a:lnTo>
                  <a:lnTo>
                    <a:pt x="201" y="142"/>
                  </a:lnTo>
                  <a:lnTo>
                    <a:pt x="198" y="169"/>
                  </a:lnTo>
                  <a:lnTo>
                    <a:pt x="195" y="191"/>
                  </a:lnTo>
                  <a:lnTo>
                    <a:pt x="192" y="199"/>
                  </a:lnTo>
                  <a:lnTo>
                    <a:pt x="115" y="199"/>
                  </a:lnTo>
                  <a:lnTo>
                    <a:pt x="115" y="151"/>
                  </a:lnTo>
                  <a:lnTo>
                    <a:pt x="90" y="201"/>
                  </a:lnTo>
                  <a:lnTo>
                    <a:pt x="0" y="201"/>
                  </a:lnTo>
                  <a:lnTo>
                    <a:pt x="14" y="156"/>
                  </a:lnTo>
                  <a:lnTo>
                    <a:pt x="29" y="101"/>
                  </a:lnTo>
                  <a:lnTo>
                    <a:pt x="48" y="18"/>
                  </a:lnTo>
                  <a:lnTo>
                    <a:pt x="178" y="0"/>
                  </a:lnTo>
                  <a:close/>
                </a:path>
              </a:pathLst>
            </a:custGeom>
            <a:solidFill>
              <a:srgbClr val="1D1D3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39" name="Freeform 20"/>
            <p:cNvSpPr>
              <a:spLocks/>
            </p:cNvSpPr>
            <p:nvPr/>
          </p:nvSpPr>
          <p:spPr bwMode="auto">
            <a:xfrm>
              <a:off x="953" y="3476"/>
              <a:ext cx="74" cy="111"/>
            </a:xfrm>
            <a:custGeom>
              <a:avLst/>
              <a:gdLst>
                <a:gd name="T0" fmla="*/ 53 w 74"/>
                <a:gd name="T1" fmla="*/ 55 h 111"/>
                <a:gd name="T2" fmla="*/ 53 w 74"/>
                <a:gd name="T3" fmla="*/ 55 h 111"/>
                <a:gd name="T4" fmla="*/ 48 w 74"/>
                <a:gd name="T5" fmla="*/ 49 h 111"/>
                <a:gd name="T6" fmla="*/ 36 w 74"/>
                <a:gd name="T7" fmla="*/ 34 h 111"/>
                <a:gd name="T8" fmla="*/ 22 w 74"/>
                <a:gd name="T9" fmla="*/ 16 h 111"/>
                <a:gd name="T10" fmla="*/ 17 w 74"/>
                <a:gd name="T11" fmla="*/ 7 h 111"/>
                <a:gd name="T12" fmla="*/ 13 w 74"/>
                <a:gd name="T13" fmla="*/ 0 h 111"/>
                <a:gd name="T14" fmla="*/ 0 w 74"/>
                <a:gd name="T15" fmla="*/ 11 h 111"/>
                <a:gd name="T16" fmla="*/ 0 w 74"/>
                <a:gd name="T17" fmla="*/ 11 h 111"/>
                <a:gd name="T18" fmla="*/ 4 w 74"/>
                <a:gd name="T19" fmla="*/ 21 h 111"/>
                <a:gd name="T20" fmla="*/ 17 w 74"/>
                <a:gd name="T21" fmla="*/ 47 h 111"/>
                <a:gd name="T22" fmla="*/ 26 w 74"/>
                <a:gd name="T23" fmla="*/ 62 h 111"/>
                <a:gd name="T24" fmla="*/ 36 w 74"/>
                <a:gd name="T25" fmla="*/ 78 h 111"/>
                <a:gd name="T26" fmla="*/ 46 w 74"/>
                <a:gd name="T27" fmla="*/ 92 h 111"/>
                <a:gd name="T28" fmla="*/ 58 w 74"/>
                <a:gd name="T29" fmla="*/ 105 h 111"/>
                <a:gd name="T30" fmla="*/ 58 w 74"/>
                <a:gd name="T31" fmla="*/ 105 h 111"/>
                <a:gd name="T32" fmla="*/ 64 w 74"/>
                <a:gd name="T33" fmla="*/ 109 h 111"/>
                <a:gd name="T34" fmla="*/ 67 w 74"/>
                <a:gd name="T35" fmla="*/ 111 h 111"/>
                <a:gd name="T36" fmla="*/ 70 w 74"/>
                <a:gd name="T37" fmla="*/ 111 h 111"/>
                <a:gd name="T38" fmla="*/ 72 w 74"/>
                <a:gd name="T39" fmla="*/ 109 h 111"/>
                <a:gd name="T40" fmla="*/ 74 w 74"/>
                <a:gd name="T41" fmla="*/ 107 h 111"/>
                <a:gd name="T42" fmla="*/ 74 w 74"/>
                <a:gd name="T43" fmla="*/ 102 h 111"/>
                <a:gd name="T44" fmla="*/ 71 w 74"/>
                <a:gd name="T45" fmla="*/ 92 h 111"/>
                <a:gd name="T46" fmla="*/ 68 w 74"/>
                <a:gd name="T47" fmla="*/ 80 h 111"/>
                <a:gd name="T48" fmla="*/ 62 w 74"/>
                <a:gd name="T49" fmla="*/ 69 h 111"/>
                <a:gd name="T50" fmla="*/ 58 w 74"/>
                <a:gd name="T51" fmla="*/ 60 h 111"/>
                <a:gd name="T52" fmla="*/ 56 w 74"/>
                <a:gd name="T53" fmla="*/ 57 h 111"/>
                <a:gd name="T54" fmla="*/ 53 w 74"/>
                <a:gd name="T55" fmla="*/ 55 h 1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
                <a:gd name="T85" fmla="*/ 0 h 111"/>
                <a:gd name="T86" fmla="*/ 74 w 74"/>
                <a:gd name="T87" fmla="*/ 111 h 1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 h="111">
                  <a:moveTo>
                    <a:pt x="53" y="55"/>
                  </a:moveTo>
                  <a:lnTo>
                    <a:pt x="53" y="55"/>
                  </a:lnTo>
                  <a:lnTo>
                    <a:pt x="48" y="49"/>
                  </a:lnTo>
                  <a:lnTo>
                    <a:pt x="36" y="34"/>
                  </a:lnTo>
                  <a:lnTo>
                    <a:pt x="22" y="16"/>
                  </a:lnTo>
                  <a:lnTo>
                    <a:pt x="17" y="7"/>
                  </a:lnTo>
                  <a:lnTo>
                    <a:pt x="13" y="0"/>
                  </a:lnTo>
                  <a:lnTo>
                    <a:pt x="0" y="11"/>
                  </a:lnTo>
                  <a:lnTo>
                    <a:pt x="4" y="21"/>
                  </a:lnTo>
                  <a:lnTo>
                    <a:pt x="17" y="47"/>
                  </a:lnTo>
                  <a:lnTo>
                    <a:pt x="26" y="62"/>
                  </a:lnTo>
                  <a:lnTo>
                    <a:pt x="36" y="78"/>
                  </a:lnTo>
                  <a:lnTo>
                    <a:pt x="46" y="92"/>
                  </a:lnTo>
                  <a:lnTo>
                    <a:pt x="58" y="105"/>
                  </a:lnTo>
                  <a:lnTo>
                    <a:pt x="64" y="109"/>
                  </a:lnTo>
                  <a:lnTo>
                    <a:pt x="67" y="111"/>
                  </a:lnTo>
                  <a:lnTo>
                    <a:pt x="70" y="111"/>
                  </a:lnTo>
                  <a:lnTo>
                    <a:pt x="72" y="109"/>
                  </a:lnTo>
                  <a:lnTo>
                    <a:pt x="74" y="107"/>
                  </a:lnTo>
                  <a:lnTo>
                    <a:pt x="74" y="102"/>
                  </a:lnTo>
                  <a:lnTo>
                    <a:pt x="71" y="92"/>
                  </a:lnTo>
                  <a:lnTo>
                    <a:pt x="68" y="80"/>
                  </a:lnTo>
                  <a:lnTo>
                    <a:pt x="62" y="69"/>
                  </a:lnTo>
                  <a:lnTo>
                    <a:pt x="58" y="60"/>
                  </a:lnTo>
                  <a:lnTo>
                    <a:pt x="56" y="57"/>
                  </a:lnTo>
                  <a:lnTo>
                    <a:pt x="53" y="55"/>
                  </a:lnTo>
                  <a:close/>
                </a:path>
              </a:pathLst>
            </a:custGeom>
            <a:solidFill>
              <a:srgbClr val="EF9F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40" name="Freeform 21"/>
            <p:cNvSpPr>
              <a:spLocks/>
            </p:cNvSpPr>
            <p:nvPr/>
          </p:nvSpPr>
          <p:spPr bwMode="auto">
            <a:xfrm>
              <a:off x="953" y="3476"/>
              <a:ext cx="74" cy="111"/>
            </a:xfrm>
            <a:custGeom>
              <a:avLst/>
              <a:gdLst>
                <a:gd name="T0" fmla="*/ 53 w 74"/>
                <a:gd name="T1" fmla="*/ 55 h 111"/>
                <a:gd name="T2" fmla="*/ 53 w 74"/>
                <a:gd name="T3" fmla="*/ 55 h 111"/>
                <a:gd name="T4" fmla="*/ 48 w 74"/>
                <a:gd name="T5" fmla="*/ 49 h 111"/>
                <a:gd name="T6" fmla="*/ 36 w 74"/>
                <a:gd name="T7" fmla="*/ 34 h 111"/>
                <a:gd name="T8" fmla="*/ 22 w 74"/>
                <a:gd name="T9" fmla="*/ 16 h 111"/>
                <a:gd name="T10" fmla="*/ 17 w 74"/>
                <a:gd name="T11" fmla="*/ 7 h 111"/>
                <a:gd name="T12" fmla="*/ 13 w 74"/>
                <a:gd name="T13" fmla="*/ 0 h 111"/>
                <a:gd name="T14" fmla="*/ 0 w 74"/>
                <a:gd name="T15" fmla="*/ 11 h 111"/>
                <a:gd name="T16" fmla="*/ 0 w 74"/>
                <a:gd name="T17" fmla="*/ 11 h 111"/>
                <a:gd name="T18" fmla="*/ 4 w 74"/>
                <a:gd name="T19" fmla="*/ 21 h 111"/>
                <a:gd name="T20" fmla="*/ 17 w 74"/>
                <a:gd name="T21" fmla="*/ 47 h 111"/>
                <a:gd name="T22" fmla="*/ 26 w 74"/>
                <a:gd name="T23" fmla="*/ 62 h 111"/>
                <a:gd name="T24" fmla="*/ 36 w 74"/>
                <a:gd name="T25" fmla="*/ 78 h 111"/>
                <a:gd name="T26" fmla="*/ 46 w 74"/>
                <a:gd name="T27" fmla="*/ 92 h 111"/>
                <a:gd name="T28" fmla="*/ 58 w 74"/>
                <a:gd name="T29" fmla="*/ 105 h 111"/>
                <a:gd name="T30" fmla="*/ 58 w 74"/>
                <a:gd name="T31" fmla="*/ 105 h 111"/>
                <a:gd name="T32" fmla="*/ 64 w 74"/>
                <a:gd name="T33" fmla="*/ 109 h 111"/>
                <a:gd name="T34" fmla="*/ 67 w 74"/>
                <a:gd name="T35" fmla="*/ 111 h 111"/>
                <a:gd name="T36" fmla="*/ 70 w 74"/>
                <a:gd name="T37" fmla="*/ 111 h 111"/>
                <a:gd name="T38" fmla="*/ 72 w 74"/>
                <a:gd name="T39" fmla="*/ 109 h 111"/>
                <a:gd name="T40" fmla="*/ 74 w 74"/>
                <a:gd name="T41" fmla="*/ 107 h 111"/>
                <a:gd name="T42" fmla="*/ 74 w 74"/>
                <a:gd name="T43" fmla="*/ 102 h 111"/>
                <a:gd name="T44" fmla="*/ 71 w 74"/>
                <a:gd name="T45" fmla="*/ 92 h 111"/>
                <a:gd name="T46" fmla="*/ 68 w 74"/>
                <a:gd name="T47" fmla="*/ 80 h 111"/>
                <a:gd name="T48" fmla="*/ 62 w 74"/>
                <a:gd name="T49" fmla="*/ 69 h 111"/>
                <a:gd name="T50" fmla="*/ 58 w 74"/>
                <a:gd name="T51" fmla="*/ 60 h 111"/>
                <a:gd name="T52" fmla="*/ 56 w 74"/>
                <a:gd name="T53" fmla="*/ 57 h 111"/>
                <a:gd name="T54" fmla="*/ 53 w 74"/>
                <a:gd name="T55" fmla="*/ 55 h 1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
                <a:gd name="T85" fmla="*/ 0 h 111"/>
                <a:gd name="T86" fmla="*/ 74 w 74"/>
                <a:gd name="T87" fmla="*/ 111 h 1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 h="111">
                  <a:moveTo>
                    <a:pt x="53" y="55"/>
                  </a:moveTo>
                  <a:lnTo>
                    <a:pt x="53" y="55"/>
                  </a:lnTo>
                  <a:lnTo>
                    <a:pt x="48" y="49"/>
                  </a:lnTo>
                  <a:lnTo>
                    <a:pt x="36" y="34"/>
                  </a:lnTo>
                  <a:lnTo>
                    <a:pt x="22" y="16"/>
                  </a:lnTo>
                  <a:lnTo>
                    <a:pt x="17" y="7"/>
                  </a:lnTo>
                  <a:lnTo>
                    <a:pt x="13" y="0"/>
                  </a:lnTo>
                  <a:lnTo>
                    <a:pt x="0" y="11"/>
                  </a:lnTo>
                  <a:lnTo>
                    <a:pt x="4" y="21"/>
                  </a:lnTo>
                  <a:lnTo>
                    <a:pt x="17" y="47"/>
                  </a:lnTo>
                  <a:lnTo>
                    <a:pt x="26" y="62"/>
                  </a:lnTo>
                  <a:lnTo>
                    <a:pt x="36" y="78"/>
                  </a:lnTo>
                  <a:lnTo>
                    <a:pt x="46" y="92"/>
                  </a:lnTo>
                  <a:lnTo>
                    <a:pt x="58" y="105"/>
                  </a:lnTo>
                  <a:lnTo>
                    <a:pt x="64" y="109"/>
                  </a:lnTo>
                  <a:lnTo>
                    <a:pt x="67" y="111"/>
                  </a:lnTo>
                  <a:lnTo>
                    <a:pt x="70" y="111"/>
                  </a:lnTo>
                  <a:lnTo>
                    <a:pt x="72" y="109"/>
                  </a:lnTo>
                  <a:lnTo>
                    <a:pt x="74" y="107"/>
                  </a:lnTo>
                  <a:lnTo>
                    <a:pt x="74" y="102"/>
                  </a:lnTo>
                  <a:lnTo>
                    <a:pt x="71" y="92"/>
                  </a:lnTo>
                  <a:lnTo>
                    <a:pt x="68" y="80"/>
                  </a:lnTo>
                  <a:lnTo>
                    <a:pt x="62" y="69"/>
                  </a:lnTo>
                  <a:lnTo>
                    <a:pt x="58" y="60"/>
                  </a:lnTo>
                  <a:lnTo>
                    <a:pt x="56" y="57"/>
                  </a:lnTo>
                  <a:lnTo>
                    <a:pt x="53" y="5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41" name="Freeform 22"/>
            <p:cNvSpPr>
              <a:spLocks/>
            </p:cNvSpPr>
            <p:nvPr/>
          </p:nvSpPr>
          <p:spPr bwMode="auto">
            <a:xfrm>
              <a:off x="1029" y="3301"/>
              <a:ext cx="95" cy="131"/>
            </a:xfrm>
            <a:custGeom>
              <a:avLst/>
              <a:gdLst>
                <a:gd name="T0" fmla="*/ 75 w 95"/>
                <a:gd name="T1" fmla="*/ 15 h 131"/>
                <a:gd name="T2" fmla="*/ 64 w 95"/>
                <a:gd name="T3" fmla="*/ 27 h 131"/>
                <a:gd name="T4" fmla="*/ 54 w 95"/>
                <a:gd name="T5" fmla="*/ 43 h 131"/>
                <a:gd name="T6" fmla="*/ 46 w 95"/>
                <a:gd name="T7" fmla="*/ 67 h 131"/>
                <a:gd name="T8" fmla="*/ 39 w 95"/>
                <a:gd name="T9" fmla="*/ 91 h 131"/>
                <a:gd name="T10" fmla="*/ 32 w 95"/>
                <a:gd name="T11" fmla="*/ 107 h 131"/>
                <a:gd name="T12" fmla="*/ 24 w 95"/>
                <a:gd name="T13" fmla="*/ 116 h 131"/>
                <a:gd name="T14" fmla="*/ 14 w 95"/>
                <a:gd name="T15" fmla="*/ 120 h 131"/>
                <a:gd name="T16" fmla="*/ 10 w 95"/>
                <a:gd name="T17" fmla="*/ 119 h 131"/>
                <a:gd name="T18" fmla="*/ 4 w 95"/>
                <a:gd name="T19" fmla="*/ 113 h 131"/>
                <a:gd name="T20" fmla="*/ 4 w 95"/>
                <a:gd name="T21" fmla="*/ 105 h 131"/>
                <a:gd name="T22" fmla="*/ 10 w 95"/>
                <a:gd name="T23" fmla="*/ 99 h 131"/>
                <a:gd name="T24" fmla="*/ 13 w 95"/>
                <a:gd name="T25" fmla="*/ 96 h 131"/>
                <a:gd name="T26" fmla="*/ 9 w 95"/>
                <a:gd name="T27" fmla="*/ 96 h 131"/>
                <a:gd name="T28" fmla="*/ 4 w 95"/>
                <a:gd name="T29" fmla="*/ 99 h 131"/>
                <a:gd name="T30" fmla="*/ 0 w 95"/>
                <a:gd name="T31" fmla="*/ 107 h 131"/>
                <a:gd name="T32" fmla="*/ 0 w 95"/>
                <a:gd name="T33" fmla="*/ 114 h 131"/>
                <a:gd name="T34" fmla="*/ 3 w 95"/>
                <a:gd name="T35" fmla="*/ 124 h 131"/>
                <a:gd name="T36" fmla="*/ 12 w 95"/>
                <a:gd name="T37" fmla="*/ 130 h 131"/>
                <a:gd name="T38" fmla="*/ 24 w 95"/>
                <a:gd name="T39" fmla="*/ 131 h 131"/>
                <a:gd name="T40" fmla="*/ 32 w 95"/>
                <a:gd name="T41" fmla="*/ 131 h 131"/>
                <a:gd name="T42" fmla="*/ 62 w 95"/>
                <a:gd name="T43" fmla="*/ 120 h 131"/>
                <a:gd name="T44" fmla="*/ 79 w 95"/>
                <a:gd name="T45" fmla="*/ 112 h 131"/>
                <a:gd name="T46" fmla="*/ 86 w 95"/>
                <a:gd name="T47" fmla="*/ 72 h 131"/>
                <a:gd name="T48" fmla="*/ 85 w 95"/>
                <a:gd name="T49" fmla="*/ 58 h 131"/>
                <a:gd name="T50" fmla="*/ 86 w 95"/>
                <a:gd name="T51" fmla="*/ 61 h 131"/>
                <a:gd name="T52" fmla="*/ 89 w 95"/>
                <a:gd name="T53" fmla="*/ 75 h 131"/>
                <a:gd name="T54" fmla="*/ 89 w 95"/>
                <a:gd name="T55" fmla="*/ 91 h 131"/>
                <a:gd name="T56" fmla="*/ 88 w 95"/>
                <a:gd name="T57" fmla="*/ 100 h 131"/>
                <a:gd name="T58" fmla="*/ 93 w 95"/>
                <a:gd name="T59" fmla="*/ 87 h 131"/>
                <a:gd name="T60" fmla="*/ 95 w 95"/>
                <a:gd name="T61" fmla="*/ 71 h 131"/>
                <a:gd name="T62" fmla="*/ 92 w 95"/>
                <a:gd name="T63" fmla="*/ 48 h 131"/>
                <a:gd name="T64" fmla="*/ 89 w 95"/>
                <a:gd name="T65" fmla="*/ 37 h 131"/>
                <a:gd name="T66" fmla="*/ 87 w 95"/>
                <a:gd name="T67" fmla="*/ 11 h 131"/>
                <a:gd name="T68" fmla="*/ 89 w 95"/>
                <a:gd name="T69" fmla="*/ 0 h 1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131"/>
                <a:gd name="T107" fmla="*/ 95 w 95"/>
                <a:gd name="T108" fmla="*/ 131 h 1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131">
                  <a:moveTo>
                    <a:pt x="75" y="15"/>
                  </a:moveTo>
                  <a:lnTo>
                    <a:pt x="75" y="15"/>
                  </a:lnTo>
                  <a:lnTo>
                    <a:pt x="71" y="18"/>
                  </a:lnTo>
                  <a:lnTo>
                    <a:pt x="64" y="27"/>
                  </a:lnTo>
                  <a:lnTo>
                    <a:pt x="58" y="34"/>
                  </a:lnTo>
                  <a:lnTo>
                    <a:pt x="54" y="43"/>
                  </a:lnTo>
                  <a:lnTo>
                    <a:pt x="49" y="54"/>
                  </a:lnTo>
                  <a:lnTo>
                    <a:pt x="46" y="67"/>
                  </a:lnTo>
                  <a:lnTo>
                    <a:pt x="39" y="91"/>
                  </a:lnTo>
                  <a:lnTo>
                    <a:pt x="36" y="100"/>
                  </a:lnTo>
                  <a:lnTo>
                    <a:pt x="32" y="107"/>
                  </a:lnTo>
                  <a:lnTo>
                    <a:pt x="29" y="112"/>
                  </a:lnTo>
                  <a:lnTo>
                    <a:pt x="24" y="116"/>
                  </a:lnTo>
                  <a:lnTo>
                    <a:pt x="20" y="119"/>
                  </a:lnTo>
                  <a:lnTo>
                    <a:pt x="14" y="120"/>
                  </a:lnTo>
                  <a:lnTo>
                    <a:pt x="10" y="119"/>
                  </a:lnTo>
                  <a:lnTo>
                    <a:pt x="7" y="116"/>
                  </a:lnTo>
                  <a:lnTo>
                    <a:pt x="4" y="113"/>
                  </a:lnTo>
                  <a:lnTo>
                    <a:pt x="4" y="109"/>
                  </a:lnTo>
                  <a:lnTo>
                    <a:pt x="4" y="105"/>
                  </a:lnTo>
                  <a:lnTo>
                    <a:pt x="7" y="101"/>
                  </a:lnTo>
                  <a:lnTo>
                    <a:pt x="10" y="99"/>
                  </a:lnTo>
                  <a:lnTo>
                    <a:pt x="13" y="96"/>
                  </a:lnTo>
                  <a:lnTo>
                    <a:pt x="12" y="96"/>
                  </a:lnTo>
                  <a:lnTo>
                    <a:pt x="9" y="96"/>
                  </a:lnTo>
                  <a:lnTo>
                    <a:pt x="7" y="96"/>
                  </a:lnTo>
                  <a:lnTo>
                    <a:pt x="4" y="99"/>
                  </a:lnTo>
                  <a:lnTo>
                    <a:pt x="2" y="103"/>
                  </a:lnTo>
                  <a:lnTo>
                    <a:pt x="0" y="107"/>
                  </a:lnTo>
                  <a:lnTo>
                    <a:pt x="0" y="114"/>
                  </a:lnTo>
                  <a:lnTo>
                    <a:pt x="1" y="120"/>
                  </a:lnTo>
                  <a:lnTo>
                    <a:pt x="3" y="124"/>
                  </a:lnTo>
                  <a:lnTo>
                    <a:pt x="8" y="128"/>
                  </a:lnTo>
                  <a:lnTo>
                    <a:pt x="12" y="130"/>
                  </a:lnTo>
                  <a:lnTo>
                    <a:pt x="18" y="131"/>
                  </a:lnTo>
                  <a:lnTo>
                    <a:pt x="24" y="131"/>
                  </a:lnTo>
                  <a:lnTo>
                    <a:pt x="32" y="131"/>
                  </a:lnTo>
                  <a:lnTo>
                    <a:pt x="48" y="125"/>
                  </a:lnTo>
                  <a:lnTo>
                    <a:pt x="62" y="120"/>
                  </a:lnTo>
                  <a:lnTo>
                    <a:pt x="79" y="112"/>
                  </a:lnTo>
                  <a:lnTo>
                    <a:pt x="84" y="90"/>
                  </a:lnTo>
                  <a:lnTo>
                    <a:pt x="86" y="72"/>
                  </a:lnTo>
                  <a:lnTo>
                    <a:pt x="86" y="64"/>
                  </a:lnTo>
                  <a:lnTo>
                    <a:pt x="85" y="58"/>
                  </a:lnTo>
                  <a:lnTo>
                    <a:pt x="86" y="61"/>
                  </a:lnTo>
                  <a:lnTo>
                    <a:pt x="89" y="68"/>
                  </a:lnTo>
                  <a:lnTo>
                    <a:pt x="89" y="75"/>
                  </a:lnTo>
                  <a:lnTo>
                    <a:pt x="90" y="82"/>
                  </a:lnTo>
                  <a:lnTo>
                    <a:pt x="89" y="91"/>
                  </a:lnTo>
                  <a:lnTo>
                    <a:pt x="88" y="100"/>
                  </a:lnTo>
                  <a:lnTo>
                    <a:pt x="90" y="96"/>
                  </a:lnTo>
                  <a:lnTo>
                    <a:pt x="93" y="87"/>
                  </a:lnTo>
                  <a:lnTo>
                    <a:pt x="94" y="80"/>
                  </a:lnTo>
                  <a:lnTo>
                    <a:pt x="95" y="71"/>
                  </a:lnTo>
                  <a:lnTo>
                    <a:pt x="94" y="61"/>
                  </a:lnTo>
                  <a:lnTo>
                    <a:pt x="92" y="48"/>
                  </a:lnTo>
                  <a:lnTo>
                    <a:pt x="89" y="37"/>
                  </a:lnTo>
                  <a:lnTo>
                    <a:pt x="88" y="27"/>
                  </a:lnTo>
                  <a:lnTo>
                    <a:pt x="87" y="11"/>
                  </a:lnTo>
                  <a:lnTo>
                    <a:pt x="88" y="3"/>
                  </a:lnTo>
                  <a:lnTo>
                    <a:pt x="89" y="0"/>
                  </a:lnTo>
                  <a:lnTo>
                    <a:pt x="75"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42" name="Freeform 23"/>
            <p:cNvSpPr>
              <a:spLocks/>
            </p:cNvSpPr>
            <p:nvPr/>
          </p:nvSpPr>
          <p:spPr bwMode="auto">
            <a:xfrm>
              <a:off x="1079" y="3215"/>
              <a:ext cx="107" cy="141"/>
            </a:xfrm>
            <a:custGeom>
              <a:avLst/>
              <a:gdLst>
                <a:gd name="T0" fmla="*/ 107 w 107"/>
                <a:gd name="T1" fmla="*/ 26 h 141"/>
                <a:gd name="T2" fmla="*/ 107 w 107"/>
                <a:gd name="T3" fmla="*/ 26 h 141"/>
                <a:gd name="T4" fmla="*/ 106 w 107"/>
                <a:gd name="T5" fmla="*/ 22 h 141"/>
                <a:gd name="T6" fmla="*/ 104 w 107"/>
                <a:gd name="T7" fmla="*/ 19 h 141"/>
                <a:gd name="T8" fmla="*/ 101 w 107"/>
                <a:gd name="T9" fmla="*/ 15 h 141"/>
                <a:gd name="T10" fmla="*/ 96 w 107"/>
                <a:gd name="T11" fmla="*/ 10 h 141"/>
                <a:gd name="T12" fmla="*/ 88 w 107"/>
                <a:gd name="T13" fmla="*/ 7 h 141"/>
                <a:gd name="T14" fmla="*/ 80 w 107"/>
                <a:gd name="T15" fmla="*/ 3 h 141"/>
                <a:gd name="T16" fmla="*/ 66 w 107"/>
                <a:gd name="T17" fmla="*/ 1 h 141"/>
                <a:gd name="T18" fmla="*/ 66 w 107"/>
                <a:gd name="T19" fmla="*/ 1 h 141"/>
                <a:gd name="T20" fmla="*/ 53 w 107"/>
                <a:gd name="T21" fmla="*/ 0 h 141"/>
                <a:gd name="T22" fmla="*/ 42 w 107"/>
                <a:gd name="T23" fmla="*/ 2 h 141"/>
                <a:gd name="T24" fmla="*/ 33 w 107"/>
                <a:gd name="T25" fmla="*/ 6 h 141"/>
                <a:gd name="T26" fmla="*/ 25 w 107"/>
                <a:gd name="T27" fmla="*/ 10 h 141"/>
                <a:gd name="T28" fmla="*/ 18 w 107"/>
                <a:gd name="T29" fmla="*/ 17 h 141"/>
                <a:gd name="T30" fmla="*/ 14 w 107"/>
                <a:gd name="T31" fmla="*/ 24 h 141"/>
                <a:gd name="T32" fmla="*/ 9 w 107"/>
                <a:gd name="T33" fmla="*/ 31 h 141"/>
                <a:gd name="T34" fmla="*/ 5 w 107"/>
                <a:gd name="T35" fmla="*/ 39 h 141"/>
                <a:gd name="T36" fmla="*/ 5 w 107"/>
                <a:gd name="T37" fmla="*/ 39 h 141"/>
                <a:gd name="T38" fmla="*/ 1 w 107"/>
                <a:gd name="T39" fmla="*/ 49 h 141"/>
                <a:gd name="T40" fmla="*/ 0 w 107"/>
                <a:gd name="T41" fmla="*/ 59 h 141"/>
                <a:gd name="T42" fmla="*/ 0 w 107"/>
                <a:gd name="T43" fmla="*/ 68 h 141"/>
                <a:gd name="T44" fmla="*/ 1 w 107"/>
                <a:gd name="T45" fmla="*/ 78 h 141"/>
                <a:gd name="T46" fmla="*/ 6 w 107"/>
                <a:gd name="T47" fmla="*/ 88 h 141"/>
                <a:gd name="T48" fmla="*/ 11 w 107"/>
                <a:gd name="T49" fmla="*/ 97 h 141"/>
                <a:gd name="T50" fmla="*/ 18 w 107"/>
                <a:gd name="T51" fmla="*/ 105 h 141"/>
                <a:gd name="T52" fmla="*/ 27 w 107"/>
                <a:gd name="T53" fmla="*/ 112 h 141"/>
                <a:gd name="T54" fmla="*/ 27 w 107"/>
                <a:gd name="T55" fmla="*/ 112 h 141"/>
                <a:gd name="T56" fmla="*/ 57 w 107"/>
                <a:gd name="T57" fmla="*/ 133 h 141"/>
                <a:gd name="T58" fmla="*/ 67 w 107"/>
                <a:gd name="T59" fmla="*/ 141 h 141"/>
                <a:gd name="T60" fmla="*/ 107 w 107"/>
                <a:gd name="T61" fmla="*/ 26 h 1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7"/>
                <a:gd name="T94" fmla="*/ 0 h 141"/>
                <a:gd name="T95" fmla="*/ 107 w 107"/>
                <a:gd name="T96" fmla="*/ 141 h 1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7" h="141">
                  <a:moveTo>
                    <a:pt x="107" y="26"/>
                  </a:moveTo>
                  <a:lnTo>
                    <a:pt x="107" y="26"/>
                  </a:lnTo>
                  <a:lnTo>
                    <a:pt x="106" y="22"/>
                  </a:lnTo>
                  <a:lnTo>
                    <a:pt x="104" y="19"/>
                  </a:lnTo>
                  <a:lnTo>
                    <a:pt x="101" y="15"/>
                  </a:lnTo>
                  <a:lnTo>
                    <a:pt x="96" y="10"/>
                  </a:lnTo>
                  <a:lnTo>
                    <a:pt x="88" y="7"/>
                  </a:lnTo>
                  <a:lnTo>
                    <a:pt x="80" y="3"/>
                  </a:lnTo>
                  <a:lnTo>
                    <a:pt x="66" y="1"/>
                  </a:lnTo>
                  <a:lnTo>
                    <a:pt x="53" y="0"/>
                  </a:lnTo>
                  <a:lnTo>
                    <a:pt x="42" y="2"/>
                  </a:lnTo>
                  <a:lnTo>
                    <a:pt x="33" y="6"/>
                  </a:lnTo>
                  <a:lnTo>
                    <a:pt x="25" y="10"/>
                  </a:lnTo>
                  <a:lnTo>
                    <a:pt x="18" y="17"/>
                  </a:lnTo>
                  <a:lnTo>
                    <a:pt x="14" y="24"/>
                  </a:lnTo>
                  <a:lnTo>
                    <a:pt x="9" y="31"/>
                  </a:lnTo>
                  <a:lnTo>
                    <a:pt x="5" y="39"/>
                  </a:lnTo>
                  <a:lnTo>
                    <a:pt x="1" y="49"/>
                  </a:lnTo>
                  <a:lnTo>
                    <a:pt x="0" y="59"/>
                  </a:lnTo>
                  <a:lnTo>
                    <a:pt x="0" y="68"/>
                  </a:lnTo>
                  <a:lnTo>
                    <a:pt x="1" y="78"/>
                  </a:lnTo>
                  <a:lnTo>
                    <a:pt x="6" y="88"/>
                  </a:lnTo>
                  <a:lnTo>
                    <a:pt x="11" y="97"/>
                  </a:lnTo>
                  <a:lnTo>
                    <a:pt x="18" y="105"/>
                  </a:lnTo>
                  <a:lnTo>
                    <a:pt x="27" y="112"/>
                  </a:lnTo>
                  <a:lnTo>
                    <a:pt x="57" y="133"/>
                  </a:lnTo>
                  <a:lnTo>
                    <a:pt x="67" y="141"/>
                  </a:lnTo>
                  <a:lnTo>
                    <a:pt x="107"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43" name="Freeform 24"/>
            <p:cNvSpPr>
              <a:spLocks/>
            </p:cNvSpPr>
            <p:nvPr/>
          </p:nvSpPr>
          <p:spPr bwMode="auto">
            <a:xfrm>
              <a:off x="1112" y="3228"/>
              <a:ext cx="91" cy="129"/>
            </a:xfrm>
            <a:custGeom>
              <a:avLst/>
              <a:gdLst>
                <a:gd name="T0" fmla="*/ 72 w 91"/>
                <a:gd name="T1" fmla="*/ 5 h 129"/>
                <a:gd name="T2" fmla="*/ 72 w 91"/>
                <a:gd name="T3" fmla="*/ 5 h 129"/>
                <a:gd name="T4" fmla="*/ 74 w 91"/>
                <a:gd name="T5" fmla="*/ 8 h 129"/>
                <a:gd name="T6" fmla="*/ 80 w 91"/>
                <a:gd name="T7" fmla="*/ 16 h 129"/>
                <a:gd name="T8" fmla="*/ 82 w 91"/>
                <a:gd name="T9" fmla="*/ 22 h 129"/>
                <a:gd name="T10" fmla="*/ 85 w 91"/>
                <a:gd name="T11" fmla="*/ 28 h 129"/>
                <a:gd name="T12" fmla="*/ 86 w 91"/>
                <a:gd name="T13" fmla="*/ 37 h 129"/>
                <a:gd name="T14" fmla="*/ 86 w 91"/>
                <a:gd name="T15" fmla="*/ 47 h 129"/>
                <a:gd name="T16" fmla="*/ 86 w 91"/>
                <a:gd name="T17" fmla="*/ 47 h 129"/>
                <a:gd name="T18" fmla="*/ 88 w 91"/>
                <a:gd name="T19" fmla="*/ 51 h 129"/>
                <a:gd name="T20" fmla="*/ 90 w 91"/>
                <a:gd name="T21" fmla="*/ 60 h 129"/>
                <a:gd name="T22" fmla="*/ 91 w 91"/>
                <a:gd name="T23" fmla="*/ 66 h 129"/>
                <a:gd name="T24" fmla="*/ 91 w 91"/>
                <a:gd name="T25" fmla="*/ 74 h 129"/>
                <a:gd name="T26" fmla="*/ 90 w 91"/>
                <a:gd name="T27" fmla="*/ 83 h 129"/>
                <a:gd name="T28" fmla="*/ 88 w 91"/>
                <a:gd name="T29" fmla="*/ 93 h 129"/>
                <a:gd name="T30" fmla="*/ 88 w 91"/>
                <a:gd name="T31" fmla="*/ 93 h 129"/>
                <a:gd name="T32" fmla="*/ 85 w 91"/>
                <a:gd name="T33" fmla="*/ 103 h 129"/>
                <a:gd name="T34" fmla="*/ 81 w 91"/>
                <a:gd name="T35" fmla="*/ 111 h 129"/>
                <a:gd name="T36" fmla="*/ 74 w 91"/>
                <a:gd name="T37" fmla="*/ 122 h 129"/>
                <a:gd name="T38" fmla="*/ 70 w 91"/>
                <a:gd name="T39" fmla="*/ 128 h 129"/>
                <a:gd name="T40" fmla="*/ 68 w 91"/>
                <a:gd name="T41" fmla="*/ 129 h 129"/>
                <a:gd name="T42" fmla="*/ 68 w 91"/>
                <a:gd name="T43" fmla="*/ 129 h 129"/>
                <a:gd name="T44" fmla="*/ 62 w 91"/>
                <a:gd name="T45" fmla="*/ 129 h 129"/>
                <a:gd name="T46" fmla="*/ 55 w 91"/>
                <a:gd name="T47" fmla="*/ 129 h 129"/>
                <a:gd name="T48" fmla="*/ 48 w 91"/>
                <a:gd name="T49" fmla="*/ 128 h 129"/>
                <a:gd name="T50" fmla="*/ 39 w 91"/>
                <a:gd name="T51" fmla="*/ 125 h 129"/>
                <a:gd name="T52" fmla="*/ 30 w 91"/>
                <a:gd name="T53" fmla="*/ 120 h 129"/>
                <a:gd name="T54" fmla="*/ 25 w 91"/>
                <a:gd name="T55" fmla="*/ 117 h 129"/>
                <a:gd name="T56" fmla="*/ 21 w 91"/>
                <a:gd name="T57" fmla="*/ 112 h 129"/>
                <a:gd name="T58" fmla="*/ 16 w 91"/>
                <a:gd name="T59" fmla="*/ 108 h 129"/>
                <a:gd name="T60" fmla="*/ 13 w 91"/>
                <a:gd name="T61" fmla="*/ 102 h 129"/>
                <a:gd name="T62" fmla="*/ 13 w 91"/>
                <a:gd name="T63" fmla="*/ 102 h 129"/>
                <a:gd name="T64" fmla="*/ 7 w 91"/>
                <a:gd name="T65" fmla="*/ 91 h 129"/>
                <a:gd name="T66" fmla="*/ 3 w 91"/>
                <a:gd name="T67" fmla="*/ 80 h 129"/>
                <a:gd name="T68" fmla="*/ 1 w 91"/>
                <a:gd name="T69" fmla="*/ 69 h 129"/>
                <a:gd name="T70" fmla="*/ 0 w 91"/>
                <a:gd name="T71" fmla="*/ 59 h 129"/>
                <a:gd name="T72" fmla="*/ 1 w 91"/>
                <a:gd name="T73" fmla="*/ 50 h 129"/>
                <a:gd name="T74" fmla="*/ 2 w 91"/>
                <a:gd name="T75" fmla="*/ 42 h 129"/>
                <a:gd name="T76" fmla="*/ 5 w 91"/>
                <a:gd name="T77" fmla="*/ 27 h 129"/>
                <a:gd name="T78" fmla="*/ 5 w 91"/>
                <a:gd name="T79" fmla="*/ 27 h 129"/>
                <a:gd name="T80" fmla="*/ 6 w 91"/>
                <a:gd name="T81" fmla="*/ 25 h 129"/>
                <a:gd name="T82" fmla="*/ 9 w 91"/>
                <a:gd name="T83" fmla="*/ 22 h 129"/>
                <a:gd name="T84" fmla="*/ 15 w 91"/>
                <a:gd name="T85" fmla="*/ 16 h 129"/>
                <a:gd name="T86" fmla="*/ 24 w 91"/>
                <a:gd name="T87" fmla="*/ 11 h 129"/>
                <a:gd name="T88" fmla="*/ 34 w 91"/>
                <a:gd name="T89" fmla="*/ 6 h 129"/>
                <a:gd name="T90" fmla="*/ 44 w 91"/>
                <a:gd name="T91" fmla="*/ 3 h 129"/>
                <a:gd name="T92" fmla="*/ 55 w 91"/>
                <a:gd name="T93" fmla="*/ 0 h 129"/>
                <a:gd name="T94" fmla="*/ 64 w 91"/>
                <a:gd name="T95" fmla="*/ 2 h 129"/>
                <a:gd name="T96" fmla="*/ 69 w 91"/>
                <a:gd name="T97" fmla="*/ 3 h 129"/>
                <a:gd name="T98" fmla="*/ 72 w 91"/>
                <a:gd name="T99" fmla="*/ 5 h 1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1"/>
                <a:gd name="T151" fmla="*/ 0 h 129"/>
                <a:gd name="T152" fmla="*/ 91 w 91"/>
                <a:gd name="T153" fmla="*/ 129 h 1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1" h="129">
                  <a:moveTo>
                    <a:pt x="72" y="5"/>
                  </a:moveTo>
                  <a:lnTo>
                    <a:pt x="72" y="5"/>
                  </a:lnTo>
                  <a:lnTo>
                    <a:pt x="74" y="8"/>
                  </a:lnTo>
                  <a:lnTo>
                    <a:pt x="80" y="16"/>
                  </a:lnTo>
                  <a:lnTo>
                    <a:pt x="82" y="22"/>
                  </a:lnTo>
                  <a:lnTo>
                    <a:pt x="85" y="28"/>
                  </a:lnTo>
                  <a:lnTo>
                    <a:pt x="86" y="37"/>
                  </a:lnTo>
                  <a:lnTo>
                    <a:pt x="86" y="47"/>
                  </a:lnTo>
                  <a:lnTo>
                    <a:pt x="88" y="51"/>
                  </a:lnTo>
                  <a:lnTo>
                    <a:pt x="90" y="60"/>
                  </a:lnTo>
                  <a:lnTo>
                    <a:pt x="91" y="66"/>
                  </a:lnTo>
                  <a:lnTo>
                    <a:pt x="91" y="74"/>
                  </a:lnTo>
                  <a:lnTo>
                    <a:pt x="90" y="83"/>
                  </a:lnTo>
                  <a:lnTo>
                    <a:pt x="88" y="93"/>
                  </a:lnTo>
                  <a:lnTo>
                    <a:pt x="85" y="103"/>
                  </a:lnTo>
                  <a:lnTo>
                    <a:pt x="81" y="111"/>
                  </a:lnTo>
                  <a:lnTo>
                    <a:pt x="74" y="122"/>
                  </a:lnTo>
                  <a:lnTo>
                    <a:pt x="70" y="128"/>
                  </a:lnTo>
                  <a:lnTo>
                    <a:pt x="68" y="129"/>
                  </a:lnTo>
                  <a:lnTo>
                    <a:pt x="62" y="129"/>
                  </a:lnTo>
                  <a:lnTo>
                    <a:pt x="55" y="129"/>
                  </a:lnTo>
                  <a:lnTo>
                    <a:pt x="48" y="128"/>
                  </a:lnTo>
                  <a:lnTo>
                    <a:pt x="39" y="125"/>
                  </a:lnTo>
                  <a:lnTo>
                    <a:pt x="30" y="120"/>
                  </a:lnTo>
                  <a:lnTo>
                    <a:pt x="25" y="117"/>
                  </a:lnTo>
                  <a:lnTo>
                    <a:pt x="21" y="112"/>
                  </a:lnTo>
                  <a:lnTo>
                    <a:pt x="16" y="108"/>
                  </a:lnTo>
                  <a:lnTo>
                    <a:pt x="13" y="102"/>
                  </a:lnTo>
                  <a:lnTo>
                    <a:pt x="7" y="91"/>
                  </a:lnTo>
                  <a:lnTo>
                    <a:pt x="3" y="80"/>
                  </a:lnTo>
                  <a:lnTo>
                    <a:pt x="1" y="69"/>
                  </a:lnTo>
                  <a:lnTo>
                    <a:pt x="0" y="59"/>
                  </a:lnTo>
                  <a:lnTo>
                    <a:pt x="1" y="50"/>
                  </a:lnTo>
                  <a:lnTo>
                    <a:pt x="2" y="42"/>
                  </a:lnTo>
                  <a:lnTo>
                    <a:pt x="5" y="27"/>
                  </a:lnTo>
                  <a:lnTo>
                    <a:pt x="6" y="25"/>
                  </a:lnTo>
                  <a:lnTo>
                    <a:pt x="9" y="22"/>
                  </a:lnTo>
                  <a:lnTo>
                    <a:pt x="15" y="16"/>
                  </a:lnTo>
                  <a:lnTo>
                    <a:pt x="24" y="11"/>
                  </a:lnTo>
                  <a:lnTo>
                    <a:pt x="34" y="6"/>
                  </a:lnTo>
                  <a:lnTo>
                    <a:pt x="44" y="3"/>
                  </a:lnTo>
                  <a:lnTo>
                    <a:pt x="55" y="0"/>
                  </a:lnTo>
                  <a:lnTo>
                    <a:pt x="64" y="2"/>
                  </a:lnTo>
                  <a:lnTo>
                    <a:pt x="69" y="3"/>
                  </a:lnTo>
                  <a:lnTo>
                    <a:pt x="72" y="5"/>
                  </a:lnTo>
                  <a:close/>
                </a:path>
              </a:pathLst>
            </a:custGeom>
            <a:solidFill>
              <a:srgbClr val="EF9F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44" name="Freeform 25"/>
            <p:cNvSpPr>
              <a:spLocks/>
            </p:cNvSpPr>
            <p:nvPr/>
          </p:nvSpPr>
          <p:spPr bwMode="auto">
            <a:xfrm>
              <a:off x="1112" y="3228"/>
              <a:ext cx="91" cy="129"/>
            </a:xfrm>
            <a:custGeom>
              <a:avLst/>
              <a:gdLst>
                <a:gd name="T0" fmla="*/ 72 w 91"/>
                <a:gd name="T1" fmla="*/ 5 h 129"/>
                <a:gd name="T2" fmla="*/ 72 w 91"/>
                <a:gd name="T3" fmla="*/ 5 h 129"/>
                <a:gd name="T4" fmla="*/ 74 w 91"/>
                <a:gd name="T5" fmla="*/ 8 h 129"/>
                <a:gd name="T6" fmla="*/ 80 w 91"/>
                <a:gd name="T7" fmla="*/ 16 h 129"/>
                <a:gd name="T8" fmla="*/ 82 w 91"/>
                <a:gd name="T9" fmla="*/ 22 h 129"/>
                <a:gd name="T10" fmla="*/ 85 w 91"/>
                <a:gd name="T11" fmla="*/ 28 h 129"/>
                <a:gd name="T12" fmla="*/ 86 w 91"/>
                <a:gd name="T13" fmla="*/ 37 h 129"/>
                <a:gd name="T14" fmla="*/ 86 w 91"/>
                <a:gd name="T15" fmla="*/ 47 h 129"/>
                <a:gd name="T16" fmla="*/ 86 w 91"/>
                <a:gd name="T17" fmla="*/ 47 h 129"/>
                <a:gd name="T18" fmla="*/ 88 w 91"/>
                <a:gd name="T19" fmla="*/ 51 h 129"/>
                <a:gd name="T20" fmla="*/ 90 w 91"/>
                <a:gd name="T21" fmla="*/ 60 h 129"/>
                <a:gd name="T22" fmla="*/ 91 w 91"/>
                <a:gd name="T23" fmla="*/ 66 h 129"/>
                <a:gd name="T24" fmla="*/ 91 w 91"/>
                <a:gd name="T25" fmla="*/ 74 h 129"/>
                <a:gd name="T26" fmla="*/ 90 w 91"/>
                <a:gd name="T27" fmla="*/ 83 h 129"/>
                <a:gd name="T28" fmla="*/ 88 w 91"/>
                <a:gd name="T29" fmla="*/ 93 h 129"/>
                <a:gd name="T30" fmla="*/ 88 w 91"/>
                <a:gd name="T31" fmla="*/ 93 h 129"/>
                <a:gd name="T32" fmla="*/ 85 w 91"/>
                <a:gd name="T33" fmla="*/ 103 h 129"/>
                <a:gd name="T34" fmla="*/ 81 w 91"/>
                <a:gd name="T35" fmla="*/ 111 h 129"/>
                <a:gd name="T36" fmla="*/ 74 w 91"/>
                <a:gd name="T37" fmla="*/ 122 h 129"/>
                <a:gd name="T38" fmla="*/ 70 w 91"/>
                <a:gd name="T39" fmla="*/ 128 h 129"/>
                <a:gd name="T40" fmla="*/ 68 w 91"/>
                <a:gd name="T41" fmla="*/ 129 h 129"/>
                <a:gd name="T42" fmla="*/ 68 w 91"/>
                <a:gd name="T43" fmla="*/ 129 h 129"/>
                <a:gd name="T44" fmla="*/ 62 w 91"/>
                <a:gd name="T45" fmla="*/ 129 h 129"/>
                <a:gd name="T46" fmla="*/ 55 w 91"/>
                <a:gd name="T47" fmla="*/ 129 h 129"/>
                <a:gd name="T48" fmla="*/ 48 w 91"/>
                <a:gd name="T49" fmla="*/ 128 h 129"/>
                <a:gd name="T50" fmla="*/ 39 w 91"/>
                <a:gd name="T51" fmla="*/ 125 h 129"/>
                <a:gd name="T52" fmla="*/ 30 w 91"/>
                <a:gd name="T53" fmla="*/ 120 h 129"/>
                <a:gd name="T54" fmla="*/ 25 w 91"/>
                <a:gd name="T55" fmla="*/ 117 h 129"/>
                <a:gd name="T56" fmla="*/ 21 w 91"/>
                <a:gd name="T57" fmla="*/ 112 h 129"/>
                <a:gd name="T58" fmla="*/ 16 w 91"/>
                <a:gd name="T59" fmla="*/ 108 h 129"/>
                <a:gd name="T60" fmla="*/ 13 w 91"/>
                <a:gd name="T61" fmla="*/ 102 h 129"/>
                <a:gd name="T62" fmla="*/ 13 w 91"/>
                <a:gd name="T63" fmla="*/ 102 h 129"/>
                <a:gd name="T64" fmla="*/ 7 w 91"/>
                <a:gd name="T65" fmla="*/ 91 h 129"/>
                <a:gd name="T66" fmla="*/ 3 w 91"/>
                <a:gd name="T67" fmla="*/ 80 h 129"/>
                <a:gd name="T68" fmla="*/ 1 w 91"/>
                <a:gd name="T69" fmla="*/ 69 h 129"/>
                <a:gd name="T70" fmla="*/ 0 w 91"/>
                <a:gd name="T71" fmla="*/ 59 h 129"/>
                <a:gd name="T72" fmla="*/ 1 w 91"/>
                <a:gd name="T73" fmla="*/ 50 h 129"/>
                <a:gd name="T74" fmla="*/ 2 w 91"/>
                <a:gd name="T75" fmla="*/ 42 h 129"/>
                <a:gd name="T76" fmla="*/ 5 w 91"/>
                <a:gd name="T77" fmla="*/ 27 h 129"/>
                <a:gd name="T78" fmla="*/ 5 w 91"/>
                <a:gd name="T79" fmla="*/ 27 h 129"/>
                <a:gd name="T80" fmla="*/ 6 w 91"/>
                <a:gd name="T81" fmla="*/ 25 h 129"/>
                <a:gd name="T82" fmla="*/ 9 w 91"/>
                <a:gd name="T83" fmla="*/ 22 h 129"/>
                <a:gd name="T84" fmla="*/ 15 w 91"/>
                <a:gd name="T85" fmla="*/ 16 h 129"/>
                <a:gd name="T86" fmla="*/ 24 w 91"/>
                <a:gd name="T87" fmla="*/ 11 h 129"/>
                <a:gd name="T88" fmla="*/ 34 w 91"/>
                <a:gd name="T89" fmla="*/ 6 h 129"/>
                <a:gd name="T90" fmla="*/ 44 w 91"/>
                <a:gd name="T91" fmla="*/ 3 h 129"/>
                <a:gd name="T92" fmla="*/ 55 w 91"/>
                <a:gd name="T93" fmla="*/ 0 h 129"/>
                <a:gd name="T94" fmla="*/ 64 w 91"/>
                <a:gd name="T95" fmla="*/ 2 h 129"/>
                <a:gd name="T96" fmla="*/ 69 w 91"/>
                <a:gd name="T97" fmla="*/ 3 h 129"/>
                <a:gd name="T98" fmla="*/ 72 w 91"/>
                <a:gd name="T99" fmla="*/ 5 h 1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1"/>
                <a:gd name="T151" fmla="*/ 0 h 129"/>
                <a:gd name="T152" fmla="*/ 91 w 91"/>
                <a:gd name="T153" fmla="*/ 129 h 1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1" h="129">
                  <a:moveTo>
                    <a:pt x="72" y="5"/>
                  </a:moveTo>
                  <a:lnTo>
                    <a:pt x="72" y="5"/>
                  </a:lnTo>
                  <a:lnTo>
                    <a:pt x="74" y="8"/>
                  </a:lnTo>
                  <a:lnTo>
                    <a:pt x="80" y="16"/>
                  </a:lnTo>
                  <a:lnTo>
                    <a:pt x="82" y="22"/>
                  </a:lnTo>
                  <a:lnTo>
                    <a:pt x="85" y="28"/>
                  </a:lnTo>
                  <a:lnTo>
                    <a:pt x="86" y="37"/>
                  </a:lnTo>
                  <a:lnTo>
                    <a:pt x="86" y="47"/>
                  </a:lnTo>
                  <a:lnTo>
                    <a:pt x="88" y="51"/>
                  </a:lnTo>
                  <a:lnTo>
                    <a:pt x="90" y="60"/>
                  </a:lnTo>
                  <a:lnTo>
                    <a:pt x="91" y="66"/>
                  </a:lnTo>
                  <a:lnTo>
                    <a:pt x="91" y="74"/>
                  </a:lnTo>
                  <a:lnTo>
                    <a:pt x="90" y="83"/>
                  </a:lnTo>
                  <a:lnTo>
                    <a:pt x="88" y="93"/>
                  </a:lnTo>
                  <a:lnTo>
                    <a:pt x="85" y="103"/>
                  </a:lnTo>
                  <a:lnTo>
                    <a:pt x="81" y="111"/>
                  </a:lnTo>
                  <a:lnTo>
                    <a:pt x="74" y="122"/>
                  </a:lnTo>
                  <a:lnTo>
                    <a:pt x="70" y="128"/>
                  </a:lnTo>
                  <a:lnTo>
                    <a:pt x="68" y="129"/>
                  </a:lnTo>
                  <a:lnTo>
                    <a:pt x="62" y="129"/>
                  </a:lnTo>
                  <a:lnTo>
                    <a:pt x="55" y="129"/>
                  </a:lnTo>
                  <a:lnTo>
                    <a:pt x="48" y="128"/>
                  </a:lnTo>
                  <a:lnTo>
                    <a:pt x="39" y="125"/>
                  </a:lnTo>
                  <a:lnTo>
                    <a:pt x="30" y="120"/>
                  </a:lnTo>
                  <a:lnTo>
                    <a:pt x="25" y="117"/>
                  </a:lnTo>
                  <a:lnTo>
                    <a:pt x="21" y="112"/>
                  </a:lnTo>
                  <a:lnTo>
                    <a:pt x="16" y="108"/>
                  </a:lnTo>
                  <a:lnTo>
                    <a:pt x="13" y="102"/>
                  </a:lnTo>
                  <a:lnTo>
                    <a:pt x="7" y="91"/>
                  </a:lnTo>
                  <a:lnTo>
                    <a:pt x="3" y="80"/>
                  </a:lnTo>
                  <a:lnTo>
                    <a:pt x="1" y="69"/>
                  </a:lnTo>
                  <a:lnTo>
                    <a:pt x="0" y="59"/>
                  </a:lnTo>
                  <a:lnTo>
                    <a:pt x="1" y="50"/>
                  </a:lnTo>
                  <a:lnTo>
                    <a:pt x="2" y="42"/>
                  </a:lnTo>
                  <a:lnTo>
                    <a:pt x="5" y="27"/>
                  </a:lnTo>
                  <a:lnTo>
                    <a:pt x="6" y="25"/>
                  </a:lnTo>
                  <a:lnTo>
                    <a:pt x="9" y="22"/>
                  </a:lnTo>
                  <a:lnTo>
                    <a:pt x="15" y="16"/>
                  </a:lnTo>
                  <a:lnTo>
                    <a:pt x="24" y="11"/>
                  </a:lnTo>
                  <a:lnTo>
                    <a:pt x="34" y="6"/>
                  </a:lnTo>
                  <a:lnTo>
                    <a:pt x="44" y="3"/>
                  </a:lnTo>
                  <a:lnTo>
                    <a:pt x="55" y="0"/>
                  </a:lnTo>
                  <a:lnTo>
                    <a:pt x="64" y="2"/>
                  </a:lnTo>
                  <a:lnTo>
                    <a:pt x="69" y="3"/>
                  </a:lnTo>
                  <a:lnTo>
                    <a:pt x="72" y="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45" name="Freeform 26"/>
            <p:cNvSpPr>
              <a:spLocks/>
            </p:cNvSpPr>
            <p:nvPr/>
          </p:nvSpPr>
          <p:spPr bwMode="auto">
            <a:xfrm>
              <a:off x="1070" y="3313"/>
              <a:ext cx="143" cy="116"/>
            </a:xfrm>
            <a:custGeom>
              <a:avLst/>
              <a:gdLst>
                <a:gd name="T0" fmla="*/ 52 w 143"/>
                <a:gd name="T1" fmla="*/ 0 h 116"/>
                <a:gd name="T2" fmla="*/ 52 w 143"/>
                <a:gd name="T3" fmla="*/ 0 h 116"/>
                <a:gd name="T4" fmla="*/ 54 w 143"/>
                <a:gd name="T5" fmla="*/ 8 h 116"/>
                <a:gd name="T6" fmla="*/ 54 w 143"/>
                <a:gd name="T7" fmla="*/ 17 h 116"/>
                <a:gd name="T8" fmla="*/ 55 w 143"/>
                <a:gd name="T9" fmla="*/ 28 h 116"/>
                <a:gd name="T10" fmla="*/ 54 w 143"/>
                <a:gd name="T11" fmla="*/ 41 h 116"/>
                <a:gd name="T12" fmla="*/ 52 w 143"/>
                <a:gd name="T13" fmla="*/ 53 h 116"/>
                <a:gd name="T14" fmla="*/ 49 w 143"/>
                <a:gd name="T15" fmla="*/ 60 h 116"/>
                <a:gd name="T16" fmla="*/ 46 w 143"/>
                <a:gd name="T17" fmla="*/ 65 h 116"/>
                <a:gd name="T18" fmla="*/ 43 w 143"/>
                <a:gd name="T19" fmla="*/ 71 h 116"/>
                <a:gd name="T20" fmla="*/ 39 w 143"/>
                <a:gd name="T21" fmla="*/ 75 h 116"/>
                <a:gd name="T22" fmla="*/ 39 w 143"/>
                <a:gd name="T23" fmla="*/ 75 h 116"/>
                <a:gd name="T24" fmla="*/ 30 w 143"/>
                <a:gd name="T25" fmla="*/ 84 h 116"/>
                <a:gd name="T26" fmla="*/ 23 w 143"/>
                <a:gd name="T27" fmla="*/ 91 h 116"/>
                <a:gd name="T28" fmla="*/ 16 w 143"/>
                <a:gd name="T29" fmla="*/ 95 h 116"/>
                <a:gd name="T30" fmla="*/ 10 w 143"/>
                <a:gd name="T31" fmla="*/ 99 h 116"/>
                <a:gd name="T32" fmla="*/ 2 w 143"/>
                <a:gd name="T33" fmla="*/ 102 h 116"/>
                <a:gd name="T34" fmla="*/ 0 w 143"/>
                <a:gd name="T35" fmla="*/ 102 h 116"/>
                <a:gd name="T36" fmla="*/ 0 w 143"/>
                <a:gd name="T37" fmla="*/ 102 h 116"/>
                <a:gd name="T38" fmla="*/ 10 w 143"/>
                <a:gd name="T39" fmla="*/ 106 h 116"/>
                <a:gd name="T40" fmla="*/ 35 w 143"/>
                <a:gd name="T41" fmla="*/ 111 h 116"/>
                <a:gd name="T42" fmla="*/ 51 w 143"/>
                <a:gd name="T43" fmla="*/ 113 h 116"/>
                <a:gd name="T44" fmla="*/ 67 w 143"/>
                <a:gd name="T45" fmla="*/ 116 h 116"/>
                <a:gd name="T46" fmla="*/ 84 w 143"/>
                <a:gd name="T47" fmla="*/ 116 h 116"/>
                <a:gd name="T48" fmla="*/ 100 w 143"/>
                <a:gd name="T49" fmla="*/ 116 h 116"/>
                <a:gd name="T50" fmla="*/ 100 w 143"/>
                <a:gd name="T51" fmla="*/ 116 h 116"/>
                <a:gd name="T52" fmla="*/ 113 w 143"/>
                <a:gd name="T53" fmla="*/ 112 h 116"/>
                <a:gd name="T54" fmla="*/ 123 w 143"/>
                <a:gd name="T55" fmla="*/ 110 h 116"/>
                <a:gd name="T56" fmla="*/ 131 w 143"/>
                <a:gd name="T57" fmla="*/ 106 h 116"/>
                <a:gd name="T58" fmla="*/ 137 w 143"/>
                <a:gd name="T59" fmla="*/ 102 h 116"/>
                <a:gd name="T60" fmla="*/ 140 w 143"/>
                <a:gd name="T61" fmla="*/ 99 h 116"/>
                <a:gd name="T62" fmla="*/ 142 w 143"/>
                <a:gd name="T63" fmla="*/ 95 h 116"/>
                <a:gd name="T64" fmla="*/ 143 w 143"/>
                <a:gd name="T65" fmla="*/ 93 h 116"/>
                <a:gd name="T66" fmla="*/ 143 w 143"/>
                <a:gd name="T67" fmla="*/ 93 h 116"/>
                <a:gd name="T68" fmla="*/ 132 w 143"/>
                <a:gd name="T69" fmla="*/ 90 h 116"/>
                <a:gd name="T70" fmla="*/ 121 w 143"/>
                <a:gd name="T71" fmla="*/ 87 h 116"/>
                <a:gd name="T72" fmla="*/ 115 w 143"/>
                <a:gd name="T73" fmla="*/ 83 h 116"/>
                <a:gd name="T74" fmla="*/ 111 w 143"/>
                <a:gd name="T75" fmla="*/ 80 h 116"/>
                <a:gd name="T76" fmla="*/ 111 w 143"/>
                <a:gd name="T77" fmla="*/ 80 h 116"/>
                <a:gd name="T78" fmla="*/ 108 w 143"/>
                <a:gd name="T79" fmla="*/ 76 h 116"/>
                <a:gd name="T80" fmla="*/ 105 w 143"/>
                <a:gd name="T81" fmla="*/ 72 h 116"/>
                <a:gd name="T82" fmla="*/ 103 w 143"/>
                <a:gd name="T83" fmla="*/ 66 h 116"/>
                <a:gd name="T84" fmla="*/ 102 w 143"/>
                <a:gd name="T85" fmla="*/ 60 h 116"/>
                <a:gd name="T86" fmla="*/ 100 w 143"/>
                <a:gd name="T87" fmla="*/ 44 h 116"/>
                <a:gd name="T88" fmla="*/ 100 w 143"/>
                <a:gd name="T89" fmla="*/ 30 h 116"/>
                <a:gd name="T90" fmla="*/ 52 w 143"/>
                <a:gd name="T91" fmla="*/ 0 h 11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3"/>
                <a:gd name="T139" fmla="*/ 0 h 116"/>
                <a:gd name="T140" fmla="*/ 143 w 143"/>
                <a:gd name="T141" fmla="*/ 116 h 11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3" h="116">
                  <a:moveTo>
                    <a:pt x="52" y="0"/>
                  </a:moveTo>
                  <a:lnTo>
                    <a:pt x="52" y="0"/>
                  </a:lnTo>
                  <a:lnTo>
                    <a:pt x="54" y="8"/>
                  </a:lnTo>
                  <a:lnTo>
                    <a:pt x="54" y="17"/>
                  </a:lnTo>
                  <a:lnTo>
                    <a:pt x="55" y="28"/>
                  </a:lnTo>
                  <a:lnTo>
                    <a:pt x="54" y="41"/>
                  </a:lnTo>
                  <a:lnTo>
                    <a:pt x="52" y="53"/>
                  </a:lnTo>
                  <a:lnTo>
                    <a:pt x="49" y="60"/>
                  </a:lnTo>
                  <a:lnTo>
                    <a:pt x="46" y="65"/>
                  </a:lnTo>
                  <a:lnTo>
                    <a:pt x="43" y="71"/>
                  </a:lnTo>
                  <a:lnTo>
                    <a:pt x="39" y="75"/>
                  </a:lnTo>
                  <a:lnTo>
                    <a:pt x="30" y="84"/>
                  </a:lnTo>
                  <a:lnTo>
                    <a:pt x="23" y="91"/>
                  </a:lnTo>
                  <a:lnTo>
                    <a:pt x="16" y="95"/>
                  </a:lnTo>
                  <a:lnTo>
                    <a:pt x="10" y="99"/>
                  </a:lnTo>
                  <a:lnTo>
                    <a:pt x="2" y="102"/>
                  </a:lnTo>
                  <a:lnTo>
                    <a:pt x="0" y="102"/>
                  </a:lnTo>
                  <a:lnTo>
                    <a:pt x="10" y="106"/>
                  </a:lnTo>
                  <a:lnTo>
                    <a:pt x="35" y="111"/>
                  </a:lnTo>
                  <a:lnTo>
                    <a:pt x="51" y="113"/>
                  </a:lnTo>
                  <a:lnTo>
                    <a:pt x="67" y="116"/>
                  </a:lnTo>
                  <a:lnTo>
                    <a:pt x="84" y="116"/>
                  </a:lnTo>
                  <a:lnTo>
                    <a:pt x="100" y="116"/>
                  </a:lnTo>
                  <a:lnTo>
                    <a:pt x="113" y="112"/>
                  </a:lnTo>
                  <a:lnTo>
                    <a:pt x="123" y="110"/>
                  </a:lnTo>
                  <a:lnTo>
                    <a:pt x="131" y="106"/>
                  </a:lnTo>
                  <a:lnTo>
                    <a:pt x="137" y="102"/>
                  </a:lnTo>
                  <a:lnTo>
                    <a:pt x="140" y="99"/>
                  </a:lnTo>
                  <a:lnTo>
                    <a:pt x="142" y="95"/>
                  </a:lnTo>
                  <a:lnTo>
                    <a:pt x="143" y="93"/>
                  </a:lnTo>
                  <a:lnTo>
                    <a:pt x="132" y="90"/>
                  </a:lnTo>
                  <a:lnTo>
                    <a:pt x="121" y="87"/>
                  </a:lnTo>
                  <a:lnTo>
                    <a:pt x="115" y="83"/>
                  </a:lnTo>
                  <a:lnTo>
                    <a:pt x="111" y="80"/>
                  </a:lnTo>
                  <a:lnTo>
                    <a:pt x="108" y="76"/>
                  </a:lnTo>
                  <a:lnTo>
                    <a:pt x="105" y="72"/>
                  </a:lnTo>
                  <a:lnTo>
                    <a:pt x="103" y="66"/>
                  </a:lnTo>
                  <a:lnTo>
                    <a:pt x="102" y="60"/>
                  </a:lnTo>
                  <a:lnTo>
                    <a:pt x="100" y="44"/>
                  </a:lnTo>
                  <a:lnTo>
                    <a:pt x="100" y="30"/>
                  </a:lnTo>
                  <a:lnTo>
                    <a:pt x="52" y="0"/>
                  </a:lnTo>
                  <a:close/>
                </a:path>
              </a:pathLst>
            </a:custGeom>
            <a:solidFill>
              <a:srgbClr val="EF9F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46" name="Freeform 27"/>
            <p:cNvSpPr>
              <a:spLocks/>
            </p:cNvSpPr>
            <p:nvPr/>
          </p:nvSpPr>
          <p:spPr bwMode="auto">
            <a:xfrm>
              <a:off x="1096" y="3218"/>
              <a:ext cx="92" cy="93"/>
            </a:xfrm>
            <a:custGeom>
              <a:avLst/>
              <a:gdLst>
                <a:gd name="T0" fmla="*/ 65 w 92"/>
                <a:gd name="T1" fmla="*/ 21 h 93"/>
                <a:gd name="T2" fmla="*/ 65 w 92"/>
                <a:gd name="T3" fmla="*/ 21 h 93"/>
                <a:gd name="T4" fmla="*/ 64 w 92"/>
                <a:gd name="T5" fmla="*/ 19 h 93"/>
                <a:gd name="T6" fmla="*/ 58 w 92"/>
                <a:gd name="T7" fmla="*/ 19 h 93"/>
                <a:gd name="T8" fmla="*/ 51 w 92"/>
                <a:gd name="T9" fmla="*/ 21 h 93"/>
                <a:gd name="T10" fmla="*/ 42 w 92"/>
                <a:gd name="T11" fmla="*/ 24 h 93"/>
                <a:gd name="T12" fmla="*/ 42 w 92"/>
                <a:gd name="T13" fmla="*/ 24 h 93"/>
                <a:gd name="T14" fmla="*/ 38 w 92"/>
                <a:gd name="T15" fmla="*/ 27 h 93"/>
                <a:gd name="T16" fmla="*/ 33 w 92"/>
                <a:gd name="T17" fmla="*/ 31 h 93"/>
                <a:gd name="T18" fmla="*/ 30 w 92"/>
                <a:gd name="T19" fmla="*/ 35 h 93"/>
                <a:gd name="T20" fmla="*/ 27 w 92"/>
                <a:gd name="T21" fmla="*/ 40 h 93"/>
                <a:gd name="T22" fmla="*/ 22 w 92"/>
                <a:gd name="T23" fmla="*/ 48 h 93"/>
                <a:gd name="T24" fmla="*/ 21 w 92"/>
                <a:gd name="T25" fmla="*/ 53 h 93"/>
                <a:gd name="T26" fmla="*/ 21 w 92"/>
                <a:gd name="T27" fmla="*/ 59 h 93"/>
                <a:gd name="T28" fmla="*/ 21 w 92"/>
                <a:gd name="T29" fmla="*/ 59 h 93"/>
                <a:gd name="T30" fmla="*/ 21 w 92"/>
                <a:gd name="T31" fmla="*/ 69 h 93"/>
                <a:gd name="T32" fmla="*/ 22 w 92"/>
                <a:gd name="T33" fmla="*/ 80 h 93"/>
                <a:gd name="T34" fmla="*/ 25 w 92"/>
                <a:gd name="T35" fmla="*/ 93 h 93"/>
                <a:gd name="T36" fmla="*/ 25 w 92"/>
                <a:gd name="T37" fmla="*/ 93 h 93"/>
                <a:gd name="T38" fmla="*/ 20 w 92"/>
                <a:gd name="T39" fmla="*/ 90 h 93"/>
                <a:gd name="T40" fmla="*/ 14 w 92"/>
                <a:gd name="T41" fmla="*/ 84 h 93"/>
                <a:gd name="T42" fmla="*/ 9 w 92"/>
                <a:gd name="T43" fmla="*/ 76 h 93"/>
                <a:gd name="T44" fmla="*/ 9 w 92"/>
                <a:gd name="T45" fmla="*/ 76 h 93"/>
                <a:gd name="T46" fmla="*/ 6 w 92"/>
                <a:gd name="T47" fmla="*/ 71 h 93"/>
                <a:gd name="T48" fmla="*/ 3 w 92"/>
                <a:gd name="T49" fmla="*/ 64 h 93"/>
                <a:gd name="T50" fmla="*/ 1 w 92"/>
                <a:gd name="T51" fmla="*/ 50 h 93"/>
                <a:gd name="T52" fmla="*/ 0 w 92"/>
                <a:gd name="T53" fmla="*/ 37 h 93"/>
                <a:gd name="T54" fmla="*/ 0 w 92"/>
                <a:gd name="T55" fmla="*/ 29 h 93"/>
                <a:gd name="T56" fmla="*/ 0 w 92"/>
                <a:gd name="T57" fmla="*/ 29 h 93"/>
                <a:gd name="T58" fmla="*/ 3 w 92"/>
                <a:gd name="T59" fmla="*/ 24 h 93"/>
                <a:gd name="T60" fmla="*/ 10 w 92"/>
                <a:gd name="T61" fmla="*/ 17 h 93"/>
                <a:gd name="T62" fmla="*/ 20 w 92"/>
                <a:gd name="T63" fmla="*/ 7 h 93"/>
                <a:gd name="T64" fmla="*/ 20 w 92"/>
                <a:gd name="T65" fmla="*/ 7 h 93"/>
                <a:gd name="T66" fmla="*/ 25 w 92"/>
                <a:gd name="T67" fmla="*/ 4 h 93"/>
                <a:gd name="T68" fmla="*/ 30 w 92"/>
                <a:gd name="T69" fmla="*/ 2 h 93"/>
                <a:gd name="T70" fmla="*/ 35 w 92"/>
                <a:gd name="T71" fmla="*/ 0 h 93"/>
                <a:gd name="T72" fmla="*/ 57 w 92"/>
                <a:gd name="T73" fmla="*/ 0 h 93"/>
                <a:gd name="T74" fmla="*/ 57 w 92"/>
                <a:gd name="T75" fmla="*/ 0 h 93"/>
                <a:gd name="T76" fmla="*/ 63 w 92"/>
                <a:gd name="T77" fmla="*/ 2 h 93"/>
                <a:gd name="T78" fmla="*/ 73 w 92"/>
                <a:gd name="T79" fmla="*/ 5 h 93"/>
                <a:gd name="T80" fmla="*/ 78 w 92"/>
                <a:gd name="T81" fmla="*/ 7 h 93"/>
                <a:gd name="T82" fmla="*/ 83 w 92"/>
                <a:gd name="T83" fmla="*/ 10 h 93"/>
                <a:gd name="T84" fmla="*/ 88 w 92"/>
                <a:gd name="T85" fmla="*/ 14 h 93"/>
                <a:gd name="T86" fmla="*/ 92 w 92"/>
                <a:gd name="T87" fmla="*/ 18 h 93"/>
                <a:gd name="T88" fmla="*/ 92 w 92"/>
                <a:gd name="T89" fmla="*/ 18 h 93"/>
                <a:gd name="T90" fmla="*/ 88 w 92"/>
                <a:gd name="T91" fmla="*/ 17 h 93"/>
                <a:gd name="T92" fmla="*/ 82 w 92"/>
                <a:gd name="T93" fmla="*/ 14 h 93"/>
                <a:gd name="T94" fmla="*/ 77 w 92"/>
                <a:gd name="T95" fmla="*/ 14 h 93"/>
                <a:gd name="T96" fmla="*/ 73 w 92"/>
                <a:gd name="T97" fmla="*/ 14 h 93"/>
                <a:gd name="T98" fmla="*/ 68 w 92"/>
                <a:gd name="T99" fmla="*/ 16 h 93"/>
                <a:gd name="T100" fmla="*/ 65 w 92"/>
                <a:gd name="T101" fmla="*/ 21 h 9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2"/>
                <a:gd name="T154" fmla="*/ 0 h 93"/>
                <a:gd name="T155" fmla="*/ 92 w 92"/>
                <a:gd name="T156" fmla="*/ 93 h 9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2" h="93">
                  <a:moveTo>
                    <a:pt x="65" y="21"/>
                  </a:moveTo>
                  <a:lnTo>
                    <a:pt x="65" y="21"/>
                  </a:lnTo>
                  <a:lnTo>
                    <a:pt x="64" y="19"/>
                  </a:lnTo>
                  <a:lnTo>
                    <a:pt x="58" y="19"/>
                  </a:lnTo>
                  <a:lnTo>
                    <a:pt x="51" y="21"/>
                  </a:lnTo>
                  <a:lnTo>
                    <a:pt x="42" y="24"/>
                  </a:lnTo>
                  <a:lnTo>
                    <a:pt x="38" y="27"/>
                  </a:lnTo>
                  <a:lnTo>
                    <a:pt x="33" y="31"/>
                  </a:lnTo>
                  <a:lnTo>
                    <a:pt x="30" y="35"/>
                  </a:lnTo>
                  <a:lnTo>
                    <a:pt x="27" y="40"/>
                  </a:lnTo>
                  <a:lnTo>
                    <a:pt x="22" y="48"/>
                  </a:lnTo>
                  <a:lnTo>
                    <a:pt x="21" y="53"/>
                  </a:lnTo>
                  <a:lnTo>
                    <a:pt x="21" y="59"/>
                  </a:lnTo>
                  <a:lnTo>
                    <a:pt x="21" y="69"/>
                  </a:lnTo>
                  <a:lnTo>
                    <a:pt x="22" y="80"/>
                  </a:lnTo>
                  <a:lnTo>
                    <a:pt x="25" y="93"/>
                  </a:lnTo>
                  <a:lnTo>
                    <a:pt x="20" y="90"/>
                  </a:lnTo>
                  <a:lnTo>
                    <a:pt x="14" y="84"/>
                  </a:lnTo>
                  <a:lnTo>
                    <a:pt x="9" y="76"/>
                  </a:lnTo>
                  <a:lnTo>
                    <a:pt x="6" y="71"/>
                  </a:lnTo>
                  <a:lnTo>
                    <a:pt x="3" y="64"/>
                  </a:lnTo>
                  <a:lnTo>
                    <a:pt x="1" y="50"/>
                  </a:lnTo>
                  <a:lnTo>
                    <a:pt x="0" y="37"/>
                  </a:lnTo>
                  <a:lnTo>
                    <a:pt x="0" y="29"/>
                  </a:lnTo>
                  <a:lnTo>
                    <a:pt x="3" y="24"/>
                  </a:lnTo>
                  <a:lnTo>
                    <a:pt x="10" y="17"/>
                  </a:lnTo>
                  <a:lnTo>
                    <a:pt x="20" y="7"/>
                  </a:lnTo>
                  <a:lnTo>
                    <a:pt x="25" y="4"/>
                  </a:lnTo>
                  <a:lnTo>
                    <a:pt x="30" y="2"/>
                  </a:lnTo>
                  <a:lnTo>
                    <a:pt x="35" y="0"/>
                  </a:lnTo>
                  <a:lnTo>
                    <a:pt x="57" y="0"/>
                  </a:lnTo>
                  <a:lnTo>
                    <a:pt x="63" y="2"/>
                  </a:lnTo>
                  <a:lnTo>
                    <a:pt x="73" y="5"/>
                  </a:lnTo>
                  <a:lnTo>
                    <a:pt x="78" y="7"/>
                  </a:lnTo>
                  <a:lnTo>
                    <a:pt x="83" y="10"/>
                  </a:lnTo>
                  <a:lnTo>
                    <a:pt x="88" y="14"/>
                  </a:lnTo>
                  <a:lnTo>
                    <a:pt x="92" y="18"/>
                  </a:lnTo>
                  <a:lnTo>
                    <a:pt x="88" y="17"/>
                  </a:lnTo>
                  <a:lnTo>
                    <a:pt x="82" y="14"/>
                  </a:lnTo>
                  <a:lnTo>
                    <a:pt x="77" y="14"/>
                  </a:lnTo>
                  <a:lnTo>
                    <a:pt x="73" y="14"/>
                  </a:lnTo>
                  <a:lnTo>
                    <a:pt x="68" y="16"/>
                  </a:lnTo>
                  <a:lnTo>
                    <a:pt x="65"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47" name="Freeform 28"/>
            <p:cNvSpPr>
              <a:spLocks/>
            </p:cNvSpPr>
            <p:nvPr/>
          </p:nvSpPr>
          <p:spPr bwMode="auto">
            <a:xfrm>
              <a:off x="1096" y="3218"/>
              <a:ext cx="92" cy="93"/>
            </a:xfrm>
            <a:custGeom>
              <a:avLst/>
              <a:gdLst>
                <a:gd name="T0" fmla="*/ 65 w 92"/>
                <a:gd name="T1" fmla="*/ 21 h 93"/>
                <a:gd name="T2" fmla="*/ 65 w 92"/>
                <a:gd name="T3" fmla="*/ 21 h 93"/>
                <a:gd name="T4" fmla="*/ 64 w 92"/>
                <a:gd name="T5" fmla="*/ 19 h 93"/>
                <a:gd name="T6" fmla="*/ 58 w 92"/>
                <a:gd name="T7" fmla="*/ 19 h 93"/>
                <a:gd name="T8" fmla="*/ 51 w 92"/>
                <a:gd name="T9" fmla="*/ 21 h 93"/>
                <a:gd name="T10" fmla="*/ 42 w 92"/>
                <a:gd name="T11" fmla="*/ 24 h 93"/>
                <a:gd name="T12" fmla="*/ 42 w 92"/>
                <a:gd name="T13" fmla="*/ 24 h 93"/>
                <a:gd name="T14" fmla="*/ 38 w 92"/>
                <a:gd name="T15" fmla="*/ 27 h 93"/>
                <a:gd name="T16" fmla="*/ 33 w 92"/>
                <a:gd name="T17" fmla="*/ 31 h 93"/>
                <a:gd name="T18" fmla="*/ 30 w 92"/>
                <a:gd name="T19" fmla="*/ 35 h 93"/>
                <a:gd name="T20" fmla="*/ 27 w 92"/>
                <a:gd name="T21" fmla="*/ 40 h 93"/>
                <a:gd name="T22" fmla="*/ 22 w 92"/>
                <a:gd name="T23" fmla="*/ 48 h 93"/>
                <a:gd name="T24" fmla="*/ 21 w 92"/>
                <a:gd name="T25" fmla="*/ 53 h 93"/>
                <a:gd name="T26" fmla="*/ 21 w 92"/>
                <a:gd name="T27" fmla="*/ 59 h 93"/>
                <a:gd name="T28" fmla="*/ 21 w 92"/>
                <a:gd name="T29" fmla="*/ 59 h 93"/>
                <a:gd name="T30" fmla="*/ 21 w 92"/>
                <a:gd name="T31" fmla="*/ 69 h 93"/>
                <a:gd name="T32" fmla="*/ 22 w 92"/>
                <a:gd name="T33" fmla="*/ 80 h 93"/>
                <a:gd name="T34" fmla="*/ 25 w 92"/>
                <a:gd name="T35" fmla="*/ 93 h 93"/>
                <a:gd name="T36" fmla="*/ 25 w 92"/>
                <a:gd name="T37" fmla="*/ 93 h 93"/>
                <a:gd name="T38" fmla="*/ 20 w 92"/>
                <a:gd name="T39" fmla="*/ 90 h 93"/>
                <a:gd name="T40" fmla="*/ 14 w 92"/>
                <a:gd name="T41" fmla="*/ 84 h 93"/>
                <a:gd name="T42" fmla="*/ 9 w 92"/>
                <a:gd name="T43" fmla="*/ 76 h 93"/>
                <a:gd name="T44" fmla="*/ 9 w 92"/>
                <a:gd name="T45" fmla="*/ 76 h 93"/>
                <a:gd name="T46" fmla="*/ 6 w 92"/>
                <a:gd name="T47" fmla="*/ 71 h 93"/>
                <a:gd name="T48" fmla="*/ 3 w 92"/>
                <a:gd name="T49" fmla="*/ 64 h 93"/>
                <a:gd name="T50" fmla="*/ 1 w 92"/>
                <a:gd name="T51" fmla="*/ 50 h 93"/>
                <a:gd name="T52" fmla="*/ 0 w 92"/>
                <a:gd name="T53" fmla="*/ 37 h 93"/>
                <a:gd name="T54" fmla="*/ 0 w 92"/>
                <a:gd name="T55" fmla="*/ 29 h 93"/>
                <a:gd name="T56" fmla="*/ 0 w 92"/>
                <a:gd name="T57" fmla="*/ 29 h 93"/>
                <a:gd name="T58" fmla="*/ 3 w 92"/>
                <a:gd name="T59" fmla="*/ 24 h 93"/>
                <a:gd name="T60" fmla="*/ 10 w 92"/>
                <a:gd name="T61" fmla="*/ 17 h 93"/>
                <a:gd name="T62" fmla="*/ 20 w 92"/>
                <a:gd name="T63" fmla="*/ 7 h 93"/>
                <a:gd name="T64" fmla="*/ 20 w 92"/>
                <a:gd name="T65" fmla="*/ 7 h 93"/>
                <a:gd name="T66" fmla="*/ 25 w 92"/>
                <a:gd name="T67" fmla="*/ 4 h 93"/>
                <a:gd name="T68" fmla="*/ 30 w 92"/>
                <a:gd name="T69" fmla="*/ 2 h 93"/>
                <a:gd name="T70" fmla="*/ 35 w 92"/>
                <a:gd name="T71" fmla="*/ 0 h 93"/>
                <a:gd name="T72" fmla="*/ 57 w 92"/>
                <a:gd name="T73" fmla="*/ 0 h 93"/>
                <a:gd name="T74" fmla="*/ 57 w 92"/>
                <a:gd name="T75" fmla="*/ 0 h 93"/>
                <a:gd name="T76" fmla="*/ 63 w 92"/>
                <a:gd name="T77" fmla="*/ 2 h 93"/>
                <a:gd name="T78" fmla="*/ 73 w 92"/>
                <a:gd name="T79" fmla="*/ 5 h 93"/>
                <a:gd name="T80" fmla="*/ 78 w 92"/>
                <a:gd name="T81" fmla="*/ 7 h 93"/>
                <a:gd name="T82" fmla="*/ 83 w 92"/>
                <a:gd name="T83" fmla="*/ 10 h 93"/>
                <a:gd name="T84" fmla="*/ 88 w 92"/>
                <a:gd name="T85" fmla="*/ 14 h 93"/>
                <a:gd name="T86" fmla="*/ 92 w 92"/>
                <a:gd name="T87" fmla="*/ 18 h 93"/>
                <a:gd name="T88" fmla="*/ 92 w 92"/>
                <a:gd name="T89" fmla="*/ 18 h 93"/>
                <a:gd name="T90" fmla="*/ 88 w 92"/>
                <a:gd name="T91" fmla="*/ 17 h 93"/>
                <a:gd name="T92" fmla="*/ 82 w 92"/>
                <a:gd name="T93" fmla="*/ 14 h 93"/>
                <a:gd name="T94" fmla="*/ 77 w 92"/>
                <a:gd name="T95" fmla="*/ 14 h 93"/>
                <a:gd name="T96" fmla="*/ 73 w 92"/>
                <a:gd name="T97" fmla="*/ 14 h 93"/>
                <a:gd name="T98" fmla="*/ 68 w 92"/>
                <a:gd name="T99" fmla="*/ 16 h 93"/>
                <a:gd name="T100" fmla="*/ 65 w 92"/>
                <a:gd name="T101" fmla="*/ 21 h 9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2"/>
                <a:gd name="T154" fmla="*/ 0 h 93"/>
                <a:gd name="T155" fmla="*/ 92 w 92"/>
                <a:gd name="T156" fmla="*/ 93 h 9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2" h="93">
                  <a:moveTo>
                    <a:pt x="65" y="21"/>
                  </a:moveTo>
                  <a:lnTo>
                    <a:pt x="65" y="21"/>
                  </a:lnTo>
                  <a:lnTo>
                    <a:pt x="64" y="19"/>
                  </a:lnTo>
                  <a:lnTo>
                    <a:pt x="58" y="19"/>
                  </a:lnTo>
                  <a:lnTo>
                    <a:pt x="51" y="21"/>
                  </a:lnTo>
                  <a:lnTo>
                    <a:pt x="42" y="24"/>
                  </a:lnTo>
                  <a:lnTo>
                    <a:pt x="38" y="27"/>
                  </a:lnTo>
                  <a:lnTo>
                    <a:pt x="33" y="31"/>
                  </a:lnTo>
                  <a:lnTo>
                    <a:pt x="30" y="35"/>
                  </a:lnTo>
                  <a:lnTo>
                    <a:pt x="27" y="40"/>
                  </a:lnTo>
                  <a:lnTo>
                    <a:pt x="22" y="48"/>
                  </a:lnTo>
                  <a:lnTo>
                    <a:pt x="21" y="53"/>
                  </a:lnTo>
                  <a:lnTo>
                    <a:pt x="21" y="59"/>
                  </a:lnTo>
                  <a:lnTo>
                    <a:pt x="21" y="69"/>
                  </a:lnTo>
                  <a:lnTo>
                    <a:pt x="22" y="80"/>
                  </a:lnTo>
                  <a:lnTo>
                    <a:pt x="25" y="93"/>
                  </a:lnTo>
                  <a:lnTo>
                    <a:pt x="20" y="90"/>
                  </a:lnTo>
                  <a:lnTo>
                    <a:pt x="14" y="84"/>
                  </a:lnTo>
                  <a:lnTo>
                    <a:pt x="9" y="76"/>
                  </a:lnTo>
                  <a:lnTo>
                    <a:pt x="6" y="71"/>
                  </a:lnTo>
                  <a:lnTo>
                    <a:pt x="3" y="64"/>
                  </a:lnTo>
                  <a:lnTo>
                    <a:pt x="1" y="50"/>
                  </a:lnTo>
                  <a:lnTo>
                    <a:pt x="0" y="37"/>
                  </a:lnTo>
                  <a:lnTo>
                    <a:pt x="0" y="29"/>
                  </a:lnTo>
                  <a:lnTo>
                    <a:pt x="3" y="24"/>
                  </a:lnTo>
                  <a:lnTo>
                    <a:pt x="10" y="17"/>
                  </a:lnTo>
                  <a:lnTo>
                    <a:pt x="20" y="7"/>
                  </a:lnTo>
                  <a:lnTo>
                    <a:pt x="25" y="4"/>
                  </a:lnTo>
                  <a:lnTo>
                    <a:pt x="30" y="2"/>
                  </a:lnTo>
                  <a:lnTo>
                    <a:pt x="35" y="0"/>
                  </a:lnTo>
                  <a:lnTo>
                    <a:pt x="57" y="0"/>
                  </a:lnTo>
                  <a:lnTo>
                    <a:pt x="63" y="2"/>
                  </a:lnTo>
                  <a:lnTo>
                    <a:pt x="73" y="5"/>
                  </a:lnTo>
                  <a:lnTo>
                    <a:pt x="78" y="7"/>
                  </a:lnTo>
                  <a:lnTo>
                    <a:pt x="83" y="10"/>
                  </a:lnTo>
                  <a:lnTo>
                    <a:pt x="88" y="14"/>
                  </a:lnTo>
                  <a:lnTo>
                    <a:pt x="92" y="18"/>
                  </a:lnTo>
                  <a:lnTo>
                    <a:pt x="88" y="17"/>
                  </a:lnTo>
                  <a:lnTo>
                    <a:pt x="82" y="14"/>
                  </a:lnTo>
                  <a:lnTo>
                    <a:pt x="77" y="14"/>
                  </a:lnTo>
                  <a:lnTo>
                    <a:pt x="73" y="14"/>
                  </a:lnTo>
                  <a:lnTo>
                    <a:pt x="68" y="16"/>
                  </a:lnTo>
                  <a:lnTo>
                    <a:pt x="65" y="2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48" name="Freeform 29"/>
            <p:cNvSpPr>
              <a:spLocks/>
            </p:cNvSpPr>
            <p:nvPr/>
          </p:nvSpPr>
          <p:spPr bwMode="auto">
            <a:xfrm>
              <a:off x="1131" y="3304"/>
              <a:ext cx="30" cy="24"/>
            </a:xfrm>
            <a:custGeom>
              <a:avLst/>
              <a:gdLst>
                <a:gd name="T0" fmla="*/ 30 w 30"/>
                <a:gd name="T1" fmla="*/ 13 h 24"/>
                <a:gd name="T2" fmla="*/ 30 w 30"/>
                <a:gd name="T3" fmla="*/ 13 h 24"/>
                <a:gd name="T4" fmla="*/ 29 w 30"/>
                <a:gd name="T5" fmla="*/ 17 h 24"/>
                <a:gd name="T6" fmla="*/ 25 w 30"/>
                <a:gd name="T7" fmla="*/ 21 h 24"/>
                <a:gd name="T8" fmla="*/ 21 w 30"/>
                <a:gd name="T9" fmla="*/ 23 h 24"/>
                <a:gd name="T10" fmla="*/ 15 w 30"/>
                <a:gd name="T11" fmla="*/ 24 h 24"/>
                <a:gd name="T12" fmla="*/ 15 w 30"/>
                <a:gd name="T13" fmla="*/ 24 h 24"/>
                <a:gd name="T14" fmla="*/ 9 w 30"/>
                <a:gd name="T15" fmla="*/ 23 h 24"/>
                <a:gd name="T16" fmla="*/ 4 w 30"/>
                <a:gd name="T17" fmla="*/ 21 h 24"/>
                <a:gd name="T18" fmla="*/ 1 w 30"/>
                <a:gd name="T19" fmla="*/ 17 h 24"/>
                <a:gd name="T20" fmla="*/ 0 w 30"/>
                <a:gd name="T21" fmla="*/ 13 h 24"/>
                <a:gd name="T22" fmla="*/ 0 w 30"/>
                <a:gd name="T23" fmla="*/ 13 h 24"/>
                <a:gd name="T24" fmla="*/ 1 w 30"/>
                <a:gd name="T25" fmla="*/ 8 h 24"/>
                <a:gd name="T26" fmla="*/ 4 w 30"/>
                <a:gd name="T27" fmla="*/ 4 h 24"/>
                <a:gd name="T28" fmla="*/ 9 w 30"/>
                <a:gd name="T29" fmla="*/ 2 h 24"/>
                <a:gd name="T30" fmla="*/ 15 w 30"/>
                <a:gd name="T31" fmla="*/ 0 h 24"/>
                <a:gd name="T32" fmla="*/ 15 w 30"/>
                <a:gd name="T33" fmla="*/ 0 h 24"/>
                <a:gd name="T34" fmla="*/ 21 w 30"/>
                <a:gd name="T35" fmla="*/ 2 h 24"/>
                <a:gd name="T36" fmla="*/ 25 w 30"/>
                <a:gd name="T37" fmla="*/ 4 h 24"/>
                <a:gd name="T38" fmla="*/ 29 w 30"/>
                <a:gd name="T39" fmla="*/ 8 h 24"/>
                <a:gd name="T40" fmla="*/ 30 w 30"/>
                <a:gd name="T41" fmla="*/ 13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24"/>
                <a:gd name="T65" fmla="*/ 30 w 30"/>
                <a:gd name="T66" fmla="*/ 24 h 2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24">
                  <a:moveTo>
                    <a:pt x="30" y="13"/>
                  </a:moveTo>
                  <a:lnTo>
                    <a:pt x="30" y="13"/>
                  </a:lnTo>
                  <a:lnTo>
                    <a:pt x="29" y="17"/>
                  </a:lnTo>
                  <a:lnTo>
                    <a:pt x="25" y="21"/>
                  </a:lnTo>
                  <a:lnTo>
                    <a:pt x="21" y="23"/>
                  </a:lnTo>
                  <a:lnTo>
                    <a:pt x="15" y="24"/>
                  </a:lnTo>
                  <a:lnTo>
                    <a:pt x="9" y="23"/>
                  </a:lnTo>
                  <a:lnTo>
                    <a:pt x="4" y="21"/>
                  </a:lnTo>
                  <a:lnTo>
                    <a:pt x="1" y="17"/>
                  </a:lnTo>
                  <a:lnTo>
                    <a:pt x="0" y="13"/>
                  </a:lnTo>
                  <a:lnTo>
                    <a:pt x="1" y="8"/>
                  </a:lnTo>
                  <a:lnTo>
                    <a:pt x="4" y="4"/>
                  </a:lnTo>
                  <a:lnTo>
                    <a:pt x="9" y="2"/>
                  </a:lnTo>
                  <a:lnTo>
                    <a:pt x="15" y="0"/>
                  </a:lnTo>
                  <a:lnTo>
                    <a:pt x="21" y="2"/>
                  </a:lnTo>
                  <a:lnTo>
                    <a:pt x="25" y="4"/>
                  </a:lnTo>
                  <a:lnTo>
                    <a:pt x="29" y="8"/>
                  </a:lnTo>
                  <a:lnTo>
                    <a:pt x="30" y="13"/>
                  </a:lnTo>
                  <a:close/>
                </a:path>
              </a:pathLst>
            </a:custGeom>
            <a:solidFill>
              <a:srgbClr val="F0956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49" name="Freeform 30"/>
            <p:cNvSpPr>
              <a:spLocks/>
            </p:cNvSpPr>
            <p:nvPr/>
          </p:nvSpPr>
          <p:spPr bwMode="auto">
            <a:xfrm>
              <a:off x="1131" y="3304"/>
              <a:ext cx="30" cy="24"/>
            </a:xfrm>
            <a:custGeom>
              <a:avLst/>
              <a:gdLst>
                <a:gd name="T0" fmla="*/ 30 w 30"/>
                <a:gd name="T1" fmla="*/ 13 h 24"/>
                <a:gd name="T2" fmla="*/ 30 w 30"/>
                <a:gd name="T3" fmla="*/ 13 h 24"/>
                <a:gd name="T4" fmla="*/ 29 w 30"/>
                <a:gd name="T5" fmla="*/ 17 h 24"/>
                <a:gd name="T6" fmla="*/ 25 w 30"/>
                <a:gd name="T7" fmla="*/ 21 h 24"/>
                <a:gd name="T8" fmla="*/ 21 w 30"/>
                <a:gd name="T9" fmla="*/ 23 h 24"/>
                <a:gd name="T10" fmla="*/ 15 w 30"/>
                <a:gd name="T11" fmla="*/ 24 h 24"/>
                <a:gd name="T12" fmla="*/ 15 w 30"/>
                <a:gd name="T13" fmla="*/ 24 h 24"/>
                <a:gd name="T14" fmla="*/ 9 w 30"/>
                <a:gd name="T15" fmla="*/ 23 h 24"/>
                <a:gd name="T16" fmla="*/ 4 w 30"/>
                <a:gd name="T17" fmla="*/ 21 h 24"/>
                <a:gd name="T18" fmla="*/ 1 w 30"/>
                <a:gd name="T19" fmla="*/ 17 h 24"/>
                <a:gd name="T20" fmla="*/ 0 w 30"/>
                <a:gd name="T21" fmla="*/ 13 h 24"/>
                <a:gd name="T22" fmla="*/ 0 w 30"/>
                <a:gd name="T23" fmla="*/ 13 h 24"/>
                <a:gd name="T24" fmla="*/ 1 w 30"/>
                <a:gd name="T25" fmla="*/ 8 h 24"/>
                <a:gd name="T26" fmla="*/ 4 w 30"/>
                <a:gd name="T27" fmla="*/ 4 h 24"/>
                <a:gd name="T28" fmla="*/ 9 w 30"/>
                <a:gd name="T29" fmla="*/ 2 h 24"/>
                <a:gd name="T30" fmla="*/ 15 w 30"/>
                <a:gd name="T31" fmla="*/ 0 h 24"/>
                <a:gd name="T32" fmla="*/ 15 w 30"/>
                <a:gd name="T33" fmla="*/ 0 h 24"/>
                <a:gd name="T34" fmla="*/ 21 w 30"/>
                <a:gd name="T35" fmla="*/ 2 h 24"/>
                <a:gd name="T36" fmla="*/ 25 w 30"/>
                <a:gd name="T37" fmla="*/ 4 h 24"/>
                <a:gd name="T38" fmla="*/ 29 w 30"/>
                <a:gd name="T39" fmla="*/ 8 h 24"/>
                <a:gd name="T40" fmla="*/ 30 w 30"/>
                <a:gd name="T41" fmla="*/ 13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24"/>
                <a:gd name="T65" fmla="*/ 30 w 30"/>
                <a:gd name="T66" fmla="*/ 24 h 2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24">
                  <a:moveTo>
                    <a:pt x="30" y="13"/>
                  </a:moveTo>
                  <a:lnTo>
                    <a:pt x="30" y="13"/>
                  </a:lnTo>
                  <a:lnTo>
                    <a:pt x="29" y="17"/>
                  </a:lnTo>
                  <a:lnTo>
                    <a:pt x="25" y="21"/>
                  </a:lnTo>
                  <a:lnTo>
                    <a:pt x="21" y="23"/>
                  </a:lnTo>
                  <a:lnTo>
                    <a:pt x="15" y="24"/>
                  </a:lnTo>
                  <a:lnTo>
                    <a:pt x="9" y="23"/>
                  </a:lnTo>
                  <a:lnTo>
                    <a:pt x="4" y="21"/>
                  </a:lnTo>
                  <a:lnTo>
                    <a:pt x="1" y="17"/>
                  </a:lnTo>
                  <a:lnTo>
                    <a:pt x="0" y="13"/>
                  </a:lnTo>
                  <a:lnTo>
                    <a:pt x="1" y="8"/>
                  </a:lnTo>
                  <a:lnTo>
                    <a:pt x="4" y="4"/>
                  </a:lnTo>
                  <a:lnTo>
                    <a:pt x="9" y="2"/>
                  </a:lnTo>
                  <a:lnTo>
                    <a:pt x="15" y="0"/>
                  </a:lnTo>
                  <a:lnTo>
                    <a:pt x="21" y="2"/>
                  </a:lnTo>
                  <a:lnTo>
                    <a:pt x="25" y="4"/>
                  </a:lnTo>
                  <a:lnTo>
                    <a:pt x="29" y="8"/>
                  </a:lnTo>
                  <a:lnTo>
                    <a:pt x="30"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50" name="Freeform 31"/>
            <p:cNvSpPr>
              <a:spLocks/>
            </p:cNvSpPr>
            <p:nvPr/>
          </p:nvSpPr>
          <p:spPr bwMode="auto">
            <a:xfrm>
              <a:off x="1102" y="3299"/>
              <a:ext cx="25" cy="28"/>
            </a:xfrm>
            <a:custGeom>
              <a:avLst/>
              <a:gdLst>
                <a:gd name="T0" fmla="*/ 19 w 25"/>
                <a:gd name="T1" fmla="*/ 7 h 28"/>
                <a:gd name="T2" fmla="*/ 19 w 25"/>
                <a:gd name="T3" fmla="*/ 7 h 28"/>
                <a:gd name="T4" fmla="*/ 17 w 25"/>
                <a:gd name="T5" fmla="*/ 4 h 28"/>
                <a:gd name="T6" fmla="*/ 14 w 25"/>
                <a:gd name="T7" fmla="*/ 2 h 28"/>
                <a:gd name="T8" fmla="*/ 11 w 25"/>
                <a:gd name="T9" fmla="*/ 1 h 28"/>
                <a:gd name="T10" fmla="*/ 8 w 25"/>
                <a:gd name="T11" fmla="*/ 0 h 28"/>
                <a:gd name="T12" fmla="*/ 5 w 25"/>
                <a:gd name="T13" fmla="*/ 1 h 28"/>
                <a:gd name="T14" fmla="*/ 2 w 25"/>
                <a:gd name="T15" fmla="*/ 3 h 28"/>
                <a:gd name="T16" fmla="*/ 2 w 25"/>
                <a:gd name="T17" fmla="*/ 3 h 28"/>
                <a:gd name="T18" fmla="*/ 0 w 25"/>
                <a:gd name="T19" fmla="*/ 7 h 28"/>
                <a:gd name="T20" fmla="*/ 0 w 25"/>
                <a:gd name="T21" fmla="*/ 11 h 28"/>
                <a:gd name="T22" fmla="*/ 2 w 25"/>
                <a:gd name="T23" fmla="*/ 14 h 28"/>
                <a:gd name="T24" fmla="*/ 4 w 25"/>
                <a:gd name="T25" fmla="*/ 19 h 28"/>
                <a:gd name="T26" fmla="*/ 8 w 25"/>
                <a:gd name="T27" fmla="*/ 22 h 28"/>
                <a:gd name="T28" fmla="*/ 13 w 25"/>
                <a:gd name="T29" fmla="*/ 24 h 28"/>
                <a:gd name="T30" fmla="*/ 17 w 25"/>
                <a:gd name="T31" fmla="*/ 27 h 28"/>
                <a:gd name="T32" fmla="*/ 22 w 25"/>
                <a:gd name="T33" fmla="*/ 28 h 28"/>
                <a:gd name="T34" fmla="*/ 22 w 25"/>
                <a:gd name="T35" fmla="*/ 28 h 28"/>
                <a:gd name="T36" fmla="*/ 25 w 25"/>
                <a:gd name="T37" fmla="*/ 27 h 28"/>
                <a:gd name="T38" fmla="*/ 25 w 25"/>
                <a:gd name="T39" fmla="*/ 24 h 28"/>
                <a:gd name="T40" fmla="*/ 25 w 25"/>
                <a:gd name="T41" fmla="*/ 21 h 28"/>
                <a:gd name="T42" fmla="*/ 24 w 25"/>
                <a:gd name="T43" fmla="*/ 17 h 28"/>
                <a:gd name="T44" fmla="*/ 21 w 25"/>
                <a:gd name="T45" fmla="*/ 10 h 28"/>
                <a:gd name="T46" fmla="*/ 19 w 25"/>
                <a:gd name="T47" fmla="*/ 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5"/>
                <a:gd name="T73" fmla="*/ 0 h 28"/>
                <a:gd name="T74" fmla="*/ 25 w 25"/>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5" h="28">
                  <a:moveTo>
                    <a:pt x="19" y="7"/>
                  </a:moveTo>
                  <a:lnTo>
                    <a:pt x="19" y="7"/>
                  </a:lnTo>
                  <a:lnTo>
                    <a:pt x="17" y="4"/>
                  </a:lnTo>
                  <a:lnTo>
                    <a:pt x="14" y="2"/>
                  </a:lnTo>
                  <a:lnTo>
                    <a:pt x="11" y="1"/>
                  </a:lnTo>
                  <a:lnTo>
                    <a:pt x="8" y="0"/>
                  </a:lnTo>
                  <a:lnTo>
                    <a:pt x="5" y="1"/>
                  </a:lnTo>
                  <a:lnTo>
                    <a:pt x="2" y="3"/>
                  </a:lnTo>
                  <a:lnTo>
                    <a:pt x="0" y="7"/>
                  </a:lnTo>
                  <a:lnTo>
                    <a:pt x="0" y="11"/>
                  </a:lnTo>
                  <a:lnTo>
                    <a:pt x="2" y="14"/>
                  </a:lnTo>
                  <a:lnTo>
                    <a:pt x="4" y="19"/>
                  </a:lnTo>
                  <a:lnTo>
                    <a:pt x="8" y="22"/>
                  </a:lnTo>
                  <a:lnTo>
                    <a:pt x="13" y="24"/>
                  </a:lnTo>
                  <a:lnTo>
                    <a:pt x="17" y="27"/>
                  </a:lnTo>
                  <a:lnTo>
                    <a:pt x="22" y="28"/>
                  </a:lnTo>
                  <a:lnTo>
                    <a:pt x="25" y="27"/>
                  </a:lnTo>
                  <a:lnTo>
                    <a:pt x="25" y="24"/>
                  </a:lnTo>
                  <a:lnTo>
                    <a:pt x="25" y="21"/>
                  </a:lnTo>
                  <a:lnTo>
                    <a:pt x="24" y="17"/>
                  </a:lnTo>
                  <a:lnTo>
                    <a:pt x="21" y="10"/>
                  </a:lnTo>
                  <a:lnTo>
                    <a:pt x="19" y="7"/>
                  </a:lnTo>
                  <a:close/>
                </a:path>
              </a:pathLst>
            </a:custGeom>
            <a:solidFill>
              <a:srgbClr val="EF9F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51" name="Freeform 32"/>
            <p:cNvSpPr>
              <a:spLocks/>
            </p:cNvSpPr>
            <p:nvPr/>
          </p:nvSpPr>
          <p:spPr bwMode="auto">
            <a:xfrm>
              <a:off x="1102" y="3299"/>
              <a:ext cx="25" cy="28"/>
            </a:xfrm>
            <a:custGeom>
              <a:avLst/>
              <a:gdLst>
                <a:gd name="T0" fmla="*/ 19 w 25"/>
                <a:gd name="T1" fmla="*/ 7 h 28"/>
                <a:gd name="T2" fmla="*/ 19 w 25"/>
                <a:gd name="T3" fmla="*/ 7 h 28"/>
                <a:gd name="T4" fmla="*/ 17 w 25"/>
                <a:gd name="T5" fmla="*/ 4 h 28"/>
                <a:gd name="T6" fmla="*/ 14 w 25"/>
                <a:gd name="T7" fmla="*/ 2 h 28"/>
                <a:gd name="T8" fmla="*/ 11 w 25"/>
                <a:gd name="T9" fmla="*/ 1 h 28"/>
                <a:gd name="T10" fmla="*/ 8 w 25"/>
                <a:gd name="T11" fmla="*/ 0 h 28"/>
                <a:gd name="T12" fmla="*/ 5 w 25"/>
                <a:gd name="T13" fmla="*/ 1 h 28"/>
                <a:gd name="T14" fmla="*/ 2 w 25"/>
                <a:gd name="T15" fmla="*/ 3 h 28"/>
                <a:gd name="T16" fmla="*/ 2 w 25"/>
                <a:gd name="T17" fmla="*/ 3 h 28"/>
                <a:gd name="T18" fmla="*/ 0 w 25"/>
                <a:gd name="T19" fmla="*/ 7 h 28"/>
                <a:gd name="T20" fmla="*/ 0 w 25"/>
                <a:gd name="T21" fmla="*/ 11 h 28"/>
                <a:gd name="T22" fmla="*/ 2 w 25"/>
                <a:gd name="T23" fmla="*/ 14 h 28"/>
                <a:gd name="T24" fmla="*/ 4 w 25"/>
                <a:gd name="T25" fmla="*/ 19 h 28"/>
                <a:gd name="T26" fmla="*/ 8 w 25"/>
                <a:gd name="T27" fmla="*/ 22 h 28"/>
                <a:gd name="T28" fmla="*/ 13 w 25"/>
                <a:gd name="T29" fmla="*/ 24 h 28"/>
                <a:gd name="T30" fmla="*/ 17 w 25"/>
                <a:gd name="T31" fmla="*/ 27 h 28"/>
                <a:gd name="T32" fmla="*/ 22 w 25"/>
                <a:gd name="T33" fmla="*/ 28 h 28"/>
                <a:gd name="T34" fmla="*/ 22 w 25"/>
                <a:gd name="T35" fmla="*/ 28 h 28"/>
                <a:gd name="T36" fmla="*/ 25 w 25"/>
                <a:gd name="T37" fmla="*/ 27 h 28"/>
                <a:gd name="T38" fmla="*/ 25 w 25"/>
                <a:gd name="T39" fmla="*/ 24 h 28"/>
                <a:gd name="T40" fmla="*/ 25 w 25"/>
                <a:gd name="T41" fmla="*/ 21 h 28"/>
                <a:gd name="T42" fmla="*/ 24 w 25"/>
                <a:gd name="T43" fmla="*/ 17 h 28"/>
                <a:gd name="T44" fmla="*/ 21 w 25"/>
                <a:gd name="T45" fmla="*/ 10 h 28"/>
                <a:gd name="T46" fmla="*/ 19 w 25"/>
                <a:gd name="T47" fmla="*/ 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5"/>
                <a:gd name="T73" fmla="*/ 0 h 28"/>
                <a:gd name="T74" fmla="*/ 25 w 25"/>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5" h="28">
                  <a:moveTo>
                    <a:pt x="19" y="7"/>
                  </a:moveTo>
                  <a:lnTo>
                    <a:pt x="19" y="7"/>
                  </a:lnTo>
                  <a:lnTo>
                    <a:pt x="17" y="4"/>
                  </a:lnTo>
                  <a:lnTo>
                    <a:pt x="14" y="2"/>
                  </a:lnTo>
                  <a:lnTo>
                    <a:pt x="11" y="1"/>
                  </a:lnTo>
                  <a:lnTo>
                    <a:pt x="8" y="0"/>
                  </a:lnTo>
                  <a:lnTo>
                    <a:pt x="5" y="1"/>
                  </a:lnTo>
                  <a:lnTo>
                    <a:pt x="2" y="3"/>
                  </a:lnTo>
                  <a:lnTo>
                    <a:pt x="0" y="7"/>
                  </a:lnTo>
                  <a:lnTo>
                    <a:pt x="0" y="11"/>
                  </a:lnTo>
                  <a:lnTo>
                    <a:pt x="2" y="14"/>
                  </a:lnTo>
                  <a:lnTo>
                    <a:pt x="4" y="19"/>
                  </a:lnTo>
                  <a:lnTo>
                    <a:pt x="8" y="22"/>
                  </a:lnTo>
                  <a:lnTo>
                    <a:pt x="13" y="24"/>
                  </a:lnTo>
                  <a:lnTo>
                    <a:pt x="17" y="27"/>
                  </a:lnTo>
                  <a:lnTo>
                    <a:pt x="22" y="28"/>
                  </a:lnTo>
                  <a:lnTo>
                    <a:pt x="25" y="27"/>
                  </a:lnTo>
                  <a:lnTo>
                    <a:pt x="25" y="24"/>
                  </a:lnTo>
                  <a:lnTo>
                    <a:pt x="25" y="21"/>
                  </a:lnTo>
                  <a:lnTo>
                    <a:pt x="24" y="17"/>
                  </a:lnTo>
                  <a:lnTo>
                    <a:pt x="21" y="10"/>
                  </a:lnTo>
                  <a:lnTo>
                    <a:pt x="19"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52" name="Freeform 33"/>
            <p:cNvSpPr>
              <a:spLocks/>
            </p:cNvSpPr>
            <p:nvPr/>
          </p:nvSpPr>
          <p:spPr bwMode="auto">
            <a:xfrm>
              <a:off x="1180" y="3261"/>
              <a:ext cx="15" cy="54"/>
            </a:xfrm>
            <a:custGeom>
              <a:avLst/>
              <a:gdLst>
                <a:gd name="T0" fmla="*/ 15 w 15"/>
                <a:gd name="T1" fmla="*/ 0 h 54"/>
                <a:gd name="T2" fmla="*/ 15 w 15"/>
                <a:gd name="T3" fmla="*/ 0 h 54"/>
                <a:gd name="T4" fmla="*/ 13 w 15"/>
                <a:gd name="T5" fmla="*/ 0 h 54"/>
                <a:gd name="T6" fmla="*/ 8 w 15"/>
                <a:gd name="T7" fmla="*/ 3 h 54"/>
                <a:gd name="T8" fmla="*/ 4 w 15"/>
                <a:gd name="T9" fmla="*/ 5 h 54"/>
                <a:gd name="T10" fmla="*/ 2 w 15"/>
                <a:gd name="T11" fmla="*/ 9 h 54"/>
                <a:gd name="T12" fmla="*/ 1 w 15"/>
                <a:gd name="T13" fmla="*/ 12 h 54"/>
                <a:gd name="T14" fmla="*/ 0 w 15"/>
                <a:gd name="T15" fmla="*/ 18 h 54"/>
                <a:gd name="T16" fmla="*/ 0 w 15"/>
                <a:gd name="T17" fmla="*/ 18 h 54"/>
                <a:gd name="T18" fmla="*/ 3 w 15"/>
                <a:gd name="T19" fmla="*/ 29 h 54"/>
                <a:gd name="T20" fmla="*/ 6 w 15"/>
                <a:gd name="T21" fmla="*/ 38 h 54"/>
                <a:gd name="T22" fmla="*/ 11 w 15"/>
                <a:gd name="T23" fmla="*/ 45 h 54"/>
                <a:gd name="T24" fmla="*/ 8 w 15"/>
                <a:gd name="T25" fmla="*/ 54 h 54"/>
                <a:gd name="T26" fmla="*/ 13 w 15"/>
                <a:gd name="T27" fmla="*/ 43 h 54"/>
                <a:gd name="T28" fmla="*/ 13 w 15"/>
                <a:gd name="T29" fmla="*/ 43 h 54"/>
                <a:gd name="T30" fmla="*/ 10 w 15"/>
                <a:gd name="T31" fmla="*/ 38 h 54"/>
                <a:gd name="T32" fmla="*/ 8 w 15"/>
                <a:gd name="T33" fmla="*/ 32 h 54"/>
                <a:gd name="T34" fmla="*/ 4 w 15"/>
                <a:gd name="T35" fmla="*/ 26 h 54"/>
                <a:gd name="T36" fmla="*/ 3 w 15"/>
                <a:gd name="T37" fmla="*/ 18 h 54"/>
                <a:gd name="T38" fmla="*/ 3 w 15"/>
                <a:gd name="T39" fmla="*/ 14 h 54"/>
                <a:gd name="T40" fmla="*/ 4 w 15"/>
                <a:gd name="T41" fmla="*/ 11 h 54"/>
                <a:gd name="T42" fmla="*/ 5 w 15"/>
                <a:gd name="T43" fmla="*/ 8 h 54"/>
                <a:gd name="T44" fmla="*/ 8 w 15"/>
                <a:gd name="T45" fmla="*/ 4 h 54"/>
                <a:gd name="T46" fmla="*/ 11 w 15"/>
                <a:gd name="T47" fmla="*/ 2 h 54"/>
                <a:gd name="T48" fmla="*/ 15 w 15"/>
                <a:gd name="T49" fmla="*/ 0 h 5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
                <a:gd name="T76" fmla="*/ 0 h 54"/>
                <a:gd name="T77" fmla="*/ 15 w 15"/>
                <a:gd name="T78" fmla="*/ 54 h 5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 h="54">
                  <a:moveTo>
                    <a:pt x="15" y="0"/>
                  </a:moveTo>
                  <a:lnTo>
                    <a:pt x="15" y="0"/>
                  </a:lnTo>
                  <a:lnTo>
                    <a:pt x="13" y="0"/>
                  </a:lnTo>
                  <a:lnTo>
                    <a:pt x="8" y="3"/>
                  </a:lnTo>
                  <a:lnTo>
                    <a:pt x="4" y="5"/>
                  </a:lnTo>
                  <a:lnTo>
                    <a:pt x="2" y="9"/>
                  </a:lnTo>
                  <a:lnTo>
                    <a:pt x="1" y="12"/>
                  </a:lnTo>
                  <a:lnTo>
                    <a:pt x="0" y="18"/>
                  </a:lnTo>
                  <a:lnTo>
                    <a:pt x="3" y="29"/>
                  </a:lnTo>
                  <a:lnTo>
                    <a:pt x="6" y="38"/>
                  </a:lnTo>
                  <a:lnTo>
                    <a:pt x="11" y="45"/>
                  </a:lnTo>
                  <a:lnTo>
                    <a:pt x="8" y="54"/>
                  </a:lnTo>
                  <a:lnTo>
                    <a:pt x="13" y="43"/>
                  </a:lnTo>
                  <a:lnTo>
                    <a:pt x="10" y="38"/>
                  </a:lnTo>
                  <a:lnTo>
                    <a:pt x="8" y="32"/>
                  </a:lnTo>
                  <a:lnTo>
                    <a:pt x="4" y="26"/>
                  </a:lnTo>
                  <a:lnTo>
                    <a:pt x="3" y="18"/>
                  </a:lnTo>
                  <a:lnTo>
                    <a:pt x="3" y="14"/>
                  </a:lnTo>
                  <a:lnTo>
                    <a:pt x="4" y="11"/>
                  </a:lnTo>
                  <a:lnTo>
                    <a:pt x="5" y="8"/>
                  </a:lnTo>
                  <a:lnTo>
                    <a:pt x="8" y="4"/>
                  </a:lnTo>
                  <a:lnTo>
                    <a:pt x="11" y="2"/>
                  </a:lnTo>
                  <a:lnTo>
                    <a:pt x="15" y="0"/>
                  </a:lnTo>
                  <a:close/>
                </a:path>
              </a:pathLst>
            </a:custGeom>
            <a:solidFill>
              <a:srgbClr val="D778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53" name="Freeform 34"/>
            <p:cNvSpPr>
              <a:spLocks/>
            </p:cNvSpPr>
            <p:nvPr/>
          </p:nvSpPr>
          <p:spPr bwMode="auto">
            <a:xfrm>
              <a:off x="1180" y="3261"/>
              <a:ext cx="15" cy="54"/>
            </a:xfrm>
            <a:custGeom>
              <a:avLst/>
              <a:gdLst>
                <a:gd name="T0" fmla="*/ 15 w 15"/>
                <a:gd name="T1" fmla="*/ 0 h 54"/>
                <a:gd name="T2" fmla="*/ 15 w 15"/>
                <a:gd name="T3" fmla="*/ 0 h 54"/>
                <a:gd name="T4" fmla="*/ 13 w 15"/>
                <a:gd name="T5" fmla="*/ 0 h 54"/>
                <a:gd name="T6" fmla="*/ 8 w 15"/>
                <a:gd name="T7" fmla="*/ 3 h 54"/>
                <a:gd name="T8" fmla="*/ 4 w 15"/>
                <a:gd name="T9" fmla="*/ 5 h 54"/>
                <a:gd name="T10" fmla="*/ 2 w 15"/>
                <a:gd name="T11" fmla="*/ 9 h 54"/>
                <a:gd name="T12" fmla="*/ 1 w 15"/>
                <a:gd name="T13" fmla="*/ 12 h 54"/>
                <a:gd name="T14" fmla="*/ 0 w 15"/>
                <a:gd name="T15" fmla="*/ 18 h 54"/>
                <a:gd name="T16" fmla="*/ 0 w 15"/>
                <a:gd name="T17" fmla="*/ 18 h 54"/>
                <a:gd name="T18" fmla="*/ 3 w 15"/>
                <a:gd name="T19" fmla="*/ 29 h 54"/>
                <a:gd name="T20" fmla="*/ 6 w 15"/>
                <a:gd name="T21" fmla="*/ 38 h 54"/>
                <a:gd name="T22" fmla="*/ 11 w 15"/>
                <a:gd name="T23" fmla="*/ 45 h 54"/>
                <a:gd name="T24" fmla="*/ 8 w 15"/>
                <a:gd name="T25" fmla="*/ 54 h 54"/>
                <a:gd name="T26" fmla="*/ 13 w 15"/>
                <a:gd name="T27" fmla="*/ 43 h 54"/>
                <a:gd name="T28" fmla="*/ 13 w 15"/>
                <a:gd name="T29" fmla="*/ 43 h 54"/>
                <a:gd name="T30" fmla="*/ 10 w 15"/>
                <a:gd name="T31" fmla="*/ 38 h 54"/>
                <a:gd name="T32" fmla="*/ 8 w 15"/>
                <a:gd name="T33" fmla="*/ 32 h 54"/>
                <a:gd name="T34" fmla="*/ 4 w 15"/>
                <a:gd name="T35" fmla="*/ 26 h 54"/>
                <a:gd name="T36" fmla="*/ 3 w 15"/>
                <a:gd name="T37" fmla="*/ 18 h 54"/>
                <a:gd name="T38" fmla="*/ 3 w 15"/>
                <a:gd name="T39" fmla="*/ 14 h 54"/>
                <a:gd name="T40" fmla="*/ 4 w 15"/>
                <a:gd name="T41" fmla="*/ 11 h 54"/>
                <a:gd name="T42" fmla="*/ 5 w 15"/>
                <a:gd name="T43" fmla="*/ 8 h 54"/>
                <a:gd name="T44" fmla="*/ 8 w 15"/>
                <a:gd name="T45" fmla="*/ 4 h 54"/>
                <a:gd name="T46" fmla="*/ 11 w 15"/>
                <a:gd name="T47" fmla="*/ 2 h 54"/>
                <a:gd name="T48" fmla="*/ 15 w 15"/>
                <a:gd name="T49" fmla="*/ 0 h 5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
                <a:gd name="T76" fmla="*/ 0 h 54"/>
                <a:gd name="T77" fmla="*/ 15 w 15"/>
                <a:gd name="T78" fmla="*/ 54 h 5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 h="54">
                  <a:moveTo>
                    <a:pt x="15" y="0"/>
                  </a:moveTo>
                  <a:lnTo>
                    <a:pt x="15" y="0"/>
                  </a:lnTo>
                  <a:lnTo>
                    <a:pt x="13" y="0"/>
                  </a:lnTo>
                  <a:lnTo>
                    <a:pt x="8" y="3"/>
                  </a:lnTo>
                  <a:lnTo>
                    <a:pt x="4" y="5"/>
                  </a:lnTo>
                  <a:lnTo>
                    <a:pt x="2" y="9"/>
                  </a:lnTo>
                  <a:lnTo>
                    <a:pt x="1" y="12"/>
                  </a:lnTo>
                  <a:lnTo>
                    <a:pt x="0" y="18"/>
                  </a:lnTo>
                  <a:lnTo>
                    <a:pt x="3" y="29"/>
                  </a:lnTo>
                  <a:lnTo>
                    <a:pt x="6" y="38"/>
                  </a:lnTo>
                  <a:lnTo>
                    <a:pt x="11" y="45"/>
                  </a:lnTo>
                  <a:lnTo>
                    <a:pt x="8" y="54"/>
                  </a:lnTo>
                  <a:lnTo>
                    <a:pt x="13" y="43"/>
                  </a:lnTo>
                  <a:lnTo>
                    <a:pt x="10" y="38"/>
                  </a:lnTo>
                  <a:lnTo>
                    <a:pt x="8" y="32"/>
                  </a:lnTo>
                  <a:lnTo>
                    <a:pt x="4" y="26"/>
                  </a:lnTo>
                  <a:lnTo>
                    <a:pt x="3" y="18"/>
                  </a:lnTo>
                  <a:lnTo>
                    <a:pt x="3" y="14"/>
                  </a:lnTo>
                  <a:lnTo>
                    <a:pt x="4" y="11"/>
                  </a:lnTo>
                  <a:lnTo>
                    <a:pt x="5" y="8"/>
                  </a:lnTo>
                  <a:lnTo>
                    <a:pt x="8" y="4"/>
                  </a:lnTo>
                  <a:lnTo>
                    <a:pt x="11" y="2"/>
                  </a:lnTo>
                  <a:lnTo>
                    <a:pt x="1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54" name="Freeform 35"/>
            <p:cNvSpPr>
              <a:spLocks/>
            </p:cNvSpPr>
            <p:nvPr/>
          </p:nvSpPr>
          <p:spPr bwMode="auto">
            <a:xfrm>
              <a:off x="1135" y="3289"/>
              <a:ext cx="28" cy="9"/>
            </a:xfrm>
            <a:custGeom>
              <a:avLst/>
              <a:gdLst>
                <a:gd name="T0" fmla="*/ 28 w 28"/>
                <a:gd name="T1" fmla="*/ 0 h 9"/>
                <a:gd name="T2" fmla="*/ 28 w 28"/>
                <a:gd name="T3" fmla="*/ 0 h 9"/>
                <a:gd name="T4" fmla="*/ 27 w 28"/>
                <a:gd name="T5" fmla="*/ 2 h 9"/>
                <a:gd name="T6" fmla="*/ 26 w 28"/>
                <a:gd name="T7" fmla="*/ 4 h 9"/>
                <a:gd name="T8" fmla="*/ 24 w 28"/>
                <a:gd name="T9" fmla="*/ 7 h 9"/>
                <a:gd name="T10" fmla="*/ 20 w 28"/>
                <a:gd name="T11" fmla="*/ 9 h 9"/>
                <a:gd name="T12" fmla="*/ 15 w 28"/>
                <a:gd name="T13" fmla="*/ 9 h 9"/>
                <a:gd name="T14" fmla="*/ 8 w 28"/>
                <a:gd name="T15" fmla="*/ 8 h 9"/>
                <a:gd name="T16" fmla="*/ 0 w 28"/>
                <a:gd name="T17" fmla="*/ 3 h 9"/>
                <a:gd name="T18" fmla="*/ 0 w 28"/>
                <a:gd name="T19" fmla="*/ 3 h 9"/>
                <a:gd name="T20" fmla="*/ 11 w 28"/>
                <a:gd name="T21" fmla="*/ 3 h 9"/>
                <a:gd name="T22" fmla="*/ 21 w 28"/>
                <a:gd name="T23" fmla="*/ 3 h 9"/>
                <a:gd name="T24" fmla="*/ 25 w 28"/>
                <a:gd name="T25" fmla="*/ 2 h 9"/>
                <a:gd name="T26" fmla="*/ 28 w 28"/>
                <a:gd name="T27" fmla="*/ 0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
                <a:gd name="T43" fmla="*/ 0 h 9"/>
                <a:gd name="T44" fmla="*/ 28 w 28"/>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 h="9">
                  <a:moveTo>
                    <a:pt x="28" y="0"/>
                  </a:moveTo>
                  <a:lnTo>
                    <a:pt x="28" y="0"/>
                  </a:lnTo>
                  <a:lnTo>
                    <a:pt x="27" y="2"/>
                  </a:lnTo>
                  <a:lnTo>
                    <a:pt x="26" y="4"/>
                  </a:lnTo>
                  <a:lnTo>
                    <a:pt x="24" y="7"/>
                  </a:lnTo>
                  <a:lnTo>
                    <a:pt x="20" y="9"/>
                  </a:lnTo>
                  <a:lnTo>
                    <a:pt x="15" y="9"/>
                  </a:lnTo>
                  <a:lnTo>
                    <a:pt x="8" y="8"/>
                  </a:lnTo>
                  <a:lnTo>
                    <a:pt x="0" y="3"/>
                  </a:lnTo>
                  <a:lnTo>
                    <a:pt x="11" y="3"/>
                  </a:lnTo>
                  <a:lnTo>
                    <a:pt x="21" y="3"/>
                  </a:lnTo>
                  <a:lnTo>
                    <a:pt x="25" y="2"/>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55" name="Freeform 36"/>
            <p:cNvSpPr>
              <a:spLocks/>
            </p:cNvSpPr>
            <p:nvPr/>
          </p:nvSpPr>
          <p:spPr bwMode="auto">
            <a:xfrm>
              <a:off x="1135" y="3289"/>
              <a:ext cx="28" cy="9"/>
            </a:xfrm>
            <a:custGeom>
              <a:avLst/>
              <a:gdLst>
                <a:gd name="T0" fmla="*/ 28 w 28"/>
                <a:gd name="T1" fmla="*/ 0 h 9"/>
                <a:gd name="T2" fmla="*/ 28 w 28"/>
                <a:gd name="T3" fmla="*/ 0 h 9"/>
                <a:gd name="T4" fmla="*/ 27 w 28"/>
                <a:gd name="T5" fmla="*/ 2 h 9"/>
                <a:gd name="T6" fmla="*/ 26 w 28"/>
                <a:gd name="T7" fmla="*/ 4 h 9"/>
                <a:gd name="T8" fmla="*/ 24 w 28"/>
                <a:gd name="T9" fmla="*/ 7 h 9"/>
                <a:gd name="T10" fmla="*/ 20 w 28"/>
                <a:gd name="T11" fmla="*/ 9 h 9"/>
                <a:gd name="T12" fmla="*/ 15 w 28"/>
                <a:gd name="T13" fmla="*/ 9 h 9"/>
                <a:gd name="T14" fmla="*/ 8 w 28"/>
                <a:gd name="T15" fmla="*/ 8 h 9"/>
                <a:gd name="T16" fmla="*/ 0 w 28"/>
                <a:gd name="T17" fmla="*/ 3 h 9"/>
                <a:gd name="T18" fmla="*/ 0 w 28"/>
                <a:gd name="T19" fmla="*/ 3 h 9"/>
                <a:gd name="T20" fmla="*/ 11 w 28"/>
                <a:gd name="T21" fmla="*/ 3 h 9"/>
                <a:gd name="T22" fmla="*/ 21 w 28"/>
                <a:gd name="T23" fmla="*/ 3 h 9"/>
                <a:gd name="T24" fmla="*/ 25 w 28"/>
                <a:gd name="T25" fmla="*/ 2 h 9"/>
                <a:gd name="T26" fmla="*/ 28 w 28"/>
                <a:gd name="T27" fmla="*/ 0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
                <a:gd name="T43" fmla="*/ 0 h 9"/>
                <a:gd name="T44" fmla="*/ 28 w 28"/>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 h="9">
                  <a:moveTo>
                    <a:pt x="28" y="0"/>
                  </a:moveTo>
                  <a:lnTo>
                    <a:pt x="28" y="0"/>
                  </a:lnTo>
                  <a:lnTo>
                    <a:pt x="27" y="2"/>
                  </a:lnTo>
                  <a:lnTo>
                    <a:pt x="26" y="4"/>
                  </a:lnTo>
                  <a:lnTo>
                    <a:pt x="24" y="7"/>
                  </a:lnTo>
                  <a:lnTo>
                    <a:pt x="20" y="9"/>
                  </a:lnTo>
                  <a:lnTo>
                    <a:pt x="15" y="9"/>
                  </a:lnTo>
                  <a:lnTo>
                    <a:pt x="8" y="8"/>
                  </a:lnTo>
                  <a:lnTo>
                    <a:pt x="0" y="3"/>
                  </a:lnTo>
                  <a:lnTo>
                    <a:pt x="11" y="3"/>
                  </a:lnTo>
                  <a:lnTo>
                    <a:pt x="21" y="3"/>
                  </a:lnTo>
                  <a:lnTo>
                    <a:pt x="25" y="2"/>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56" name="Freeform 37"/>
            <p:cNvSpPr>
              <a:spLocks/>
            </p:cNvSpPr>
            <p:nvPr/>
          </p:nvSpPr>
          <p:spPr bwMode="auto">
            <a:xfrm>
              <a:off x="1184" y="3278"/>
              <a:ext cx="15" cy="9"/>
            </a:xfrm>
            <a:custGeom>
              <a:avLst/>
              <a:gdLst>
                <a:gd name="T0" fmla="*/ 0 w 15"/>
                <a:gd name="T1" fmla="*/ 6 h 9"/>
                <a:gd name="T2" fmla="*/ 0 w 15"/>
                <a:gd name="T3" fmla="*/ 6 h 9"/>
                <a:gd name="T4" fmla="*/ 6 w 15"/>
                <a:gd name="T5" fmla="*/ 5 h 9"/>
                <a:gd name="T6" fmla="*/ 10 w 15"/>
                <a:gd name="T7" fmla="*/ 3 h 9"/>
                <a:gd name="T8" fmla="*/ 14 w 15"/>
                <a:gd name="T9" fmla="*/ 2 h 9"/>
                <a:gd name="T10" fmla="*/ 15 w 15"/>
                <a:gd name="T11" fmla="*/ 0 h 9"/>
                <a:gd name="T12" fmla="*/ 15 w 15"/>
                <a:gd name="T13" fmla="*/ 0 h 9"/>
                <a:gd name="T14" fmla="*/ 15 w 15"/>
                <a:gd name="T15" fmla="*/ 2 h 9"/>
                <a:gd name="T16" fmla="*/ 13 w 15"/>
                <a:gd name="T17" fmla="*/ 6 h 9"/>
                <a:gd name="T18" fmla="*/ 10 w 15"/>
                <a:gd name="T19" fmla="*/ 9 h 9"/>
                <a:gd name="T20" fmla="*/ 8 w 15"/>
                <a:gd name="T21" fmla="*/ 9 h 9"/>
                <a:gd name="T22" fmla="*/ 5 w 15"/>
                <a:gd name="T23" fmla="*/ 9 h 9"/>
                <a:gd name="T24" fmla="*/ 0 w 15"/>
                <a:gd name="T25" fmla="*/ 6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9"/>
                <a:gd name="T41" fmla="*/ 15 w 15"/>
                <a:gd name="T42" fmla="*/ 9 h 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9">
                  <a:moveTo>
                    <a:pt x="0" y="6"/>
                  </a:moveTo>
                  <a:lnTo>
                    <a:pt x="0" y="6"/>
                  </a:lnTo>
                  <a:lnTo>
                    <a:pt x="6" y="5"/>
                  </a:lnTo>
                  <a:lnTo>
                    <a:pt x="10" y="3"/>
                  </a:lnTo>
                  <a:lnTo>
                    <a:pt x="14" y="2"/>
                  </a:lnTo>
                  <a:lnTo>
                    <a:pt x="15" y="0"/>
                  </a:lnTo>
                  <a:lnTo>
                    <a:pt x="15" y="2"/>
                  </a:lnTo>
                  <a:lnTo>
                    <a:pt x="13" y="6"/>
                  </a:lnTo>
                  <a:lnTo>
                    <a:pt x="10" y="9"/>
                  </a:lnTo>
                  <a:lnTo>
                    <a:pt x="8" y="9"/>
                  </a:lnTo>
                  <a:lnTo>
                    <a:pt x="5" y="9"/>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57" name="Freeform 38"/>
            <p:cNvSpPr>
              <a:spLocks/>
            </p:cNvSpPr>
            <p:nvPr/>
          </p:nvSpPr>
          <p:spPr bwMode="auto">
            <a:xfrm>
              <a:off x="1184" y="3278"/>
              <a:ext cx="15" cy="9"/>
            </a:xfrm>
            <a:custGeom>
              <a:avLst/>
              <a:gdLst>
                <a:gd name="T0" fmla="*/ 0 w 15"/>
                <a:gd name="T1" fmla="*/ 6 h 9"/>
                <a:gd name="T2" fmla="*/ 0 w 15"/>
                <a:gd name="T3" fmla="*/ 6 h 9"/>
                <a:gd name="T4" fmla="*/ 6 w 15"/>
                <a:gd name="T5" fmla="*/ 5 h 9"/>
                <a:gd name="T6" fmla="*/ 10 w 15"/>
                <a:gd name="T7" fmla="*/ 3 h 9"/>
                <a:gd name="T8" fmla="*/ 14 w 15"/>
                <a:gd name="T9" fmla="*/ 2 h 9"/>
                <a:gd name="T10" fmla="*/ 15 w 15"/>
                <a:gd name="T11" fmla="*/ 0 h 9"/>
                <a:gd name="T12" fmla="*/ 15 w 15"/>
                <a:gd name="T13" fmla="*/ 0 h 9"/>
                <a:gd name="T14" fmla="*/ 15 w 15"/>
                <a:gd name="T15" fmla="*/ 2 h 9"/>
                <a:gd name="T16" fmla="*/ 13 w 15"/>
                <a:gd name="T17" fmla="*/ 6 h 9"/>
                <a:gd name="T18" fmla="*/ 10 w 15"/>
                <a:gd name="T19" fmla="*/ 9 h 9"/>
                <a:gd name="T20" fmla="*/ 8 w 15"/>
                <a:gd name="T21" fmla="*/ 9 h 9"/>
                <a:gd name="T22" fmla="*/ 5 w 15"/>
                <a:gd name="T23" fmla="*/ 9 h 9"/>
                <a:gd name="T24" fmla="*/ 0 w 15"/>
                <a:gd name="T25" fmla="*/ 6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9"/>
                <a:gd name="T41" fmla="*/ 15 w 15"/>
                <a:gd name="T42" fmla="*/ 9 h 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9">
                  <a:moveTo>
                    <a:pt x="0" y="6"/>
                  </a:moveTo>
                  <a:lnTo>
                    <a:pt x="0" y="6"/>
                  </a:lnTo>
                  <a:lnTo>
                    <a:pt x="6" y="5"/>
                  </a:lnTo>
                  <a:lnTo>
                    <a:pt x="10" y="3"/>
                  </a:lnTo>
                  <a:lnTo>
                    <a:pt x="14" y="2"/>
                  </a:lnTo>
                  <a:lnTo>
                    <a:pt x="15" y="0"/>
                  </a:lnTo>
                  <a:lnTo>
                    <a:pt x="15" y="2"/>
                  </a:lnTo>
                  <a:lnTo>
                    <a:pt x="13" y="6"/>
                  </a:lnTo>
                  <a:lnTo>
                    <a:pt x="10" y="9"/>
                  </a:lnTo>
                  <a:lnTo>
                    <a:pt x="8" y="9"/>
                  </a:lnTo>
                  <a:lnTo>
                    <a:pt x="5" y="9"/>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58" name="Freeform 39"/>
            <p:cNvSpPr>
              <a:spLocks/>
            </p:cNvSpPr>
            <p:nvPr/>
          </p:nvSpPr>
          <p:spPr bwMode="auto">
            <a:xfrm>
              <a:off x="1159" y="3319"/>
              <a:ext cx="36" cy="20"/>
            </a:xfrm>
            <a:custGeom>
              <a:avLst/>
              <a:gdLst>
                <a:gd name="T0" fmla="*/ 32 w 36"/>
                <a:gd name="T1" fmla="*/ 0 h 20"/>
                <a:gd name="T2" fmla="*/ 29 w 36"/>
                <a:gd name="T3" fmla="*/ 2 h 20"/>
                <a:gd name="T4" fmla="*/ 24 w 36"/>
                <a:gd name="T5" fmla="*/ 2 h 20"/>
                <a:gd name="T6" fmla="*/ 24 w 36"/>
                <a:gd name="T7" fmla="*/ 2 h 20"/>
                <a:gd name="T8" fmla="*/ 14 w 36"/>
                <a:gd name="T9" fmla="*/ 6 h 20"/>
                <a:gd name="T10" fmla="*/ 6 w 36"/>
                <a:gd name="T11" fmla="*/ 8 h 20"/>
                <a:gd name="T12" fmla="*/ 0 w 36"/>
                <a:gd name="T13" fmla="*/ 9 h 20"/>
                <a:gd name="T14" fmla="*/ 0 w 36"/>
                <a:gd name="T15" fmla="*/ 9 h 20"/>
                <a:gd name="T16" fmla="*/ 7 w 36"/>
                <a:gd name="T17" fmla="*/ 15 h 20"/>
                <a:gd name="T18" fmla="*/ 14 w 36"/>
                <a:gd name="T19" fmla="*/ 18 h 20"/>
                <a:gd name="T20" fmla="*/ 19 w 36"/>
                <a:gd name="T21" fmla="*/ 19 h 20"/>
                <a:gd name="T22" fmla="*/ 22 w 36"/>
                <a:gd name="T23" fmla="*/ 20 h 20"/>
                <a:gd name="T24" fmla="*/ 22 w 36"/>
                <a:gd name="T25" fmla="*/ 20 h 20"/>
                <a:gd name="T26" fmla="*/ 25 w 36"/>
                <a:gd name="T27" fmla="*/ 19 h 20"/>
                <a:gd name="T28" fmla="*/ 27 w 36"/>
                <a:gd name="T29" fmla="*/ 18 h 20"/>
                <a:gd name="T30" fmla="*/ 31 w 36"/>
                <a:gd name="T31" fmla="*/ 12 h 20"/>
                <a:gd name="T32" fmla="*/ 33 w 36"/>
                <a:gd name="T33" fmla="*/ 7 h 20"/>
                <a:gd name="T34" fmla="*/ 34 w 36"/>
                <a:gd name="T35" fmla="*/ 4 h 20"/>
                <a:gd name="T36" fmla="*/ 36 w 36"/>
                <a:gd name="T37" fmla="*/ 0 h 20"/>
                <a:gd name="T38" fmla="*/ 36 w 36"/>
                <a:gd name="T39" fmla="*/ 0 h 20"/>
                <a:gd name="T40" fmla="*/ 34 w 36"/>
                <a:gd name="T41" fmla="*/ 0 h 20"/>
                <a:gd name="T42" fmla="*/ 33 w 36"/>
                <a:gd name="T43" fmla="*/ 0 h 20"/>
                <a:gd name="T44" fmla="*/ 32 w 36"/>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
                <a:gd name="T70" fmla="*/ 0 h 20"/>
                <a:gd name="T71" fmla="*/ 36 w 36"/>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 h="20">
                  <a:moveTo>
                    <a:pt x="32" y="0"/>
                  </a:moveTo>
                  <a:lnTo>
                    <a:pt x="29" y="2"/>
                  </a:lnTo>
                  <a:lnTo>
                    <a:pt x="24" y="2"/>
                  </a:lnTo>
                  <a:lnTo>
                    <a:pt x="14" y="6"/>
                  </a:lnTo>
                  <a:lnTo>
                    <a:pt x="6" y="8"/>
                  </a:lnTo>
                  <a:lnTo>
                    <a:pt x="0" y="9"/>
                  </a:lnTo>
                  <a:lnTo>
                    <a:pt x="7" y="15"/>
                  </a:lnTo>
                  <a:lnTo>
                    <a:pt x="14" y="18"/>
                  </a:lnTo>
                  <a:lnTo>
                    <a:pt x="19" y="19"/>
                  </a:lnTo>
                  <a:lnTo>
                    <a:pt x="22" y="20"/>
                  </a:lnTo>
                  <a:lnTo>
                    <a:pt x="25" y="19"/>
                  </a:lnTo>
                  <a:lnTo>
                    <a:pt x="27" y="18"/>
                  </a:lnTo>
                  <a:lnTo>
                    <a:pt x="31" y="12"/>
                  </a:lnTo>
                  <a:lnTo>
                    <a:pt x="33" y="7"/>
                  </a:lnTo>
                  <a:lnTo>
                    <a:pt x="34" y="4"/>
                  </a:lnTo>
                  <a:lnTo>
                    <a:pt x="36" y="0"/>
                  </a:lnTo>
                  <a:lnTo>
                    <a:pt x="34" y="0"/>
                  </a:lnTo>
                  <a:lnTo>
                    <a:pt x="33" y="0"/>
                  </a:lnTo>
                  <a:lnTo>
                    <a:pt x="32" y="0"/>
                  </a:lnTo>
                  <a:close/>
                </a:path>
              </a:pathLst>
            </a:custGeom>
            <a:solidFill>
              <a:srgbClr val="DF7D5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59" name="Freeform 40"/>
            <p:cNvSpPr>
              <a:spLocks/>
            </p:cNvSpPr>
            <p:nvPr/>
          </p:nvSpPr>
          <p:spPr bwMode="auto">
            <a:xfrm>
              <a:off x="1159" y="3319"/>
              <a:ext cx="36" cy="20"/>
            </a:xfrm>
            <a:custGeom>
              <a:avLst/>
              <a:gdLst>
                <a:gd name="T0" fmla="*/ 32 w 36"/>
                <a:gd name="T1" fmla="*/ 0 h 20"/>
                <a:gd name="T2" fmla="*/ 29 w 36"/>
                <a:gd name="T3" fmla="*/ 2 h 20"/>
                <a:gd name="T4" fmla="*/ 24 w 36"/>
                <a:gd name="T5" fmla="*/ 2 h 20"/>
                <a:gd name="T6" fmla="*/ 24 w 36"/>
                <a:gd name="T7" fmla="*/ 2 h 20"/>
                <a:gd name="T8" fmla="*/ 14 w 36"/>
                <a:gd name="T9" fmla="*/ 6 h 20"/>
                <a:gd name="T10" fmla="*/ 6 w 36"/>
                <a:gd name="T11" fmla="*/ 8 h 20"/>
                <a:gd name="T12" fmla="*/ 0 w 36"/>
                <a:gd name="T13" fmla="*/ 9 h 20"/>
                <a:gd name="T14" fmla="*/ 0 w 36"/>
                <a:gd name="T15" fmla="*/ 9 h 20"/>
                <a:gd name="T16" fmla="*/ 7 w 36"/>
                <a:gd name="T17" fmla="*/ 15 h 20"/>
                <a:gd name="T18" fmla="*/ 14 w 36"/>
                <a:gd name="T19" fmla="*/ 18 h 20"/>
                <a:gd name="T20" fmla="*/ 19 w 36"/>
                <a:gd name="T21" fmla="*/ 19 h 20"/>
                <a:gd name="T22" fmla="*/ 22 w 36"/>
                <a:gd name="T23" fmla="*/ 20 h 20"/>
                <a:gd name="T24" fmla="*/ 22 w 36"/>
                <a:gd name="T25" fmla="*/ 20 h 20"/>
                <a:gd name="T26" fmla="*/ 25 w 36"/>
                <a:gd name="T27" fmla="*/ 19 h 20"/>
                <a:gd name="T28" fmla="*/ 27 w 36"/>
                <a:gd name="T29" fmla="*/ 18 h 20"/>
                <a:gd name="T30" fmla="*/ 31 w 36"/>
                <a:gd name="T31" fmla="*/ 12 h 20"/>
                <a:gd name="T32" fmla="*/ 33 w 36"/>
                <a:gd name="T33" fmla="*/ 7 h 20"/>
                <a:gd name="T34" fmla="*/ 34 w 36"/>
                <a:gd name="T35" fmla="*/ 4 h 20"/>
                <a:gd name="T36" fmla="*/ 36 w 36"/>
                <a:gd name="T37" fmla="*/ 0 h 20"/>
                <a:gd name="T38" fmla="*/ 36 w 36"/>
                <a:gd name="T39" fmla="*/ 0 h 20"/>
                <a:gd name="T40" fmla="*/ 34 w 36"/>
                <a:gd name="T41" fmla="*/ 0 h 20"/>
                <a:gd name="T42" fmla="*/ 33 w 36"/>
                <a:gd name="T43" fmla="*/ 0 h 20"/>
                <a:gd name="T44" fmla="*/ 32 w 36"/>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
                <a:gd name="T70" fmla="*/ 0 h 20"/>
                <a:gd name="T71" fmla="*/ 36 w 36"/>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 h="20">
                  <a:moveTo>
                    <a:pt x="32" y="0"/>
                  </a:moveTo>
                  <a:lnTo>
                    <a:pt x="29" y="2"/>
                  </a:lnTo>
                  <a:lnTo>
                    <a:pt x="24" y="2"/>
                  </a:lnTo>
                  <a:lnTo>
                    <a:pt x="14" y="6"/>
                  </a:lnTo>
                  <a:lnTo>
                    <a:pt x="6" y="8"/>
                  </a:lnTo>
                  <a:lnTo>
                    <a:pt x="0" y="9"/>
                  </a:lnTo>
                  <a:lnTo>
                    <a:pt x="7" y="15"/>
                  </a:lnTo>
                  <a:lnTo>
                    <a:pt x="14" y="18"/>
                  </a:lnTo>
                  <a:lnTo>
                    <a:pt x="19" y="19"/>
                  </a:lnTo>
                  <a:lnTo>
                    <a:pt x="22" y="20"/>
                  </a:lnTo>
                  <a:lnTo>
                    <a:pt x="25" y="19"/>
                  </a:lnTo>
                  <a:lnTo>
                    <a:pt x="27" y="18"/>
                  </a:lnTo>
                  <a:lnTo>
                    <a:pt x="31" y="12"/>
                  </a:lnTo>
                  <a:lnTo>
                    <a:pt x="33" y="7"/>
                  </a:lnTo>
                  <a:lnTo>
                    <a:pt x="34" y="4"/>
                  </a:lnTo>
                  <a:lnTo>
                    <a:pt x="36" y="0"/>
                  </a:lnTo>
                  <a:lnTo>
                    <a:pt x="34" y="0"/>
                  </a:lnTo>
                  <a:lnTo>
                    <a:pt x="33" y="0"/>
                  </a:lnTo>
                  <a:lnTo>
                    <a:pt x="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60" name="Freeform 41"/>
            <p:cNvSpPr>
              <a:spLocks/>
            </p:cNvSpPr>
            <p:nvPr/>
          </p:nvSpPr>
          <p:spPr bwMode="auto">
            <a:xfrm>
              <a:off x="1166" y="3322"/>
              <a:ext cx="25" cy="12"/>
            </a:xfrm>
            <a:custGeom>
              <a:avLst/>
              <a:gdLst>
                <a:gd name="T0" fmla="*/ 0 w 25"/>
                <a:gd name="T1" fmla="*/ 7 h 12"/>
                <a:gd name="T2" fmla="*/ 0 w 25"/>
                <a:gd name="T3" fmla="*/ 7 h 12"/>
                <a:gd name="T4" fmla="*/ 6 w 25"/>
                <a:gd name="T5" fmla="*/ 9 h 12"/>
                <a:gd name="T6" fmla="*/ 10 w 25"/>
                <a:gd name="T7" fmla="*/ 12 h 12"/>
                <a:gd name="T8" fmla="*/ 16 w 25"/>
                <a:gd name="T9" fmla="*/ 12 h 12"/>
                <a:gd name="T10" fmla="*/ 16 w 25"/>
                <a:gd name="T11" fmla="*/ 12 h 12"/>
                <a:gd name="T12" fmla="*/ 19 w 25"/>
                <a:gd name="T13" fmla="*/ 9 h 12"/>
                <a:gd name="T14" fmla="*/ 23 w 25"/>
                <a:gd name="T15" fmla="*/ 6 h 12"/>
                <a:gd name="T16" fmla="*/ 25 w 25"/>
                <a:gd name="T17" fmla="*/ 0 h 12"/>
                <a:gd name="T18" fmla="*/ 25 w 25"/>
                <a:gd name="T19" fmla="*/ 0 h 12"/>
                <a:gd name="T20" fmla="*/ 17 w 25"/>
                <a:gd name="T21" fmla="*/ 4 h 12"/>
                <a:gd name="T22" fmla="*/ 9 w 25"/>
                <a:gd name="T23" fmla="*/ 6 h 12"/>
                <a:gd name="T24" fmla="*/ 0 w 25"/>
                <a:gd name="T25" fmla="*/ 7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12"/>
                <a:gd name="T41" fmla="*/ 25 w 25"/>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12">
                  <a:moveTo>
                    <a:pt x="0" y="7"/>
                  </a:moveTo>
                  <a:lnTo>
                    <a:pt x="0" y="7"/>
                  </a:lnTo>
                  <a:lnTo>
                    <a:pt x="6" y="9"/>
                  </a:lnTo>
                  <a:lnTo>
                    <a:pt x="10" y="12"/>
                  </a:lnTo>
                  <a:lnTo>
                    <a:pt x="16" y="12"/>
                  </a:lnTo>
                  <a:lnTo>
                    <a:pt x="19" y="9"/>
                  </a:lnTo>
                  <a:lnTo>
                    <a:pt x="23" y="6"/>
                  </a:lnTo>
                  <a:lnTo>
                    <a:pt x="25" y="0"/>
                  </a:lnTo>
                  <a:lnTo>
                    <a:pt x="17" y="4"/>
                  </a:lnTo>
                  <a:lnTo>
                    <a:pt x="9" y="6"/>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61" name="Freeform 42"/>
            <p:cNvSpPr>
              <a:spLocks/>
            </p:cNvSpPr>
            <p:nvPr/>
          </p:nvSpPr>
          <p:spPr bwMode="auto">
            <a:xfrm>
              <a:off x="1166" y="3322"/>
              <a:ext cx="25" cy="12"/>
            </a:xfrm>
            <a:custGeom>
              <a:avLst/>
              <a:gdLst>
                <a:gd name="T0" fmla="*/ 0 w 25"/>
                <a:gd name="T1" fmla="*/ 7 h 12"/>
                <a:gd name="T2" fmla="*/ 0 w 25"/>
                <a:gd name="T3" fmla="*/ 7 h 12"/>
                <a:gd name="T4" fmla="*/ 6 w 25"/>
                <a:gd name="T5" fmla="*/ 9 h 12"/>
                <a:gd name="T6" fmla="*/ 10 w 25"/>
                <a:gd name="T7" fmla="*/ 12 h 12"/>
                <a:gd name="T8" fmla="*/ 16 w 25"/>
                <a:gd name="T9" fmla="*/ 12 h 12"/>
                <a:gd name="T10" fmla="*/ 16 w 25"/>
                <a:gd name="T11" fmla="*/ 12 h 12"/>
                <a:gd name="T12" fmla="*/ 19 w 25"/>
                <a:gd name="T13" fmla="*/ 9 h 12"/>
                <a:gd name="T14" fmla="*/ 23 w 25"/>
                <a:gd name="T15" fmla="*/ 6 h 12"/>
                <a:gd name="T16" fmla="*/ 25 w 25"/>
                <a:gd name="T17" fmla="*/ 0 h 12"/>
                <a:gd name="T18" fmla="*/ 25 w 25"/>
                <a:gd name="T19" fmla="*/ 0 h 12"/>
                <a:gd name="T20" fmla="*/ 17 w 25"/>
                <a:gd name="T21" fmla="*/ 4 h 12"/>
                <a:gd name="T22" fmla="*/ 9 w 25"/>
                <a:gd name="T23" fmla="*/ 6 h 12"/>
                <a:gd name="T24" fmla="*/ 0 w 25"/>
                <a:gd name="T25" fmla="*/ 7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12"/>
                <a:gd name="T41" fmla="*/ 25 w 25"/>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12">
                  <a:moveTo>
                    <a:pt x="0" y="7"/>
                  </a:moveTo>
                  <a:lnTo>
                    <a:pt x="0" y="7"/>
                  </a:lnTo>
                  <a:lnTo>
                    <a:pt x="6" y="9"/>
                  </a:lnTo>
                  <a:lnTo>
                    <a:pt x="10" y="12"/>
                  </a:lnTo>
                  <a:lnTo>
                    <a:pt x="16" y="12"/>
                  </a:lnTo>
                  <a:lnTo>
                    <a:pt x="19" y="9"/>
                  </a:lnTo>
                  <a:lnTo>
                    <a:pt x="23" y="6"/>
                  </a:lnTo>
                  <a:lnTo>
                    <a:pt x="25" y="0"/>
                  </a:lnTo>
                  <a:lnTo>
                    <a:pt x="17" y="4"/>
                  </a:lnTo>
                  <a:lnTo>
                    <a:pt x="9" y="6"/>
                  </a:lnTo>
                  <a:lnTo>
                    <a:pt x="0"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62" name="Freeform 43"/>
            <p:cNvSpPr>
              <a:spLocks/>
            </p:cNvSpPr>
            <p:nvPr/>
          </p:nvSpPr>
          <p:spPr bwMode="auto">
            <a:xfrm>
              <a:off x="1127" y="3271"/>
              <a:ext cx="35" cy="13"/>
            </a:xfrm>
            <a:custGeom>
              <a:avLst/>
              <a:gdLst>
                <a:gd name="T0" fmla="*/ 0 w 35"/>
                <a:gd name="T1" fmla="*/ 13 h 13"/>
                <a:gd name="T2" fmla="*/ 0 w 35"/>
                <a:gd name="T3" fmla="*/ 13 h 13"/>
                <a:gd name="T4" fmla="*/ 5 w 35"/>
                <a:gd name="T5" fmla="*/ 10 h 13"/>
                <a:gd name="T6" fmla="*/ 10 w 35"/>
                <a:gd name="T7" fmla="*/ 7 h 13"/>
                <a:gd name="T8" fmla="*/ 16 w 35"/>
                <a:gd name="T9" fmla="*/ 4 h 13"/>
                <a:gd name="T10" fmla="*/ 16 w 35"/>
                <a:gd name="T11" fmla="*/ 4 h 13"/>
                <a:gd name="T12" fmla="*/ 21 w 35"/>
                <a:gd name="T13" fmla="*/ 3 h 13"/>
                <a:gd name="T14" fmla="*/ 27 w 35"/>
                <a:gd name="T15" fmla="*/ 3 h 13"/>
                <a:gd name="T16" fmla="*/ 34 w 35"/>
                <a:gd name="T17" fmla="*/ 3 h 13"/>
                <a:gd name="T18" fmla="*/ 34 w 35"/>
                <a:gd name="T19" fmla="*/ 3 h 13"/>
                <a:gd name="T20" fmla="*/ 35 w 35"/>
                <a:gd name="T21" fmla="*/ 2 h 13"/>
                <a:gd name="T22" fmla="*/ 35 w 35"/>
                <a:gd name="T23" fmla="*/ 1 h 13"/>
                <a:gd name="T24" fmla="*/ 33 w 35"/>
                <a:gd name="T25" fmla="*/ 0 h 13"/>
                <a:gd name="T26" fmla="*/ 33 w 35"/>
                <a:gd name="T27" fmla="*/ 0 h 13"/>
                <a:gd name="T28" fmla="*/ 24 w 35"/>
                <a:gd name="T29" fmla="*/ 0 h 13"/>
                <a:gd name="T30" fmla="*/ 18 w 35"/>
                <a:gd name="T31" fmla="*/ 1 h 13"/>
                <a:gd name="T32" fmla="*/ 14 w 35"/>
                <a:gd name="T33" fmla="*/ 3 h 13"/>
                <a:gd name="T34" fmla="*/ 14 w 35"/>
                <a:gd name="T35" fmla="*/ 3 h 13"/>
                <a:gd name="T36" fmla="*/ 8 w 35"/>
                <a:gd name="T37" fmla="*/ 6 h 13"/>
                <a:gd name="T38" fmla="*/ 5 w 35"/>
                <a:gd name="T39" fmla="*/ 8 h 13"/>
                <a:gd name="T40" fmla="*/ 0 w 35"/>
                <a:gd name="T41" fmla="*/ 13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
                <a:gd name="T64" fmla="*/ 0 h 13"/>
                <a:gd name="T65" fmla="*/ 35 w 35"/>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 h="13">
                  <a:moveTo>
                    <a:pt x="0" y="13"/>
                  </a:moveTo>
                  <a:lnTo>
                    <a:pt x="0" y="13"/>
                  </a:lnTo>
                  <a:lnTo>
                    <a:pt x="5" y="10"/>
                  </a:lnTo>
                  <a:lnTo>
                    <a:pt x="10" y="7"/>
                  </a:lnTo>
                  <a:lnTo>
                    <a:pt x="16" y="4"/>
                  </a:lnTo>
                  <a:lnTo>
                    <a:pt x="21" y="3"/>
                  </a:lnTo>
                  <a:lnTo>
                    <a:pt x="27" y="3"/>
                  </a:lnTo>
                  <a:lnTo>
                    <a:pt x="34" y="3"/>
                  </a:lnTo>
                  <a:lnTo>
                    <a:pt x="35" y="2"/>
                  </a:lnTo>
                  <a:lnTo>
                    <a:pt x="35" y="1"/>
                  </a:lnTo>
                  <a:lnTo>
                    <a:pt x="33" y="0"/>
                  </a:lnTo>
                  <a:lnTo>
                    <a:pt x="24" y="0"/>
                  </a:lnTo>
                  <a:lnTo>
                    <a:pt x="18" y="1"/>
                  </a:lnTo>
                  <a:lnTo>
                    <a:pt x="14" y="3"/>
                  </a:lnTo>
                  <a:lnTo>
                    <a:pt x="8" y="6"/>
                  </a:lnTo>
                  <a:lnTo>
                    <a:pt x="5" y="8"/>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63" name="Freeform 44"/>
            <p:cNvSpPr>
              <a:spLocks/>
            </p:cNvSpPr>
            <p:nvPr/>
          </p:nvSpPr>
          <p:spPr bwMode="auto">
            <a:xfrm>
              <a:off x="1127" y="3271"/>
              <a:ext cx="35" cy="13"/>
            </a:xfrm>
            <a:custGeom>
              <a:avLst/>
              <a:gdLst>
                <a:gd name="T0" fmla="*/ 0 w 35"/>
                <a:gd name="T1" fmla="*/ 13 h 13"/>
                <a:gd name="T2" fmla="*/ 0 w 35"/>
                <a:gd name="T3" fmla="*/ 13 h 13"/>
                <a:gd name="T4" fmla="*/ 5 w 35"/>
                <a:gd name="T5" fmla="*/ 10 h 13"/>
                <a:gd name="T6" fmla="*/ 10 w 35"/>
                <a:gd name="T7" fmla="*/ 7 h 13"/>
                <a:gd name="T8" fmla="*/ 16 w 35"/>
                <a:gd name="T9" fmla="*/ 4 h 13"/>
                <a:gd name="T10" fmla="*/ 16 w 35"/>
                <a:gd name="T11" fmla="*/ 4 h 13"/>
                <a:gd name="T12" fmla="*/ 21 w 35"/>
                <a:gd name="T13" fmla="*/ 3 h 13"/>
                <a:gd name="T14" fmla="*/ 27 w 35"/>
                <a:gd name="T15" fmla="*/ 3 h 13"/>
                <a:gd name="T16" fmla="*/ 34 w 35"/>
                <a:gd name="T17" fmla="*/ 3 h 13"/>
                <a:gd name="T18" fmla="*/ 34 w 35"/>
                <a:gd name="T19" fmla="*/ 3 h 13"/>
                <a:gd name="T20" fmla="*/ 35 w 35"/>
                <a:gd name="T21" fmla="*/ 2 h 13"/>
                <a:gd name="T22" fmla="*/ 35 w 35"/>
                <a:gd name="T23" fmla="*/ 1 h 13"/>
                <a:gd name="T24" fmla="*/ 33 w 35"/>
                <a:gd name="T25" fmla="*/ 0 h 13"/>
                <a:gd name="T26" fmla="*/ 33 w 35"/>
                <a:gd name="T27" fmla="*/ 0 h 13"/>
                <a:gd name="T28" fmla="*/ 24 w 35"/>
                <a:gd name="T29" fmla="*/ 0 h 13"/>
                <a:gd name="T30" fmla="*/ 18 w 35"/>
                <a:gd name="T31" fmla="*/ 1 h 13"/>
                <a:gd name="T32" fmla="*/ 14 w 35"/>
                <a:gd name="T33" fmla="*/ 3 h 13"/>
                <a:gd name="T34" fmla="*/ 14 w 35"/>
                <a:gd name="T35" fmla="*/ 3 h 13"/>
                <a:gd name="T36" fmla="*/ 8 w 35"/>
                <a:gd name="T37" fmla="*/ 6 h 13"/>
                <a:gd name="T38" fmla="*/ 5 w 35"/>
                <a:gd name="T39" fmla="*/ 8 h 13"/>
                <a:gd name="T40" fmla="*/ 0 w 35"/>
                <a:gd name="T41" fmla="*/ 13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
                <a:gd name="T64" fmla="*/ 0 h 13"/>
                <a:gd name="T65" fmla="*/ 35 w 35"/>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 h="13">
                  <a:moveTo>
                    <a:pt x="0" y="13"/>
                  </a:moveTo>
                  <a:lnTo>
                    <a:pt x="0" y="13"/>
                  </a:lnTo>
                  <a:lnTo>
                    <a:pt x="5" y="10"/>
                  </a:lnTo>
                  <a:lnTo>
                    <a:pt x="10" y="7"/>
                  </a:lnTo>
                  <a:lnTo>
                    <a:pt x="16" y="4"/>
                  </a:lnTo>
                  <a:lnTo>
                    <a:pt x="21" y="3"/>
                  </a:lnTo>
                  <a:lnTo>
                    <a:pt x="27" y="3"/>
                  </a:lnTo>
                  <a:lnTo>
                    <a:pt x="34" y="3"/>
                  </a:lnTo>
                  <a:lnTo>
                    <a:pt x="35" y="2"/>
                  </a:lnTo>
                  <a:lnTo>
                    <a:pt x="35" y="1"/>
                  </a:lnTo>
                  <a:lnTo>
                    <a:pt x="33" y="0"/>
                  </a:lnTo>
                  <a:lnTo>
                    <a:pt x="24" y="0"/>
                  </a:lnTo>
                  <a:lnTo>
                    <a:pt x="18" y="1"/>
                  </a:lnTo>
                  <a:lnTo>
                    <a:pt x="14" y="3"/>
                  </a:lnTo>
                  <a:lnTo>
                    <a:pt x="8" y="6"/>
                  </a:lnTo>
                  <a:lnTo>
                    <a:pt x="5" y="8"/>
                  </a:lnTo>
                  <a:lnTo>
                    <a:pt x="0"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64" name="Freeform 45"/>
            <p:cNvSpPr>
              <a:spLocks/>
            </p:cNvSpPr>
            <p:nvPr/>
          </p:nvSpPr>
          <p:spPr bwMode="auto">
            <a:xfrm>
              <a:off x="1182" y="3260"/>
              <a:ext cx="16" cy="11"/>
            </a:xfrm>
            <a:custGeom>
              <a:avLst/>
              <a:gdLst>
                <a:gd name="T0" fmla="*/ 16 w 16"/>
                <a:gd name="T1" fmla="*/ 1 h 11"/>
                <a:gd name="T2" fmla="*/ 16 w 16"/>
                <a:gd name="T3" fmla="*/ 1 h 11"/>
                <a:gd name="T4" fmla="*/ 11 w 16"/>
                <a:gd name="T5" fmla="*/ 2 h 11"/>
                <a:gd name="T6" fmla="*/ 8 w 16"/>
                <a:gd name="T7" fmla="*/ 3 h 11"/>
                <a:gd name="T8" fmla="*/ 6 w 16"/>
                <a:gd name="T9" fmla="*/ 5 h 11"/>
                <a:gd name="T10" fmla="*/ 6 w 16"/>
                <a:gd name="T11" fmla="*/ 5 h 11"/>
                <a:gd name="T12" fmla="*/ 1 w 16"/>
                <a:gd name="T13" fmla="*/ 10 h 11"/>
                <a:gd name="T14" fmla="*/ 0 w 16"/>
                <a:gd name="T15" fmla="*/ 11 h 11"/>
                <a:gd name="T16" fmla="*/ 0 w 16"/>
                <a:gd name="T17" fmla="*/ 10 h 11"/>
                <a:gd name="T18" fmla="*/ 0 w 16"/>
                <a:gd name="T19" fmla="*/ 10 h 11"/>
                <a:gd name="T20" fmla="*/ 1 w 16"/>
                <a:gd name="T21" fmla="*/ 6 h 11"/>
                <a:gd name="T22" fmla="*/ 4 w 16"/>
                <a:gd name="T23" fmla="*/ 3 h 11"/>
                <a:gd name="T24" fmla="*/ 9 w 16"/>
                <a:gd name="T25" fmla="*/ 1 h 11"/>
                <a:gd name="T26" fmla="*/ 12 w 16"/>
                <a:gd name="T27" fmla="*/ 0 h 11"/>
                <a:gd name="T28" fmla="*/ 16 w 16"/>
                <a:gd name="T29" fmla="*/ 1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11"/>
                <a:gd name="T47" fmla="*/ 16 w 16"/>
                <a:gd name="T48" fmla="*/ 11 h 1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11">
                  <a:moveTo>
                    <a:pt x="16" y="1"/>
                  </a:moveTo>
                  <a:lnTo>
                    <a:pt x="16" y="1"/>
                  </a:lnTo>
                  <a:lnTo>
                    <a:pt x="11" y="2"/>
                  </a:lnTo>
                  <a:lnTo>
                    <a:pt x="8" y="3"/>
                  </a:lnTo>
                  <a:lnTo>
                    <a:pt x="6" y="5"/>
                  </a:lnTo>
                  <a:lnTo>
                    <a:pt x="1" y="10"/>
                  </a:lnTo>
                  <a:lnTo>
                    <a:pt x="0" y="11"/>
                  </a:lnTo>
                  <a:lnTo>
                    <a:pt x="0" y="10"/>
                  </a:lnTo>
                  <a:lnTo>
                    <a:pt x="1" y="6"/>
                  </a:lnTo>
                  <a:lnTo>
                    <a:pt x="4" y="3"/>
                  </a:lnTo>
                  <a:lnTo>
                    <a:pt x="9" y="1"/>
                  </a:lnTo>
                  <a:lnTo>
                    <a:pt x="12" y="0"/>
                  </a:lnTo>
                  <a:lnTo>
                    <a:pt x="1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65" name="Freeform 46"/>
            <p:cNvSpPr>
              <a:spLocks/>
            </p:cNvSpPr>
            <p:nvPr/>
          </p:nvSpPr>
          <p:spPr bwMode="auto">
            <a:xfrm>
              <a:off x="1182" y="3260"/>
              <a:ext cx="16" cy="11"/>
            </a:xfrm>
            <a:custGeom>
              <a:avLst/>
              <a:gdLst>
                <a:gd name="T0" fmla="*/ 16 w 16"/>
                <a:gd name="T1" fmla="*/ 1 h 11"/>
                <a:gd name="T2" fmla="*/ 16 w 16"/>
                <a:gd name="T3" fmla="*/ 1 h 11"/>
                <a:gd name="T4" fmla="*/ 11 w 16"/>
                <a:gd name="T5" fmla="*/ 2 h 11"/>
                <a:gd name="T6" fmla="*/ 8 w 16"/>
                <a:gd name="T7" fmla="*/ 3 h 11"/>
                <a:gd name="T8" fmla="*/ 6 w 16"/>
                <a:gd name="T9" fmla="*/ 5 h 11"/>
                <a:gd name="T10" fmla="*/ 6 w 16"/>
                <a:gd name="T11" fmla="*/ 5 h 11"/>
                <a:gd name="T12" fmla="*/ 1 w 16"/>
                <a:gd name="T13" fmla="*/ 10 h 11"/>
                <a:gd name="T14" fmla="*/ 0 w 16"/>
                <a:gd name="T15" fmla="*/ 11 h 11"/>
                <a:gd name="T16" fmla="*/ 0 w 16"/>
                <a:gd name="T17" fmla="*/ 10 h 11"/>
                <a:gd name="T18" fmla="*/ 0 w 16"/>
                <a:gd name="T19" fmla="*/ 10 h 11"/>
                <a:gd name="T20" fmla="*/ 1 w 16"/>
                <a:gd name="T21" fmla="*/ 6 h 11"/>
                <a:gd name="T22" fmla="*/ 4 w 16"/>
                <a:gd name="T23" fmla="*/ 3 h 11"/>
                <a:gd name="T24" fmla="*/ 9 w 16"/>
                <a:gd name="T25" fmla="*/ 1 h 11"/>
                <a:gd name="T26" fmla="*/ 12 w 16"/>
                <a:gd name="T27" fmla="*/ 0 h 11"/>
                <a:gd name="T28" fmla="*/ 16 w 16"/>
                <a:gd name="T29" fmla="*/ 1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11"/>
                <a:gd name="T47" fmla="*/ 16 w 16"/>
                <a:gd name="T48" fmla="*/ 11 h 1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11">
                  <a:moveTo>
                    <a:pt x="16" y="1"/>
                  </a:moveTo>
                  <a:lnTo>
                    <a:pt x="16" y="1"/>
                  </a:lnTo>
                  <a:lnTo>
                    <a:pt x="11" y="2"/>
                  </a:lnTo>
                  <a:lnTo>
                    <a:pt x="8" y="3"/>
                  </a:lnTo>
                  <a:lnTo>
                    <a:pt x="6" y="5"/>
                  </a:lnTo>
                  <a:lnTo>
                    <a:pt x="1" y="10"/>
                  </a:lnTo>
                  <a:lnTo>
                    <a:pt x="0" y="11"/>
                  </a:lnTo>
                  <a:lnTo>
                    <a:pt x="0" y="10"/>
                  </a:lnTo>
                  <a:lnTo>
                    <a:pt x="1" y="6"/>
                  </a:lnTo>
                  <a:lnTo>
                    <a:pt x="4" y="3"/>
                  </a:lnTo>
                  <a:lnTo>
                    <a:pt x="9" y="1"/>
                  </a:lnTo>
                  <a:lnTo>
                    <a:pt x="12" y="0"/>
                  </a:lnTo>
                  <a:lnTo>
                    <a:pt x="16" y="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66" name="Freeform 47"/>
            <p:cNvSpPr>
              <a:spLocks/>
            </p:cNvSpPr>
            <p:nvPr/>
          </p:nvSpPr>
          <p:spPr bwMode="auto">
            <a:xfrm>
              <a:off x="1143" y="3345"/>
              <a:ext cx="28" cy="23"/>
            </a:xfrm>
            <a:custGeom>
              <a:avLst/>
              <a:gdLst>
                <a:gd name="T0" fmla="*/ 0 w 28"/>
                <a:gd name="T1" fmla="*/ 0 h 23"/>
                <a:gd name="T2" fmla="*/ 0 w 28"/>
                <a:gd name="T3" fmla="*/ 0 h 23"/>
                <a:gd name="T4" fmla="*/ 2 w 28"/>
                <a:gd name="T5" fmla="*/ 2 h 23"/>
                <a:gd name="T6" fmla="*/ 7 w 28"/>
                <a:gd name="T7" fmla="*/ 5 h 23"/>
                <a:gd name="T8" fmla="*/ 16 w 28"/>
                <a:gd name="T9" fmla="*/ 10 h 23"/>
                <a:gd name="T10" fmla="*/ 21 w 28"/>
                <a:gd name="T11" fmla="*/ 11 h 23"/>
                <a:gd name="T12" fmla="*/ 28 w 28"/>
                <a:gd name="T13" fmla="*/ 12 h 23"/>
                <a:gd name="T14" fmla="*/ 27 w 28"/>
                <a:gd name="T15" fmla="*/ 23 h 23"/>
                <a:gd name="T16" fmla="*/ 27 w 28"/>
                <a:gd name="T17" fmla="*/ 23 h 23"/>
                <a:gd name="T18" fmla="*/ 23 w 28"/>
                <a:gd name="T19" fmla="*/ 22 h 23"/>
                <a:gd name="T20" fmla="*/ 17 w 28"/>
                <a:gd name="T21" fmla="*/ 18 h 23"/>
                <a:gd name="T22" fmla="*/ 8 w 28"/>
                <a:gd name="T23" fmla="*/ 10 h 23"/>
                <a:gd name="T24" fmla="*/ 3 w 28"/>
                <a:gd name="T25" fmla="*/ 5 h 23"/>
                <a:gd name="T26" fmla="*/ 0 w 28"/>
                <a:gd name="T27" fmla="*/ 0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
                <a:gd name="T43" fmla="*/ 0 h 23"/>
                <a:gd name="T44" fmla="*/ 28 w 28"/>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 h="23">
                  <a:moveTo>
                    <a:pt x="0" y="0"/>
                  </a:moveTo>
                  <a:lnTo>
                    <a:pt x="0" y="0"/>
                  </a:lnTo>
                  <a:lnTo>
                    <a:pt x="2" y="2"/>
                  </a:lnTo>
                  <a:lnTo>
                    <a:pt x="7" y="5"/>
                  </a:lnTo>
                  <a:lnTo>
                    <a:pt x="16" y="10"/>
                  </a:lnTo>
                  <a:lnTo>
                    <a:pt x="21" y="11"/>
                  </a:lnTo>
                  <a:lnTo>
                    <a:pt x="28" y="12"/>
                  </a:lnTo>
                  <a:lnTo>
                    <a:pt x="27" y="23"/>
                  </a:lnTo>
                  <a:lnTo>
                    <a:pt x="23" y="22"/>
                  </a:lnTo>
                  <a:lnTo>
                    <a:pt x="17" y="18"/>
                  </a:lnTo>
                  <a:lnTo>
                    <a:pt x="8" y="10"/>
                  </a:lnTo>
                  <a:lnTo>
                    <a:pt x="3" y="5"/>
                  </a:lnTo>
                  <a:lnTo>
                    <a:pt x="0" y="0"/>
                  </a:lnTo>
                  <a:close/>
                </a:path>
              </a:pathLst>
            </a:custGeom>
            <a:solidFill>
              <a:srgbClr val="D778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67" name="Freeform 48"/>
            <p:cNvSpPr>
              <a:spLocks/>
            </p:cNvSpPr>
            <p:nvPr/>
          </p:nvSpPr>
          <p:spPr bwMode="auto">
            <a:xfrm>
              <a:off x="1143" y="3345"/>
              <a:ext cx="28" cy="23"/>
            </a:xfrm>
            <a:custGeom>
              <a:avLst/>
              <a:gdLst>
                <a:gd name="T0" fmla="*/ 0 w 28"/>
                <a:gd name="T1" fmla="*/ 0 h 23"/>
                <a:gd name="T2" fmla="*/ 0 w 28"/>
                <a:gd name="T3" fmla="*/ 0 h 23"/>
                <a:gd name="T4" fmla="*/ 2 w 28"/>
                <a:gd name="T5" fmla="*/ 2 h 23"/>
                <a:gd name="T6" fmla="*/ 7 w 28"/>
                <a:gd name="T7" fmla="*/ 5 h 23"/>
                <a:gd name="T8" fmla="*/ 16 w 28"/>
                <a:gd name="T9" fmla="*/ 10 h 23"/>
                <a:gd name="T10" fmla="*/ 21 w 28"/>
                <a:gd name="T11" fmla="*/ 11 h 23"/>
                <a:gd name="T12" fmla="*/ 28 w 28"/>
                <a:gd name="T13" fmla="*/ 12 h 23"/>
                <a:gd name="T14" fmla="*/ 27 w 28"/>
                <a:gd name="T15" fmla="*/ 23 h 23"/>
                <a:gd name="T16" fmla="*/ 27 w 28"/>
                <a:gd name="T17" fmla="*/ 23 h 23"/>
                <a:gd name="T18" fmla="*/ 23 w 28"/>
                <a:gd name="T19" fmla="*/ 22 h 23"/>
                <a:gd name="T20" fmla="*/ 17 w 28"/>
                <a:gd name="T21" fmla="*/ 18 h 23"/>
                <a:gd name="T22" fmla="*/ 8 w 28"/>
                <a:gd name="T23" fmla="*/ 10 h 23"/>
                <a:gd name="T24" fmla="*/ 3 w 28"/>
                <a:gd name="T25" fmla="*/ 5 h 23"/>
                <a:gd name="T26" fmla="*/ 0 w 28"/>
                <a:gd name="T27" fmla="*/ 0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
                <a:gd name="T43" fmla="*/ 0 h 23"/>
                <a:gd name="T44" fmla="*/ 28 w 28"/>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 h="23">
                  <a:moveTo>
                    <a:pt x="0" y="0"/>
                  </a:moveTo>
                  <a:lnTo>
                    <a:pt x="0" y="0"/>
                  </a:lnTo>
                  <a:lnTo>
                    <a:pt x="2" y="2"/>
                  </a:lnTo>
                  <a:lnTo>
                    <a:pt x="7" y="5"/>
                  </a:lnTo>
                  <a:lnTo>
                    <a:pt x="16" y="10"/>
                  </a:lnTo>
                  <a:lnTo>
                    <a:pt x="21" y="11"/>
                  </a:lnTo>
                  <a:lnTo>
                    <a:pt x="28" y="12"/>
                  </a:lnTo>
                  <a:lnTo>
                    <a:pt x="27" y="23"/>
                  </a:lnTo>
                  <a:lnTo>
                    <a:pt x="23" y="22"/>
                  </a:lnTo>
                  <a:lnTo>
                    <a:pt x="17" y="18"/>
                  </a:lnTo>
                  <a:lnTo>
                    <a:pt x="8" y="10"/>
                  </a:lnTo>
                  <a:lnTo>
                    <a:pt x="3" y="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68" name="Freeform 49"/>
            <p:cNvSpPr>
              <a:spLocks/>
            </p:cNvSpPr>
            <p:nvPr/>
          </p:nvSpPr>
          <p:spPr bwMode="auto">
            <a:xfrm>
              <a:off x="1076" y="3189"/>
              <a:ext cx="145" cy="95"/>
            </a:xfrm>
            <a:custGeom>
              <a:avLst/>
              <a:gdLst>
                <a:gd name="T0" fmla="*/ 1 w 145"/>
                <a:gd name="T1" fmla="*/ 88 h 95"/>
                <a:gd name="T2" fmla="*/ 1 w 145"/>
                <a:gd name="T3" fmla="*/ 88 h 95"/>
                <a:gd name="T4" fmla="*/ 15 w 145"/>
                <a:gd name="T5" fmla="*/ 86 h 95"/>
                <a:gd name="T6" fmla="*/ 31 w 145"/>
                <a:gd name="T7" fmla="*/ 86 h 95"/>
                <a:gd name="T8" fmla="*/ 49 w 145"/>
                <a:gd name="T9" fmla="*/ 86 h 95"/>
                <a:gd name="T10" fmla="*/ 49 w 145"/>
                <a:gd name="T11" fmla="*/ 86 h 95"/>
                <a:gd name="T12" fmla="*/ 65 w 145"/>
                <a:gd name="T13" fmla="*/ 89 h 95"/>
                <a:gd name="T14" fmla="*/ 76 w 145"/>
                <a:gd name="T15" fmla="*/ 92 h 95"/>
                <a:gd name="T16" fmla="*/ 86 w 145"/>
                <a:gd name="T17" fmla="*/ 94 h 95"/>
                <a:gd name="T18" fmla="*/ 90 w 145"/>
                <a:gd name="T19" fmla="*/ 95 h 95"/>
                <a:gd name="T20" fmla="*/ 95 w 145"/>
                <a:gd name="T21" fmla="*/ 94 h 95"/>
                <a:gd name="T22" fmla="*/ 95 w 145"/>
                <a:gd name="T23" fmla="*/ 94 h 95"/>
                <a:gd name="T24" fmla="*/ 106 w 145"/>
                <a:gd name="T25" fmla="*/ 92 h 95"/>
                <a:gd name="T26" fmla="*/ 118 w 145"/>
                <a:gd name="T27" fmla="*/ 90 h 95"/>
                <a:gd name="T28" fmla="*/ 132 w 145"/>
                <a:gd name="T29" fmla="*/ 85 h 95"/>
                <a:gd name="T30" fmla="*/ 137 w 145"/>
                <a:gd name="T31" fmla="*/ 83 h 95"/>
                <a:gd name="T32" fmla="*/ 142 w 145"/>
                <a:gd name="T33" fmla="*/ 81 h 95"/>
                <a:gd name="T34" fmla="*/ 142 w 145"/>
                <a:gd name="T35" fmla="*/ 81 h 95"/>
                <a:gd name="T36" fmla="*/ 144 w 145"/>
                <a:gd name="T37" fmla="*/ 79 h 95"/>
                <a:gd name="T38" fmla="*/ 145 w 145"/>
                <a:gd name="T39" fmla="*/ 77 h 95"/>
                <a:gd name="T40" fmla="*/ 145 w 145"/>
                <a:gd name="T41" fmla="*/ 75 h 95"/>
                <a:gd name="T42" fmla="*/ 144 w 145"/>
                <a:gd name="T43" fmla="*/ 74 h 95"/>
                <a:gd name="T44" fmla="*/ 137 w 145"/>
                <a:gd name="T45" fmla="*/ 70 h 95"/>
                <a:gd name="T46" fmla="*/ 125 w 145"/>
                <a:gd name="T47" fmla="*/ 63 h 95"/>
                <a:gd name="T48" fmla="*/ 125 w 145"/>
                <a:gd name="T49" fmla="*/ 63 h 95"/>
                <a:gd name="T50" fmla="*/ 123 w 145"/>
                <a:gd name="T51" fmla="*/ 55 h 95"/>
                <a:gd name="T52" fmla="*/ 121 w 145"/>
                <a:gd name="T53" fmla="*/ 47 h 95"/>
                <a:gd name="T54" fmla="*/ 116 w 145"/>
                <a:gd name="T55" fmla="*/ 37 h 95"/>
                <a:gd name="T56" fmla="*/ 109 w 145"/>
                <a:gd name="T57" fmla="*/ 26 h 95"/>
                <a:gd name="T58" fmla="*/ 106 w 145"/>
                <a:gd name="T59" fmla="*/ 22 h 95"/>
                <a:gd name="T60" fmla="*/ 102 w 145"/>
                <a:gd name="T61" fmla="*/ 17 h 95"/>
                <a:gd name="T62" fmla="*/ 96 w 145"/>
                <a:gd name="T63" fmla="*/ 13 h 95"/>
                <a:gd name="T64" fmla="*/ 90 w 145"/>
                <a:gd name="T65" fmla="*/ 8 h 95"/>
                <a:gd name="T66" fmla="*/ 84 w 145"/>
                <a:gd name="T67" fmla="*/ 5 h 95"/>
                <a:gd name="T68" fmla="*/ 76 w 145"/>
                <a:gd name="T69" fmla="*/ 3 h 95"/>
                <a:gd name="T70" fmla="*/ 76 w 145"/>
                <a:gd name="T71" fmla="*/ 3 h 95"/>
                <a:gd name="T72" fmla="*/ 69 w 145"/>
                <a:gd name="T73" fmla="*/ 1 h 95"/>
                <a:gd name="T74" fmla="*/ 62 w 145"/>
                <a:gd name="T75" fmla="*/ 0 h 95"/>
                <a:gd name="T76" fmla="*/ 56 w 145"/>
                <a:gd name="T77" fmla="*/ 0 h 95"/>
                <a:gd name="T78" fmla="*/ 48 w 145"/>
                <a:gd name="T79" fmla="*/ 1 h 95"/>
                <a:gd name="T80" fmla="*/ 41 w 145"/>
                <a:gd name="T81" fmla="*/ 3 h 95"/>
                <a:gd name="T82" fmla="*/ 34 w 145"/>
                <a:gd name="T83" fmla="*/ 6 h 95"/>
                <a:gd name="T84" fmla="*/ 28 w 145"/>
                <a:gd name="T85" fmla="*/ 9 h 95"/>
                <a:gd name="T86" fmla="*/ 21 w 145"/>
                <a:gd name="T87" fmla="*/ 13 h 95"/>
                <a:gd name="T88" fmla="*/ 15 w 145"/>
                <a:gd name="T89" fmla="*/ 18 h 95"/>
                <a:gd name="T90" fmla="*/ 11 w 145"/>
                <a:gd name="T91" fmla="*/ 25 h 95"/>
                <a:gd name="T92" fmla="*/ 7 w 145"/>
                <a:gd name="T93" fmla="*/ 32 h 95"/>
                <a:gd name="T94" fmla="*/ 3 w 145"/>
                <a:gd name="T95" fmla="*/ 41 h 95"/>
                <a:gd name="T96" fmla="*/ 1 w 145"/>
                <a:gd name="T97" fmla="*/ 51 h 95"/>
                <a:gd name="T98" fmla="*/ 0 w 145"/>
                <a:gd name="T99" fmla="*/ 62 h 95"/>
                <a:gd name="T100" fmla="*/ 0 w 145"/>
                <a:gd name="T101" fmla="*/ 74 h 95"/>
                <a:gd name="T102" fmla="*/ 1 w 145"/>
                <a:gd name="T103" fmla="*/ 88 h 9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5"/>
                <a:gd name="T157" fmla="*/ 0 h 95"/>
                <a:gd name="T158" fmla="*/ 145 w 145"/>
                <a:gd name="T159" fmla="*/ 95 h 9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5" h="95">
                  <a:moveTo>
                    <a:pt x="1" y="88"/>
                  </a:moveTo>
                  <a:lnTo>
                    <a:pt x="1" y="88"/>
                  </a:lnTo>
                  <a:lnTo>
                    <a:pt x="15" y="86"/>
                  </a:lnTo>
                  <a:lnTo>
                    <a:pt x="31" y="86"/>
                  </a:lnTo>
                  <a:lnTo>
                    <a:pt x="49" y="86"/>
                  </a:lnTo>
                  <a:lnTo>
                    <a:pt x="65" y="89"/>
                  </a:lnTo>
                  <a:lnTo>
                    <a:pt x="76" y="92"/>
                  </a:lnTo>
                  <a:lnTo>
                    <a:pt x="86" y="94"/>
                  </a:lnTo>
                  <a:lnTo>
                    <a:pt x="90" y="95"/>
                  </a:lnTo>
                  <a:lnTo>
                    <a:pt x="95" y="94"/>
                  </a:lnTo>
                  <a:lnTo>
                    <a:pt x="106" y="92"/>
                  </a:lnTo>
                  <a:lnTo>
                    <a:pt x="118" y="90"/>
                  </a:lnTo>
                  <a:lnTo>
                    <a:pt x="132" y="85"/>
                  </a:lnTo>
                  <a:lnTo>
                    <a:pt x="137" y="83"/>
                  </a:lnTo>
                  <a:lnTo>
                    <a:pt x="142" y="81"/>
                  </a:lnTo>
                  <a:lnTo>
                    <a:pt x="144" y="79"/>
                  </a:lnTo>
                  <a:lnTo>
                    <a:pt x="145" y="77"/>
                  </a:lnTo>
                  <a:lnTo>
                    <a:pt x="145" y="75"/>
                  </a:lnTo>
                  <a:lnTo>
                    <a:pt x="144" y="74"/>
                  </a:lnTo>
                  <a:lnTo>
                    <a:pt x="137" y="70"/>
                  </a:lnTo>
                  <a:lnTo>
                    <a:pt x="125" y="63"/>
                  </a:lnTo>
                  <a:lnTo>
                    <a:pt x="123" y="55"/>
                  </a:lnTo>
                  <a:lnTo>
                    <a:pt x="121" y="47"/>
                  </a:lnTo>
                  <a:lnTo>
                    <a:pt x="116" y="37"/>
                  </a:lnTo>
                  <a:lnTo>
                    <a:pt x="109" y="26"/>
                  </a:lnTo>
                  <a:lnTo>
                    <a:pt x="106" y="22"/>
                  </a:lnTo>
                  <a:lnTo>
                    <a:pt x="102" y="17"/>
                  </a:lnTo>
                  <a:lnTo>
                    <a:pt x="96" y="13"/>
                  </a:lnTo>
                  <a:lnTo>
                    <a:pt x="90" y="8"/>
                  </a:lnTo>
                  <a:lnTo>
                    <a:pt x="84" y="5"/>
                  </a:lnTo>
                  <a:lnTo>
                    <a:pt x="76" y="3"/>
                  </a:lnTo>
                  <a:lnTo>
                    <a:pt x="69" y="1"/>
                  </a:lnTo>
                  <a:lnTo>
                    <a:pt x="62" y="0"/>
                  </a:lnTo>
                  <a:lnTo>
                    <a:pt x="56" y="0"/>
                  </a:lnTo>
                  <a:lnTo>
                    <a:pt x="48" y="1"/>
                  </a:lnTo>
                  <a:lnTo>
                    <a:pt x="41" y="3"/>
                  </a:lnTo>
                  <a:lnTo>
                    <a:pt x="34" y="6"/>
                  </a:lnTo>
                  <a:lnTo>
                    <a:pt x="28" y="9"/>
                  </a:lnTo>
                  <a:lnTo>
                    <a:pt x="21" y="13"/>
                  </a:lnTo>
                  <a:lnTo>
                    <a:pt x="15" y="18"/>
                  </a:lnTo>
                  <a:lnTo>
                    <a:pt x="11" y="25"/>
                  </a:lnTo>
                  <a:lnTo>
                    <a:pt x="7" y="32"/>
                  </a:lnTo>
                  <a:lnTo>
                    <a:pt x="3" y="41"/>
                  </a:lnTo>
                  <a:lnTo>
                    <a:pt x="1" y="51"/>
                  </a:lnTo>
                  <a:lnTo>
                    <a:pt x="0" y="62"/>
                  </a:lnTo>
                  <a:lnTo>
                    <a:pt x="0" y="74"/>
                  </a:lnTo>
                  <a:lnTo>
                    <a:pt x="1" y="88"/>
                  </a:lnTo>
                  <a:close/>
                </a:path>
              </a:pathLst>
            </a:custGeom>
            <a:solidFill>
              <a:srgbClr val="F08C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69" name="Freeform 50"/>
            <p:cNvSpPr>
              <a:spLocks/>
            </p:cNvSpPr>
            <p:nvPr/>
          </p:nvSpPr>
          <p:spPr bwMode="auto">
            <a:xfrm>
              <a:off x="1076" y="3189"/>
              <a:ext cx="145" cy="95"/>
            </a:xfrm>
            <a:custGeom>
              <a:avLst/>
              <a:gdLst>
                <a:gd name="T0" fmla="*/ 1 w 145"/>
                <a:gd name="T1" fmla="*/ 88 h 95"/>
                <a:gd name="T2" fmla="*/ 1 w 145"/>
                <a:gd name="T3" fmla="*/ 88 h 95"/>
                <a:gd name="T4" fmla="*/ 15 w 145"/>
                <a:gd name="T5" fmla="*/ 86 h 95"/>
                <a:gd name="T6" fmla="*/ 31 w 145"/>
                <a:gd name="T7" fmla="*/ 86 h 95"/>
                <a:gd name="T8" fmla="*/ 49 w 145"/>
                <a:gd name="T9" fmla="*/ 86 h 95"/>
                <a:gd name="T10" fmla="*/ 49 w 145"/>
                <a:gd name="T11" fmla="*/ 86 h 95"/>
                <a:gd name="T12" fmla="*/ 65 w 145"/>
                <a:gd name="T13" fmla="*/ 89 h 95"/>
                <a:gd name="T14" fmla="*/ 76 w 145"/>
                <a:gd name="T15" fmla="*/ 92 h 95"/>
                <a:gd name="T16" fmla="*/ 86 w 145"/>
                <a:gd name="T17" fmla="*/ 94 h 95"/>
                <a:gd name="T18" fmla="*/ 90 w 145"/>
                <a:gd name="T19" fmla="*/ 95 h 95"/>
                <a:gd name="T20" fmla="*/ 95 w 145"/>
                <a:gd name="T21" fmla="*/ 94 h 95"/>
                <a:gd name="T22" fmla="*/ 95 w 145"/>
                <a:gd name="T23" fmla="*/ 94 h 95"/>
                <a:gd name="T24" fmla="*/ 106 w 145"/>
                <a:gd name="T25" fmla="*/ 92 h 95"/>
                <a:gd name="T26" fmla="*/ 118 w 145"/>
                <a:gd name="T27" fmla="*/ 90 h 95"/>
                <a:gd name="T28" fmla="*/ 132 w 145"/>
                <a:gd name="T29" fmla="*/ 85 h 95"/>
                <a:gd name="T30" fmla="*/ 137 w 145"/>
                <a:gd name="T31" fmla="*/ 83 h 95"/>
                <a:gd name="T32" fmla="*/ 142 w 145"/>
                <a:gd name="T33" fmla="*/ 81 h 95"/>
                <a:gd name="T34" fmla="*/ 142 w 145"/>
                <a:gd name="T35" fmla="*/ 81 h 95"/>
                <a:gd name="T36" fmla="*/ 144 w 145"/>
                <a:gd name="T37" fmla="*/ 79 h 95"/>
                <a:gd name="T38" fmla="*/ 145 w 145"/>
                <a:gd name="T39" fmla="*/ 77 h 95"/>
                <a:gd name="T40" fmla="*/ 145 w 145"/>
                <a:gd name="T41" fmla="*/ 75 h 95"/>
                <a:gd name="T42" fmla="*/ 144 w 145"/>
                <a:gd name="T43" fmla="*/ 74 h 95"/>
                <a:gd name="T44" fmla="*/ 137 w 145"/>
                <a:gd name="T45" fmla="*/ 70 h 95"/>
                <a:gd name="T46" fmla="*/ 125 w 145"/>
                <a:gd name="T47" fmla="*/ 63 h 95"/>
                <a:gd name="T48" fmla="*/ 125 w 145"/>
                <a:gd name="T49" fmla="*/ 63 h 95"/>
                <a:gd name="T50" fmla="*/ 123 w 145"/>
                <a:gd name="T51" fmla="*/ 55 h 95"/>
                <a:gd name="T52" fmla="*/ 121 w 145"/>
                <a:gd name="T53" fmla="*/ 47 h 95"/>
                <a:gd name="T54" fmla="*/ 116 w 145"/>
                <a:gd name="T55" fmla="*/ 37 h 95"/>
                <a:gd name="T56" fmla="*/ 109 w 145"/>
                <a:gd name="T57" fmla="*/ 26 h 95"/>
                <a:gd name="T58" fmla="*/ 106 w 145"/>
                <a:gd name="T59" fmla="*/ 22 h 95"/>
                <a:gd name="T60" fmla="*/ 102 w 145"/>
                <a:gd name="T61" fmla="*/ 17 h 95"/>
                <a:gd name="T62" fmla="*/ 96 w 145"/>
                <a:gd name="T63" fmla="*/ 13 h 95"/>
                <a:gd name="T64" fmla="*/ 90 w 145"/>
                <a:gd name="T65" fmla="*/ 8 h 95"/>
                <a:gd name="T66" fmla="*/ 84 w 145"/>
                <a:gd name="T67" fmla="*/ 5 h 95"/>
                <a:gd name="T68" fmla="*/ 76 w 145"/>
                <a:gd name="T69" fmla="*/ 3 h 95"/>
                <a:gd name="T70" fmla="*/ 76 w 145"/>
                <a:gd name="T71" fmla="*/ 3 h 95"/>
                <a:gd name="T72" fmla="*/ 69 w 145"/>
                <a:gd name="T73" fmla="*/ 1 h 95"/>
                <a:gd name="T74" fmla="*/ 62 w 145"/>
                <a:gd name="T75" fmla="*/ 0 h 95"/>
                <a:gd name="T76" fmla="*/ 56 w 145"/>
                <a:gd name="T77" fmla="*/ 0 h 95"/>
                <a:gd name="T78" fmla="*/ 48 w 145"/>
                <a:gd name="T79" fmla="*/ 1 h 95"/>
                <a:gd name="T80" fmla="*/ 41 w 145"/>
                <a:gd name="T81" fmla="*/ 3 h 95"/>
                <a:gd name="T82" fmla="*/ 34 w 145"/>
                <a:gd name="T83" fmla="*/ 6 h 95"/>
                <a:gd name="T84" fmla="*/ 28 w 145"/>
                <a:gd name="T85" fmla="*/ 9 h 95"/>
                <a:gd name="T86" fmla="*/ 21 w 145"/>
                <a:gd name="T87" fmla="*/ 13 h 95"/>
                <a:gd name="T88" fmla="*/ 15 w 145"/>
                <a:gd name="T89" fmla="*/ 18 h 95"/>
                <a:gd name="T90" fmla="*/ 11 w 145"/>
                <a:gd name="T91" fmla="*/ 25 h 95"/>
                <a:gd name="T92" fmla="*/ 7 w 145"/>
                <a:gd name="T93" fmla="*/ 32 h 95"/>
                <a:gd name="T94" fmla="*/ 3 w 145"/>
                <a:gd name="T95" fmla="*/ 41 h 95"/>
                <a:gd name="T96" fmla="*/ 1 w 145"/>
                <a:gd name="T97" fmla="*/ 51 h 95"/>
                <a:gd name="T98" fmla="*/ 0 w 145"/>
                <a:gd name="T99" fmla="*/ 62 h 95"/>
                <a:gd name="T100" fmla="*/ 0 w 145"/>
                <a:gd name="T101" fmla="*/ 74 h 95"/>
                <a:gd name="T102" fmla="*/ 1 w 145"/>
                <a:gd name="T103" fmla="*/ 88 h 9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5"/>
                <a:gd name="T157" fmla="*/ 0 h 95"/>
                <a:gd name="T158" fmla="*/ 145 w 145"/>
                <a:gd name="T159" fmla="*/ 95 h 9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5" h="95">
                  <a:moveTo>
                    <a:pt x="1" y="88"/>
                  </a:moveTo>
                  <a:lnTo>
                    <a:pt x="1" y="88"/>
                  </a:lnTo>
                  <a:lnTo>
                    <a:pt x="15" y="86"/>
                  </a:lnTo>
                  <a:lnTo>
                    <a:pt x="31" y="86"/>
                  </a:lnTo>
                  <a:lnTo>
                    <a:pt x="49" y="86"/>
                  </a:lnTo>
                  <a:lnTo>
                    <a:pt x="65" y="89"/>
                  </a:lnTo>
                  <a:lnTo>
                    <a:pt x="76" y="92"/>
                  </a:lnTo>
                  <a:lnTo>
                    <a:pt x="86" y="94"/>
                  </a:lnTo>
                  <a:lnTo>
                    <a:pt x="90" y="95"/>
                  </a:lnTo>
                  <a:lnTo>
                    <a:pt x="95" y="94"/>
                  </a:lnTo>
                  <a:lnTo>
                    <a:pt x="106" y="92"/>
                  </a:lnTo>
                  <a:lnTo>
                    <a:pt x="118" y="90"/>
                  </a:lnTo>
                  <a:lnTo>
                    <a:pt x="132" y="85"/>
                  </a:lnTo>
                  <a:lnTo>
                    <a:pt x="137" y="83"/>
                  </a:lnTo>
                  <a:lnTo>
                    <a:pt x="142" y="81"/>
                  </a:lnTo>
                  <a:lnTo>
                    <a:pt x="144" y="79"/>
                  </a:lnTo>
                  <a:lnTo>
                    <a:pt x="145" y="77"/>
                  </a:lnTo>
                  <a:lnTo>
                    <a:pt x="145" y="75"/>
                  </a:lnTo>
                  <a:lnTo>
                    <a:pt x="144" y="74"/>
                  </a:lnTo>
                  <a:lnTo>
                    <a:pt x="137" y="70"/>
                  </a:lnTo>
                  <a:lnTo>
                    <a:pt x="125" y="63"/>
                  </a:lnTo>
                  <a:lnTo>
                    <a:pt x="123" y="55"/>
                  </a:lnTo>
                  <a:lnTo>
                    <a:pt x="121" y="47"/>
                  </a:lnTo>
                  <a:lnTo>
                    <a:pt x="116" y="37"/>
                  </a:lnTo>
                  <a:lnTo>
                    <a:pt x="109" y="26"/>
                  </a:lnTo>
                  <a:lnTo>
                    <a:pt x="106" y="22"/>
                  </a:lnTo>
                  <a:lnTo>
                    <a:pt x="102" y="17"/>
                  </a:lnTo>
                  <a:lnTo>
                    <a:pt x="96" y="13"/>
                  </a:lnTo>
                  <a:lnTo>
                    <a:pt x="90" y="8"/>
                  </a:lnTo>
                  <a:lnTo>
                    <a:pt x="84" y="5"/>
                  </a:lnTo>
                  <a:lnTo>
                    <a:pt x="76" y="3"/>
                  </a:lnTo>
                  <a:lnTo>
                    <a:pt x="69" y="1"/>
                  </a:lnTo>
                  <a:lnTo>
                    <a:pt x="62" y="0"/>
                  </a:lnTo>
                  <a:lnTo>
                    <a:pt x="56" y="0"/>
                  </a:lnTo>
                  <a:lnTo>
                    <a:pt x="48" y="1"/>
                  </a:lnTo>
                  <a:lnTo>
                    <a:pt x="41" y="3"/>
                  </a:lnTo>
                  <a:lnTo>
                    <a:pt x="34" y="6"/>
                  </a:lnTo>
                  <a:lnTo>
                    <a:pt x="28" y="9"/>
                  </a:lnTo>
                  <a:lnTo>
                    <a:pt x="21" y="13"/>
                  </a:lnTo>
                  <a:lnTo>
                    <a:pt x="15" y="18"/>
                  </a:lnTo>
                  <a:lnTo>
                    <a:pt x="11" y="25"/>
                  </a:lnTo>
                  <a:lnTo>
                    <a:pt x="7" y="32"/>
                  </a:lnTo>
                  <a:lnTo>
                    <a:pt x="3" y="41"/>
                  </a:lnTo>
                  <a:lnTo>
                    <a:pt x="1" y="51"/>
                  </a:lnTo>
                  <a:lnTo>
                    <a:pt x="0" y="62"/>
                  </a:lnTo>
                  <a:lnTo>
                    <a:pt x="0" y="74"/>
                  </a:lnTo>
                  <a:lnTo>
                    <a:pt x="1"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70" name="Freeform 51"/>
            <p:cNvSpPr>
              <a:spLocks/>
            </p:cNvSpPr>
            <p:nvPr/>
          </p:nvSpPr>
          <p:spPr bwMode="auto">
            <a:xfrm>
              <a:off x="1093" y="3192"/>
              <a:ext cx="83" cy="80"/>
            </a:xfrm>
            <a:custGeom>
              <a:avLst/>
              <a:gdLst>
                <a:gd name="T0" fmla="*/ 25 w 83"/>
                <a:gd name="T1" fmla="*/ 1 h 80"/>
                <a:gd name="T2" fmla="*/ 25 w 83"/>
                <a:gd name="T3" fmla="*/ 1 h 80"/>
                <a:gd name="T4" fmla="*/ 28 w 83"/>
                <a:gd name="T5" fmla="*/ 0 h 80"/>
                <a:gd name="T6" fmla="*/ 32 w 83"/>
                <a:gd name="T7" fmla="*/ 0 h 80"/>
                <a:gd name="T8" fmla="*/ 40 w 83"/>
                <a:gd name="T9" fmla="*/ 2 h 80"/>
                <a:gd name="T10" fmla="*/ 48 w 83"/>
                <a:gd name="T11" fmla="*/ 5 h 80"/>
                <a:gd name="T12" fmla="*/ 53 w 83"/>
                <a:gd name="T13" fmla="*/ 8 h 80"/>
                <a:gd name="T14" fmla="*/ 58 w 83"/>
                <a:gd name="T15" fmla="*/ 13 h 80"/>
                <a:gd name="T16" fmla="*/ 62 w 83"/>
                <a:gd name="T17" fmla="*/ 19 h 80"/>
                <a:gd name="T18" fmla="*/ 68 w 83"/>
                <a:gd name="T19" fmla="*/ 25 h 80"/>
                <a:gd name="T20" fmla="*/ 72 w 83"/>
                <a:gd name="T21" fmla="*/ 34 h 80"/>
                <a:gd name="T22" fmla="*/ 76 w 83"/>
                <a:gd name="T23" fmla="*/ 44 h 80"/>
                <a:gd name="T24" fmla="*/ 80 w 83"/>
                <a:gd name="T25" fmla="*/ 55 h 80"/>
                <a:gd name="T26" fmla="*/ 83 w 83"/>
                <a:gd name="T27" fmla="*/ 70 h 80"/>
                <a:gd name="T28" fmla="*/ 83 w 83"/>
                <a:gd name="T29" fmla="*/ 70 h 80"/>
                <a:gd name="T30" fmla="*/ 79 w 83"/>
                <a:gd name="T31" fmla="*/ 71 h 80"/>
                <a:gd name="T32" fmla="*/ 69 w 83"/>
                <a:gd name="T33" fmla="*/ 74 h 80"/>
                <a:gd name="T34" fmla="*/ 53 w 83"/>
                <a:gd name="T35" fmla="*/ 79 h 80"/>
                <a:gd name="T36" fmla="*/ 44 w 83"/>
                <a:gd name="T37" fmla="*/ 80 h 80"/>
                <a:gd name="T38" fmla="*/ 34 w 83"/>
                <a:gd name="T39" fmla="*/ 80 h 80"/>
                <a:gd name="T40" fmla="*/ 34 w 83"/>
                <a:gd name="T41" fmla="*/ 80 h 80"/>
                <a:gd name="T42" fmla="*/ 19 w 83"/>
                <a:gd name="T43" fmla="*/ 80 h 80"/>
                <a:gd name="T44" fmla="*/ 9 w 83"/>
                <a:gd name="T45" fmla="*/ 80 h 80"/>
                <a:gd name="T46" fmla="*/ 2 w 83"/>
                <a:gd name="T47" fmla="*/ 79 h 80"/>
                <a:gd name="T48" fmla="*/ 2 w 83"/>
                <a:gd name="T49" fmla="*/ 79 h 80"/>
                <a:gd name="T50" fmla="*/ 1 w 83"/>
                <a:gd name="T51" fmla="*/ 69 h 80"/>
                <a:gd name="T52" fmla="*/ 0 w 83"/>
                <a:gd name="T53" fmla="*/ 59 h 80"/>
                <a:gd name="T54" fmla="*/ 1 w 83"/>
                <a:gd name="T55" fmla="*/ 47 h 80"/>
                <a:gd name="T56" fmla="*/ 2 w 83"/>
                <a:gd name="T57" fmla="*/ 33 h 80"/>
                <a:gd name="T58" fmla="*/ 4 w 83"/>
                <a:gd name="T59" fmla="*/ 26 h 80"/>
                <a:gd name="T60" fmla="*/ 6 w 83"/>
                <a:gd name="T61" fmla="*/ 20 h 80"/>
                <a:gd name="T62" fmla="*/ 10 w 83"/>
                <a:gd name="T63" fmla="*/ 14 h 80"/>
                <a:gd name="T64" fmla="*/ 14 w 83"/>
                <a:gd name="T65" fmla="*/ 8 h 80"/>
                <a:gd name="T66" fmla="*/ 19 w 83"/>
                <a:gd name="T67" fmla="*/ 4 h 80"/>
                <a:gd name="T68" fmla="*/ 25 w 83"/>
                <a:gd name="T69" fmla="*/ 1 h 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3"/>
                <a:gd name="T106" fmla="*/ 0 h 80"/>
                <a:gd name="T107" fmla="*/ 83 w 83"/>
                <a:gd name="T108" fmla="*/ 80 h 8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3" h="80">
                  <a:moveTo>
                    <a:pt x="25" y="1"/>
                  </a:moveTo>
                  <a:lnTo>
                    <a:pt x="25" y="1"/>
                  </a:lnTo>
                  <a:lnTo>
                    <a:pt x="28" y="0"/>
                  </a:lnTo>
                  <a:lnTo>
                    <a:pt x="32" y="0"/>
                  </a:lnTo>
                  <a:lnTo>
                    <a:pt x="40" y="2"/>
                  </a:lnTo>
                  <a:lnTo>
                    <a:pt x="48" y="5"/>
                  </a:lnTo>
                  <a:lnTo>
                    <a:pt x="53" y="8"/>
                  </a:lnTo>
                  <a:lnTo>
                    <a:pt x="58" y="13"/>
                  </a:lnTo>
                  <a:lnTo>
                    <a:pt x="62" y="19"/>
                  </a:lnTo>
                  <a:lnTo>
                    <a:pt x="68" y="25"/>
                  </a:lnTo>
                  <a:lnTo>
                    <a:pt x="72" y="34"/>
                  </a:lnTo>
                  <a:lnTo>
                    <a:pt x="76" y="44"/>
                  </a:lnTo>
                  <a:lnTo>
                    <a:pt x="80" y="55"/>
                  </a:lnTo>
                  <a:lnTo>
                    <a:pt x="83" y="70"/>
                  </a:lnTo>
                  <a:lnTo>
                    <a:pt x="79" y="71"/>
                  </a:lnTo>
                  <a:lnTo>
                    <a:pt x="69" y="74"/>
                  </a:lnTo>
                  <a:lnTo>
                    <a:pt x="53" y="79"/>
                  </a:lnTo>
                  <a:lnTo>
                    <a:pt x="44" y="80"/>
                  </a:lnTo>
                  <a:lnTo>
                    <a:pt x="34" y="80"/>
                  </a:lnTo>
                  <a:lnTo>
                    <a:pt x="19" y="80"/>
                  </a:lnTo>
                  <a:lnTo>
                    <a:pt x="9" y="80"/>
                  </a:lnTo>
                  <a:lnTo>
                    <a:pt x="2" y="79"/>
                  </a:lnTo>
                  <a:lnTo>
                    <a:pt x="1" y="69"/>
                  </a:lnTo>
                  <a:lnTo>
                    <a:pt x="0" y="59"/>
                  </a:lnTo>
                  <a:lnTo>
                    <a:pt x="1" y="47"/>
                  </a:lnTo>
                  <a:lnTo>
                    <a:pt x="2" y="33"/>
                  </a:lnTo>
                  <a:lnTo>
                    <a:pt x="4" y="26"/>
                  </a:lnTo>
                  <a:lnTo>
                    <a:pt x="6" y="20"/>
                  </a:lnTo>
                  <a:lnTo>
                    <a:pt x="10" y="14"/>
                  </a:lnTo>
                  <a:lnTo>
                    <a:pt x="14" y="8"/>
                  </a:lnTo>
                  <a:lnTo>
                    <a:pt x="19" y="4"/>
                  </a:lnTo>
                  <a:lnTo>
                    <a:pt x="25" y="1"/>
                  </a:lnTo>
                  <a:close/>
                </a:path>
              </a:pathLst>
            </a:custGeom>
            <a:solidFill>
              <a:srgbClr val="FEB82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71" name="Freeform 52"/>
            <p:cNvSpPr>
              <a:spLocks/>
            </p:cNvSpPr>
            <p:nvPr/>
          </p:nvSpPr>
          <p:spPr bwMode="auto">
            <a:xfrm>
              <a:off x="1093" y="3192"/>
              <a:ext cx="83" cy="80"/>
            </a:xfrm>
            <a:custGeom>
              <a:avLst/>
              <a:gdLst>
                <a:gd name="T0" fmla="*/ 25 w 83"/>
                <a:gd name="T1" fmla="*/ 1 h 80"/>
                <a:gd name="T2" fmla="*/ 25 w 83"/>
                <a:gd name="T3" fmla="*/ 1 h 80"/>
                <a:gd name="T4" fmla="*/ 28 w 83"/>
                <a:gd name="T5" fmla="*/ 0 h 80"/>
                <a:gd name="T6" fmla="*/ 32 w 83"/>
                <a:gd name="T7" fmla="*/ 0 h 80"/>
                <a:gd name="T8" fmla="*/ 40 w 83"/>
                <a:gd name="T9" fmla="*/ 2 h 80"/>
                <a:gd name="T10" fmla="*/ 48 w 83"/>
                <a:gd name="T11" fmla="*/ 5 h 80"/>
                <a:gd name="T12" fmla="*/ 53 w 83"/>
                <a:gd name="T13" fmla="*/ 8 h 80"/>
                <a:gd name="T14" fmla="*/ 58 w 83"/>
                <a:gd name="T15" fmla="*/ 13 h 80"/>
                <a:gd name="T16" fmla="*/ 62 w 83"/>
                <a:gd name="T17" fmla="*/ 19 h 80"/>
                <a:gd name="T18" fmla="*/ 68 w 83"/>
                <a:gd name="T19" fmla="*/ 25 h 80"/>
                <a:gd name="T20" fmla="*/ 72 w 83"/>
                <a:gd name="T21" fmla="*/ 34 h 80"/>
                <a:gd name="T22" fmla="*/ 76 w 83"/>
                <a:gd name="T23" fmla="*/ 44 h 80"/>
                <a:gd name="T24" fmla="*/ 80 w 83"/>
                <a:gd name="T25" fmla="*/ 55 h 80"/>
                <a:gd name="T26" fmla="*/ 83 w 83"/>
                <a:gd name="T27" fmla="*/ 70 h 80"/>
                <a:gd name="T28" fmla="*/ 83 w 83"/>
                <a:gd name="T29" fmla="*/ 70 h 80"/>
                <a:gd name="T30" fmla="*/ 79 w 83"/>
                <a:gd name="T31" fmla="*/ 71 h 80"/>
                <a:gd name="T32" fmla="*/ 69 w 83"/>
                <a:gd name="T33" fmla="*/ 74 h 80"/>
                <a:gd name="T34" fmla="*/ 53 w 83"/>
                <a:gd name="T35" fmla="*/ 79 h 80"/>
                <a:gd name="T36" fmla="*/ 44 w 83"/>
                <a:gd name="T37" fmla="*/ 80 h 80"/>
                <a:gd name="T38" fmla="*/ 34 w 83"/>
                <a:gd name="T39" fmla="*/ 80 h 80"/>
                <a:gd name="T40" fmla="*/ 34 w 83"/>
                <a:gd name="T41" fmla="*/ 80 h 80"/>
                <a:gd name="T42" fmla="*/ 19 w 83"/>
                <a:gd name="T43" fmla="*/ 80 h 80"/>
                <a:gd name="T44" fmla="*/ 9 w 83"/>
                <a:gd name="T45" fmla="*/ 80 h 80"/>
                <a:gd name="T46" fmla="*/ 2 w 83"/>
                <a:gd name="T47" fmla="*/ 79 h 80"/>
                <a:gd name="T48" fmla="*/ 2 w 83"/>
                <a:gd name="T49" fmla="*/ 79 h 80"/>
                <a:gd name="T50" fmla="*/ 1 w 83"/>
                <a:gd name="T51" fmla="*/ 69 h 80"/>
                <a:gd name="T52" fmla="*/ 0 w 83"/>
                <a:gd name="T53" fmla="*/ 59 h 80"/>
                <a:gd name="T54" fmla="*/ 1 w 83"/>
                <a:gd name="T55" fmla="*/ 47 h 80"/>
                <a:gd name="T56" fmla="*/ 2 w 83"/>
                <a:gd name="T57" fmla="*/ 33 h 80"/>
                <a:gd name="T58" fmla="*/ 4 w 83"/>
                <a:gd name="T59" fmla="*/ 26 h 80"/>
                <a:gd name="T60" fmla="*/ 6 w 83"/>
                <a:gd name="T61" fmla="*/ 20 h 80"/>
                <a:gd name="T62" fmla="*/ 10 w 83"/>
                <a:gd name="T63" fmla="*/ 14 h 80"/>
                <a:gd name="T64" fmla="*/ 14 w 83"/>
                <a:gd name="T65" fmla="*/ 8 h 80"/>
                <a:gd name="T66" fmla="*/ 19 w 83"/>
                <a:gd name="T67" fmla="*/ 4 h 80"/>
                <a:gd name="T68" fmla="*/ 25 w 83"/>
                <a:gd name="T69" fmla="*/ 1 h 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3"/>
                <a:gd name="T106" fmla="*/ 0 h 80"/>
                <a:gd name="T107" fmla="*/ 83 w 83"/>
                <a:gd name="T108" fmla="*/ 80 h 8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3" h="80">
                  <a:moveTo>
                    <a:pt x="25" y="1"/>
                  </a:moveTo>
                  <a:lnTo>
                    <a:pt x="25" y="1"/>
                  </a:lnTo>
                  <a:lnTo>
                    <a:pt x="28" y="0"/>
                  </a:lnTo>
                  <a:lnTo>
                    <a:pt x="32" y="0"/>
                  </a:lnTo>
                  <a:lnTo>
                    <a:pt x="40" y="2"/>
                  </a:lnTo>
                  <a:lnTo>
                    <a:pt x="48" y="5"/>
                  </a:lnTo>
                  <a:lnTo>
                    <a:pt x="53" y="8"/>
                  </a:lnTo>
                  <a:lnTo>
                    <a:pt x="58" y="13"/>
                  </a:lnTo>
                  <a:lnTo>
                    <a:pt x="62" y="19"/>
                  </a:lnTo>
                  <a:lnTo>
                    <a:pt x="68" y="25"/>
                  </a:lnTo>
                  <a:lnTo>
                    <a:pt x="72" y="34"/>
                  </a:lnTo>
                  <a:lnTo>
                    <a:pt x="76" y="44"/>
                  </a:lnTo>
                  <a:lnTo>
                    <a:pt x="80" y="55"/>
                  </a:lnTo>
                  <a:lnTo>
                    <a:pt x="83" y="70"/>
                  </a:lnTo>
                  <a:lnTo>
                    <a:pt x="79" y="71"/>
                  </a:lnTo>
                  <a:lnTo>
                    <a:pt x="69" y="74"/>
                  </a:lnTo>
                  <a:lnTo>
                    <a:pt x="53" y="79"/>
                  </a:lnTo>
                  <a:lnTo>
                    <a:pt x="44" y="80"/>
                  </a:lnTo>
                  <a:lnTo>
                    <a:pt x="34" y="80"/>
                  </a:lnTo>
                  <a:lnTo>
                    <a:pt x="19" y="80"/>
                  </a:lnTo>
                  <a:lnTo>
                    <a:pt x="9" y="80"/>
                  </a:lnTo>
                  <a:lnTo>
                    <a:pt x="2" y="79"/>
                  </a:lnTo>
                  <a:lnTo>
                    <a:pt x="1" y="69"/>
                  </a:lnTo>
                  <a:lnTo>
                    <a:pt x="0" y="59"/>
                  </a:lnTo>
                  <a:lnTo>
                    <a:pt x="1" y="47"/>
                  </a:lnTo>
                  <a:lnTo>
                    <a:pt x="2" y="33"/>
                  </a:lnTo>
                  <a:lnTo>
                    <a:pt x="4" y="26"/>
                  </a:lnTo>
                  <a:lnTo>
                    <a:pt x="6" y="20"/>
                  </a:lnTo>
                  <a:lnTo>
                    <a:pt x="10" y="14"/>
                  </a:lnTo>
                  <a:lnTo>
                    <a:pt x="14" y="8"/>
                  </a:lnTo>
                  <a:lnTo>
                    <a:pt x="19" y="4"/>
                  </a:lnTo>
                  <a:lnTo>
                    <a:pt x="25" y="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72" name="Freeform 53"/>
            <p:cNvSpPr>
              <a:spLocks/>
            </p:cNvSpPr>
            <p:nvPr/>
          </p:nvSpPr>
          <p:spPr bwMode="auto">
            <a:xfrm>
              <a:off x="1127" y="3192"/>
              <a:ext cx="56" cy="61"/>
            </a:xfrm>
            <a:custGeom>
              <a:avLst/>
              <a:gdLst>
                <a:gd name="T0" fmla="*/ 56 w 56"/>
                <a:gd name="T1" fmla="*/ 61 h 61"/>
                <a:gd name="T2" fmla="*/ 56 w 56"/>
                <a:gd name="T3" fmla="*/ 61 h 61"/>
                <a:gd name="T4" fmla="*/ 54 w 56"/>
                <a:gd name="T5" fmla="*/ 51 h 61"/>
                <a:gd name="T6" fmla="*/ 52 w 56"/>
                <a:gd name="T7" fmla="*/ 41 h 61"/>
                <a:gd name="T8" fmla="*/ 46 w 56"/>
                <a:gd name="T9" fmla="*/ 30 h 61"/>
                <a:gd name="T10" fmla="*/ 43 w 56"/>
                <a:gd name="T11" fmla="*/ 24 h 61"/>
                <a:gd name="T12" fmla="*/ 39 w 56"/>
                <a:gd name="T13" fmla="*/ 19 h 61"/>
                <a:gd name="T14" fmla="*/ 35 w 56"/>
                <a:gd name="T15" fmla="*/ 13 h 61"/>
                <a:gd name="T16" fmla="*/ 29 w 56"/>
                <a:gd name="T17" fmla="*/ 8 h 61"/>
                <a:gd name="T18" fmla="*/ 24 w 56"/>
                <a:gd name="T19" fmla="*/ 4 h 61"/>
                <a:gd name="T20" fmla="*/ 17 w 56"/>
                <a:gd name="T21" fmla="*/ 2 h 61"/>
                <a:gd name="T22" fmla="*/ 9 w 56"/>
                <a:gd name="T23" fmla="*/ 0 h 61"/>
                <a:gd name="T24" fmla="*/ 0 w 56"/>
                <a:gd name="T25" fmla="*/ 0 h 61"/>
                <a:gd name="T26" fmla="*/ 0 w 56"/>
                <a:gd name="T27" fmla="*/ 0 h 61"/>
                <a:gd name="T28" fmla="*/ 7 w 56"/>
                <a:gd name="T29" fmla="*/ 1 h 61"/>
                <a:gd name="T30" fmla="*/ 14 w 56"/>
                <a:gd name="T31" fmla="*/ 3 h 61"/>
                <a:gd name="T32" fmla="*/ 21 w 56"/>
                <a:gd name="T33" fmla="*/ 8 h 61"/>
                <a:gd name="T34" fmla="*/ 30 w 56"/>
                <a:gd name="T35" fmla="*/ 15 h 61"/>
                <a:gd name="T36" fmla="*/ 39 w 56"/>
                <a:gd name="T37" fmla="*/ 26 h 61"/>
                <a:gd name="T38" fmla="*/ 44 w 56"/>
                <a:gd name="T39" fmla="*/ 33 h 61"/>
                <a:gd name="T40" fmla="*/ 48 w 56"/>
                <a:gd name="T41" fmla="*/ 41 h 61"/>
                <a:gd name="T42" fmla="*/ 53 w 56"/>
                <a:gd name="T43" fmla="*/ 51 h 61"/>
                <a:gd name="T44" fmla="*/ 56 w 56"/>
                <a:gd name="T45" fmla="*/ 61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6"/>
                <a:gd name="T70" fmla="*/ 0 h 61"/>
                <a:gd name="T71" fmla="*/ 56 w 56"/>
                <a:gd name="T72" fmla="*/ 61 h 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6" h="61">
                  <a:moveTo>
                    <a:pt x="56" y="61"/>
                  </a:moveTo>
                  <a:lnTo>
                    <a:pt x="56" y="61"/>
                  </a:lnTo>
                  <a:lnTo>
                    <a:pt x="54" y="51"/>
                  </a:lnTo>
                  <a:lnTo>
                    <a:pt x="52" y="41"/>
                  </a:lnTo>
                  <a:lnTo>
                    <a:pt x="46" y="30"/>
                  </a:lnTo>
                  <a:lnTo>
                    <a:pt x="43" y="24"/>
                  </a:lnTo>
                  <a:lnTo>
                    <a:pt x="39" y="19"/>
                  </a:lnTo>
                  <a:lnTo>
                    <a:pt x="35" y="13"/>
                  </a:lnTo>
                  <a:lnTo>
                    <a:pt x="29" y="8"/>
                  </a:lnTo>
                  <a:lnTo>
                    <a:pt x="24" y="4"/>
                  </a:lnTo>
                  <a:lnTo>
                    <a:pt x="17" y="2"/>
                  </a:lnTo>
                  <a:lnTo>
                    <a:pt x="9" y="0"/>
                  </a:lnTo>
                  <a:lnTo>
                    <a:pt x="0" y="0"/>
                  </a:lnTo>
                  <a:lnTo>
                    <a:pt x="7" y="1"/>
                  </a:lnTo>
                  <a:lnTo>
                    <a:pt x="14" y="3"/>
                  </a:lnTo>
                  <a:lnTo>
                    <a:pt x="21" y="8"/>
                  </a:lnTo>
                  <a:lnTo>
                    <a:pt x="30" y="15"/>
                  </a:lnTo>
                  <a:lnTo>
                    <a:pt x="39" y="26"/>
                  </a:lnTo>
                  <a:lnTo>
                    <a:pt x="44" y="33"/>
                  </a:lnTo>
                  <a:lnTo>
                    <a:pt x="48" y="41"/>
                  </a:lnTo>
                  <a:lnTo>
                    <a:pt x="53" y="51"/>
                  </a:lnTo>
                  <a:lnTo>
                    <a:pt x="56" y="61"/>
                  </a:lnTo>
                  <a:close/>
                </a:path>
              </a:pathLst>
            </a:custGeom>
            <a:solidFill>
              <a:srgbClr val="FEB82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73" name="Freeform 54"/>
            <p:cNvSpPr>
              <a:spLocks/>
            </p:cNvSpPr>
            <p:nvPr/>
          </p:nvSpPr>
          <p:spPr bwMode="auto">
            <a:xfrm>
              <a:off x="1127" y="3192"/>
              <a:ext cx="56" cy="61"/>
            </a:xfrm>
            <a:custGeom>
              <a:avLst/>
              <a:gdLst>
                <a:gd name="T0" fmla="*/ 56 w 56"/>
                <a:gd name="T1" fmla="*/ 61 h 61"/>
                <a:gd name="T2" fmla="*/ 56 w 56"/>
                <a:gd name="T3" fmla="*/ 61 h 61"/>
                <a:gd name="T4" fmla="*/ 54 w 56"/>
                <a:gd name="T5" fmla="*/ 51 h 61"/>
                <a:gd name="T6" fmla="*/ 52 w 56"/>
                <a:gd name="T7" fmla="*/ 41 h 61"/>
                <a:gd name="T8" fmla="*/ 46 w 56"/>
                <a:gd name="T9" fmla="*/ 30 h 61"/>
                <a:gd name="T10" fmla="*/ 43 w 56"/>
                <a:gd name="T11" fmla="*/ 24 h 61"/>
                <a:gd name="T12" fmla="*/ 39 w 56"/>
                <a:gd name="T13" fmla="*/ 19 h 61"/>
                <a:gd name="T14" fmla="*/ 35 w 56"/>
                <a:gd name="T15" fmla="*/ 13 h 61"/>
                <a:gd name="T16" fmla="*/ 29 w 56"/>
                <a:gd name="T17" fmla="*/ 8 h 61"/>
                <a:gd name="T18" fmla="*/ 24 w 56"/>
                <a:gd name="T19" fmla="*/ 4 h 61"/>
                <a:gd name="T20" fmla="*/ 17 w 56"/>
                <a:gd name="T21" fmla="*/ 2 h 61"/>
                <a:gd name="T22" fmla="*/ 9 w 56"/>
                <a:gd name="T23" fmla="*/ 0 h 61"/>
                <a:gd name="T24" fmla="*/ 0 w 56"/>
                <a:gd name="T25" fmla="*/ 0 h 61"/>
                <a:gd name="T26" fmla="*/ 0 w 56"/>
                <a:gd name="T27" fmla="*/ 0 h 61"/>
                <a:gd name="T28" fmla="*/ 7 w 56"/>
                <a:gd name="T29" fmla="*/ 1 h 61"/>
                <a:gd name="T30" fmla="*/ 14 w 56"/>
                <a:gd name="T31" fmla="*/ 3 h 61"/>
                <a:gd name="T32" fmla="*/ 21 w 56"/>
                <a:gd name="T33" fmla="*/ 8 h 61"/>
                <a:gd name="T34" fmla="*/ 30 w 56"/>
                <a:gd name="T35" fmla="*/ 15 h 61"/>
                <a:gd name="T36" fmla="*/ 39 w 56"/>
                <a:gd name="T37" fmla="*/ 26 h 61"/>
                <a:gd name="T38" fmla="*/ 44 w 56"/>
                <a:gd name="T39" fmla="*/ 33 h 61"/>
                <a:gd name="T40" fmla="*/ 48 w 56"/>
                <a:gd name="T41" fmla="*/ 41 h 61"/>
                <a:gd name="T42" fmla="*/ 53 w 56"/>
                <a:gd name="T43" fmla="*/ 51 h 61"/>
                <a:gd name="T44" fmla="*/ 56 w 56"/>
                <a:gd name="T45" fmla="*/ 61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6"/>
                <a:gd name="T70" fmla="*/ 0 h 61"/>
                <a:gd name="T71" fmla="*/ 56 w 56"/>
                <a:gd name="T72" fmla="*/ 61 h 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6" h="61">
                  <a:moveTo>
                    <a:pt x="56" y="61"/>
                  </a:moveTo>
                  <a:lnTo>
                    <a:pt x="56" y="61"/>
                  </a:lnTo>
                  <a:lnTo>
                    <a:pt x="54" y="51"/>
                  </a:lnTo>
                  <a:lnTo>
                    <a:pt x="52" y="41"/>
                  </a:lnTo>
                  <a:lnTo>
                    <a:pt x="46" y="30"/>
                  </a:lnTo>
                  <a:lnTo>
                    <a:pt x="43" y="24"/>
                  </a:lnTo>
                  <a:lnTo>
                    <a:pt x="39" y="19"/>
                  </a:lnTo>
                  <a:lnTo>
                    <a:pt x="35" y="13"/>
                  </a:lnTo>
                  <a:lnTo>
                    <a:pt x="29" y="8"/>
                  </a:lnTo>
                  <a:lnTo>
                    <a:pt x="24" y="4"/>
                  </a:lnTo>
                  <a:lnTo>
                    <a:pt x="17" y="2"/>
                  </a:lnTo>
                  <a:lnTo>
                    <a:pt x="9" y="0"/>
                  </a:lnTo>
                  <a:lnTo>
                    <a:pt x="0" y="0"/>
                  </a:lnTo>
                  <a:lnTo>
                    <a:pt x="7" y="1"/>
                  </a:lnTo>
                  <a:lnTo>
                    <a:pt x="14" y="3"/>
                  </a:lnTo>
                  <a:lnTo>
                    <a:pt x="21" y="8"/>
                  </a:lnTo>
                  <a:lnTo>
                    <a:pt x="30" y="15"/>
                  </a:lnTo>
                  <a:lnTo>
                    <a:pt x="39" y="26"/>
                  </a:lnTo>
                  <a:lnTo>
                    <a:pt x="44" y="33"/>
                  </a:lnTo>
                  <a:lnTo>
                    <a:pt x="48" y="41"/>
                  </a:lnTo>
                  <a:lnTo>
                    <a:pt x="53" y="51"/>
                  </a:lnTo>
                  <a:lnTo>
                    <a:pt x="56" y="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74" name="Freeform 55"/>
            <p:cNvSpPr>
              <a:spLocks/>
            </p:cNvSpPr>
            <p:nvPr/>
          </p:nvSpPr>
          <p:spPr bwMode="auto">
            <a:xfrm>
              <a:off x="1076" y="3262"/>
              <a:ext cx="125" cy="22"/>
            </a:xfrm>
            <a:custGeom>
              <a:avLst/>
              <a:gdLst>
                <a:gd name="T0" fmla="*/ 100 w 125"/>
                <a:gd name="T1" fmla="*/ 0 h 22"/>
                <a:gd name="T2" fmla="*/ 125 w 125"/>
                <a:gd name="T3" fmla="*/ 16 h 22"/>
                <a:gd name="T4" fmla="*/ 125 w 125"/>
                <a:gd name="T5" fmla="*/ 16 h 22"/>
                <a:gd name="T6" fmla="*/ 110 w 125"/>
                <a:gd name="T7" fmla="*/ 20 h 22"/>
                <a:gd name="T8" fmla="*/ 98 w 125"/>
                <a:gd name="T9" fmla="*/ 22 h 22"/>
                <a:gd name="T10" fmla="*/ 93 w 125"/>
                <a:gd name="T11" fmla="*/ 22 h 22"/>
                <a:gd name="T12" fmla="*/ 86 w 125"/>
                <a:gd name="T13" fmla="*/ 21 h 22"/>
                <a:gd name="T14" fmla="*/ 86 w 125"/>
                <a:gd name="T15" fmla="*/ 21 h 22"/>
                <a:gd name="T16" fmla="*/ 64 w 125"/>
                <a:gd name="T17" fmla="*/ 18 h 22"/>
                <a:gd name="T18" fmla="*/ 39 w 125"/>
                <a:gd name="T19" fmla="*/ 15 h 22"/>
                <a:gd name="T20" fmla="*/ 39 w 125"/>
                <a:gd name="T21" fmla="*/ 15 h 22"/>
                <a:gd name="T22" fmla="*/ 26 w 125"/>
                <a:gd name="T23" fmla="*/ 13 h 22"/>
                <a:gd name="T24" fmla="*/ 13 w 125"/>
                <a:gd name="T25" fmla="*/ 13 h 22"/>
                <a:gd name="T26" fmla="*/ 1 w 125"/>
                <a:gd name="T27" fmla="*/ 15 h 22"/>
                <a:gd name="T28" fmla="*/ 0 w 125"/>
                <a:gd name="T29" fmla="*/ 10 h 22"/>
                <a:gd name="T30" fmla="*/ 0 w 125"/>
                <a:gd name="T31" fmla="*/ 10 h 22"/>
                <a:gd name="T32" fmla="*/ 10 w 125"/>
                <a:gd name="T33" fmla="*/ 10 h 22"/>
                <a:gd name="T34" fmla="*/ 33 w 125"/>
                <a:gd name="T35" fmla="*/ 10 h 22"/>
                <a:gd name="T36" fmla="*/ 49 w 125"/>
                <a:gd name="T37" fmla="*/ 9 h 22"/>
                <a:gd name="T38" fmla="*/ 67 w 125"/>
                <a:gd name="T39" fmla="*/ 7 h 22"/>
                <a:gd name="T40" fmla="*/ 84 w 125"/>
                <a:gd name="T41" fmla="*/ 4 h 22"/>
                <a:gd name="T42" fmla="*/ 100 w 125"/>
                <a:gd name="T43" fmla="*/ 0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5"/>
                <a:gd name="T67" fmla="*/ 0 h 22"/>
                <a:gd name="T68" fmla="*/ 125 w 125"/>
                <a:gd name="T69" fmla="*/ 22 h 2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5" h="22">
                  <a:moveTo>
                    <a:pt x="100" y="0"/>
                  </a:moveTo>
                  <a:lnTo>
                    <a:pt x="125" y="16"/>
                  </a:lnTo>
                  <a:lnTo>
                    <a:pt x="110" y="20"/>
                  </a:lnTo>
                  <a:lnTo>
                    <a:pt x="98" y="22"/>
                  </a:lnTo>
                  <a:lnTo>
                    <a:pt x="93" y="22"/>
                  </a:lnTo>
                  <a:lnTo>
                    <a:pt x="86" y="21"/>
                  </a:lnTo>
                  <a:lnTo>
                    <a:pt x="64" y="18"/>
                  </a:lnTo>
                  <a:lnTo>
                    <a:pt x="39" y="15"/>
                  </a:lnTo>
                  <a:lnTo>
                    <a:pt x="26" y="13"/>
                  </a:lnTo>
                  <a:lnTo>
                    <a:pt x="13" y="13"/>
                  </a:lnTo>
                  <a:lnTo>
                    <a:pt x="1" y="15"/>
                  </a:lnTo>
                  <a:lnTo>
                    <a:pt x="0" y="10"/>
                  </a:lnTo>
                  <a:lnTo>
                    <a:pt x="10" y="10"/>
                  </a:lnTo>
                  <a:lnTo>
                    <a:pt x="33" y="10"/>
                  </a:lnTo>
                  <a:lnTo>
                    <a:pt x="49" y="9"/>
                  </a:lnTo>
                  <a:lnTo>
                    <a:pt x="67" y="7"/>
                  </a:lnTo>
                  <a:lnTo>
                    <a:pt x="84" y="4"/>
                  </a:lnTo>
                  <a:lnTo>
                    <a:pt x="100" y="0"/>
                  </a:lnTo>
                  <a:close/>
                </a:path>
              </a:pathLst>
            </a:custGeom>
            <a:solidFill>
              <a:srgbClr val="FEC6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75" name="Freeform 56"/>
            <p:cNvSpPr>
              <a:spLocks/>
            </p:cNvSpPr>
            <p:nvPr/>
          </p:nvSpPr>
          <p:spPr bwMode="auto">
            <a:xfrm>
              <a:off x="1076" y="3262"/>
              <a:ext cx="125" cy="22"/>
            </a:xfrm>
            <a:custGeom>
              <a:avLst/>
              <a:gdLst>
                <a:gd name="T0" fmla="*/ 100 w 125"/>
                <a:gd name="T1" fmla="*/ 0 h 22"/>
                <a:gd name="T2" fmla="*/ 125 w 125"/>
                <a:gd name="T3" fmla="*/ 16 h 22"/>
                <a:gd name="T4" fmla="*/ 125 w 125"/>
                <a:gd name="T5" fmla="*/ 16 h 22"/>
                <a:gd name="T6" fmla="*/ 110 w 125"/>
                <a:gd name="T7" fmla="*/ 20 h 22"/>
                <a:gd name="T8" fmla="*/ 98 w 125"/>
                <a:gd name="T9" fmla="*/ 22 h 22"/>
                <a:gd name="T10" fmla="*/ 93 w 125"/>
                <a:gd name="T11" fmla="*/ 22 h 22"/>
                <a:gd name="T12" fmla="*/ 86 w 125"/>
                <a:gd name="T13" fmla="*/ 21 h 22"/>
                <a:gd name="T14" fmla="*/ 86 w 125"/>
                <a:gd name="T15" fmla="*/ 21 h 22"/>
                <a:gd name="T16" fmla="*/ 64 w 125"/>
                <a:gd name="T17" fmla="*/ 18 h 22"/>
                <a:gd name="T18" fmla="*/ 39 w 125"/>
                <a:gd name="T19" fmla="*/ 15 h 22"/>
                <a:gd name="T20" fmla="*/ 39 w 125"/>
                <a:gd name="T21" fmla="*/ 15 h 22"/>
                <a:gd name="T22" fmla="*/ 26 w 125"/>
                <a:gd name="T23" fmla="*/ 13 h 22"/>
                <a:gd name="T24" fmla="*/ 13 w 125"/>
                <a:gd name="T25" fmla="*/ 13 h 22"/>
                <a:gd name="T26" fmla="*/ 1 w 125"/>
                <a:gd name="T27" fmla="*/ 15 h 22"/>
                <a:gd name="T28" fmla="*/ 0 w 125"/>
                <a:gd name="T29" fmla="*/ 10 h 22"/>
                <a:gd name="T30" fmla="*/ 0 w 125"/>
                <a:gd name="T31" fmla="*/ 10 h 22"/>
                <a:gd name="T32" fmla="*/ 10 w 125"/>
                <a:gd name="T33" fmla="*/ 10 h 22"/>
                <a:gd name="T34" fmla="*/ 33 w 125"/>
                <a:gd name="T35" fmla="*/ 10 h 22"/>
                <a:gd name="T36" fmla="*/ 49 w 125"/>
                <a:gd name="T37" fmla="*/ 9 h 22"/>
                <a:gd name="T38" fmla="*/ 67 w 125"/>
                <a:gd name="T39" fmla="*/ 7 h 22"/>
                <a:gd name="T40" fmla="*/ 84 w 125"/>
                <a:gd name="T41" fmla="*/ 4 h 22"/>
                <a:gd name="T42" fmla="*/ 100 w 125"/>
                <a:gd name="T43" fmla="*/ 0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5"/>
                <a:gd name="T67" fmla="*/ 0 h 22"/>
                <a:gd name="T68" fmla="*/ 125 w 125"/>
                <a:gd name="T69" fmla="*/ 22 h 2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5" h="22">
                  <a:moveTo>
                    <a:pt x="100" y="0"/>
                  </a:moveTo>
                  <a:lnTo>
                    <a:pt x="125" y="16"/>
                  </a:lnTo>
                  <a:lnTo>
                    <a:pt x="110" y="20"/>
                  </a:lnTo>
                  <a:lnTo>
                    <a:pt x="98" y="22"/>
                  </a:lnTo>
                  <a:lnTo>
                    <a:pt x="93" y="22"/>
                  </a:lnTo>
                  <a:lnTo>
                    <a:pt x="86" y="21"/>
                  </a:lnTo>
                  <a:lnTo>
                    <a:pt x="64" y="18"/>
                  </a:lnTo>
                  <a:lnTo>
                    <a:pt x="39" y="15"/>
                  </a:lnTo>
                  <a:lnTo>
                    <a:pt x="26" y="13"/>
                  </a:lnTo>
                  <a:lnTo>
                    <a:pt x="13" y="13"/>
                  </a:lnTo>
                  <a:lnTo>
                    <a:pt x="1" y="15"/>
                  </a:lnTo>
                  <a:lnTo>
                    <a:pt x="0" y="10"/>
                  </a:lnTo>
                  <a:lnTo>
                    <a:pt x="10" y="10"/>
                  </a:lnTo>
                  <a:lnTo>
                    <a:pt x="33" y="10"/>
                  </a:lnTo>
                  <a:lnTo>
                    <a:pt x="49" y="9"/>
                  </a:lnTo>
                  <a:lnTo>
                    <a:pt x="67" y="7"/>
                  </a:lnTo>
                  <a:lnTo>
                    <a:pt x="84" y="4"/>
                  </a:lnTo>
                  <a:lnTo>
                    <a:pt x="1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76" name="Freeform 57"/>
            <p:cNvSpPr>
              <a:spLocks/>
            </p:cNvSpPr>
            <p:nvPr/>
          </p:nvSpPr>
          <p:spPr bwMode="auto">
            <a:xfrm>
              <a:off x="1050" y="3402"/>
              <a:ext cx="207" cy="316"/>
            </a:xfrm>
            <a:custGeom>
              <a:avLst/>
              <a:gdLst>
                <a:gd name="T0" fmla="*/ 150 w 207"/>
                <a:gd name="T1" fmla="*/ 0 h 316"/>
                <a:gd name="T2" fmla="*/ 151 w 207"/>
                <a:gd name="T3" fmla="*/ 8 h 316"/>
                <a:gd name="T4" fmla="*/ 144 w 207"/>
                <a:gd name="T5" fmla="*/ 18 h 316"/>
                <a:gd name="T6" fmla="*/ 135 w 207"/>
                <a:gd name="T7" fmla="*/ 22 h 316"/>
                <a:gd name="T8" fmla="*/ 123 w 207"/>
                <a:gd name="T9" fmla="*/ 24 h 316"/>
                <a:gd name="T10" fmla="*/ 106 w 207"/>
                <a:gd name="T11" fmla="*/ 25 h 316"/>
                <a:gd name="T12" fmla="*/ 87 w 207"/>
                <a:gd name="T13" fmla="*/ 24 h 316"/>
                <a:gd name="T14" fmla="*/ 58 w 207"/>
                <a:gd name="T15" fmla="*/ 19 h 316"/>
                <a:gd name="T16" fmla="*/ 41 w 207"/>
                <a:gd name="T17" fmla="*/ 11 h 316"/>
                <a:gd name="T18" fmla="*/ 33 w 207"/>
                <a:gd name="T19" fmla="*/ 5 h 316"/>
                <a:gd name="T20" fmla="*/ 0 w 207"/>
                <a:gd name="T21" fmla="*/ 22 h 316"/>
                <a:gd name="T22" fmla="*/ 12 w 207"/>
                <a:gd name="T23" fmla="*/ 64 h 316"/>
                <a:gd name="T24" fmla="*/ 26 w 207"/>
                <a:gd name="T25" fmla="*/ 100 h 316"/>
                <a:gd name="T26" fmla="*/ 44 w 207"/>
                <a:gd name="T27" fmla="*/ 136 h 316"/>
                <a:gd name="T28" fmla="*/ 49 w 207"/>
                <a:gd name="T29" fmla="*/ 148 h 316"/>
                <a:gd name="T30" fmla="*/ 57 w 207"/>
                <a:gd name="T31" fmla="*/ 169 h 316"/>
                <a:gd name="T32" fmla="*/ 62 w 207"/>
                <a:gd name="T33" fmla="*/ 187 h 316"/>
                <a:gd name="T34" fmla="*/ 63 w 207"/>
                <a:gd name="T35" fmla="*/ 209 h 316"/>
                <a:gd name="T36" fmla="*/ 58 w 207"/>
                <a:gd name="T37" fmla="*/ 235 h 316"/>
                <a:gd name="T38" fmla="*/ 50 w 207"/>
                <a:gd name="T39" fmla="*/ 260 h 316"/>
                <a:gd name="T40" fmla="*/ 45 w 207"/>
                <a:gd name="T41" fmla="*/ 288 h 316"/>
                <a:gd name="T42" fmla="*/ 41 w 207"/>
                <a:gd name="T43" fmla="*/ 311 h 316"/>
                <a:gd name="T44" fmla="*/ 58 w 207"/>
                <a:gd name="T45" fmla="*/ 313 h 316"/>
                <a:gd name="T46" fmla="*/ 100 w 207"/>
                <a:gd name="T47" fmla="*/ 316 h 316"/>
                <a:gd name="T48" fmla="*/ 139 w 207"/>
                <a:gd name="T49" fmla="*/ 314 h 316"/>
                <a:gd name="T50" fmla="*/ 167 w 207"/>
                <a:gd name="T51" fmla="*/ 310 h 316"/>
                <a:gd name="T52" fmla="*/ 193 w 207"/>
                <a:gd name="T53" fmla="*/ 301 h 316"/>
                <a:gd name="T54" fmla="*/ 207 w 207"/>
                <a:gd name="T55" fmla="*/ 294 h 316"/>
                <a:gd name="T56" fmla="*/ 195 w 207"/>
                <a:gd name="T57" fmla="*/ 249 h 316"/>
                <a:gd name="T58" fmla="*/ 187 w 207"/>
                <a:gd name="T59" fmla="*/ 226 h 316"/>
                <a:gd name="T60" fmla="*/ 179 w 207"/>
                <a:gd name="T61" fmla="*/ 199 h 316"/>
                <a:gd name="T62" fmla="*/ 173 w 207"/>
                <a:gd name="T63" fmla="*/ 170 h 316"/>
                <a:gd name="T64" fmla="*/ 171 w 207"/>
                <a:gd name="T65" fmla="*/ 143 h 316"/>
                <a:gd name="T66" fmla="*/ 174 w 207"/>
                <a:gd name="T67" fmla="*/ 123 h 316"/>
                <a:gd name="T68" fmla="*/ 180 w 207"/>
                <a:gd name="T69" fmla="*/ 109 h 316"/>
                <a:gd name="T70" fmla="*/ 185 w 207"/>
                <a:gd name="T71" fmla="*/ 90 h 316"/>
                <a:gd name="T72" fmla="*/ 183 w 207"/>
                <a:gd name="T73" fmla="*/ 78 h 316"/>
                <a:gd name="T74" fmla="*/ 182 w 207"/>
                <a:gd name="T75" fmla="*/ 71 h 316"/>
                <a:gd name="T76" fmla="*/ 179 w 207"/>
                <a:gd name="T77" fmla="*/ 52 h 316"/>
                <a:gd name="T78" fmla="*/ 179 w 207"/>
                <a:gd name="T79" fmla="*/ 3 h 31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7"/>
                <a:gd name="T121" fmla="*/ 0 h 316"/>
                <a:gd name="T122" fmla="*/ 207 w 207"/>
                <a:gd name="T123" fmla="*/ 316 h 31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7" h="316">
                  <a:moveTo>
                    <a:pt x="150" y="0"/>
                  </a:moveTo>
                  <a:lnTo>
                    <a:pt x="150" y="0"/>
                  </a:lnTo>
                  <a:lnTo>
                    <a:pt x="151" y="3"/>
                  </a:lnTo>
                  <a:lnTo>
                    <a:pt x="151" y="8"/>
                  </a:lnTo>
                  <a:lnTo>
                    <a:pt x="149" y="13"/>
                  </a:lnTo>
                  <a:lnTo>
                    <a:pt x="144" y="18"/>
                  </a:lnTo>
                  <a:lnTo>
                    <a:pt x="140" y="20"/>
                  </a:lnTo>
                  <a:lnTo>
                    <a:pt x="135" y="22"/>
                  </a:lnTo>
                  <a:lnTo>
                    <a:pt x="130" y="23"/>
                  </a:lnTo>
                  <a:lnTo>
                    <a:pt x="123" y="24"/>
                  </a:lnTo>
                  <a:lnTo>
                    <a:pt x="115" y="25"/>
                  </a:lnTo>
                  <a:lnTo>
                    <a:pt x="106" y="25"/>
                  </a:lnTo>
                  <a:lnTo>
                    <a:pt x="87" y="24"/>
                  </a:lnTo>
                  <a:lnTo>
                    <a:pt x="72" y="21"/>
                  </a:lnTo>
                  <a:lnTo>
                    <a:pt x="58" y="19"/>
                  </a:lnTo>
                  <a:lnTo>
                    <a:pt x="48" y="14"/>
                  </a:lnTo>
                  <a:lnTo>
                    <a:pt x="41" y="11"/>
                  </a:lnTo>
                  <a:lnTo>
                    <a:pt x="36" y="9"/>
                  </a:lnTo>
                  <a:lnTo>
                    <a:pt x="33" y="5"/>
                  </a:lnTo>
                  <a:lnTo>
                    <a:pt x="0" y="22"/>
                  </a:lnTo>
                  <a:lnTo>
                    <a:pt x="3" y="33"/>
                  </a:lnTo>
                  <a:lnTo>
                    <a:pt x="12" y="64"/>
                  </a:lnTo>
                  <a:lnTo>
                    <a:pt x="19" y="81"/>
                  </a:lnTo>
                  <a:lnTo>
                    <a:pt x="26" y="100"/>
                  </a:lnTo>
                  <a:lnTo>
                    <a:pt x="35" y="119"/>
                  </a:lnTo>
                  <a:lnTo>
                    <a:pt x="44" y="136"/>
                  </a:lnTo>
                  <a:lnTo>
                    <a:pt x="49" y="148"/>
                  </a:lnTo>
                  <a:lnTo>
                    <a:pt x="54" y="159"/>
                  </a:lnTo>
                  <a:lnTo>
                    <a:pt x="57" y="169"/>
                  </a:lnTo>
                  <a:lnTo>
                    <a:pt x="60" y="178"/>
                  </a:lnTo>
                  <a:lnTo>
                    <a:pt x="62" y="187"/>
                  </a:lnTo>
                  <a:lnTo>
                    <a:pt x="63" y="194"/>
                  </a:lnTo>
                  <a:lnTo>
                    <a:pt x="63" y="209"/>
                  </a:lnTo>
                  <a:lnTo>
                    <a:pt x="62" y="222"/>
                  </a:lnTo>
                  <a:lnTo>
                    <a:pt x="58" y="235"/>
                  </a:lnTo>
                  <a:lnTo>
                    <a:pt x="54" y="248"/>
                  </a:lnTo>
                  <a:lnTo>
                    <a:pt x="50" y="260"/>
                  </a:lnTo>
                  <a:lnTo>
                    <a:pt x="45" y="288"/>
                  </a:lnTo>
                  <a:lnTo>
                    <a:pt x="43" y="302"/>
                  </a:lnTo>
                  <a:lnTo>
                    <a:pt x="41" y="311"/>
                  </a:lnTo>
                  <a:lnTo>
                    <a:pt x="58" y="313"/>
                  </a:lnTo>
                  <a:lnTo>
                    <a:pt x="76" y="315"/>
                  </a:lnTo>
                  <a:lnTo>
                    <a:pt x="100" y="316"/>
                  </a:lnTo>
                  <a:lnTo>
                    <a:pt x="125" y="315"/>
                  </a:lnTo>
                  <a:lnTo>
                    <a:pt x="139" y="314"/>
                  </a:lnTo>
                  <a:lnTo>
                    <a:pt x="153" y="312"/>
                  </a:lnTo>
                  <a:lnTo>
                    <a:pt x="167" y="310"/>
                  </a:lnTo>
                  <a:lnTo>
                    <a:pt x="180" y="305"/>
                  </a:lnTo>
                  <a:lnTo>
                    <a:pt x="193" y="301"/>
                  </a:lnTo>
                  <a:lnTo>
                    <a:pt x="207" y="294"/>
                  </a:lnTo>
                  <a:lnTo>
                    <a:pt x="200" y="272"/>
                  </a:lnTo>
                  <a:lnTo>
                    <a:pt x="195" y="249"/>
                  </a:lnTo>
                  <a:lnTo>
                    <a:pt x="187" y="226"/>
                  </a:lnTo>
                  <a:lnTo>
                    <a:pt x="182" y="213"/>
                  </a:lnTo>
                  <a:lnTo>
                    <a:pt x="179" y="199"/>
                  </a:lnTo>
                  <a:lnTo>
                    <a:pt x="176" y="184"/>
                  </a:lnTo>
                  <a:lnTo>
                    <a:pt x="173" y="170"/>
                  </a:lnTo>
                  <a:lnTo>
                    <a:pt x="172" y="156"/>
                  </a:lnTo>
                  <a:lnTo>
                    <a:pt x="171" y="143"/>
                  </a:lnTo>
                  <a:lnTo>
                    <a:pt x="172" y="132"/>
                  </a:lnTo>
                  <a:lnTo>
                    <a:pt x="174" y="123"/>
                  </a:lnTo>
                  <a:lnTo>
                    <a:pt x="180" y="109"/>
                  </a:lnTo>
                  <a:lnTo>
                    <a:pt x="183" y="96"/>
                  </a:lnTo>
                  <a:lnTo>
                    <a:pt x="185" y="90"/>
                  </a:lnTo>
                  <a:lnTo>
                    <a:pt x="185" y="84"/>
                  </a:lnTo>
                  <a:lnTo>
                    <a:pt x="183" y="78"/>
                  </a:lnTo>
                  <a:lnTo>
                    <a:pt x="182" y="71"/>
                  </a:lnTo>
                  <a:lnTo>
                    <a:pt x="180" y="62"/>
                  </a:lnTo>
                  <a:lnTo>
                    <a:pt x="179" y="52"/>
                  </a:lnTo>
                  <a:lnTo>
                    <a:pt x="178" y="30"/>
                  </a:lnTo>
                  <a:lnTo>
                    <a:pt x="179" y="3"/>
                  </a:lnTo>
                  <a:lnTo>
                    <a:pt x="150" y="0"/>
                  </a:lnTo>
                  <a:close/>
                </a:path>
              </a:pathLst>
            </a:custGeom>
            <a:solidFill>
              <a:srgbClr val="F060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77" name="Freeform 58"/>
            <p:cNvSpPr>
              <a:spLocks/>
            </p:cNvSpPr>
            <p:nvPr/>
          </p:nvSpPr>
          <p:spPr bwMode="auto">
            <a:xfrm>
              <a:off x="1031" y="3421"/>
              <a:ext cx="52" cy="200"/>
            </a:xfrm>
            <a:custGeom>
              <a:avLst/>
              <a:gdLst>
                <a:gd name="T0" fmla="*/ 17 w 52"/>
                <a:gd name="T1" fmla="*/ 198 h 200"/>
                <a:gd name="T2" fmla="*/ 17 w 52"/>
                <a:gd name="T3" fmla="*/ 198 h 200"/>
                <a:gd name="T4" fmla="*/ 19 w 52"/>
                <a:gd name="T5" fmla="*/ 194 h 200"/>
                <a:gd name="T6" fmla="*/ 22 w 52"/>
                <a:gd name="T7" fmla="*/ 189 h 200"/>
                <a:gd name="T8" fmla="*/ 28 w 52"/>
                <a:gd name="T9" fmla="*/ 175 h 200"/>
                <a:gd name="T10" fmla="*/ 34 w 52"/>
                <a:gd name="T11" fmla="*/ 157 h 200"/>
                <a:gd name="T12" fmla="*/ 38 w 52"/>
                <a:gd name="T13" fmla="*/ 137 h 200"/>
                <a:gd name="T14" fmla="*/ 47 w 52"/>
                <a:gd name="T15" fmla="*/ 99 h 200"/>
                <a:gd name="T16" fmla="*/ 52 w 52"/>
                <a:gd name="T17" fmla="*/ 74 h 200"/>
                <a:gd name="T18" fmla="*/ 52 w 52"/>
                <a:gd name="T19" fmla="*/ 74 h 200"/>
                <a:gd name="T20" fmla="*/ 52 w 52"/>
                <a:gd name="T21" fmla="*/ 65 h 200"/>
                <a:gd name="T22" fmla="*/ 49 w 52"/>
                <a:gd name="T23" fmla="*/ 55 h 200"/>
                <a:gd name="T24" fmla="*/ 46 w 52"/>
                <a:gd name="T25" fmla="*/ 42 h 200"/>
                <a:gd name="T26" fmla="*/ 43 w 52"/>
                <a:gd name="T27" fmla="*/ 30 h 200"/>
                <a:gd name="T28" fmla="*/ 35 w 52"/>
                <a:gd name="T29" fmla="*/ 10 h 200"/>
                <a:gd name="T30" fmla="*/ 31 w 52"/>
                <a:gd name="T31" fmla="*/ 1 h 200"/>
                <a:gd name="T32" fmla="*/ 31 w 52"/>
                <a:gd name="T33" fmla="*/ 1 h 200"/>
                <a:gd name="T34" fmla="*/ 28 w 52"/>
                <a:gd name="T35" fmla="*/ 0 h 200"/>
                <a:gd name="T36" fmla="*/ 25 w 52"/>
                <a:gd name="T37" fmla="*/ 0 h 200"/>
                <a:gd name="T38" fmla="*/ 20 w 52"/>
                <a:gd name="T39" fmla="*/ 0 h 200"/>
                <a:gd name="T40" fmla="*/ 17 w 52"/>
                <a:gd name="T41" fmla="*/ 2 h 200"/>
                <a:gd name="T42" fmla="*/ 12 w 52"/>
                <a:gd name="T43" fmla="*/ 6 h 200"/>
                <a:gd name="T44" fmla="*/ 10 w 52"/>
                <a:gd name="T45" fmla="*/ 14 h 200"/>
                <a:gd name="T46" fmla="*/ 8 w 52"/>
                <a:gd name="T47" fmla="*/ 26 h 200"/>
                <a:gd name="T48" fmla="*/ 8 w 52"/>
                <a:gd name="T49" fmla="*/ 26 h 200"/>
                <a:gd name="T50" fmla="*/ 7 w 52"/>
                <a:gd name="T51" fmla="*/ 46 h 200"/>
                <a:gd name="T52" fmla="*/ 6 w 52"/>
                <a:gd name="T53" fmla="*/ 74 h 200"/>
                <a:gd name="T54" fmla="*/ 5 w 52"/>
                <a:gd name="T55" fmla="*/ 102 h 200"/>
                <a:gd name="T56" fmla="*/ 2 w 52"/>
                <a:gd name="T57" fmla="*/ 125 h 200"/>
                <a:gd name="T58" fmla="*/ 2 w 52"/>
                <a:gd name="T59" fmla="*/ 125 h 200"/>
                <a:gd name="T60" fmla="*/ 0 w 52"/>
                <a:gd name="T61" fmla="*/ 140 h 200"/>
                <a:gd name="T62" fmla="*/ 0 w 52"/>
                <a:gd name="T63" fmla="*/ 140 h 200"/>
                <a:gd name="T64" fmla="*/ 8 w 52"/>
                <a:gd name="T65" fmla="*/ 170 h 200"/>
                <a:gd name="T66" fmla="*/ 15 w 52"/>
                <a:gd name="T67" fmla="*/ 200 h 200"/>
                <a:gd name="T68" fmla="*/ 15 w 52"/>
                <a:gd name="T69" fmla="*/ 200 h 200"/>
                <a:gd name="T70" fmla="*/ 17 w 52"/>
                <a:gd name="T71" fmla="*/ 198 h 2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2"/>
                <a:gd name="T109" fmla="*/ 0 h 200"/>
                <a:gd name="T110" fmla="*/ 52 w 52"/>
                <a:gd name="T111" fmla="*/ 200 h 20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2" h="200">
                  <a:moveTo>
                    <a:pt x="17" y="198"/>
                  </a:moveTo>
                  <a:lnTo>
                    <a:pt x="17" y="198"/>
                  </a:lnTo>
                  <a:lnTo>
                    <a:pt x="19" y="194"/>
                  </a:lnTo>
                  <a:lnTo>
                    <a:pt x="22" y="189"/>
                  </a:lnTo>
                  <a:lnTo>
                    <a:pt x="28" y="175"/>
                  </a:lnTo>
                  <a:lnTo>
                    <a:pt x="34" y="157"/>
                  </a:lnTo>
                  <a:lnTo>
                    <a:pt x="38" y="137"/>
                  </a:lnTo>
                  <a:lnTo>
                    <a:pt x="47" y="99"/>
                  </a:lnTo>
                  <a:lnTo>
                    <a:pt x="52" y="74"/>
                  </a:lnTo>
                  <a:lnTo>
                    <a:pt x="52" y="65"/>
                  </a:lnTo>
                  <a:lnTo>
                    <a:pt x="49" y="55"/>
                  </a:lnTo>
                  <a:lnTo>
                    <a:pt x="46" y="42"/>
                  </a:lnTo>
                  <a:lnTo>
                    <a:pt x="43" y="30"/>
                  </a:lnTo>
                  <a:lnTo>
                    <a:pt x="35" y="10"/>
                  </a:lnTo>
                  <a:lnTo>
                    <a:pt x="31" y="1"/>
                  </a:lnTo>
                  <a:lnTo>
                    <a:pt x="28" y="0"/>
                  </a:lnTo>
                  <a:lnTo>
                    <a:pt x="25" y="0"/>
                  </a:lnTo>
                  <a:lnTo>
                    <a:pt x="20" y="0"/>
                  </a:lnTo>
                  <a:lnTo>
                    <a:pt x="17" y="2"/>
                  </a:lnTo>
                  <a:lnTo>
                    <a:pt x="12" y="6"/>
                  </a:lnTo>
                  <a:lnTo>
                    <a:pt x="10" y="14"/>
                  </a:lnTo>
                  <a:lnTo>
                    <a:pt x="8" y="26"/>
                  </a:lnTo>
                  <a:lnTo>
                    <a:pt x="7" y="46"/>
                  </a:lnTo>
                  <a:lnTo>
                    <a:pt x="6" y="74"/>
                  </a:lnTo>
                  <a:lnTo>
                    <a:pt x="5" y="102"/>
                  </a:lnTo>
                  <a:lnTo>
                    <a:pt x="2" y="125"/>
                  </a:lnTo>
                  <a:lnTo>
                    <a:pt x="0" y="140"/>
                  </a:lnTo>
                  <a:lnTo>
                    <a:pt x="8" y="170"/>
                  </a:lnTo>
                  <a:lnTo>
                    <a:pt x="15" y="200"/>
                  </a:lnTo>
                  <a:lnTo>
                    <a:pt x="17" y="198"/>
                  </a:lnTo>
                  <a:close/>
                </a:path>
              </a:pathLst>
            </a:custGeom>
            <a:solidFill>
              <a:srgbClr val="F060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78" name="Freeform 59"/>
            <p:cNvSpPr>
              <a:spLocks/>
            </p:cNvSpPr>
            <p:nvPr/>
          </p:nvSpPr>
          <p:spPr bwMode="auto">
            <a:xfrm>
              <a:off x="1031" y="3421"/>
              <a:ext cx="52" cy="200"/>
            </a:xfrm>
            <a:custGeom>
              <a:avLst/>
              <a:gdLst>
                <a:gd name="T0" fmla="*/ 17 w 52"/>
                <a:gd name="T1" fmla="*/ 198 h 200"/>
                <a:gd name="T2" fmla="*/ 17 w 52"/>
                <a:gd name="T3" fmla="*/ 198 h 200"/>
                <a:gd name="T4" fmla="*/ 19 w 52"/>
                <a:gd name="T5" fmla="*/ 194 h 200"/>
                <a:gd name="T6" fmla="*/ 22 w 52"/>
                <a:gd name="T7" fmla="*/ 189 h 200"/>
                <a:gd name="T8" fmla="*/ 28 w 52"/>
                <a:gd name="T9" fmla="*/ 175 h 200"/>
                <a:gd name="T10" fmla="*/ 34 w 52"/>
                <a:gd name="T11" fmla="*/ 157 h 200"/>
                <a:gd name="T12" fmla="*/ 38 w 52"/>
                <a:gd name="T13" fmla="*/ 137 h 200"/>
                <a:gd name="T14" fmla="*/ 47 w 52"/>
                <a:gd name="T15" fmla="*/ 99 h 200"/>
                <a:gd name="T16" fmla="*/ 52 w 52"/>
                <a:gd name="T17" fmla="*/ 74 h 200"/>
                <a:gd name="T18" fmla="*/ 52 w 52"/>
                <a:gd name="T19" fmla="*/ 74 h 200"/>
                <a:gd name="T20" fmla="*/ 52 w 52"/>
                <a:gd name="T21" fmla="*/ 65 h 200"/>
                <a:gd name="T22" fmla="*/ 49 w 52"/>
                <a:gd name="T23" fmla="*/ 55 h 200"/>
                <a:gd name="T24" fmla="*/ 46 w 52"/>
                <a:gd name="T25" fmla="*/ 42 h 200"/>
                <a:gd name="T26" fmla="*/ 43 w 52"/>
                <a:gd name="T27" fmla="*/ 30 h 200"/>
                <a:gd name="T28" fmla="*/ 35 w 52"/>
                <a:gd name="T29" fmla="*/ 10 h 200"/>
                <a:gd name="T30" fmla="*/ 31 w 52"/>
                <a:gd name="T31" fmla="*/ 1 h 200"/>
                <a:gd name="T32" fmla="*/ 31 w 52"/>
                <a:gd name="T33" fmla="*/ 1 h 200"/>
                <a:gd name="T34" fmla="*/ 28 w 52"/>
                <a:gd name="T35" fmla="*/ 0 h 200"/>
                <a:gd name="T36" fmla="*/ 25 w 52"/>
                <a:gd name="T37" fmla="*/ 0 h 200"/>
                <a:gd name="T38" fmla="*/ 20 w 52"/>
                <a:gd name="T39" fmla="*/ 0 h 200"/>
                <a:gd name="T40" fmla="*/ 17 w 52"/>
                <a:gd name="T41" fmla="*/ 2 h 200"/>
                <a:gd name="T42" fmla="*/ 12 w 52"/>
                <a:gd name="T43" fmla="*/ 6 h 200"/>
                <a:gd name="T44" fmla="*/ 10 w 52"/>
                <a:gd name="T45" fmla="*/ 14 h 200"/>
                <a:gd name="T46" fmla="*/ 8 w 52"/>
                <a:gd name="T47" fmla="*/ 26 h 200"/>
                <a:gd name="T48" fmla="*/ 8 w 52"/>
                <a:gd name="T49" fmla="*/ 26 h 200"/>
                <a:gd name="T50" fmla="*/ 7 w 52"/>
                <a:gd name="T51" fmla="*/ 46 h 200"/>
                <a:gd name="T52" fmla="*/ 6 w 52"/>
                <a:gd name="T53" fmla="*/ 74 h 200"/>
                <a:gd name="T54" fmla="*/ 5 w 52"/>
                <a:gd name="T55" fmla="*/ 102 h 200"/>
                <a:gd name="T56" fmla="*/ 2 w 52"/>
                <a:gd name="T57" fmla="*/ 125 h 200"/>
                <a:gd name="T58" fmla="*/ 2 w 52"/>
                <a:gd name="T59" fmla="*/ 125 h 200"/>
                <a:gd name="T60" fmla="*/ 0 w 52"/>
                <a:gd name="T61" fmla="*/ 140 h 200"/>
                <a:gd name="T62" fmla="*/ 0 w 52"/>
                <a:gd name="T63" fmla="*/ 140 h 200"/>
                <a:gd name="T64" fmla="*/ 8 w 52"/>
                <a:gd name="T65" fmla="*/ 170 h 200"/>
                <a:gd name="T66" fmla="*/ 15 w 52"/>
                <a:gd name="T67" fmla="*/ 200 h 200"/>
                <a:gd name="T68" fmla="*/ 15 w 52"/>
                <a:gd name="T69" fmla="*/ 200 h 200"/>
                <a:gd name="T70" fmla="*/ 17 w 52"/>
                <a:gd name="T71" fmla="*/ 198 h 2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2"/>
                <a:gd name="T109" fmla="*/ 0 h 200"/>
                <a:gd name="T110" fmla="*/ 52 w 52"/>
                <a:gd name="T111" fmla="*/ 200 h 20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2" h="200">
                  <a:moveTo>
                    <a:pt x="17" y="198"/>
                  </a:moveTo>
                  <a:lnTo>
                    <a:pt x="17" y="198"/>
                  </a:lnTo>
                  <a:lnTo>
                    <a:pt x="19" y="194"/>
                  </a:lnTo>
                  <a:lnTo>
                    <a:pt x="22" y="189"/>
                  </a:lnTo>
                  <a:lnTo>
                    <a:pt x="28" y="175"/>
                  </a:lnTo>
                  <a:lnTo>
                    <a:pt x="34" y="157"/>
                  </a:lnTo>
                  <a:lnTo>
                    <a:pt x="38" y="137"/>
                  </a:lnTo>
                  <a:lnTo>
                    <a:pt x="47" y="99"/>
                  </a:lnTo>
                  <a:lnTo>
                    <a:pt x="52" y="74"/>
                  </a:lnTo>
                  <a:lnTo>
                    <a:pt x="52" y="65"/>
                  </a:lnTo>
                  <a:lnTo>
                    <a:pt x="49" y="55"/>
                  </a:lnTo>
                  <a:lnTo>
                    <a:pt x="46" y="42"/>
                  </a:lnTo>
                  <a:lnTo>
                    <a:pt x="43" y="30"/>
                  </a:lnTo>
                  <a:lnTo>
                    <a:pt x="35" y="10"/>
                  </a:lnTo>
                  <a:lnTo>
                    <a:pt x="31" y="1"/>
                  </a:lnTo>
                  <a:lnTo>
                    <a:pt x="28" y="0"/>
                  </a:lnTo>
                  <a:lnTo>
                    <a:pt x="25" y="0"/>
                  </a:lnTo>
                  <a:lnTo>
                    <a:pt x="20" y="0"/>
                  </a:lnTo>
                  <a:lnTo>
                    <a:pt x="17" y="2"/>
                  </a:lnTo>
                  <a:lnTo>
                    <a:pt x="12" y="6"/>
                  </a:lnTo>
                  <a:lnTo>
                    <a:pt x="10" y="14"/>
                  </a:lnTo>
                  <a:lnTo>
                    <a:pt x="8" y="26"/>
                  </a:lnTo>
                  <a:lnTo>
                    <a:pt x="7" y="46"/>
                  </a:lnTo>
                  <a:lnTo>
                    <a:pt x="6" y="74"/>
                  </a:lnTo>
                  <a:lnTo>
                    <a:pt x="5" y="102"/>
                  </a:lnTo>
                  <a:lnTo>
                    <a:pt x="2" y="125"/>
                  </a:lnTo>
                  <a:lnTo>
                    <a:pt x="0" y="140"/>
                  </a:lnTo>
                  <a:lnTo>
                    <a:pt x="8" y="170"/>
                  </a:lnTo>
                  <a:lnTo>
                    <a:pt x="15" y="200"/>
                  </a:lnTo>
                  <a:lnTo>
                    <a:pt x="17" y="1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79" name="Freeform 60"/>
            <p:cNvSpPr>
              <a:spLocks/>
            </p:cNvSpPr>
            <p:nvPr/>
          </p:nvSpPr>
          <p:spPr bwMode="auto">
            <a:xfrm>
              <a:off x="938" y="3424"/>
              <a:ext cx="39" cy="72"/>
            </a:xfrm>
            <a:custGeom>
              <a:avLst/>
              <a:gdLst>
                <a:gd name="T0" fmla="*/ 32 w 39"/>
                <a:gd name="T1" fmla="*/ 57 h 72"/>
                <a:gd name="T2" fmla="*/ 32 w 39"/>
                <a:gd name="T3" fmla="*/ 57 h 72"/>
                <a:gd name="T4" fmla="*/ 36 w 39"/>
                <a:gd name="T5" fmla="*/ 43 h 72"/>
                <a:gd name="T6" fmla="*/ 38 w 39"/>
                <a:gd name="T7" fmla="*/ 29 h 72"/>
                <a:gd name="T8" fmla="*/ 39 w 39"/>
                <a:gd name="T9" fmla="*/ 24 h 72"/>
                <a:gd name="T10" fmla="*/ 39 w 39"/>
                <a:gd name="T11" fmla="*/ 18 h 72"/>
                <a:gd name="T12" fmla="*/ 39 w 39"/>
                <a:gd name="T13" fmla="*/ 18 h 72"/>
                <a:gd name="T14" fmla="*/ 38 w 39"/>
                <a:gd name="T15" fmla="*/ 14 h 72"/>
                <a:gd name="T16" fmla="*/ 35 w 39"/>
                <a:gd name="T17" fmla="*/ 10 h 72"/>
                <a:gd name="T18" fmla="*/ 32 w 39"/>
                <a:gd name="T19" fmla="*/ 7 h 72"/>
                <a:gd name="T20" fmla="*/ 27 w 39"/>
                <a:gd name="T21" fmla="*/ 5 h 72"/>
                <a:gd name="T22" fmla="*/ 19 w 39"/>
                <a:gd name="T23" fmla="*/ 1 h 72"/>
                <a:gd name="T24" fmla="*/ 16 w 39"/>
                <a:gd name="T25" fmla="*/ 0 h 72"/>
                <a:gd name="T26" fmla="*/ 6 w 39"/>
                <a:gd name="T27" fmla="*/ 17 h 72"/>
                <a:gd name="T28" fmla="*/ 6 w 39"/>
                <a:gd name="T29" fmla="*/ 17 h 72"/>
                <a:gd name="T30" fmla="*/ 5 w 39"/>
                <a:gd name="T31" fmla="*/ 17 h 72"/>
                <a:gd name="T32" fmla="*/ 3 w 39"/>
                <a:gd name="T33" fmla="*/ 19 h 72"/>
                <a:gd name="T34" fmla="*/ 0 w 39"/>
                <a:gd name="T35" fmla="*/ 24 h 72"/>
                <a:gd name="T36" fmla="*/ 0 w 39"/>
                <a:gd name="T37" fmla="*/ 26 h 72"/>
                <a:gd name="T38" fmla="*/ 1 w 39"/>
                <a:gd name="T39" fmla="*/ 29 h 72"/>
                <a:gd name="T40" fmla="*/ 4 w 39"/>
                <a:gd name="T41" fmla="*/ 39 h 72"/>
                <a:gd name="T42" fmla="*/ 4 w 39"/>
                <a:gd name="T43" fmla="*/ 39 h 72"/>
                <a:gd name="T44" fmla="*/ 7 w 39"/>
                <a:gd name="T45" fmla="*/ 40 h 72"/>
                <a:gd name="T46" fmla="*/ 9 w 39"/>
                <a:gd name="T47" fmla="*/ 40 h 72"/>
                <a:gd name="T48" fmla="*/ 10 w 39"/>
                <a:gd name="T49" fmla="*/ 39 h 72"/>
                <a:gd name="T50" fmla="*/ 10 w 39"/>
                <a:gd name="T51" fmla="*/ 38 h 72"/>
                <a:gd name="T52" fmla="*/ 10 w 39"/>
                <a:gd name="T53" fmla="*/ 53 h 72"/>
                <a:gd name="T54" fmla="*/ 10 w 39"/>
                <a:gd name="T55" fmla="*/ 53 h 72"/>
                <a:gd name="T56" fmla="*/ 10 w 39"/>
                <a:gd name="T57" fmla="*/ 57 h 72"/>
                <a:gd name="T58" fmla="*/ 11 w 39"/>
                <a:gd name="T59" fmla="*/ 63 h 72"/>
                <a:gd name="T60" fmla="*/ 15 w 39"/>
                <a:gd name="T61" fmla="*/ 68 h 72"/>
                <a:gd name="T62" fmla="*/ 17 w 39"/>
                <a:gd name="T63" fmla="*/ 71 h 72"/>
                <a:gd name="T64" fmla="*/ 19 w 39"/>
                <a:gd name="T65" fmla="*/ 72 h 72"/>
                <a:gd name="T66" fmla="*/ 19 w 39"/>
                <a:gd name="T67" fmla="*/ 72 h 72"/>
                <a:gd name="T68" fmla="*/ 23 w 39"/>
                <a:gd name="T69" fmla="*/ 71 h 72"/>
                <a:gd name="T70" fmla="*/ 25 w 39"/>
                <a:gd name="T71" fmla="*/ 69 h 72"/>
                <a:gd name="T72" fmla="*/ 28 w 39"/>
                <a:gd name="T73" fmla="*/ 65 h 72"/>
                <a:gd name="T74" fmla="*/ 30 w 39"/>
                <a:gd name="T75" fmla="*/ 59 h 72"/>
                <a:gd name="T76" fmla="*/ 32 w 39"/>
                <a:gd name="T77" fmla="*/ 57 h 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9"/>
                <a:gd name="T118" fmla="*/ 0 h 72"/>
                <a:gd name="T119" fmla="*/ 39 w 39"/>
                <a:gd name="T120" fmla="*/ 72 h 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9" h="72">
                  <a:moveTo>
                    <a:pt x="32" y="57"/>
                  </a:moveTo>
                  <a:lnTo>
                    <a:pt x="32" y="57"/>
                  </a:lnTo>
                  <a:lnTo>
                    <a:pt x="36" y="43"/>
                  </a:lnTo>
                  <a:lnTo>
                    <a:pt x="38" y="29"/>
                  </a:lnTo>
                  <a:lnTo>
                    <a:pt x="39" y="24"/>
                  </a:lnTo>
                  <a:lnTo>
                    <a:pt x="39" y="18"/>
                  </a:lnTo>
                  <a:lnTo>
                    <a:pt x="38" y="14"/>
                  </a:lnTo>
                  <a:lnTo>
                    <a:pt x="35" y="10"/>
                  </a:lnTo>
                  <a:lnTo>
                    <a:pt x="32" y="7"/>
                  </a:lnTo>
                  <a:lnTo>
                    <a:pt x="27" y="5"/>
                  </a:lnTo>
                  <a:lnTo>
                    <a:pt x="19" y="1"/>
                  </a:lnTo>
                  <a:lnTo>
                    <a:pt x="16" y="0"/>
                  </a:lnTo>
                  <a:lnTo>
                    <a:pt x="6" y="17"/>
                  </a:lnTo>
                  <a:lnTo>
                    <a:pt x="5" y="17"/>
                  </a:lnTo>
                  <a:lnTo>
                    <a:pt x="3" y="19"/>
                  </a:lnTo>
                  <a:lnTo>
                    <a:pt x="0" y="24"/>
                  </a:lnTo>
                  <a:lnTo>
                    <a:pt x="0" y="26"/>
                  </a:lnTo>
                  <a:lnTo>
                    <a:pt x="1" y="29"/>
                  </a:lnTo>
                  <a:lnTo>
                    <a:pt x="4" y="39"/>
                  </a:lnTo>
                  <a:lnTo>
                    <a:pt x="7" y="40"/>
                  </a:lnTo>
                  <a:lnTo>
                    <a:pt x="9" y="40"/>
                  </a:lnTo>
                  <a:lnTo>
                    <a:pt x="10" y="39"/>
                  </a:lnTo>
                  <a:lnTo>
                    <a:pt x="10" y="38"/>
                  </a:lnTo>
                  <a:lnTo>
                    <a:pt x="10" y="53"/>
                  </a:lnTo>
                  <a:lnTo>
                    <a:pt x="10" y="57"/>
                  </a:lnTo>
                  <a:lnTo>
                    <a:pt x="11" y="63"/>
                  </a:lnTo>
                  <a:lnTo>
                    <a:pt x="15" y="68"/>
                  </a:lnTo>
                  <a:lnTo>
                    <a:pt x="17" y="71"/>
                  </a:lnTo>
                  <a:lnTo>
                    <a:pt x="19" y="72"/>
                  </a:lnTo>
                  <a:lnTo>
                    <a:pt x="23" y="71"/>
                  </a:lnTo>
                  <a:lnTo>
                    <a:pt x="25" y="69"/>
                  </a:lnTo>
                  <a:lnTo>
                    <a:pt x="28" y="65"/>
                  </a:lnTo>
                  <a:lnTo>
                    <a:pt x="30" y="59"/>
                  </a:lnTo>
                  <a:lnTo>
                    <a:pt x="32" y="57"/>
                  </a:lnTo>
                  <a:close/>
                </a:path>
              </a:pathLst>
            </a:custGeom>
            <a:solidFill>
              <a:srgbClr val="EF9F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80" name="Freeform 61"/>
            <p:cNvSpPr>
              <a:spLocks/>
            </p:cNvSpPr>
            <p:nvPr/>
          </p:nvSpPr>
          <p:spPr bwMode="auto">
            <a:xfrm>
              <a:off x="938" y="3424"/>
              <a:ext cx="39" cy="72"/>
            </a:xfrm>
            <a:custGeom>
              <a:avLst/>
              <a:gdLst>
                <a:gd name="T0" fmla="*/ 32 w 39"/>
                <a:gd name="T1" fmla="*/ 57 h 72"/>
                <a:gd name="T2" fmla="*/ 32 w 39"/>
                <a:gd name="T3" fmla="*/ 57 h 72"/>
                <a:gd name="T4" fmla="*/ 36 w 39"/>
                <a:gd name="T5" fmla="*/ 43 h 72"/>
                <a:gd name="T6" fmla="*/ 38 w 39"/>
                <a:gd name="T7" fmla="*/ 29 h 72"/>
                <a:gd name="T8" fmla="*/ 39 w 39"/>
                <a:gd name="T9" fmla="*/ 24 h 72"/>
                <a:gd name="T10" fmla="*/ 39 w 39"/>
                <a:gd name="T11" fmla="*/ 18 h 72"/>
                <a:gd name="T12" fmla="*/ 39 w 39"/>
                <a:gd name="T13" fmla="*/ 18 h 72"/>
                <a:gd name="T14" fmla="*/ 38 w 39"/>
                <a:gd name="T15" fmla="*/ 14 h 72"/>
                <a:gd name="T16" fmla="*/ 35 w 39"/>
                <a:gd name="T17" fmla="*/ 10 h 72"/>
                <a:gd name="T18" fmla="*/ 32 w 39"/>
                <a:gd name="T19" fmla="*/ 7 h 72"/>
                <a:gd name="T20" fmla="*/ 27 w 39"/>
                <a:gd name="T21" fmla="*/ 5 h 72"/>
                <a:gd name="T22" fmla="*/ 19 w 39"/>
                <a:gd name="T23" fmla="*/ 1 h 72"/>
                <a:gd name="T24" fmla="*/ 16 w 39"/>
                <a:gd name="T25" fmla="*/ 0 h 72"/>
                <a:gd name="T26" fmla="*/ 6 w 39"/>
                <a:gd name="T27" fmla="*/ 17 h 72"/>
                <a:gd name="T28" fmla="*/ 6 w 39"/>
                <a:gd name="T29" fmla="*/ 17 h 72"/>
                <a:gd name="T30" fmla="*/ 5 w 39"/>
                <a:gd name="T31" fmla="*/ 17 h 72"/>
                <a:gd name="T32" fmla="*/ 3 w 39"/>
                <a:gd name="T33" fmla="*/ 19 h 72"/>
                <a:gd name="T34" fmla="*/ 0 w 39"/>
                <a:gd name="T35" fmla="*/ 24 h 72"/>
                <a:gd name="T36" fmla="*/ 0 w 39"/>
                <a:gd name="T37" fmla="*/ 26 h 72"/>
                <a:gd name="T38" fmla="*/ 1 w 39"/>
                <a:gd name="T39" fmla="*/ 29 h 72"/>
                <a:gd name="T40" fmla="*/ 4 w 39"/>
                <a:gd name="T41" fmla="*/ 39 h 72"/>
                <a:gd name="T42" fmla="*/ 4 w 39"/>
                <a:gd name="T43" fmla="*/ 39 h 72"/>
                <a:gd name="T44" fmla="*/ 7 w 39"/>
                <a:gd name="T45" fmla="*/ 40 h 72"/>
                <a:gd name="T46" fmla="*/ 9 w 39"/>
                <a:gd name="T47" fmla="*/ 40 h 72"/>
                <a:gd name="T48" fmla="*/ 10 w 39"/>
                <a:gd name="T49" fmla="*/ 39 h 72"/>
                <a:gd name="T50" fmla="*/ 10 w 39"/>
                <a:gd name="T51" fmla="*/ 38 h 72"/>
                <a:gd name="T52" fmla="*/ 10 w 39"/>
                <a:gd name="T53" fmla="*/ 53 h 72"/>
                <a:gd name="T54" fmla="*/ 10 w 39"/>
                <a:gd name="T55" fmla="*/ 53 h 72"/>
                <a:gd name="T56" fmla="*/ 10 w 39"/>
                <a:gd name="T57" fmla="*/ 57 h 72"/>
                <a:gd name="T58" fmla="*/ 11 w 39"/>
                <a:gd name="T59" fmla="*/ 63 h 72"/>
                <a:gd name="T60" fmla="*/ 15 w 39"/>
                <a:gd name="T61" fmla="*/ 68 h 72"/>
                <a:gd name="T62" fmla="*/ 17 w 39"/>
                <a:gd name="T63" fmla="*/ 71 h 72"/>
                <a:gd name="T64" fmla="*/ 19 w 39"/>
                <a:gd name="T65" fmla="*/ 72 h 72"/>
                <a:gd name="T66" fmla="*/ 19 w 39"/>
                <a:gd name="T67" fmla="*/ 72 h 72"/>
                <a:gd name="T68" fmla="*/ 23 w 39"/>
                <a:gd name="T69" fmla="*/ 71 h 72"/>
                <a:gd name="T70" fmla="*/ 25 w 39"/>
                <a:gd name="T71" fmla="*/ 69 h 72"/>
                <a:gd name="T72" fmla="*/ 28 w 39"/>
                <a:gd name="T73" fmla="*/ 65 h 72"/>
                <a:gd name="T74" fmla="*/ 30 w 39"/>
                <a:gd name="T75" fmla="*/ 59 h 72"/>
                <a:gd name="T76" fmla="*/ 32 w 39"/>
                <a:gd name="T77" fmla="*/ 57 h 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9"/>
                <a:gd name="T118" fmla="*/ 0 h 72"/>
                <a:gd name="T119" fmla="*/ 39 w 39"/>
                <a:gd name="T120" fmla="*/ 72 h 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9" h="72">
                  <a:moveTo>
                    <a:pt x="32" y="57"/>
                  </a:moveTo>
                  <a:lnTo>
                    <a:pt x="32" y="57"/>
                  </a:lnTo>
                  <a:lnTo>
                    <a:pt x="36" y="43"/>
                  </a:lnTo>
                  <a:lnTo>
                    <a:pt x="38" y="29"/>
                  </a:lnTo>
                  <a:lnTo>
                    <a:pt x="39" y="24"/>
                  </a:lnTo>
                  <a:lnTo>
                    <a:pt x="39" y="18"/>
                  </a:lnTo>
                  <a:lnTo>
                    <a:pt x="38" y="14"/>
                  </a:lnTo>
                  <a:lnTo>
                    <a:pt x="35" y="10"/>
                  </a:lnTo>
                  <a:lnTo>
                    <a:pt x="32" y="7"/>
                  </a:lnTo>
                  <a:lnTo>
                    <a:pt x="27" y="5"/>
                  </a:lnTo>
                  <a:lnTo>
                    <a:pt x="19" y="1"/>
                  </a:lnTo>
                  <a:lnTo>
                    <a:pt x="16" y="0"/>
                  </a:lnTo>
                  <a:lnTo>
                    <a:pt x="6" y="17"/>
                  </a:lnTo>
                  <a:lnTo>
                    <a:pt x="5" y="17"/>
                  </a:lnTo>
                  <a:lnTo>
                    <a:pt x="3" y="19"/>
                  </a:lnTo>
                  <a:lnTo>
                    <a:pt x="0" y="24"/>
                  </a:lnTo>
                  <a:lnTo>
                    <a:pt x="0" y="26"/>
                  </a:lnTo>
                  <a:lnTo>
                    <a:pt x="1" y="29"/>
                  </a:lnTo>
                  <a:lnTo>
                    <a:pt x="4" y="39"/>
                  </a:lnTo>
                  <a:lnTo>
                    <a:pt x="7" y="40"/>
                  </a:lnTo>
                  <a:lnTo>
                    <a:pt x="9" y="40"/>
                  </a:lnTo>
                  <a:lnTo>
                    <a:pt x="10" y="39"/>
                  </a:lnTo>
                  <a:lnTo>
                    <a:pt x="10" y="38"/>
                  </a:lnTo>
                  <a:lnTo>
                    <a:pt x="10" y="53"/>
                  </a:lnTo>
                  <a:lnTo>
                    <a:pt x="10" y="57"/>
                  </a:lnTo>
                  <a:lnTo>
                    <a:pt x="11" y="63"/>
                  </a:lnTo>
                  <a:lnTo>
                    <a:pt x="15" y="68"/>
                  </a:lnTo>
                  <a:lnTo>
                    <a:pt x="17" y="71"/>
                  </a:lnTo>
                  <a:lnTo>
                    <a:pt x="19" y="72"/>
                  </a:lnTo>
                  <a:lnTo>
                    <a:pt x="23" y="71"/>
                  </a:lnTo>
                  <a:lnTo>
                    <a:pt x="25" y="69"/>
                  </a:lnTo>
                  <a:lnTo>
                    <a:pt x="28" y="65"/>
                  </a:lnTo>
                  <a:lnTo>
                    <a:pt x="30" y="59"/>
                  </a:lnTo>
                  <a:lnTo>
                    <a:pt x="32" y="5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81" name="Freeform 62"/>
            <p:cNvSpPr>
              <a:spLocks/>
            </p:cNvSpPr>
            <p:nvPr/>
          </p:nvSpPr>
          <p:spPr bwMode="auto">
            <a:xfrm>
              <a:off x="1118" y="3508"/>
              <a:ext cx="101" cy="22"/>
            </a:xfrm>
            <a:custGeom>
              <a:avLst/>
              <a:gdLst>
                <a:gd name="T0" fmla="*/ 0 w 101"/>
                <a:gd name="T1" fmla="*/ 12 h 22"/>
                <a:gd name="T2" fmla="*/ 0 w 101"/>
                <a:gd name="T3" fmla="*/ 12 h 22"/>
                <a:gd name="T4" fmla="*/ 8 w 101"/>
                <a:gd name="T5" fmla="*/ 13 h 22"/>
                <a:gd name="T6" fmla="*/ 17 w 101"/>
                <a:gd name="T7" fmla="*/ 15 h 22"/>
                <a:gd name="T8" fmla="*/ 29 w 101"/>
                <a:gd name="T9" fmla="*/ 15 h 22"/>
                <a:gd name="T10" fmla="*/ 44 w 101"/>
                <a:gd name="T11" fmla="*/ 15 h 22"/>
                <a:gd name="T12" fmla="*/ 61 w 101"/>
                <a:gd name="T13" fmla="*/ 12 h 22"/>
                <a:gd name="T14" fmla="*/ 81 w 101"/>
                <a:gd name="T15" fmla="*/ 7 h 22"/>
                <a:gd name="T16" fmla="*/ 101 w 101"/>
                <a:gd name="T17" fmla="*/ 0 h 22"/>
                <a:gd name="T18" fmla="*/ 101 w 101"/>
                <a:gd name="T19" fmla="*/ 0 h 22"/>
                <a:gd name="T20" fmla="*/ 101 w 101"/>
                <a:gd name="T21" fmla="*/ 1 h 22"/>
                <a:gd name="T22" fmla="*/ 98 w 101"/>
                <a:gd name="T23" fmla="*/ 6 h 22"/>
                <a:gd name="T24" fmla="*/ 92 w 101"/>
                <a:gd name="T25" fmla="*/ 11 h 22"/>
                <a:gd name="T26" fmla="*/ 87 w 101"/>
                <a:gd name="T27" fmla="*/ 13 h 22"/>
                <a:gd name="T28" fmla="*/ 82 w 101"/>
                <a:gd name="T29" fmla="*/ 17 h 22"/>
                <a:gd name="T30" fmla="*/ 76 w 101"/>
                <a:gd name="T31" fmla="*/ 19 h 22"/>
                <a:gd name="T32" fmla="*/ 70 w 101"/>
                <a:gd name="T33" fmla="*/ 20 h 22"/>
                <a:gd name="T34" fmla="*/ 61 w 101"/>
                <a:gd name="T35" fmla="*/ 21 h 22"/>
                <a:gd name="T36" fmla="*/ 52 w 101"/>
                <a:gd name="T37" fmla="*/ 22 h 22"/>
                <a:gd name="T38" fmla="*/ 41 w 101"/>
                <a:gd name="T39" fmla="*/ 21 h 22"/>
                <a:gd name="T40" fmla="*/ 29 w 101"/>
                <a:gd name="T41" fmla="*/ 20 h 22"/>
                <a:gd name="T42" fmla="*/ 16 w 101"/>
                <a:gd name="T43" fmla="*/ 17 h 22"/>
                <a:gd name="T44" fmla="*/ 0 w 101"/>
                <a:gd name="T45" fmla="*/ 12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1"/>
                <a:gd name="T70" fmla="*/ 0 h 22"/>
                <a:gd name="T71" fmla="*/ 101 w 101"/>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1" h="22">
                  <a:moveTo>
                    <a:pt x="0" y="12"/>
                  </a:moveTo>
                  <a:lnTo>
                    <a:pt x="0" y="12"/>
                  </a:lnTo>
                  <a:lnTo>
                    <a:pt x="8" y="13"/>
                  </a:lnTo>
                  <a:lnTo>
                    <a:pt x="17" y="15"/>
                  </a:lnTo>
                  <a:lnTo>
                    <a:pt x="29" y="15"/>
                  </a:lnTo>
                  <a:lnTo>
                    <a:pt x="44" y="15"/>
                  </a:lnTo>
                  <a:lnTo>
                    <a:pt x="61" y="12"/>
                  </a:lnTo>
                  <a:lnTo>
                    <a:pt x="81" y="7"/>
                  </a:lnTo>
                  <a:lnTo>
                    <a:pt x="101" y="0"/>
                  </a:lnTo>
                  <a:lnTo>
                    <a:pt x="101" y="1"/>
                  </a:lnTo>
                  <a:lnTo>
                    <a:pt x="98" y="6"/>
                  </a:lnTo>
                  <a:lnTo>
                    <a:pt x="92" y="11"/>
                  </a:lnTo>
                  <a:lnTo>
                    <a:pt x="87" y="13"/>
                  </a:lnTo>
                  <a:lnTo>
                    <a:pt x="82" y="17"/>
                  </a:lnTo>
                  <a:lnTo>
                    <a:pt x="76" y="19"/>
                  </a:lnTo>
                  <a:lnTo>
                    <a:pt x="70" y="20"/>
                  </a:lnTo>
                  <a:lnTo>
                    <a:pt x="61" y="21"/>
                  </a:lnTo>
                  <a:lnTo>
                    <a:pt x="52" y="22"/>
                  </a:lnTo>
                  <a:lnTo>
                    <a:pt x="41" y="21"/>
                  </a:lnTo>
                  <a:lnTo>
                    <a:pt x="29" y="20"/>
                  </a:lnTo>
                  <a:lnTo>
                    <a:pt x="16" y="17"/>
                  </a:lnTo>
                  <a:lnTo>
                    <a:pt x="0" y="12"/>
                  </a:lnTo>
                  <a:close/>
                </a:path>
              </a:pathLst>
            </a:custGeom>
            <a:solidFill>
              <a:srgbClr val="D849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82" name="Freeform 63"/>
            <p:cNvSpPr>
              <a:spLocks/>
            </p:cNvSpPr>
            <p:nvPr/>
          </p:nvSpPr>
          <p:spPr bwMode="auto">
            <a:xfrm>
              <a:off x="1118" y="3508"/>
              <a:ext cx="101" cy="22"/>
            </a:xfrm>
            <a:custGeom>
              <a:avLst/>
              <a:gdLst>
                <a:gd name="T0" fmla="*/ 0 w 101"/>
                <a:gd name="T1" fmla="*/ 12 h 22"/>
                <a:gd name="T2" fmla="*/ 0 w 101"/>
                <a:gd name="T3" fmla="*/ 12 h 22"/>
                <a:gd name="T4" fmla="*/ 8 w 101"/>
                <a:gd name="T5" fmla="*/ 13 h 22"/>
                <a:gd name="T6" fmla="*/ 17 w 101"/>
                <a:gd name="T7" fmla="*/ 15 h 22"/>
                <a:gd name="T8" fmla="*/ 29 w 101"/>
                <a:gd name="T9" fmla="*/ 15 h 22"/>
                <a:gd name="T10" fmla="*/ 44 w 101"/>
                <a:gd name="T11" fmla="*/ 15 h 22"/>
                <a:gd name="T12" fmla="*/ 61 w 101"/>
                <a:gd name="T13" fmla="*/ 12 h 22"/>
                <a:gd name="T14" fmla="*/ 81 w 101"/>
                <a:gd name="T15" fmla="*/ 7 h 22"/>
                <a:gd name="T16" fmla="*/ 101 w 101"/>
                <a:gd name="T17" fmla="*/ 0 h 22"/>
                <a:gd name="T18" fmla="*/ 101 w 101"/>
                <a:gd name="T19" fmla="*/ 0 h 22"/>
                <a:gd name="T20" fmla="*/ 101 w 101"/>
                <a:gd name="T21" fmla="*/ 1 h 22"/>
                <a:gd name="T22" fmla="*/ 98 w 101"/>
                <a:gd name="T23" fmla="*/ 6 h 22"/>
                <a:gd name="T24" fmla="*/ 92 w 101"/>
                <a:gd name="T25" fmla="*/ 11 h 22"/>
                <a:gd name="T26" fmla="*/ 87 w 101"/>
                <a:gd name="T27" fmla="*/ 13 h 22"/>
                <a:gd name="T28" fmla="*/ 82 w 101"/>
                <a:gd name="T29" fmla="*/ 17 h 22"/>
                <a:gd name="T30" fmla="*/ 76 w 101"/>
                <a:gd name="T31" fmla="*/ 19 h 22"/>
                <a:gd name="T32" fmla="*/ 70 w 101"/>
                <a:gd name="T33" fmla="*/ 20 h 22"/>
                <a:gd name="T34" fmla="*/ 61 w 101"/>
                <a:gd name="T35" fmla="*/ 21 h 22"/>
                <a:gd name="T36" fmla="*/ 52 w 101"/>
                <a:gd name="T37" fmla="*/ 22 h 22"/>
                <a:gd name="T38" fmla="*/ 41 w 101"/>
                <a:gd name="T39" fmla="*/ 21 h 22"/>
                <a:gd name="T40" fmla="*/ 29 w 101"/>
                <a:gd name="T41" fmla="*/ 20 h 22"/>
                <a:gd name="T42" fmla="*/ 16 w 101"/>
                <a:gd name="T43" fmla="*/ 17 h 22"/>
                <a:gd name="T44" fmla="*/ 0 w 101"/>
                <a:gd name="T45" fmla="*/ 12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1"/>
                <a:gd name="T70" fmla="*/ 0 h 22"/>
                <a:gd name="T71" fmla="*/ 101 w 101"/>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1" h="22">
                  <a:moveTo>
                    <a:pt x="0" y="12"/>
                  </a:moveTo>
                  <a:lnTo>
                    <a:pt x="0" y="12"/>
                  </a:lnTo>
                  <a:lnTo>
                    <a:pt x="8" y="13"/>
                  </a:lnTo>
                  <a:lnTo>
                    <a:pt x="17" y="15"/>
                  </a:lnTo>
                  <a:lnTo>
                    <a:pt x="29" y="15"/>
                  </a:lnTo>
                  <a:lnTo>
                    <a:pt x="44" y="15"/>
                  </a:lnTo>
                  <a:lnTo>
                    <a:pt x="61" y="12"/>
                  </a:lnTo>
                  <a:lnTo>
                    <a:pt x="81" y="7"/>
                  </a:lnTo>
                  <a:lnTo>
                    <a:pt x="101" y="0"/>
                  </a:lnTo>
                  <a:lnTo>
                    <a:pt x="101" y="1"/>
                  </a:lnTo>
                  <a:lnTo>
                    <a:pt x="98" y="6"/>
                  </a:lnTo>
                  <a:lnTo>
                    <a:pt x="92" y="11"/>
                  </a:lnTo>
                  <a:lnTo>
                    <a:pt x="87" y="13"/>
                  </a:lnTo>
                  <a:lnTo>
                    <a:pt x="82" y="17"/>
                  </a:lnTo>
                  <a:lnTo>
                    <a:pt x="76" y="19"/>
                  </a:lnTo>
                  <a:lnTo>
                    <a:pt x="70" y="20"/>
                  </a:lnTo>
                  <a:lnTo>
                    <a:pt x="61" y="21"/>
                  </a:lnTo>
                  <a:lnTo>
                    <a:pt x="52" y="22"/>
                  </a:lnTo>
                  <a:lnTo>
                    <a:pt x="41" y="21"/>
                  </a:lnTo>
                  <a:lnTo>
                    <a:pt x="29" y="20"/>
                  </a:lnTo>
                  <a:lnTo>
                    <a:pt x="16" y="17"/>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83" name="Freeform 64"/>
            <p:cNvSpPr>
              <a:spLocks/>
            </p:cNvSpPr>
            <p:nvPr/>
          </p:nvSpPr>
          <p:spPr bwMode="auto">
            <a:xfrm>
              <a:off x="1057" y="3466"/>
              <a:ext cx="34" cy="136"/>
            </a:xfrm>
            <a:custGeom>
              <a:avLst/>
              <a:gdLst>
                <a:gd name="T0" fmla="*/ 34 w 34"/>
                <a:gd name="T1" fmla="*/ 0 h 136"/>
                <a:gd name="T2" fmla="*/ 34 w 34"/>
                <a:gd name="T3" fmla="*/ 0 h 136"/>
                <a:gd name="T4" fmla="*/ 32 w 34"/>
                <a:gd name="T5" fmla="*/ 14 h 136"/>
                <a:gd name="T6" fmla="*/ 27 w 34"/>
                <a:gd name="T7" fmla="*/ 50 h 136"/>
                <a:gd name="T8" fmla="*/ 21 w 34"/>
                <a:gd name="T9" fmla="*/ 71 h 136"/>
                <a:gd name="T10" fmla="*/ 15 w 34"/>
                <a:gd name="T11" fmla="*/ 95 h 136"/>
                <a:gd name="T12" fmla="*/ 8 w 34"/>
                <a:gd name="T13" fmla="*/ 116 h 136"/>
                <a:gd name="T14" fmla="*/ 0 w 34"/>
                <a:gd name="T15" fmla="*/ 136 h 136"/>
                <a:gd name="T16" fmla="*/ 0 w 34"/>
                <a:gd name="T17" fmla="*/ 136 h 136"/>
                <a:gd name="T18" fmla="*/ 3 w 34"/>
                <a:gd name="T19" fmla="*/ 117 h 136"/>
                <a:gd name="T20" fmla="*/ 12 w 34"/>
                <a:gd name="T21" fmla="*/ 74 h 136"/>
                <a:gd name="T22" fmla="*/ 18 w 34"/>
                <a:gd name="T23" fmla="*/ 51 h 136"/>
                <a:gd name="T24" fmla="*/ 23 w 34"/>
                <a:gd name="T25" fmla="*/ 29 h 136"/>
                <a:gd name="T26" fmla="*/ 29 w 34"/>
                <a:gd name="T27" fmla="*/ 11 h 136"/>
                <a:gd name="T28" fmla="*/ 32 w 34"/>
                <a:gd name="T29" fmla="*/ 4 h 136"/>
                <a:gd name="T30" fmla="*/ 34 w 34"/>
                <a:gd name="T31" fmla="*/ 0 h 1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
                <a:gd name="T49" fmla="*/ 0 h 136"/>
                <a:gd name="T50" fmla="*/ 34 w 34"/>
                <a:gd name="T51" fmla="*/ 136 h 1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 h="136">
                  <a:moveTo>
                    <a:pt x="34" y="0"/>
                  </a:moveTo>
                  <a:lnTo>
                    <a:pt x="34" y="0"/>
                  </a:lnTo>
                  <a:lnTo>
                    <a:pt x="32" y="14"/>
                  </a:lnTo>
                  <a:lnTo>
                    <a:pt x="27" y="50"/>
                  </a:lnTo>
                  <a:lnTo>
                    <a:pt x="21" y="71"/>
                  </a:lnTo>
                  <a:lnTo>
                    <a:pt x="15" y="95"/>
                  </a:lnTo>
                  <a:lnTo>
                    <a:pt x="8" y="116"/>
                  </a:lnTo>
                  <a:lnTo>
                    <a:pt x="0" y="136"/>
                  </a:lnTo>
                  <a:lnTo>
                    <a:pt x="3" y="117"/>
                  </a:lnTo>
                  <a:lnTo>
                    <a:pt x="12" y="74"/>
                  </a:lnTo>
                  <a:lnTo>
                    <a:pt x="18" y="51"/>
                  </a:lnTo>
                  <a:lnTo>
                    <a:pt x="23" y="29"/>
                  </a:lnTo>
                  <a:lnTo>
                    <a:pt x="29" y="11"/>
                  </a:lnTo>
                  <a:lnTo>
                    <a:pt x="32" y="4"/>
                  </a:lnTo>
                  <a:lnTo>
                    <a:pt x="34" y="0"/>
                  </a:lnTo>
                  <a:close/>
                </a:path>
              </a:pathLst>
            </a:custGeom>
            <a:solidFill>
              <a:srgbClr val="D849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84" name="Freeform 65"/>
            <p:cNvSpPr>
              <a:spLocks/>
            </p:cNvSpPr>
            <p:nvPr/>
          </p:nvSpPr>
          <p:spPr bwMode="auto">
            <a:xfrm>
              <a:off x="1057" y="3466"/>
              <a:ext cx="34" cy="136"/>
            </a:xfrm>
            <a:custGeom>
              <a:avLst/>
              <a:gdLst>
                <a:gd name="T0" fmla="*/ 34 w 34"/>
                <a:gd name="T1" fmla="*/ 0 h 136"/>
                <a:gd name="T2" fmla="*/ 34 w 34"/>
                <a:gd name="T3" fmla="*/ 0 h 136"/>
                <a:gd name="T4" fmla="*/ 32 w 34"/>
                <a:gd name="T5" fmla="*/ 14 h 136"/>
                <a:gd name="T6" fmla="*/ 27 w 34"/>
                <a:gd name="T7" fmla="*/ 50 h 136"/>
                <a:gd name="T8" fmla="*/ 21 w 34"/>
                <a:gd name="T9" fmla="*/ 71 h 136"/>
                <a:gd name="T10" fmla="*/ 15 w 34"/>
                <a:gd name="T11" fmla="*/ 95 h 136"/>
                <a:gd name="T12" fmla="*/ 8 w 34"/>
                <a:gd name="T13" fmla="*/ 116 h 136"/>
                <a:gd name="T14" fmla="*/ 0 w 34"/>
                <a:gd name="T15" fmla="*/ 136 h 136"/>
                <a:gd name="T16" fmla="*/ 0 w 34"/>
                <a:gd name="T17" fmla="*/ 136 h 136"/>
                <a:gd name="T18" fmla="*/ 3 w 34"/>
                <a:gd name="T19" fmla="*/ 117 h 136"/>
                <a:gd name="T20" fmla="*/ 12 w 34"/>
                <a:gd name="T21" fmla="*/ 74 h 136"/>
                <a:gd name="T22" fmla="*/ 18 w 34"/>
                <a:gd name="T23" fmla="*/ 51 h 136"/>
                <a:gd name="T24" fmla="*/ 23 w 34"/>
                <a:gd name="T25" fmla="*/ 29 h 136"/>
                <a:gd name="T26" fmla="*/ 29 w 34"/>
                <a:gd name="T27" fmla="*/ 11 h 136"/>
                <a:gd name="T28" fmla="*/ 32 w 34"/>
                <a:gd name="T29" fmla="*/ 4 h 136"/>
                <a:gd name="T30" fmla="*/ 34 w 34"/>
                <a:gd name="T31" fmla="*/ 0 h 1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
                <a:gd name="T49" fmla="*/ 0 h 136"/>
                <a:gd name="T50" fmla="*/ 34 w 34"/>
                <a:gd name="T51" fmla="*/ 136 h 1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 h="136">
                  <a:moveTo>
                    <a:pt x="34" y="0"/>
                  </a:moveTo>
                  <a:lnTo>
                    <a:pt x="34" y="0"/>
                  </a:lnTo>
                  <a:lnTo>
                    <a:pt x="32" y="14"/>
                  </a:lnTo>
                  <a:lnTo>
                    <a:pt x="27" y="50"/>
                  </a:lnTo>
                  <a:lnTo>
                    <a:pt x="21" y="71"/>
                  </a:lnTo>
                  <a:lnTo>
                    <a:pt x="15" y="95"/>
                  </a:lnTo>
                  <a:lnTo>
                    <a:pt x="8" y="116"/>
                  </a:lnTo>
                  <a:lnTo>
                    <a:pt x="0" y="136"/>
                  </a:lnTo>
                  <a:lnTo>
                    <a:pt x="3" y="117"/>
                  </a:lnTo>
                  <a:lnTo>
                    <a:pt x="12" y="74"/>
                  </a:lnTo>
                  <a:lnTo>
                    <a:pt x="18" y="51"/>
                  </a:lnTo>
                  <a:lnTo>
                    <a:pt x="23" y="29"/>
                  </a:lnTo>
                  <a:lnTo>
                    <a:pt x="29" y="11"/>
                  </a:lnTo>
                  <a:lnTo>
                    <a:pt x="32" y="4"/>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85" name="Freeform 66"/>
            <p:cNvSpPr>
              <a:spLocks/>
            </p:cNvSpPr>
            <p:nvPr/>
          </p:nvSpPr>
          <p:spPr bwMode="auto">
            <a:xfrm>
              <a:off x="1097" y="3208"/>
              <a:ext cx="57" cy="53"/>
            </a:xfrm>
            <a:custGeom>
              <a:avLst/>
              <a:gdLst>
                <a:gd name="T0" fmla="*/ 57 w 57"/>
                <a:gd name="T1" fmla="*/ 53 h 53"/>
                <a:gd name="T2" fmla="*/ 57 w 57"/>
                <a:gd name="T3" fmla="*/ 53 h 53"/>
                <a:gd name="T4" fmla="*/ 55 w 57"/>
                <a:gd name="T5" fmla="*/ 42 h 53"/>
                <a:gd name="T6" fmla="*/ 51 w 57"/>
                <a:gd name="T7" fmla="*/ 32 h 53"/>
                <a:gd name="T8" fmla="*/ 46 w 57"/>
                <a:gd name="T9" fmla="*/ 20 h 53"/>
                <a:gd name="T10" fmla="*/ 43 w 57"/>
                <a:gd name="T11" fmla="*/ 15 h 53"/>
                <a:gd name="T12" fmla="*/ 38 w 57"/>
                <a:gd name="T13" fmla="*/ 10 h 53"/>
                <a:gd name="T14" fmla="*/ 34 w 57"/>
                <a:gd name="T15" fmla="*/ 6 h 53"/>
                <a:gd name="T16" fmla="*/ 28 w 57"/>
                <a:gd name="T17" fmla="*/ 3 h 53"/>
                <a:gd name="T18" fmla="*/ 22 w 57"/>
                <a:gd name="T19" fmla="*/ 0 h 53"/>
                <a:gd name="T20" fmla="*/ 16 w 57"/>
                <a:gd name="T21" fmla="*/ 0 h 53"/>
                <a:gd name="T22" fmla="*/ 8 w 57"/>
                <a:gd name="T23" fmla="*/ 1 h 53"/>
                <a:gd name="T24" fmla="*/ 0 w 57"/>
                <a:gd name="T25" fmla="*/ 4 h 53"/>
                <a:gd name="T26" fmla="*/ 0 w 57"/>
                <a:gd name="T27" fmla="*/ 4 h 53"/>
                <a:gd name="T28" fmla="*/ 6 w 57"/>
                <a:gd name="T29" fmla="*/ 4 h 53"/>
                <a:gd name="T30" fmla="*/ 12 w 57"/>
                <a:gd name="T31" fmla="*/ 5 h 53"/>
                <a:gd name="T32" fmla="*/ 20 w 57"/>
                <a:gd name="T33" fmla="*/ 8 h 53"/>
                <a:gd name="T34" fmla="*/ 29 w 57"/>
                <a:gd name="T35" fmla="*/ 14 h 53"/>
                <a:gd name="T36" fmla="*/ 35 w 57"/>
                <a:gd name="T37" fmla="*/ 17 h 53"/>
                <a:gd name="T38" fmla="*/ 39 w 57"/>
                <a:gd name="T39" fmla="*/ 22 h 53"/>
                <a:gd name="T40" fmla="*/ 44 w 57"/>
                <a:gd name="T41" fmla="*/ 28 h 53"/>
                <a:gd name="T42" fmla="*/ 49 w 57"/>
                <a:gd name="T43" fmla="*/ 35 h 53"/>
                <a:gd name="T44" fmla="*/ 54 w 57"/>
                <a:gd name="T45" fmla="*/ 43 h 53"/>
                <a:gd name="T46" fmla="*/ 57 w 57"/>
                <a:gd name="T47" fmla="*/ 53 h 5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
                <a:gd name="T73" fmla="*/ 0 h 53"/>
                <a:gd name="T74" fmla="*/ 57 w 57"/>
                <a:gd name="T75" fmla="*/ 53 h 5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 h="53">
                  <a:moveTo>
                    <a:pt x="57" y="53"/>
                  </a:moveTo>
                  <a:lnTo>
                    <a:pt x="57" y="53"/>
                  </a:lnTo>
                  <a:lnTo>
                    <a:pt x="55" y="42"/>
                  </a:lnTo>
                  <a:lnTo>
                    <a:pt x="51" y="32"/>
                  </a:lnTo>
                  <a:lnTo>
                    <a:pt x="46" y="20"/>
                  </a:lnTo>
                  <a:lnTo>
                    <a:pt x="43" y="15"/>
                  </a:lnTo>
                  <a:lnTo>
                    <a:pt x="38" y="10"/>
                  </a:lnTo>
                  <a:lnTo>
                    <a:pt x="34" y="6"/>
                  </a:lnTo>
                  <a:lnTo>
                    <a:pt x="28" y="3"/>
                  </a:lnTo>
                  <a:lnTo>
                    <a:pt x="22" y="0"/>
                  </a:lnTo>
                  <a:lnTo>
                    <a:pt x="16" y="0"/>
                  </a:lnTo>
                  <a:lnTo>
                    <a:pt x="8" y="1"/>
                  </a:lnTo>
                  <a:lnTo>
                    <a:pt x="0" y="4"/>
                  </a:lnTo>
                  <a:lnTo>
                    <a:pt x="6" y="4"/>
                  </a:lnTo>
                  <a:lnTo>
                    <a:pt x="12" y="5"/>
                  </a:lnTo>
                  <a:lnTo>
                    <a:pt x="20" y="8"/>
                  </a:lnTo>
                  <a:lnTo>
                    <a:pt x="29" y="14"/>
                  </a:lnTo>
                  <a:lnTo>
                    <a:pt x="35" y="17"/>
                  </a:lnTo>
                  <a:lnTo>
                    <a:pt x="39" y="22"/>
                  </a:lnTo>
                  <a:lnTo>
                    <a:pt x="44" y="28"/>
                  </a:lnTo>
                  <a:lnTo>
                    <a:pt x="49" y="35"/>
                  </a:lnTo>
                  <a:lnTo>
                    <a:pt x="54" y="43"/>
                  </a:lnTo>
                  <a:lnTo>
                    <a:pt x="57" y="53"/>
                  </a:lnTo>
                  <a:close/>
                </a:path>
              </a:pathLst>
            </a:custGeom>
            <a:solidFill>
              <a:srgbClr val="F08C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86" name="Freeform 67"/>
            <p:cNvSpPr>
              <a:spLocks/>
            </p:cNvSpPr>
            <p:nvPr/>
          </p:nvSpPr>
          <p:spPr bwMode="auto">
            <a:xfrm>
              <a:off x="1097" y="3208"/>
              <a:ext cx="57" cy="53"/>
            </a:xfrm>
            <a:custGeom>
              <a:avLst/>
              <a:gdLst>
                <a:gd name="T0" fmla="*/ 57 w 57"/>
                <a:gd name="T1" fmla="*/ 53 h 53"/>
                <a:gd name="T2" fmla="*/ 57 w 57"/>
                <a:gd name="T3" fmla="*/ 53 h 53"/>
                <a:gd name="T4" fmla="*/ 55 w 57"/>
                <a:gd name="T5" fmla="*/ 42 h 53"/>
                <a:gd name="T6" fmla="*/ 51 w 57"/>
                <a:gd name="T7" fmla="*/ 32 h 53"/>
                <a:gd name="T8" fmla="*/ 46 w 57"/>
                <a:gd name="T9" fmla="*/ 20 h 53"/>
                <a:gd name="T10" fmla="*/ 43 w 57"/>
                <a:gd name="T11" fmla="*/ 15 h 53"/>
                <a:gd name="T12" fmla="*/ 38 w 57"/>
                <a:gd name="T13" fmla="*/ 10 h 53"/>
                <a:gd name="T14" fmla="*/ 34 w 57"/>
                <a:gd name="T15" fmla="*/ 6 h 53"/>
                <a:gd name="T16" fmla="*/ 28 w 57"/>
                <a:gd name="T17" fmla="*/ 3 h 53"/>
                <a:gd name="T18" fmla="*/ 22 w 57"/>
                <a:gd name="T19" fmla="*/ 0 h 53"/>
                <a:gd name="T20" fmla="*/ 16 w 57"/>
                <a:gd name="T21" fmla="*/ 0 h 53"/>
                <a:gd name="T22" fmla="*/ 8 w 57"/>
                <a:gd name="T23" fmla="*/ 1 h 53"/>
                <a:gd name="T24" fmla="*/ 0 w 57"/>
                <a:gd name="T25" fmla="*/ 4 h 53"/>
                <a:gd name="T26" fmla="*/ 0 w 57"/>
                <a:gd name="T27" fmla="*/ 4 h 53"/>
                <a:gd name="T28" fmla="*/ 6 w 57"/>
                <a:gd name="T29" fmla="*/ 4 h 53"/>
                <a:gd name="T30" fmla="*/ 12 w 57"/>
                <a:gd name="T31" fmla="*/ 5 h 53"/>
                <a:gd name="T32" fmla="*/ 20 w 57"/>
                <a:gd name="T33" fmla="*/ 8 h 53"/>
                <a:gd name="T34" fmla="*/ 29 w 57"/>
                <a:gd name="T35" fmla="*/ 14 h 53"/>
                <a:gd name="T36" fmla="*/ 35 w 57"/>
                <a:gd name="T37" fmla="*/ 17 h 53"/>
                <a:gd name="T38" fmla="*/ 39 w 57"/>
                <a:gd name="T39" fmla="*/ 22 h 53"/>
                <a:gd name="T40" fmla="*/ 44 w 57"/>
                <a:gd name="T41" fmla="*/ 28 h 53"/>
                <a:gd name="T42" fmla="*/ 49 w 57"/>
                <a:gd name="T43" fmla="*/ 35 h 53"/>
                <a:gd name="T44" fmla="*/ 54 w 57"/>
                <a:gd name="T45" fmla="*/ 43 h 53"/>
                <a:gd name="T46" fmla="*/ 57 w 57"/>
                <a:gd name="T47" fmla="*/ 53 h 5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
                <a:gd name="T73" fmla="*/ 0 h 53"/>
                <a:gd name="T74" fmla="*/ 57 w 57"/>
                <a:gd name="T75" fmla="*/ 53 h 5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 h="53">
                  <a:moveTo>
                    <a:pt x="57" y="53"/>
                  </a:moveTo>
                  <a:lnTo>
                    <a:pt x="57" y="53"/>
                  </a:lnTo>
                  <a:lnTo>
                    <a:pt x="55" y="42"/>
                  </a:lnTo>
                  <a:lnTo>
                    <a:pt x="51" y="32"/>
                  </a:lnTo>
                  <a:lnTo>
                    <a:pt x="46" y="20"/>
                  </a:lnTo>
                  <a:lnTo>
                    <a:pt x="43" y="15"/>
                  </a:lnTo>
                  <a:lnTo>
                    <a:pt x="38" y="10"/>
                  </a:lnTo>
                  <a:lnTo>
                    <a:pt x="34" y="6"/>
                  </a:lnTo>
                  <a:lnTo>
                    <a:pt x="28" y="3"/>
                  </a:lnTo>
                  <a:lnTo>
                    <a:pt x="22" y="0"/>
                  </a:lnTo>
                  <a:lnTo>
                    <a:pt x="16" y="0"/>
                  </a:lnTo>
                  <a:lnTo>
                    <a:pt x="8" y="1"/>
                  </a:lnTo>
                  <a:lnTo>
                    <a:pt x="0" y="4"/>
                  </a:lnTo>
                  <a:lnTo>
                    <a:pt x="6" y="4"/>
                  </a:lnTo>
                  <a:lnTo>
                    <a:pt x="12" y="5"/>
                  </a:lnTo>
                  <a:lnTo>
                    <a:pt x="20" y="8"/>
                  </a:lnTo>
                  <a:lnTo>
                    <a:pt x="29" y="14"/>
                  </a:lnTo>
                  <a:lnTo>
                    <a:pt x="35" y="17"/>
                  </a:lnTo>
                  <a:lnTo>
                    <a:pt x="39" y="22"/>
                  </a:lnTo>
                  <a:lnTo>
                    <a:pt x="44" y="28"/>
                  </a:lnTo>
                  <a:lnTo>
                    <a:pt x="49" y="35"/>
                  </a:lnTo>
                  <a:lnTo>
                    <a:pt x="54" y="43"/>
                  </a:lnTo>
                  <a:lnTo>
                    <a:pt x="57" y="5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87" name="Freeform 68"/>
            <p:cNvSpPr>
              <a:spLocks/>
            </p:cNvSpPr>
            <p:nvPr/>
          </p:nvSpPr>
          <p:spPr bwMode="auto">
            <a:xfrm>
              <a:off x="1081" y="3720"/>
              <a:ext cx="50" cy="42"/>
            </a:xfrm>
            <a:custGeom>
              <a:avLst/>
              <a:gdLst>
                <a:gd name="T0" fmla="*/ 48 w 50"/>
                <a:gd name="T1" fmla="*/ 0 h 42"/>
                <a:gd name="T2" fmla="*/ 48 w 50"/>
                <a:gd name="T3" fmla="*/ 0 h 42"/>
                <a:gd name="T4" fmla="*/ 48 w 50"/>
                <a:gd name="T5" fmla="*/ 0 h 42"/>
                <a:gd name="T6" fmla="*/ 46 w 50"/>
                <a:gd name="T7" fmla="*/ 6 h 42"/>
                <a:gd name="T8" fmla="*/ 44 w 50"/>
                <a:gd name="T9" fmla="*/ 12 h 42"/>
                <a:gd name="T10" fmla="*/ 41 w 50"/>
                <a:gd name="T11" fmla="*/ 18 h 42"/>
                <a:gd name="T12" fmla="*/ 34 w 50"/>
                <a:gd name="T13" fmla="*/ 25 h 42"/>
                <a:gd name="T14" fmla="*/ 26 w 50"/>
                <a:gd name="T15" fmla="*/ 32 h 42"/>
                <a:gd name="T16" fmla="*/ 21 w 50"/>
                <a:gd name="T17" fmla="*/ 35 h 42"/>
                <a:gd name="T18" fmla="*/ 14 w 50"/>
                <a:gd name="T19" fmla="*/ 37 h 42"/>
                <a:gd name="T20" fmla="*/ 7 w 50"/>
                <a:gd name="T21" fmla="*/ 40 h 42"/>
                <a:gd name="T22" fmla="*/ 0 w 50"/>
                <a:gd name="T23" fmla="*/ 41 h 42"/>
                <a:gd name="T24" fmla="*/ 0 w 50"/>
                <a:gd name="T25" fmla="*/ 42 h 42"/>
                <a:gd name="T26" fmla="*/ 0 w 50"/>
                <a:gd name="T27" fmla="*/ 42 h 42"/>
                <a:gd name="T28" fmla="*/ 8 w 50"/>
                <a:gd name="T29" fmla="*/ 41 h 42"/>
                <a:gd name="T30" fmla="*/ 16 w 50"/>
                <a:gd name="T31" fmla="*/ 38 h 42"/>
                <a:gd name="T32" fmla="*/ 22 w 50"/>
                <a:gd name="T33" fmla="*/ 36 h 42"/>
                <a:gd name="T34" fmla="*/ 27 w 50"/>
                <a:gd name="T35" fmla="*/ 33 h 42"/>
                <a:gd name="T36" fmla="*/ 36 w 50"/>
                <a:gd name="T37" fmla="*/ 26 h 42"/>
                <a:gd name="T38" fmla="*/ 42 w 50"/>
                <a:gd name="T39" fmla="*/ 19 h 42"/>
                <a:gd name="T40" fmla="*/ 42 w 50"/>
                <a:gd name="T41" fmla="*/ 19 h 42"/>
                <a:gd name="T42" fmla="*/ 46 w 50"/>
                <a:gd name="T43" fmla="*/ 12 h 42"/>
                <a:gd name="T44" fmla="*/ 48 w 50"/>
                <a:gd name="T45" fmla="*/ 6 h 42"/>
                <a:gd name="T46" fmla="*/ 50 w 50"/>
                <a:gd name="T47" fmla="*/ 0 h 42"/>
                <a:gd name="T48" fmla="*/ 48 w 50"/>
                <a:gd name="T49" fmla="*/ 0 h 4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0"/>
                <a:gd name="T76" fmla="*/ 0 h 42"/>
                <a:gd name="T77" fmla="*/ 50 w 50"/>
                <a:gd name="T78" fmla="*/ 42 h 4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0" h="42">
                  <a:moveTo>
                    <a:pt x="48" y="0"/>
                  </a:moveTo>
                  <a:lnTo>
                    <a:pt x="48" y="0"/>
                  </a:lnTo>
                  <a:lnTo>
                    <a:pt x="46" y="6"/>
                  </a:lnTo>
                  <a:lnTo>
                    <a:pt x="44" y="12"/>
                  </a:lnTo>
                  <a:lnTo>
                    <a:pt x="41" y="18"/>
                  </a:lnTo>
                  <a:lnTo>
                    <a:pt x="34" y="25"/>
                  </a:lnTo>
                  <a:lnTo>
                    <a:pt x="26" y="32"/>
                  </a:lnTo>
                  <a:lnTo>
                    <a:pt x="21" y="35"/>
                  </a:lnTo>
                  <a:lnTo>
                    <a:pt x="14" y="37"/>
                  </a:lnTo>
                  <a:lnTo>
                    <a:pt x="7" y="40"/>
                  </a:lnTo>
                  <a:lnTo>
                    <a:pt x="0" y="41"/>
                  </a:lnTo>
                  <a:lnTo>
                    <a:pt x="0" y="42"/>
                  </a:lnTo>
                  <a:lnTo>
                    <a:pt x="8" y="41"/>
                  </a:lnTo>
                  <a:lnTo>
                    <a:pt x="16" y="38"/>
                  </a:lnTo>
                  <a:lnTo>
                    <a:pt x="22" y="36"/>
                  </a:lnTo>
                  <a:lnTo>
                    <a:pt x="27" y="33"/>
                  </a:lnTo>
                  <a:lnTo>
                    <a:pt x="36" y="26"/>
                  </a:lnTo>
                  <a:lnTo>
                    <a:pt x="42" y="19"/>
                  </a:lnTo>
                  <a:lnTo>
                    <a:pt x="46" y="12"/>
                  </a:lnTo>
                  <a:lnTo>
                    <a:pt x="48" y="6"/>
                  </a:lnTo>
                  <a:lnTo>
                    <a:pt x="50" y="0"/>
                  </a:lnTo>
                  <a:lnTo>
                    <a:pt x="48" y="0"/>
                  </a:lnTo>
                  <a:close/>
                </a:path>
              </a:pathLst>
            </a:custGeom>
            <a:solidFill>
              <a:srgbClr val="1010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88" name="Freeform 69"/>
            <p:cNvSpPr>
              <a:spLocks/>
            </p:cNvSpPr>
            <p:nvPr/>
          </p:nvSpPr>
          <p:spPr bwMode="auto">
            <a:xfrm>
              <a:off x="1254" y="3550"/>
              <a:ext cx="55" cy="69"/>
            </a:xfrm>
            <a:custGeom>
              <a:avLst/>
              <a:gdLst>
                <a:gd name="T0" fmla="*/ 55 w 55"/>
                <a:gd name="T1" fmla="*/ 21 h 69"/>
                <a:gd name="T2" fmla="*/ 55 w 55"/>
                <a:gd name="T3" fmla="*/ 21 h 69"/>
                <a:gd name="T4" fmla="*/ 54 w 55"/>
                <a:gd name="T5" fmla="*/ 25 h 69"/>
                <a:gd name="T6" fmla="*/ 49 w 55"/>
                <a:gd name="T7" fmla="*/ 36 h 69"/>
                <a:gd name="T8" fmla="*/ 43 w 55"/>
                <a:gd name="T9" fmla="*/ 44 h 69"/>
                <a:gd name="T10" fmla="*/ 36 w 55"/>
                <a:gd name="T11" fmla="*/ 52 h 69"/>
                <a:gd name="T12" fmla="*/ 29 w 55"/>
                <a:gd name="T13" fmla="*/ 60 h 69"/>
                <a:gd name="T14" fmla="*/ 17 w 55"/>
                <a:gd name="T15" fmla="*/ 66 h 69"/>
                <a:gd name="T16" fmla="*/ 17 w 55"/>
                <a:gd name="T17" fmla="*/ 66 h 69"/>
                <a:gd name="T18" fmla="*/ 16 w 55"/>
                <a:gd name="T19" fmla="*/ 68 h 69"/>
                <a:gd name="T20" fmla="*/ 14 w 55"/>
                <a:gd name="T21" fmla="*/ 69 h 69"/>
                <a:gd name="T22" fmla="*/ 12 w 55"/>
                <a:gd name="T23" fmla="*/ 69 h 69"/>
                <a:gd name="T24" fmla="*/ 10 w 55"/>
                <a:gd name="T25" fmla="*/ 66 h 69"/>
                <a:gd name="T26" fmla="*/ 6 w 55"/>
                <a:gd name="T27" fmla="*/ 64 h 69"/>
                <a:gd name="T28" fmla="*/ 4 w 55"/>
                <a:gd name="T29" fmla="*/ 59 h 69"/>
                <a:gd name="T30" fmla="*/ 1 w 55"/>
                <a:gd name="T31" fmla="*/ 51 h 69"/>
                <a:gd name="T32" fmla="*/ 1 w 55"/>
                <a:gd name="T33" fmla="*/ 51 h 69"/>
                <a:gd name="T34" fmla="*/ 0 w 55"/>
                <a:gd name="T35" fmla="*/ 46 h 69"/>
                <a:gd name="T36" fmla="*/ 0 w 55"/>
                <a:gd name="T37" fmla="*/ 42 h 69"/>
                <a:gd name="T38" fmla="*/ 1 w 55"/>
                <a:gd name="T39" fmla="*/ 33 h 69"/>
                <a:gd name="T40" fmla="*/ 4 w 55"/>
                <a:gd name="T41" fmla="*/ 25 h 69"/>
                <a:gd name="T42" fmla="*/ 8 w 55"/>
                <a:gd name="T43" fmla="*/ 17 h 69"/>
                <a:gd name="T44" fmla="*/ 13 w 55"/>
                <a:gd name="T45" fmla="*/ 11 h 69"/>
                <a:gd name="T46" fmla="*/ 17 w 55"/>
                <a:gd name="T47" fmla="*/ 5 h 69"/>
                <a:gd name="T48" fmla="*/ 22 w 55"/>
                <a:gd name="T49" fmla="*/ 0 h 69"/>
                <a:gd name="T50" fmla="*/ 22 w 55"/>
                <a:gd name="T51" fmla="*/ 0 h 69"/>
                <a:gd name="T52" fmla="*/ 24 w 55"/>
                <a:gd name="T53" fmla="*/ 5 h 69"/>
                <a:gd name="T54" fmla="*/ 25 w 55"/>
                <a:gd name="T55" fmla="*/ 8 h 69"/>
                <a:gd name="T56" fmla="*/ 29 w 55"/>
                <a:gd name="T57" fmla="*/ 13 h 69"/>
                <a:gd name="T58" fmla="*/ 33 w 55"/>
                <a:gd name="T59" fmla="*/ 16 h 69"/>
                <a:gd name="T60" fmla="*/ 39 w 55"/>
                <a:gd name="T61" fmla="*/ 20 h 69"/>
                <a:gd name="T62" fmla="*/ 47 w 55"/>
                <a:gd name="T63" fmla="*/ 22 h 69"/>
                <a:gd name="T64" fmla="*/ 55 w 55"/>
                <a:gd name="T65" fmla="*/ 21 h 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5"/>
                <a:gd name="T100" fmla="*/ 0 h 69"/>
                <a:gd name="T101" fmla="*/ 55 w 55"/>
                <a:gd name="T102" fmla="*/ 69 h 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5" h="69">
                  <a:moveTo>
                    <a:pt x="55" y="21"/>
                  </a:moveTo>
                  <a:lnTo>
                    <a:pt x="55" y="21"/>
                  </a:lnTo>
                  <a:lnTo>
                    <a:pt x="54" y="25"/>
                  </a:lnTo>
                  <a:lnTo>
                    <a:pt x="49" y="36"/>
                  </a:lnTo>
                  <a:lnTo>
                    <a:pt x="43" y="44"/>
                  </a:lnTo>
                  <a:lnTo>
                    <a:pt x="36" y="52"/>
                  </a:lnTo>
                  <a:lnTo>
                    <a:pt x="29" y="60"/>
                  </a:lnTo>
                  <a:lnTo>
                    <a:pt x="17" y="66"/>
                  </a:lnTo>
                  <a:lnTo>
                    <a:pt x="16" y="68"/>
                  </a:lnTo>
                  <a:lnTo>
                    <a:pt x="14" y="69"/>
                  </a:lnTo>
                  <a:lnTo>
                    <a:pt x="12" y="69"/>
                  </a:lnTo>
                  <a:lnTo>
                    <a:pt x="10" y="66"/>
                  </a:lnTo>
                  <a:lnTo>
                    <a:pt x="6" y="64"/>
                  </a:lnTo>
                  <a:lnTo>
                    <a:pt x="4" y="59"/>
                  </a:lnTo>
                  <a:lnTo>
                    <a:pt x="1" y="51"/>
                  </a:lnTo>
                  <a:lnTo>
                    <a:pt x="0" y="46"/>
                  </a:lnTo>
                  <a:lnTo>
                    <a:pt x="0" y="42"/>
                  </a:lnTo>
                  <a:lnTo>
                    <a:pt x="1" y="33"/>
                  </a:lnTo>
                  <a:lnTo>
                    <a:pt x="4" y="25"/>
                  </a:lnTo>
                  <a:lnTo>
                    <a:pt x="8" y="17"/>
                  </a:lnTo>
                  <a:lnTo>
                    <a:pt x="13" y="11"/>
                  </a:lnTo>
                  <a:lnTo>
                    <a:pt x="17" y="5"/>
                  </a:lnTo>
                  <a:lnTo>
                    <a:pt x="22" y="0"/>
                  </a:lnTo>
                  <a:lnTo>
                    <a:pt x="24" y="5"/>
                  </a:lnTo>
                  <a:lnTo>
                    <a:pt x="25" y="8"/>
                  </a:lnTo>
                  <a:lnTo>
                    <a:pt x="29" y="13"/>
                  </a:lnTo>
                  <a:lnTo>
                    <a:pt x="33" y="16"/>
                  </a:lnTo>
                  <a:lnTo>
                    <a:pt x="39" y="20"/>
                  </a:lnTo>
                  <a:lnTo>
                    <a:pt x="47" y="22"/>
                  </a:lnTo>
                  <a:lnTo>
                    <a:pt x="55" y="21"/>
                  </a:lnTo>
                  <a:close/>
                </a:path>
              </a:pathLst>
            </a:custGeom>
            <a:solidFill>
              <a:srgbClr val="D849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89" name="Freeform 70"/>
            <p:cNvSpPr>
              <a:spLocks/>
            </p:cNvSpPr>
            <p:nvPr/>
          </p:nvSpPr>
          <p:spPr bwMode="auto">
            <a:xfrm>
              <a:off x="1254" y="3550"/>
              <a:ext cx="55" cy="69"/>
            </a:xfrm>
            <a:custGeom>
              <a:avLst/>
              <a:gdLst>
                <a:gd name="T0" fmla="*/ 55 w 55"/>
                <a:gd name="T1" fmla="*/ 21 h 69"/>
                <a:gd name="T2" fmla="*/ 55 w 55"/>
                <a:gd name="T3" fmla="*/ 21 h 69"/>
                <a:gd name="T4" fmla="*/ 54 w 55"/>
                <a:gd name="T5" fmla="*/ 25 h 69"/>
                <a:gd name="T6" fmla="*/ 49 w 55"/>
                <a:gd name="T7" fmla="*/ 36 h 69"/>
                <a:gd name="T8" fmla="*/ 43 w 55"/>
                <a:gd name="T9" fmla="*/ 44 h 69"/>
                <a:gd name="T10" fmla="*/ 36 w 55"/>
                <a:gd name="T11" fmla="*/ 52 h 69"/>
                <a:gd name="T12" fmla="*/ 29 w 55"/>
                <a:gd name="T13" fmla="*/ 60 h 69"/>
                <a:gd name="T14" fmla="*/ 17 w 55"/>
                <a:gd name="T15" fmla="*/ 66 h 69"/>
                <a:gd name="T16" fmla="*/ 17 w 55"/>
                <a:gd name="T17" fmla="*/ 66 h 69"/>
                <a:gd name="T18" fmla="*/ 16 w 55"/>
                <a:gd name="T19" fmla="*/ 68 h 69"/>
                <a:gd name="T20" fmla="*/ 14 w 55"/>
                <a:gd name="T21" fmla="*/ 69 h 69"/>
                <a:gd name="T22" fmla="*/ 12 w 55"/>
                <a:gd name="T23" fmla="*/ 69 h 69"/>
                <a:gd name="T24" fmla="*/ 10 w 55"/>
                <a:gd name="T25" fmla="*/ 66 h 69"/>
                <a:gd name="T26" fmla="*/ 6 w 55"/>
                <a:gd name="T27" fmla="*/ 64 h 69"/>
                <a:gd name="T28" fmla="*/ 4 w 55"/>
                <a:gd name="T29" fmla="*/ 59 h 69"/>
                <a:gd name="T30" fmla="*/ 1 w 55"/>
                <a:gd name="T31" fmla="*/ 51 h 69"/>
                <a:gd name="T32" fmla="*/ 1 w 55"/>
                <a:gd name="T33" fmla="*/ 51 h 69"/>
                <a:gd name="T34" fmla="*/ 0 w 55"/>
                <a:gd name="T35" fmla="*/ 46 h 69"/>
                <a:gd name="T36" fmla="*/ 0 w 55"/>
                <a:gd name="T37" fmla="*/ 42 h 69"/>
                <a:gd name="T38" fmla="*/ 1 w 55"/>
                <a:gd name="T39" fmla="*/ 33 h 69"/>
                <a:gd name="T40" fmla="*/ 4 w 55"/>
                <a:gd name="T41" fmla="*/ 25 h 69"/>
                <a:gd name="T42" fmla="*/ 8 w 55"/>
                <a:gd name="T43" fmla="*/ 17 h 69"/>
                <a:gd name="T44" fmla="*/ 13 w 55"/>
                <a:gd name="T45" fmla="*/ 11 h 69"/>
                <a:gd name="T46" fmla="*/ 17 w 55"/>
                <a:gd name="T47" fmla="*/ 5 h 69"/>
                <a:gd name="T48" fmla="*/ 22 w 55"/>
                <a:gd name="T49" fmla="*/ 0 h 69"/>
                <a:gd name="T50" fmla="*/ 22 w 55"/>
                <a:gd name="T51" fmla="*/ 0 h 69"/>
                <a:gd name="T52" fmla="*/ 24 w 55"/>
                <a:gd name="T53" fmla="*/ 5 h 69"/>
                <a:gd name="T54" fmla="*/ 25 w 55"/>
                <a:gd name="T55" fmla="*/ 8 h 69"/>
                <a:gd name="T56" fmla="*/ 29 w 55"/>
                <a:gd name="T57" fmla="*/ 13 h 69"/>
                <a:gd name="T58" fmla="*/ 33 w 55"/>
                <a:gd name="T59" fmla="*/ 16 h 69"/>
                <a:gd name="T60" fmla="*/ 39 w 55"/>
                <a:gd name="T61" fmla="*/ 20 h 69"/>
                <a:gd name="T62" fmla="*/ 47 w 55"/>
                <a:gd name="T63" fmla="*/ 22 h 69"/>
                <a:gd name="T64" fmla="*/ 55 w 55"/>
                <a:gd name="T65" fmla="*/ 21 h 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5"/>
                <a:gd name="T100" fmla="*/ 0 h 69"/>
                <a:gd name="T101" fmla="*/ 55 w 55"/>
                <a:gd name="T102" fmla="*/ 69 h 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5" h="69">
                  <a:moveTo>
                    <a:pt x="55" y="21"/>
                  </a:moveTo>
                  <a:lnTo>
                    <a:pt x="55" y="21"/>
                  </a:lnTo>
                  <a:lnTo>
                    <a:pt x="54" y="25"/>
                  </a:lnTo>
                  <a:lnTo>
                    <a:pt x="49" y="36"/>
                  </a:lnTo>
                  <a:lnTo>
                    <a:pt x="43" y="44"/>
                  </a:lnTo>
                  <a:lnTo>
                    <a:pt x="36" y="52"/>
                  </a:lnTo>
                  <a:lnTo>
                    <a:pt x="29" y="60"/>
                  </a:lnTo>
                  <a:lnTo>
                    <a:pt x="17" y="66"/>
                  </a:lnTo>
                  <a:lnTo>
                    <a:pt x="16" y="68"/>
                  </a:lnTo>
                  <a:lnTo>
                    <a:pt x="14" y="69"/>
                  </a:lnTo>
                  <a:lnTo>
                    <a:pt x="12" y="69"/>
                  </a:lnTo>
                  <a:lnTo>
                    <a:pt x="10" y="66"/>
                  </a:lnTo>
                  <a:lnTo>
                    <a:pt x="6" y="64"/>
                  </a:lnTo>
                  <a:lnTo>
                    <a:pt x="4" y="59"/>
                  </a:lnTo>
                  <a:lnTo>
                    <a:pt x="1" y="51"/>
                  </a:lnTo>
                  <a:lnTo>
                    <a:pt x="0" y="46"/>
                  </a:lnTo>
                  <a:lnTo>
                    <a:pt x="0" y="42"/>
                  </a:lnTo>
                  <a:lnTo>
                    <a:pt x="1" y="33"/>
                  </a:lnTo>
                  <a:lnTo>
                    <a:pt x="4" y="25"/>
                  </a:lnTo>
                  <a:lnTo>
                    <a:pt x="8" y="17"/>
                  </a:lnTo>
                  <a:lnTo>
                    <a:pt x="13" y="11"/>
                  </a:lnTo>
                  <a:lnTo>
                    <a:pt x="17" y="5"/>
                  </a:lnTo>
                  <a:lnTo>
                    <a:pt x="22" y="0"/>
                  </a:lnTo>
                  <a:lnTo>
                    <a:pt x="24" y="5"/>
                  </a:lnTo>
                  <a:lnTo>
                    <a:pt x="25" y="8"/>
                  </a:lnTo>
                  <a:lnTo>
                    <a:pt x="29" y="13"/>
                  </a:lnTo>
                  <a:lnTo>
                    <a:pt x="33" y="16"/>
                  </a:lnTo>
                  <a:lnTo>
                    <a:pt x="39" y="20"/>
                  </a:lnTo>
                  <a:lnTo>
                    <a:pt x="47" y="22"/>
                  </a:lnTo>
                  <a:lnTo>
                    <a:pt x="55" y="2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90" name="Freeform 71"/>
            <p:cNvSpPr>
              <a:spLocks/>
            </p:cNvSpPr>
            <p:nvPr/>
          </p:nvSpPr>
          <p:spPr bwMode="auto">
            <a:xfrm>
              <a:off x="1210" y="3459"/>
              <a:ext cx="186" cy="140"/>
            </a:xfrm>
            <a:custGeom>
              <a:avLst/>
              <a:gdLst>
                <a:gd name="T0" fmla="*/ 33 w 186"/>
                <a:gd name="T1" fmla="*/ 42 h 140"/>
                <a:gd name="T2" fmla="*/ 33 w 186"/>
                <a:gd name="T3" fmla="*/ 42 h 140"/>
                <a:gd name="T4" fmla="*/ 27 w 186"/>
                <a:gd name="T5" fmla="*/ 67 h 140"/>
                <a:gd name="T6" fmla="*/ 19 w 186"/>
                <a:gd name="T7" fmla="*/ 91 h 140"/>
                <a:gd name="T8" fmla="*/ 10 w 186"/>
                <a:gd name="T9" fmla="*/ 116 h 140"/>
                <a:gd name="T10" fmla="*/ 0 w 186"/>
                <a:gd name="T11" fmla="*/ 140 h 140"/>
                <a:gd name="T12" fmla="*/ 0 w 186"/>
                <a:gd name="T13" fmla="*/ 140 h 140"/>
                <a:gd name="T14" fmla="*/ 17 w 186"/>
                <a:gd name="T15" fmla="*/ 134 h 140"/>
                <a:gd name="T16" fmla="*/ 32 w 186"/>
                <a:gd name="T17" fmla="*/ 127 h 140"/>
                <a:gd name="T18" fmla="*/ 59 w 186"/>
                <a:gd name="T19" fmla="*/ 115 h 140"/>
                <a:gd name="T20" fmla="*/ 59 w 186"/>
                <a:gd name="T21" fmla="*/ 115 h 140"/>
                <a:gd name="T22" fmla="*/ 73 w 186"/>
                <a:gd name="T23" fmla="*/ 109 h 140"/>
                <a:gd name="T24" fmla="*/ 83 w 186"/>
                <a:gd name="T25" fmla="*/ 106 h 140"/>
                <a:gd name="T26" fmla="*/ 91 w 186"/>
                <a:gd name="T27" fmla="*/ 105 h 140"/>
                <a:gd name="T28" fmla="*/ 96 w 186"/>
                <a:gd name="T29" fmla="*/ 104 h 140"/>
                <a:gd name="T30" fmla="*/ 99 w 186"/>
                <a:gd name="T31" fmla="*/ 105 h 140"/>
                <a:gd name="T32" fmla="*/ 103 w 186"/>
                <a:gd name="T33" fmla="*/ 106 h 140"/>
                <a:gd name="T34" fmla="*/ 104 w 186"/>
                <a:gd name="T35" fmla="*/ 107 h 140"/>
                <a:gd name="T36" fmla="*/ 104 w 186"/>
                <a:gd name="T37" fmla="*/ 107 h 140"/>
                <a:gd name="T38" fmla="*/ 107 w 186"/>
                <a:gd name="T39" fmla="*/ 95 h 140"/>
                <a:gd name="T40" fmla="*/ 111 w 186"/>
                <a:gd name="T41" fmla="*/ 84 h 140"/>
                <a:gd name="T42" fmla="*/ 115 w 186"/>
                <a:gd name="T43" fmla="*/ 72 h 140"/>
                <a:gd name="T44" fmla="*/ 121 w 186"/>
                <a:gd name="T45" fmla="*/ 62 h 140"/>
                <a:gd name="T46" fmla="*/ 127 w 186"/>
                <a:gd name="T47" fmla="*/ 52 h 140"/>
                <a:gd name="T48" fmla="*/ 134 w 186"/>
                <a:gd name="T49" fmla="*/ 43 h 140"/>
                <a:gd name="T50" fmla="*/ 149 w 186"/>
                <a:gd name="T51" fmla="*/ 29 h 140"/>
                <a:gd name="T52" fmla="*/ 162 w 186"/>
                <a:gd name="T53" fmla="*/ 17 h 140"/>
                <a:gd name="T54" fmla="*/ 174 w 186"/>
                <a:gd name="T55" fmla="*/ 8 h 140"/>
                <a:gd name="T56" fmla="*/ 186 w 186"/>
                <a:gd name="T57" fmla="*/ 0 h 140"/>
                <a:gd name="T58" fmla="*/ 186 w 186"/>
                <a:gd name="T59" fmla="*/ 0 h 140"/>
                <a:gd name="T60" fmla="*/ 175 w 186"/>
                <a:gd name="T61" fmla="*/ 0 h 140"/>
                <a:gd name="T62" fmla="*/ 165 w 186"/>
                <a:gd name="T63" fmla="*/ 1 h 140"/>
                <a:gd name="T64" fmla="*/ 155 w 186"/>
                <a:gd name="T65" fmla="*/ 3 h 140"/>
                <a:gd name="T66" fmla="*/ 145 w 186"/>
                <a:gd name="T67" fmla="*/ 5 h 140"/>
                <a:gd name="T68" fmla="*/ 125 w 186"/>
                <a:gd name="T69" fmla="*/ 12 h 140"/>
                <a:gd name="T70" fmla="*/ 105 w 186"/>
                <a:gd name="T71" fmla="*/ 20 h 140"/>
                <a:gd name="T72" fmla="*/ 86 w 186"/>
                <a:gd name="T73" fmla="*/ 28 h 140"/>
                <a:gd name="T74" fmla="*/ 67 w 186"/>
                <a:gd name="T75" fmla="*/ 36 h 140"/>
                <a:gd name="T76" fmla="*/ 49 w 186"/>
                <a:gd name="T77" fmla="*/ 40 h 140"/>
                <a:gd name="T78" fmla="*/ 41 w 186"/>
                <a:gd name="T79" fmla="*/ 41 h 140"/>
                <a:gd name="T80" fmla="*/ 33 w 186"/>
                <a:gd name="T81" fmla="*/ 42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6"/>
                <a:gd name="T124" fmla="*/ 0 h 140"/>
                <a:gd name="T125" fmla="*/ 186 w 186"/>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6" h="140">
                  <a:moveTo>
                    <a:pt x="33" y="42"/>
                  </a:moveTo>
                  <a:lnTo>
                    <a:pt x="33" y="42"/>
                  </a:lnTo>
                  <a:lnTo>
                    <a:pt x="27" y="67"/>
                  </a:lnTo>
                  <a:lnTo>
                    <a:pt x="19" y="91"/>
                  </a:lnTo>
                  <a:lnTo>
                    <a:pt x="10" y="116"/>
                  </a:lnTo>
                  <a:lnTo>
                    <a:pt x="0" y="140"/>
                  </a:lnTo>
                  <a:lnTo>
                    <a:pt x="17" y="134"/>
                  </a:lnTo>
                  <a:lnTo>
                    <a:pt x="32" y="127"/>
                  </a:lnTo>
                  <a:lnTo>
                    <a:pt x="59" y="115"/>
                  </a:lnTo>
                  <a:lnTo>
                    <a:pt x="73" y="109"/>
                  </a:lnTo>
                  <a:lnTo>
                    <a:pt x="83" y="106"/>
                  </a:lnTo>
                  <a:lnTo>
                    <a:pt x="91" y="105"/>
                  </a:lnTo>
                  <a:lnTo>
                    <a:pt x="96" y="104"/>
                  </a:lnTo>
                  <a:lnTo>
                    <a:pt x="99" y="105"/>
                  </a:lnTo>
                  <a:lnTo>
                    <a:pt x="103" y="106"/>
                  </a:lnTo>
                  <a:lnTo>
                    <a:pt x="104" y="107"/>
                  </a:lnTo>
                  <a:lnTo>
                    <a:pt x="107" y="95"/>
                  </a:lnTo>
                  <a:lnTo>
                    <a:pt x="111" y="84"/>
                  </a:lnTo>
                  <a:lnTo>
                    <a:pt x="115" y="72"/>
                  </a:lnTo>
                  <a:lnTo>
                    <a:pt x="121" y="62"/>
                  </a:lnTo>
                  <a:lnTo>
                    <a:pt x="127" y="52"/>
                  </a:lnTo>
                  <a:lnTo>
                    <a:pt x="134" y="43"/>
                  </a:lnTo>
                  <a:lnTo>
                    <a:pt x="149" y="29"/>
                  </a:lnTo>
                  <a:lnTo>
                    <a:pt x="162" y="17"/>
                  </a:lnTo>
                  <a:lnTo>
                    <a:pt x="174" y="8"/>
                  </a:lnTo>
                  <a:lnTo>
                    <a:pt x="186" y="0"/>
                  </a:lnTo>
                  <a:lnTo>
                    <a:pt x="175" y="0"/>
                  </a:lnTo>
                  <a:lnTo>
                    <a:pt x="165" y="1"/>
                  </a:lnTo>
                  <a:lnTo>
                    <a:pt x="155" y="3"/>
                  </a:lnTo>
                  <a:lnTo>
                    <a:pt x="145" y="5"/>
                  </a:lnTo>
                  <a:lnTo>
                    <a:pt x="125" y="12"/>
                  </a:lnTo>
                  <a:lnTo>
                    <a:pt x="105" y="20"/>
                  </a:lnTo>
                  <a:lnTo>
                    <a:pt x="86" y="28"/>
                  </a:lnTo>
                  <a:lnTo>
                    <a:pt x="67" y="36"/>
                  </a:lnTo>
                  <a:lnTo>
                    <a:pt x="49" y="40"/>
                  </a:lnTo>
                  <a:lnTo>
                    <a:pt x="41" y="41"/>
                  </a:lnTo>
                  <a:lnTo>
                    <a:pt x="33"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91" name="Freeform 72"/>
            <p:cNvSpPr>
              <a:spLocks/>
            </p:cNvSpPr>
            <p:nvPr/>
          </p:nvSpPr>
          <p:spPr bwMode="auto">
            <a:xfrm>
              <a:off x="1210" y="3459"/>
              <a:ext cx="186" cy="140"/>
            </a:xfrm>
            <a:custGeom>
              <a:avLst/>
              <a:gdLst>
                <a:gd name="T0" fmla="*/ 33 w 186"/>
                <a:gd name="T1" fmla="*/ 42 h 140"/>
                <a:gd name="T2" fmla="*/ 33 w 186"/>
                <a:gd name="T3" fmla="*/ 42 h 140"/>
                <a:gd name="T4" fmla="*/ 27 w 186"/>
                <a:gd name="T5" fmla="*/ 67 h 140"/>
                <a:gd name="T6" fmla="*/ 19 w 186"/>
                <a:gd name="T7" fmla="*/ 91 h 140"/>
                <a:gd name="T8" fmla="*/ 10 w 186"/>
                <a:gd name="T9" fmla="*/ 116 h 140"/>
                <a:gd name="T10" fmla="*/ 0 w 186"/>
                <a:gd name="T11" fmla="*/ 140 h 140"/>
                <a:gd name="T12" fmla="*/ 0 w 186"/>
                <a:gd name="T13" fmla="*/ 140 h 140"/>
                <a:gd name="T14" fmla="*/ 17 w 186"/>
                <a:gd name="T15" fmla="*/ 134 h 140"/>
                <a:gd name="T16" fmla="*/ 32 w 186"/>
                <a:gd name="T17" fmla="*/ 127 h 140"/>
                <a:gd name="T18" fmla="*/ 59 w 186"/>
                <a:gd name="T19" fmla="*/ 115 h 140"/>
                <a:gd name="T20" fmla="*/ 59 w 186"/>
                <a:gd name="T21" fmla="*/ 115 h 140"/>
                <a:gd name="T22" fmla="*/ 73 w 186"/>
                <a:gd name="T23" fmla="*/ 109 h 140"/>
                <a:gd name="T24" fmla="*/ 83 w 186"/>
                <a:gd name="T25" fmla="*/ 106 h 140"/>
                <a:gd name="T26" fmla="*/ 91 w 186"/>
                <a:gd name="T27" fmla="*/ 105 h 140"/>
                <a:gd name="T28" fmla="*/ 96 w 186"/>
                <a:gd name="T29" fmla="*/ 104 h 140"/>
                <a:gd name="T30" fmla="*/ 99 w 186"/>
                <a:gd name="T31" fmla="*/ 105 h 140"/>
                <a:gd name="T32" fmla="*/ 103 w 186"/>
                <a:gd name="T33" fmla="*/ 106 h 140"/>
                <a:gd name="T34" fmla="*/ 104 w 186"/>
                <a:gd name="T35" fmla="*/ 107 h 140"/>
                <a:gd name="T36" fmla="*/ 104 w 186"/>
                <a:gd name="T37" fmla="*/ 107 h 140"/>
                <a:gd name="T38" fmla="*/ 107 w 186"/>
                <a:gd name="T39" fmla="*/ 95 h 140"/>
                <a:gd name="T40" fmla="*/ 111 w 186"/>
                <a:gd name="T41" fmla="*/ 84 h 140"/>
                <a:gd name="T42" fmla="*/ 115 w 186"/>
                <a:gd name="T43" fmla="*/ 72 h 140"/>
                <a:gd name="T44" fmla="*/ 121 w 186"/>
                <a:gd name="T45" fmla="*/ 62 h 140"/>
                <a:gd name="T46" fmla="*/ 127 w 186"/>
                <a:gd name="T47" fmla="*/ 52 h 140"/>
                <a:gd name="T48" fmla="*/ 134 w 186"/>
                <a:gd name="T49" fmla="*/ 43 h 140"/>
                <a:gd name="T50" fmla="*/ 149 w 186"/>
                <a:gd name="T51" fmla="*/ 29 h 140"/>
                <a:gd name="T52" fmla="*/ 162 w 186"/>
                <a:gd name="T53" fmla="*/ 17 h 140"/>
                <a:gd name="T54" fmla="*/ 174 w 186"/>
                <a:gd name="T55" fmla="*/ 8 h 140"/>
                <a:gd name="T56" fmla="*/ 186 w 186"/>
                <a:gd name="T57" fmla="*/ 0 h 140"/>
                <a:gd name="T58" fmla="*/ 186 w 186"/>
                <a:gd name="T59" fmla="*/ 0 h 140"/>
                <a:gd name="T60" fmla="*/ 175 w 186"/>
                <a:gd name="T61" fmla="*/ 0 h 140"/>
                <a:gd name="T62" fmla="*/ 165 w 186"/>
                <a:gd name="T63" fmla="*/ 1 h 140"/>
                <a:gd name="T64" fmla="*/ 155 w 186"/>
                <a:gd name="T65" fmla="*/ 3 h 140"/>
                <a:gd name="T66" fmla="*/ 145 w 186"/>
                <a:gd name="T67" fmla="*/ 5 h 140"/>
                <a:gd name="T68" fmla="*/ 125 w 186"/>
                <a:gd name="T69" fmla="*/ 12 h 140"/>
                <a:gd name="T70" fmla="*/ 105 w 186"/>
                <a:gd name="T71" fmla="*/ 20 h 140"/>
                <a:gd name="T72" fmla="*/ 86 w 186"/>
                <a:gd name="T73" fmla="*/ 28 h 140"/>
                <a:gd name="T74" fmla="*/ 67 w 186"/>
                <a:gd name="T75" fmla="*/ 36 h 140"/>
                <a:gd name="T76" fmla="*/ 49 w 186"/>
                <a:gd name="T77" fmla="*/ 40 h 140"/>
                <a:gd name="T78" fmla="*/ 41 w 186"/>
                <a:gd name="T79" fmla="*/ 41 h 140"/>
                <a:gd name="T80" fmla="*/ 33 w 186"/>
                <a:gd name="T81" fmla="*/ 42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6"/>
                <a:gd name="T124" fmla="*/ 0 h 140"/>
                <a:gd name="T125" fmla="*/ 186 w 186"/>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6" h="140">
                  <a:moveTo>
                    <a:pt x="33" y="42"/>
                  </a:moveTo>
                  <a:lnTo>
                    <a:pt x="33" y="42"/>
                  </a:lnTo>
                  <a:lnTo>
                    <a:pt x="27" y="67"/>
                  </a:lnTo>
                  <a:lnTo>
                    <a:pt x="19" y="91"/>
                  </a:lnTo>
                  <a:lnTo>
                    <a:pt x="10" y="116"/>
                  </a:lnTo>
                  <a:lnTo>
                    <a:pt x="0" y="140"/>
                  </a:lnTo>
                  <a:lnTo>
                    <a:pt x="17" y="134"/>
                  </a:lnTo>
                  <a:lnTo>
                    <a:pt x="32" y="127"/>
                  </a:lnTo>
                  <a:lnTo>
                    <a:pt x="59" y="115"/>
                  </a:lnTo>
                  <a:lnTo>
                    <a:pt x="73" y="109"/>
                  </a:lnTo>
                  <a:lnTo>
                    <a:pt x="83" y="106"/>
                  </a:lnTo>
                  <a:lnTo>
                    <a:pt x="91" y="105"/>
                  </a:lnTo>
                  <a:lnTo>
                    <a:pt x="96" y="104"/>
                  </a:lnTo>
                  <a:lnTo>
                    <a:pt x="99" y="105"/>
                  </a:lnTo>
                  <a:lnTo>
                    <a:pt x="103" y="106"/>
                  </a:lnTo>
                  <a:lnTo>
                    <a:pt x="104" y="107"/>
                  </a:lnTo>
                  <a:lnTo>
                    <a:pt x="107" y="95"/>
                  </a:lnTo>
                  <a:lnTo>
                    <a:pt x="111" y="84"/>
                  </a:lnTo>
                  <a:lnTo>
                    <a:pt x="115" y="72"/>
                  </a:lnTo>
                  <a:lnTo>
                    <a:pt x="121" y="62"/>
                  </a:lnTo>
                  <a:lnTo>
                    <a:pt x="127" y="52"/>
                  </a:lnTo>
                  <a:lnTo>
                    <a:pt x="134" y="43"/>
                  </a:lnTo>
                  <a:lnTo>
                    <a:pt x="149" y="29"/>
                  </a:lnTo>
                  <a:lnTo>
                    <a:pt x="162" y="17"/>
                  </a:lnTo>
                  <a:lnTo>
                    <a:pt x="174" y="8"/>
                  </a:lnTo>
                  <a:lnTo>
                    <a:pt x="186" y="0"/>
                  </a:lnTo>
                  <a:lnTo>
                    <a:pt x="175" y="0"/>
                  </a:lnTo>
                  <a:lnTo>
                    <a:pt x="165" y="1"/>
                  </a:lnTo>
                  <a:lnTo>
                    <a:pt x="155" y="3"/>
                  </a:lnTo>
                  <a:lnTo>
                    <a:pt x="145" y="5"/>
                  </a:lnTo>
                  <a:lnTo>
                    <a:pt x="125" y="12"/>
                  </a:lnTo>
                  <a:lnTo>
                    <a:pt x="105" y="20"/>
                  </a:lnTo>
                  <a:lnTo>
                    <a:pt x="86" y="28"/>
                  </a:lnTo>
                  <a:lnTo>
                    <a:pt x="67" y="36"/>
                  </a:lnTo>
                  <a:lnTo>
                    <a:pt x="49" y="40"/>
                  </a:lnTo>
                  <a:lnTo>
                    <a:pt x="41" y="41"/>
                  </a:lnTo>
                  <a:lnTo>
                    <a:pt x="33" y="42"/>
                  </a:lnTo>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92" name="Freeform 73"/>
            <p:cNvSpPr>
              <a:spLocks/>
            </p:cNvSpPr>
            <p:nvPr/>
          </p:nvSpPr>
          <p:spPr bwMode="auto">
            <a:xfrm>
              <a:off x="1315" y="3515"/>
              <a:ext cx="28" cy="22"/>
            </a:xfrm>
            <a:custGeom>
              <a:avLst/>
              <a:gdLst>
                <a:gd name="T0" fmla="*/ 21 w 28"/>
                <a:gd name="T1" fmla="*/ 0 h 22"/>
                <a:gd name="T2" fmla="*/ 21 w 28"/>
                <a:gd name="T3" fmla="*/ 0 h 22"/>
                <a:gd name="T4" fmla="*/ 24 w 28"/>
                <a:gd name="T5" fmla="*/ 0 h 22"/>
                <a:gd name="T6" fmla="*/ 27 w 28"/>
                <a:gd name="T7" fmla="*/ 2 h 22"/>
                <a:gd name="T8" fmla="*/ 28 w 28"/>
                <a:gd name="T9" fmla="*/ 4 h 22"/>
                <a:gd name="T10" fmla="*/ 28 w 28"/>
                <a:gd name="T11" fmla="*/ 6 h 22"/>
                <a:gd name="T12" fmla="*/ 27 w 28"/>
                <a:gd name="T13" fmla="*/ 9 h 22"/>
                <a:gd name="T14" fmla="*/ 24 w 28"/>
                <a:gd name="T15" fmla="*/ 11 h 22"/>
                <a:gd name="T16" fmla="*/ 24 w 28"/>
                <a:gd name="T17" fmla="*/ 11 h 22"/>
                <a:gd name="T18" fmla="*/ 10 w 28"/>
                <a:gd name="T19" fmla="*/ 18 h 22"/>
                <a:gd name="T20" fmla="*/ 1 w 28"/>
                <a:gd name="T21" fmla="*/ 22 h 22"/>
                <a:gd name="T22" fmla="*/ 1 w 28"/>
                <a:gd name="T23" fmla="*/ 22 h 22"/>
                <a:gd name="T24" fmla="*/ 0 w 28"/>
                <a:gd name="T25" fmla="*/ 20 h 22"/>
                <a:gd name="T26" fmla="*/ 0 w 28"/>
                <a:gd name="T27" fmla="*/ 16 h 22"/>
                <a:gd name="T28" fmla="*/ 0 w 28"/>
                <a:gd name="T29" fmla="*/ 14 h 22"/>
                <a:gd name="T30" fmla="*/ 1 w 28"/>
                <a:gd name="T31" fmla="*/ 12 h 22"/>
                <a:gd name="T32" fmla="*/ 5 w 28"/>
                <a:gd name="T33" fmla="*/ 10 h 22"/>
                <a:gd name="T34" fmla="*/ 10 w 28"/>
                <a:gd name="T35" fmla="*/ 8 h 22"/>
                <a:gd name="T36" fmla="*/ 21 w 28"/>
                <a:gd name="T37" fmla="*/ 0 h 2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
                <a:gd name="T58" fmla="*/ 0 h 22"/>
                <a:gd name="T59" fmla="*/ 28 w 28"/>
                <a:gd name="T60" fmla="*/ 22 h 2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 h="22">
                  <a:moveTo>
                    <a:pt x="21" y="0"/>
                  </a:moveTo>
                  <a:lnTo>
                    <a:pt x="21" y="0"/>
                  </a:lnTo>
                  <a:lnTo>
                    <a:pt x="24" y="0"/>
                  </a:lnTo>
                  <a:lnTo>
                    <a:pt x="27" y="2"/>
                  </a:lnTo>
                  <a:lnTo>
                    <a:pt x="28" y="4"/>
                  </a:lnTo>
                  <a:lnTo>
                    <a:pt x="28" y="6"/>
                  </a:lnTo>
                  <a:lnTo>
                    <a:pt x="27" y="9"/>
                  </a:lnTo>
                  <a:lnTo>
                    <a:pt x="24" y="11"/>
                  </a:lnTo>
                  <a:lnTo>
                    <a:pt x="10" y="18"/>
                  </a:lnTo>
                  <a:lnTo>
                    <a:pt x="1" y="22"/>
                  </a:lnTo>
                  <a:lnTo>
                    <a:pt x="0" y="20"/>
                  </a:lnTo>
                  <a:lnTo>
                    <a:pt x="0" y="16"/>
                  </a:lnTo>
                  <a:lnTo>
                    <a:pt x="0" y="14"/>
                  </a:lnTo>
                  <a:lnTo>
                    <a:pt x="1" y="12"/>
                  </a:lnTo>
                  <a:lnTo>
                    <a:pt x="5" y="10"/>
                  </a:lnTo>
                  <a:lnTo>
                    <a:pt x="10" y="8"/>
                  </a:lnTo>
                  <a:lnTo>
                    <a:pt x="21" y="0"/>
                  </a:lnTo>
                  <a:close/>
                </a:path>
              </a:pathLst>
            </a:custGeom>
            <a:solidFill>
              <a:srgbClr val="E87A3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93" name="Freeform 74"/>
            <p:cNvSpPr>
              <a:spLocks/>
            </p:cNvSpPr>
            <p:nvPr/>
          </p:nvSpPr>
          <p:spPr bwMode="auto">
            <a:xfrm>
              <a:off x="1308" y="3523"/>
              <a:ext cx="34" cy="19"/>
            </a:xfrm>
            <a:custGeom>
              <a:avLst/>
              <a:gdLst>
                <a:gd name="T0" fmla="*/ 28 w 34"/>
                <a:gd name="T1" fmla="*/ 0 h 19"/>
                <a:gd name="T2" fmla="*/ 28 w 34"/>
                <a:gd name="T3" fmla="*/ 0 h 19"/>
                <a:gd name="T4" fmla="*/ 29 w 34"/>
                <a:gd name="T5" fmla="*/ 1 h 19"/>
                <a:gd name="T6" fmla="*/ 33 w 34"/>
                <a:gd name="T7" fmla="*/ 5 h 19"/>
                <a:gd name="T8" fmla="*/ 34 w 34"/>
                <a:gd name="T9" fmla="*/ 7 h 19"/>
                <a:gd name="T10" fmla="*/ 34 w 34"/>
                <a:gd name="T11" fmla="*/ 10 h 19"/>
                <a:gd name="T12" fmla="*/ 32 w 34"/>
                <a:gd name="T13" fmla="*/ 12 h 19"/>
                <a:gd name="T14" fmla="*/ 29 w 34"/>
                <a:gd name="T15" fmla="*/ 13 h 19"/>
                <a:gd name="T16" fmla="*/ 29 w 34"/>
                <a:gd name="T17" fmla="*/ 13 h 19"/>
                <a:gd name="T18" fmla="*/ 14 w 34"/>
                <a:gd name="T19" fmla="*/ 16 h 19"/>
                <a:gd name="T20" fmla="*/ 7 w 34"/>
                <a:gd name="T21" fmla="*/ 17 h 19"/>
                <a:gd name="T22" fmla="*/ 3 w 34"/>
                <a:gd name="T23" fmla="*/ 19 h 19"/>
                <a:gd name="T24" fmla="*/ 3 w 34"/>
                <a:gd name="T25" fmla="*/ 19 h 19"/>
                <a:gd name="T26" fmla="*/ 1 w 34"/>
                <a:gd name="T27" fmla="*/ 17 h 19"/>
                <a:gd name="T28" fmla="*/ 0 w 34"/>
                <a:gd name="T29" fmla="*/ 14 h 19"/>
                <a:gd name="T30" fmla="*/ 0 w 34"/>
                <a:gd name="T31" fmla="*/ 13 h 19"/>
                <a:gd name="T32" fmla="*/ 1 w 34"/>
                <a:gd name="T33" fmla="*/ 11 h 19"/>
                <a:gd name="T34" fmla="*/ 5 w 34"/>
                <a:gd name="T35" fmla="*/ 10 h 19"/>
                <a:gd name="T36" fmla="*/ 10 w 34"/>
                <a:gd name="T37" fmla="*/ 8 h 19"/>
                <a:gd name="T38" fmla="*/ 10 w 34"/>
                <a:gd name="T39" fmla="*/ 8 h 19"/>
                <a:gd name="T40" fmla="*/ 19 w 34"/>
                <a:gd name="T41" fmla="*/ 5 h 19"/>
                <a:gd name="T42" fmla="*/ 25 w 34"/>
                <a:gd name="T43" fmla="*/ 3 h 19"/>
                <a:gd name="T44" fmla="*/ 27 w 34"/>
                <a:gd name="T45" fmla="*/ 1 h 19"/>
                <a:gd name="T46" fmla="*/ 28 w 34"/>
                <a:gd name="T47" fmla="*/ 0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4"/>
                <a:gd name="T73" fmla="*/ 0 h 19"/>
                <a:gd name="T74" fmla="*/ 34 w 34"/>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4" h="19">
                  <a:moveTo>
                    <a:pt x="28" y="0"/>
                  </a:moveTo>
                  <a:lnTo>
                    <a:pt x="28" y="0"/>
                  </a:lnTo>
                  <a:lnTo>
                    <a:pt x="29" y="1"/>
                  </a:lnTo>
                  <a:lnTo>
                    <a:pt x="33" y="5"/>
                  </a:lnTo>
                  <a:lnTo>
                    <a:pt x="34" y="7"/>
                  </a:lnTo>
                  <a:lnTo>
                    <a:pt x="34" y="10"/>
                  </a:lnTo>
                  <a:lnTo>
                    <a:pt x="32" y="12"/>
                  </a:lnTo>
                  <a:lnTo>
                    <a:pt x="29" y="13"/>
                  </a:lnTo>
                  <a:lnTo>
                    <a:pt x="14" y="16"/>
                  </a:lnTo>
                  <a:lnTo>
                    <a:pt x="7" y="17"/>
                  </a:lnTo>
                  <a:lnTo>
                    <a:pt x="3" y="19"/>
                  </a:lnTo>
                  <a:lnTo>
                    <a:pt x="1" y="17"/>
                  </a:lnTo>
                  <a:lnTo>
                    <a:pt x="0" y="14"/>
                  </a:lnTo>
                  <a:lnTo>
                    <a:pt x="0" y="13"/>
                  </a:lnTo>
                  <a:lnTo>
                    <a:pt x="1" y="11"/>
                  </a:lnTo>
                  <a:lnTo>
                    <a:pt x="5" y="10"/>
                  </a:lnTo>
                  <a:lnTo>
                    <a:pt x="10" y="8"/>
                  </a:lnTo>
                  <a:lnTo>
                    <a:pt x="19" y="5"/>
                  </a:lnTo>
                  <a:lnTo>
                    <a:pt x="25" y="3"/>
                  </a:lnTo>
                  <a:lnTo>
                    <a:pt x="27" y="1"/>
                  </a:lnTo>
                  <a:lnTo>
                    <a:pt x="28" y="0"/>
                  </a:lnTo>
                  <a:close/>
                </a:path>
              </a:pathLst>
            </a:custGeom>
            <a:solidFill>
              <a:srgbClr val="E87A3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94" name="Freeform 75"/>
            <p:cNvSpPr>
              <a:spLocks/>
            </p:cNvSpPr>
            <p:nvPr/>
          </p:nvSpPr>
          <p:spPr bwMode="auto">
            <a:xfrm>
              <a:off x="1308" y="3523"/>
              <a:ext cx="34" cy="19"/>
            </a:xfrm>
            <a:custGeom>
              <a:avLst/>
              <a:gdLst>
                <a:gd name="T0" fmla="*/ 28 w 34"/>
                <a:gd name="T1" fmla="*/ 0 h 19"/>
                <a:gd name="T2" fmla="*/ 28 w 34"/>
                <a:gd name="T3" fmla="*/ 0 h 19"/>
                <a:gd name="T4" fmla="*/ 29 w 34"/>
                <a:gd name="T5" fmla="*/ 1 h 19"/>
                <a:gd name="T6" fmla="*/ 33 w 34"/>
                <a:gd name="T7" fmla="*/ 5 h 19"/>
                <a:gd name="T8" fmla="*/ 34 w 34"/>
                <a:gd name="T9" fmla="*/ 7 h 19"/>
                <a:gd name="T10" fmla="*/ 34 w 34"/>
                <a:gd name="T11" fmla="*/ 10 h 19"/>
                <a:gd name="T12" fmla="*/ 32 w 34"/>
                <a:gd name="T13" fmla="*/ 12 h 19"/>
                <a:gd name="T14" fmla="*/ 29 w 34"/>
                <a:gd name="T15" fmla="*/ 13 h 19"/>
                <a:gd name="T16" fmla="*/ 29 w 34"/>
                <a:gd name="T17" fmla="*/ 13 h 19"/>
                <a:gd name="T18" fmla="*/ 14 w 34"/>
                <a:gd name="T19" fmla="*/ 16 h 19"/>
                <a:gd name="T20" fmla="*/ 7 w 34"/>
                <a:gd name="T21" fmla="*/ 17 h 19"/>
                <a:gd name="T22" fmla="*/ 3 w 34"/>
                <a:gd name="T23" fmla="*/ 19 h 19"/>
                <a:gd name="T24" fmla="*/ 3 w 34"/>
                <a:gd name="T25" fmla="*/ 19 h 19"/>
                <a:gd name="T26" fmla="*/ 1 w 34"/>
                <a:gd name="T27" fmla="*/ 17 h 19"/>
                <a:gd name="T28" fmla="*/ 0 w 34"/>
                <a:gd name="T29" fmla="*/ 14 h 19"/>
                <a:gd name="T30" fmla="*/ 0 w 34"/>
                <a:gd name="T31" fmla="*/ 13 h 19"/>
                <a:gd name="T32" fmla="*/ 1 w 34"/>
                <a:gd name="T33" fmla="*/ 11 h 19"/>
                <a:gd name="T34" fmla="*/ 5 w 34"/>
                <a:gd name="T35" fmla="*/ 10 h 19"/>
                <a:gd name="T36" fmla="*/ 10 w 34"/>
                <a:gd name="T37" fmla="*/ 8 h 19"/>
                <a:gd name="T38" fmla="*/ 10 w 34"/>
                <a:gd name="T39" fmla="*/ 8 h 19"/>
                <a:gd name="T40" fmla="*/ 19 w 34"/>
                <a:gd name="T41" fmla="*/ 5 h 19"/>
                <a:gd name="T42" fmla="*/ 25 w 34"/>
                <a:gd name="T43" fmla="*/ 3 h 19"/>
                <a:gd name="T44" fmla="*/ 27 w 34"/>
                <a:gd name="T45" fmla="*/ 1 h 19"/>
                <a:gd name="T46" fmla="*/ 28 w 34"/>
                <a:gd name="T47" fmla="*/ 0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4"/>
                <a:gd name="T73" fmla="*/ 0 h 19"/>
                <a:gd name="T74" fmla="*/ 34 w 34"/>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4" h="19">
                  <a:moveTo>
                    <a:pt x="28" y="0"/>
                  </a:moveTo>
                  <a:lnTo>
                    <a:pt x="28" y="0"/>
                  </a:lnTo>
                  <a:lnTo>
                    <a:pt x="29" y="1"/>
                  </a:lnTo>
                  <a:lnTo>
                    <a:pt x="33" y="5"/>
                  </a:lnTo>
                  <a:lnTo>
                    <a:pt x="34" y="7"/>
                  </a:lnTo>
                  <a:lnTo>
                    <a:pt x="34" y="10"/>
                  </a:lnTo>
                  <a:lnTo>
                    <a:pt x="32" y="12"/>
                  </a:lnTo>
                  <a:lnTo>
                    <a:pt x="29" y="13"/>
                  </a:lnTo>
                  <a:lnTo>
                    <a:pt x="14" y="16"/>
                  </a:lnTo>
                  <a:lnTo>
                    <a:pt x="7" y="17"/>
                  </a:lnTo>
                  <a:lnTo>
                    <a:pt x="3" y="19"/>
                  </a:lnTo>
                  <a:lnTo>
                    <a:pt x="1" y="17"/>
                  </a:lnTo>
                  <a:lnTo>
                    <a:pt x="0" y="14"/>
                  </a:lnTo>
                  <a:lnTo>
                    <a:pt x="0" y="13"/>
                  </a:lnTo>
                  <a:lnTo>
                    <a:pt x="1" y="11"/>
                  </a:lnTo>
                  <a:lnTo>
                    <a:pt x="5" y="10"/>
                  </a:lnTo>
                  <a:lnTo>
                    <a:pt x="10" y="8"/>
                  </a:lnTo>
                  <a:lnTo>
                    <a:pt x="19" y="5"/>
                  </a:lnTo>
                  <a:lnTo>
                    <a:pt x="25" y="3"/>
                  </a:lnTo>
                  <a:lnTo>
                    <a:pt x="27" y="1"/>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95" name="Freeform 76"/>
            <p:cNvSpPr>
              <a:spLocks/>
            </p:cNvSpPr>
            <p:nvPr/>
          </p:nvSpPr>
          <p:spPr bwMode="auto">
            <a:xfrm>
              <a:off x="1309" y="3535"/>
              <a:ext cx="27" cy="13"/>
            </a:xfrm>
            <a:custGeom>
              <a:avLst/>
              <a:gdLst>
                <a:gd name="T0" fmla="*/ 26 w 27"/>
                <a:gd name="T1" fmla="*/ 0 h 13"/>
                <a:gd name="T2" fmla="*/ 26 w 27"/>
                <a:gd name="T3" fmla="*/ 0 h 13"/>
                <a:gd name="T4" fmla="*/ 27 w 27"/>
                <a:gd name="T5" fmla="*/ 4 h 13"/>
                <a:gd name="T6" fmla="*/ 26 w 27"/>
                <a:gd name="T7" fmla="*/ 8 h 13"/>
                <a:gd name="T8" fmla="*/ 24 w 27"/>
                <a:gd name="T9" fmla="*/ 9 h 13"/>
                <a:gd name="T10" fmla="*/ 22 w 27"/>
                <a:gd name="T11" fmla="*/ 10 h 13"/>
                <a:gd name="T12" fmla="*/ 22 w 27"/>
                <a:gd name="T13" fmla="*/ 10 h 13"/>
                <a:gd name="T14" fmla="*/ 12 w 27"/>
                <a:gd name="T15" fmla="*/ 11 h 13"/>
                <a:gd name="T16" fmla="*/ 4 w 27"/>
                <a:gd name="T17" fmla="*/ 13 h 13"/>
                <a:gd name="T18" fmla="*/ 4 w 27"/>
                <a:gd name="T19" fmla="*/ 13 h 13"/>
                <a:gd name="T20" fmla="*/ 3 w 27"/>
                <a:gd name="T21" fmla="*/ 12 h 13"/>
                <a:gd name="T22" fmla="*/ 0 w 27"/>
                <a:gd name="T23" fmla="*/ 11 h 13"/>
                <a:gd name="T24" fmla="*/ 0 w 27"/>
                <a:gd name="T25" fmla="*/ 10 h 13"/>
                <a:gd name="T26" fmla="*/ 2 w 27"/>
                <a:gd name="T27" fmla="*/ 9 h 13"/>
                <a:gd name="T28" fmla="*/ 3 w 27"/>
                <a:gd name="T29" fmla="*/ 7 h 13"/>
                <a:gd name="T30" fmla="*/ 6 w 27"/>
                <a:gd name="T31" fmla="*/ 5 h 13"/>
                <a:gd name="T32" fmla="*/ 6 w 27"/>
                <a:gd name="T33" fmla="*/ 5 h 13"/>
                <a:gd name="T34" fmla="*/ 13 w 27"/>
                <a:gd name="T35" fmla="*/ 2 h 13"/>
                <a:gd name="T36" fmla="*/ 19 w 27"/>
                <a:gd name="T37" fmla="*/ 1 h 13"/>
                <a:gd name="T38" fmla="*/ 26 w 27"/>
                <a:gd name="T39" fmla="*/ 0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13"/>
                <a:gd name="T62" fmla="*/ 27 w 27"/>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13">
                  <a:moveTo>
                    <a:pt x="26" y="0"/>
                  </a:moveTo>
                  <a:lnTo>
                    <a:pt x="26" y="0"/>
                  </a:lnTo>
                  <a:lnTo>
                    <a:pt x="27" y="4"/>
                  </a:lnTo>
                  <a:lnTo>
                    <a:pt x="26" y="8"/>
                  </a:lnTo>
                  <a:lnTo>
                    <a:pt x="24" y="9"/>
                  </a:lnTo>
                  <a:lnTo>
                    <a:pt x="22" y="10"/>
                  </a:lnTo>
                  <a:lnTo>
                    <a:pt x="12" y="11"/>
                  </a:lnTo>
                  <a:lnTo>
                    <a:pt x="4" y="13"/>
                  </a:lnTo>
                  <a:lnTo>
                    <a:pt x="3" y="12"/>
                  </a:lnTo>
                  <a:lnTo>
                    <a:pt x="0" y="11"/>
                  </a:lnTo>
                  <a:lnTo>
                    <a:pt x="0" y="10"/>
                  </a:lnTo>
                  <a:lnTo>
                    <a:pt x="2" y="9"/>
                  </a:lnTo>
                  <a:lnTo>
                    <a:pt x="3" y="7"/>
                  </a:lnTo>
                  <a:lnTo>
                    <a:pt x="6" y="5"/>
                  </a:lnTo>
                  <a:lnTo>
                    <a:pt x="13" y="2"/>
                  </a:lnTo>
                  <a:lnTo>
                    <a:pt x="19" y="1"/>
                  </a:lnTo>
                  <a:lnTo>
                    <a:pt x="26" y="0"/>
                  </a:lnTo>
                  <a:close/>
                </a:path>
              </a:pathLst>
            </a:custGeom>
            <a:solidFill>
              <a:srgbClr val="E87A3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96" name="Freeform 77"/>
            <p:cNvSpPr>
              <a:spLocks/>
            </p:cNvSpPr>
            <p:nvPr/>
          </p:nvSpPr>
          <p:spPr bwMode="auto">
            <a:xfrm>
              <a:off x="1309" y="3535"/>
              <a:ext cx="27" cy="13"/>
            </a:xfrm>
            <a:custGeom>
              <a:avLst/>
              <a:gdLst>
                <a:gd name="T0" fmla="*/ 26 w 27"/>
                <a:gd name="T1" fmla="*/ 0 h 13"/>
                <a:gd name="T2" fmla="*/ 26 w 27"/>
                <a:gd name="T3" fmla="*/ 0 h 13"/>
                <a:gd name="T4" fmla="*/ 27 w 27"/>
                <a:gd name="T5" fmla="*/ 4 h 13"/>
                <a:gd name="T6" fmla="*/ 26 w 27"/>
                <a:gd name="T7" fmla="*/ 8 h 13"/>
                <a:gd name="T8" fmla="*/ 24 w 27"/>
                <a:gd name="T9" fmla="*/ 9 h 13"/>
                <a:gd name="T10" fmla="*/ 22 w 27"/>
                <a:gd name="T11" fmla="*/ 10 h 13"/>
                <a:gd name="T12" fmla="*/ 22 w 27"/>
                <a:gd name="T13" fmla="*/ 10 h 13"/>
                <a:gd name="T14" fmla="*/ 12 w 27"/>
                <a:gd name="T15" fmla="*/ 11 h 13"/>
                <a:gd name="T16" fmla="*/ 4 w 27"/>
                <a:gd name="T17" fmla="*/ 13 h 13"/>
                <a:gd name="T18" fmla="*/ 4 w 27"/>
                <a:gd name="T19" fmla="*/ 13 h 13"/>
                <a:gd name="T20" fmla="*/ 3 w 27"/>
                <a:gd name="T21" fmla="*/ 12 h 13"/>
                <a:gd name="T22" fmla="*/ 0 w 27"/>
                <a:gd name="T23" fmla="*/ 11 h 13"/>
                <a:gd name="T24" fmla="*/ 0 w 27"/>
                <a:gd name="T25" fmla="*/ 10 h 13"/>
                <a:gd name="T26" fmla="*/ 2 w 27"/>
                <a:gd name="T27" fmla="*/ 9 h 13"/>
                <a:gd name="T28" fmla="*/ 3 w 27"/>
                <a:gd name="T29" fmla="*/ 7 h 13"/>
                <a:gd name="T30" fmla="*/ 6 w 27"/>
                <a:gd name="T31" fmla="*/ 5 h 13"/>
                <a:gd name="T32" fmla="*/ 6 w 27"/>
                <a:gd name="T33" fmla="*/ 5 h 13"/>
                <a:gd name="T34" fmla="*/ 13 w 27"/>
                <a:gd name="T35" fmla="*/ 2 h 13"/>
                <a:gd name="T36" fmla="*/ 19 w 27"/>
                <a:gd name="T37" fmla="*/ 1 h 13"/>
                <a:gd name="T38" fmla="*/ 26 w 27"/>
                <a:gd name="T39" fmla="*/ 0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13"/>
                <a:gd name="T62" fmla="*/ 27 w 27"/>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13">
                  <a:moveTo>
                    <a:pt x="26" y="0"/>
                  </a:moveTo>
                  <a:lnTo>
                    <a:pt x="26" y="0"/>
                  </a:lnTo>
                  <a:lnTo>
                    <a:pt x="27" y="4"/>
                  </a:lnTo>
                  <a:lnTo>
                    <a:pt x="26" y="8"/>
                  </a:lnTo>
                  <a:lnTo>
                    <a:pt x="24" y="9"/>
                  </a:lnTo>
                  <a:lnTo>
                    <a:pt x="22" y="10"/>
                  </a:lnTo>
                  <a:lnTo>
                    <a:pt x="12" y="11"/>
                  </a:lnTo>
                  <a:lnTo>
                    <a:pt x="4" y="13"/>
                  </a:lnTo>
                  <a:lnTo>
                    <a:pt x="3" y="12"/>
                  </a:lnTo>
                  <a:lnTo>
                    <a:pt x="0" y="11"/>
                  </a:lnTo>
                  <a:lnTo>
                    <a:pt x="0" y="10"/>
                  </a:lnTo>
                  <a:lnTo>
                    <a:pt x="2" y="9"/>
                  </a:lnTo>
                  <a:lnTo>
                    <a:pt x="3" y="7"/>
                  </a:lnTo>
                  <a:lnTo>
                    <a:pt x="6" y="5"/>
                  </a:lnTo>
                  <a:lnTo>
                    <a:pt x="13" y="2"/>
                  </a:lnTo>
                  <a:lnTo>
                    <a:pt x="19" y="1"/>
                  </a:lnTo>
                  <a:lnTo>
                    <a:pt x="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97" name="Freeform 78"/>
            <p:cNvSpPr>
              <a:spLocks/>
            </p:cNvSpPr>
            <p:nvPr/>
          </p:nvSpPr>
          <p:spPr bwMode="auto">
            <a:xfrm>
              <a:off x="1313" y="3542"/>
              <a:ext cx="18" cy="12"/>
            </a:xfrm>
            <a:custGeom>
              <a:avLst/>
              <a:gdLst>
                <a:gd name="T0" fmla="*/ 17 w 18"/>
                <a:gd name="T1" fmla="*/ 0 h 12"/>
                <a:gd name="T2" fmla="*/ 17 w 18"/>
                <a:gd name="T3" fmla="*/ 0 h 12"/>
                <a:gd name="T4" fmla="*/ 18 w 18"/>
                <a:gd name="T5" fmla="*/ 1 h 12"/>
                <a:gd name="T6" fmla="*/ 18 w 18"/>
                <a:gd name="T7" fmla="*/ 3 h 12"/>
                <a:gd name="T8" fmla="*/ 17 w 18"/>
                <a:gd name="T9" fmla="*/ 5 h 12"/>
                <a:gd name="T10" fmla="*/ 15 w 18"/>
                <a:gd name="T11" fmla="*/ 6 h 12"/>
                <a:gd name="T12" fmla="*/ 13 w 18"/>
                <a:gd name="T13" fmla="*/ 7 h 12"/>
                <a:gd name="T14" fmla="*/ 13 w 18"/>
                <a:gd name="T15" fmla="*/ 7 h 12"/>
                <a:gd name="T16" fmla="*/ 8 w 18"/>
                <a:gd name="T17" fmla="*/ 8 h 12"/>
                <a:gd name="T18" fmla="*/ 4 w 18"/>
                <a:gd name="T19" fmla="*/ 10 h 12"/>
                <a:gd name="T20" fmla="*/ 1 w 18"/>
                <a:gd name="T21" fmla="*/ 12 h 12"/>
                <a:gd name="T22" fmla="*/ 1 w 18"/>
                <a:gd name="T23" fmla="*/ 12 h 12"/>
                <a:gd name="T24" fmla="*/ 0 w 18"/>
                <a:gd name="T25" fmla="*/ 11 h 12"/>
                <a:gd name="T26" fmla="*/ 0 w 18"/>
                <a:gd name="T27" fmla="*/ 8 h 12"/>
                <a:gd name="T28" fmla="*/ 0 w 18"/>
                <a:gd name="T29" fmla="*/ 5 h 12"/>
                <a:gd name="T30" fmla="*/ 2 w 18"/>
                <a:gd name="T31" fmla="*/ 4 h 12"/>
                <a:gd name="T32" fmla="*/ 4 w 18"/>
                <a:gd name="T33" fmla="*/ 3 h 12"/>
                <a:gd name="T34" fmla="*/ 4 w 18"/>
                <a:gd name="T35" fmla="*/ 3 h 12"/>
                <a:gd name="T36" fmla="*/ 9 w 18"/>
                <a:gd name="T37" fmla="*/ 1 h 12"/>
                <a:gd name="T38" fmla="*/ 13 w 18"/>
                <a:gd name="T39" fmla="*/ 0 h 12"/>
                <a:gd name="T40" fmla="*/ 17 w 18"/>
                <a:gd name="T41" fmla="*/ 0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2"/>
                <a:gd name="T65" fmla="*/ 18 w 18"/>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2">
                  <a:moveTo>
                    <a:pt x="17" y="0"/>
                  </a:moveTo>
                  <a:lnTo>
                    <a:pt x="17" y="0"/>
                  </a:lnTo>
                  <a:lnTo>
                    <a:pt x="18" y="1"/>
                  </a:lnTo>
                  <a:lnTo>
                    <a:pt x="18" y="3"/>
                  </a:lnTo>
                  <a:lnTo>
                    <a:pt x="17" y="5"/>
                  </a:lnTo>
                  <a:lnTo>
                    <a:pt x="15" y="6"/>
                  </a:lnTo>
                  <a:lnTo>
                    <a:pt x="13" y="7"/>
                  </a:lnTo>
                  <a:lnTo>
                    <a:pt x="8" y="8"/>
                  </a:lnTo>
                  <a:lnTo>
                    <a:pt x="4" y="10"/>
                  </a:lnTo>
                  <a:lnTo>
                    <a:pt x="1" y="12"/>
                  </a:lnTo>
                  <a:lnTo>
                    <a:pt x="0" y="11"/>
                  </a:lnTo>
                  <a:lnTo>
                    <a:pt x="0" y="8"/>
                  </a:lnTo>
                  <a:lnTo>
                    <a:pt x="0" y="5"/>
                  </a:lnTo>
                  <a:lnTo>
                    <a:pt x="2" y="4"/>
                  </a:lnTo>
                  <a:lnTo>
                    <a:pt x="4" y="3"/>
                  </a:lnTo>
                  <a:lnTo>
                    <a:pt x="9" y="1"/>
                  </a:lnTo>
                  <a:lnTo>
                    <a:pt x="13" y="0"/>
                  </a:lnTo>
                  <a:lnTo>
                    <a:pt x="17" y="0"/>
                  </a:lnTo>
                  <a:close/>
                </a:path>
              </a:pathLst>
            </a:custGeom>
            <a:solidFill>
              <a:srgbClr val="E87A3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98" name="Freeform 79"/>
            <p:cNvSpPr>
              <a:spLocks/>
            </p:cNvSpPr>
            <p:nvPr/>
          </p:nvSpPr>
          <p:spPr bwMode="auto">
            <a:xfrm>
              <a:off x="1313" y="3542"/>
              <a:ext cx="18" cy="12"/>
            </a:xfrm>
            <a:custGeom>
              <a:avLst/>
              <a:gdLst>
                <a:gd name="T0" fmla="*/ 17 w 18"/>
                <a:gd name="T1" fmla="*/ 0 h 12"/>
                <a:gd name="T2" fmla="*/ 17 w 18"/>
                <a:gd name="T3" fmla="*/ 0 h 12"/>
                <a:gd name="T4" fmla="*/ 18 w 18"/>
                <a:gd name="T5" fmla="*/ 1 h 12"/>
                <a:gd name="T6" fmla="*/ 18 w 18"/>
                <a:gd name="T7" fmla="*/ 3 h 12"/>
                <a:gd name="T8" fmla="*/ 17 w 18"/>
                <a:gd name="T9" fmla="*/ 5 h 12"/>
                <a:gd name="T10" fmla="*/ 15 w 18"/>
                <a:gd name="T11" fmla="*/ 6 h 12"/>
                <a:gd name="T12" fmla="*/ 13 w 18"/>
                <a:gd name="T13" fmla="*/ 7 h 12"/>
                <a:gd name="T14" fmla="*/ 13 w 18"/>
                <a:gd name="T15" fmla="*/ 7 h 12"/>
                <a:gd name="T16" fmla="*/ 8 w 18"/>
                <a:gd name="T17" fmla="*/ 8 h 12"/>
                <a:gd name="T18" fmla="*/ 4 w 18"/>
                <a:gd name="T19" fmla="*/ 10 h 12"/>
                <a:gd name="T20" fmla="*/ 1 w 18"/>
                <a:gd name="T21" fmla="*/ 12 h 12"/>
                <a:gd name="T22" fmla="*/ 1 w 18"/>
                <a:gd name="T23" fmla="*/ 12 h 12"/>
                <a:gd name="T24" fmla="*/ 0 w 18"/>
                <a:gd name="T25" fmla="*/ 11 h 12"/>
                <a:gd name="T26" fmla="*/ 0 w 18"/>
                <a:gd name="T27" fmla="*/ 8 h 12"/>
                <a:gd name="T28" fmla="*/ 0 w 18"/>
                <a:gd name="T29" fmla="*/ 5 h 12"/>
                <a:gd name="T30" fmla="*/ 2 w 18"/>
                <a:gd name="T31" fmla="*/ 4 h 12"/>
                <a:gd name="T32" fmla="*/ 4 w 18"/>
                <a:gd name="T33" fmla="*/ 3 h 12"/>
                <a:gd name="T34" fmla="*/ 4 w 18"/>
                <a:gd name="T35" fmla="*/ 3 h 12"/>
                <a:gd name="T36" fmla="*/ 9 w 18"/>
                <a:gd name="T37" fmla="*/ 1 h 12"/>
                <a:gd name="T38" fmla="*/ 13 w 18"/>
                <a:gd name="T39" fmla="*/ 0 h 12"/>
                <a:gd name="T40" fmla="*/ 17 w 18"/>
                <a:gd name="T41" fmla="*/ 0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2"/>
                <a:gd name="T65" fmla="*/ 18 w 18"/>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2">
                  <a:moveTo>
                    <a:pt x="17" y="0"/>
                  </a:moveTo>
                  <a:lnTo>
                    <a:pt x="17" y="0"/>
                  </a:lnTo>
                  <a:lnTo>
                    <a:pt x="18" y="1"/>
                  </a:lnTo>
                  <a:lnTo>
                    <a:pt x="18" y="3"/>
                  </a:lnTo>
                  <a:lnTo>
                    <a:pt x="17" y="5"/>
                  </a:lnTo>
                  <a:lnTo>
                    <a:pt x="15" y="6"/>
                  </a:lnTo>
                  <a:lnTo>
                    <a:pt x="13" y="7"/>
                  </a:lnTo>
                  <a:lnTo>
                    <a:pt x="8" y="8"/>
                  </a:lnTo>
                  <a:lnTo>
                    <a:pt x="4" y="10"/>
                  </a:lnTo>
                  <a:lnTo>
                    <a:pt x="1" y="12"/>
                  </a:lnTo>
                  <a:lnTo>
                    <a:pt x="0" y="11"/>
                  </a:lnTo>
                  <a:lnTo>
                    <a:pt x="0" y="8"/>
                  </a:lnTo>
                  <a:lnTo>
                    <a:pt x="0" y="5"/>
                  </a:lnTo>
                  <a:lnTo>
                    <a:pt x="2" y="4"/>
                  </a:lnTo>
                  <a:lnTo>
                    <a:pt x="4" y="3"/>
                  </a:lnTo>
                  <a:lnTo>
                    <a:pt x="9" y="1"/>
                  </a:lnTo>
                  <a:lnTo>
                    <a:pt x="13" y="0"/>
                  </a:lnTo>
                  <a:lnTo>
                    <a:pt x="1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699" name="Freeform 80"/>
            <p:cNvSpPr>
              <a:spLocks/>
            </p:cNvSpPr>
            <p:nvPr/>
          </p:nvSpPr>
          <p:spPr bwMode="auto">
            <a:xfrm>
              <a:off x="1089" y="3642"/>
              <a:ext cx="161" cy="116"/>
            </a:xfrm>
            <a:custGeom>
              <a:avLst/>
              <a:gdLst>
                <a:gd name="T0" fmla="*/ 160 w 161"/>
                <a:gd name="T1" fmla="*/ 5 h 116"/>
                <a:gd name="T2" fmla="*/ 160 w 161"/>
                <a:gd name="T3" fmla="*/ 5 h 116"/>
                <a:gd name="T4" fmla="*/ 144 w 161"/>
                <a:gd name="T5" fmla="*/ 10 h 116"/>
                <a:gd name="T6" fmla="*/ 127 w 161"/>
                <a:gd name="T7" fmla="*/ 15 h 116"/>
                <a:gd name="T8" fmla="*/ 105 w 161"/>
                <a:gd name="T9" fmla="*/ 19 h 116"/>
                <a:gd name="T10" fmla="*/ 93 w 161"/>
                <a:gd name="T11" fmla="*/ 20 h 116"/>
                <a:gd name="T12" fmla="*/ 81 w 161"/>
                <a:gd name="T13" fmla="*/ 21 h 116"/>
                <a:gd name="T14" fmla="*/ 68 w 161"/>
                <a:gd name="T15" fmla="*/ 21 h 116"/>
                <a:gd name="T16" fmla="*/ 56 w 161"/>
                <a:gd name="T17" fmla="*/ 19 h 116"/>
                <a:gd name="T18" fmla="*/ 43 w 161"/>
                <a:gd name="T19" fmla="*/ 17 h 116"/>
                <a:gd name="T20" fmla="*/ 32 w 161"/>
                <a:gd name="T21" fmla="*/ 12 h 116"/>
                <a:gd name="T22" fmla="*/ 19 w 161"/>
                <a:gd name="T23" fmla="*/ 7 h 116"/>
                <a:gd name="T24" fmla="*/ 9 w 161"/>
                <a:gd name="T25" fmla="*/ 0 h 116"/>
                <a:gd name="T26" fmla="*/ 0 w 161"/>
                <a:gd name="T27" fmla="*/ 105 h 116"/>
                <a:gd name="T28" fmla="*/ 0 w 161"/>
                <a:gd name="T29" fmla="*/ 105 h 116"/>
                <a:gd name="T30" fmla="*/ 4 w 161"/>
                <a:gd name="T31" fmla="*/ 108 h 116"/>
                <a:gd name="T32" fmla="*/ 8 w 161"/>
                <a:gd name="T33" fmla="*/ 111 h 116"/>
                <a:gd name="T34" fmla="*/ 14 w 161"/>
                <a:gd name="T35" fmla="*/ 113 h 116"/>
                <a:gd name="T36" fmla="*/ 21 w 161"/>
                <a:gd name="T37" fmla="*/ 114 h 116"/>
                <a:gd name="T38" fmla="*/ 30 w 161"/>
                <a:gd name="T39" fmla="*/ 115 h 116"/>
                <a:gd name="T40" fmla="*/ 39 w 161"/>
                <a:gd name="T41" fmla="*/ 115 h 116"/>
                <a:gd name="T42" fmla="*/ 51 w 161"/>
                <a:gd name="T43" fmla="*/ 113 h 116"/>
                <a:gd name="T44" fmla="*/ 51 w 161"/>
                <a:gd name="T45" fmla="*/ 113 h 116"/>
                <a:gd name="T46" fmla="*/ 54 w 161"/>
                <a:gd name="T47" fmla="*/ 114 h 116"/>
                <a:gd name="T48" fmla="*/ 58 w 161"/>
                <a:gd name="T49" fmla="*/ 115 h 116"/>
                <a:gd name="T50" fmla="*/ 64 w 161"/>
                <a:gd name="T51" fmla="*/ 116 h 116"/>
                <a:gd name="T52" fmla="*/ 72 w 161"/>
                <a:gd name="T53" fmla="*/ 116 h 116"/>
                <a:gd name="T54" fmla="*/ 81 w 161"/>
                <a:gd name="T55" fmla="*/ 116 h 116"/>
                <a:gd name="T56" fmla="*/ 91 w 161"/>
                <a:gd name="T57" fmla="*/ 113 h 116"/>
                <a:gd name="T58" fmla="*/ 103 w 161"/>
                <a:gd name="T59" fmla="*/ 109 h 116"/>
                <a:gd name="T60" fmla="*/ 113 w 161"/>
                <a:gd name="T61" fmla="*/ 38 h 116"/>
                <a:gd name="T62" fmla="*/ 113 w 161"/>
                <a:gd name="T63" fmla="*/ 38 h 116"/>
                <a:gd name="T64" fmla="*/ 116 w 161"/>
                <a:gd name="T65" fmla="*/ 38 h 116"/>
                <a:gd name="T66" fmla="*/ 128 w 161"/>
                <a:gd name="T67" fmla="*/ 37 h 116"/>
                <a:gd name="T68" fmla="*/ 134 w 161"/>
                <a:gd name="T69" fmla="*/ 35 h 116"/>
                <a:gd name="T70" fmla="*/ 143 w 161"/>
                <a:gd name="T71" fmla="*/ 33 h 116"/>
                <a:gd name="T72" fmla="*/ 152 w 161"/>
                <a:gd name="T73" fmla="*/ 29 h 116"/>
                <a:gd name="T74" fmla="*/ 161 w 161"/>
                <a:gd name="T75" fmla="*/ 24 h 116"/>
                <a:gd name="T76" fmla="*/ 160 w 161"/>
                <a:gd name="T77" fmla="*/ 5 h 1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1"/>
                <a:gd name="T118" fmla="*/ 0 h 116"/>
                <a:gd name="T119" fmla="*/ 161 w 161"/>
                <a:gd name="T120" fmla="*/ 116 h 1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1" h="116">
                  <a:moveTo>
                    <a:pt x="160" y="5"/>
                  </a:moveTo>
                  <a:lnTo>
                    <a:pt x="160" y="5"/>
                  </a:lnTo>
                  <a:lnTo>
                    <a:pt x="144" y="10"/>
                  </a:lnTo>
                  <a:lnTo>
                    <a:pt x="127" y="15"/>
                  </a:lnTo>
                  <a:lnTo>
                    <a:pt x="105" y="19"/>
                  </a:lnTo>
                  <a:lnTo>
                    <a:pt x="93" y="20"/>
                  </a:lnTo>
                  <a:lnTo>
                    <a:pt x="81" y="21"/>
                  </a:lnTo>
                  <a:lnTo>
                    <a:pt x="68" y="21"/>
                  </a:lnTo>
                  <a:lnTo>
                    <a:pt x="56" y="19"/>
                  </a:lnTo>
                  <a:lnTo>
                    <a:pt x="43" y="17"/>
                  </a:lnTo>
                  <a:lnTo>
                    <a:pt x="32" y="12"/>
                  </a:lnTo>
                  <a:lnTo>
                    <a:pt x="19" y="7"/>
                  </a:lnTo>
                  <a:lnTo>
                    <a:pt x="9" y="0"/>
                  </a:lnTo>
                  <a:lnTo>
                    <a:pt x="0" y="105"/>
                  </a:lnTo>
                  <a:lnTo>
                    <a:pt x="4" y="108"/>
                  </a:lnTo>
                  <a:lnTo>
                    <a:pt x="8" y="111"/>
                  </a:lnTo>
                  <a:lnTo>
                    <a:pt x="14" y="113"/>
                  </a:lnTo>
                  <a:lnTo>
                    <a:pt x="21" y="114"/>
                  </a:lnTo>
                  <a:lnTo>
                    <a:pt x="30" y="115"/>
                  </a:lnTo>
                  <a:lnTo>
                    <a:pt x="39" y="115"/>
                  </a:lnTo>
                  <a:lnTo>
                    <a:pt x="51" y="113"/>
                  </a:lnTo>
                  <a:lnTo>
                    <a:pt x="54" y="114"/>
                  </a:lnTo>
                  <a:lnTo>
                    <a:pt x="58" y="115"/>
                  </a:lnTo>
                  <a:lnTo>
                    <a:pt x="64" y="116"/>
                  </a:lnTo>
                  <a:lnTo>
                    <a:pt x="72" y="116"/>
                  </a:lnTo>
                  <a:lnTo>
                    <a:pt x="81" y="116"/>
                  </a:lnTo>
                  <a:lnTo>
                    <a:pt x="91" y="113"/>
                  </a:lnTo>
                  <a:lnTo>
                    <a:pt x="103" y="109"/>
                  </a:lnTo>
                  <a:lnTo>
                    <a:pt x="113" y="38"/>
                  </a:lnTo>
                  <a:lnTo>
                    <a:pt x="116" y="38"/>
                  </a:lnTo>
                  <a:lnTo>
                    <a:pt x="128" y="37"/>
                  </a:lnTo>
                  <a:lnTo>
                    <a:pt x="134" y="35"/>
                  </a:lnTo>
                  <a:lnTo>
                    <a:pt x="143" y="33"/>
                  </a:lnTo>
                  <a:lnTo>
                    <a:pt x="152" y="29"/>
                  </a:lnTo>
                  <a:lnTo>
                    <a:pt x="161" y="24"/>
                  </a:lnTo>
                  <a:lnTo>
                    <a:pt x="160" y="5"/>
                  </a:lnTo>
                  <a:close/>
                </a:path>
              </a:pathLst>
            </a:custGeom>
            <a:solidFill>
              <a:srgbClr val="9F653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00" name="Freeform 81"/>
            <p:cNvSpPr>
              <a:spLocks/>
            </p:cNvSpPr>
            <p:nvPr/>
          </p:nvSpPr>
          <p:spPr bwMode="auto">
            <a:xfrm>
              <a:off x="1086" y="3670"/>
              <a:ext cx="14" cy="57"/>
            </a:xfrm>
            <a:custGeom>
              <a:avLst/>
              <a:gdLst>
                <a:gd name="T0" fmla="*/ 14 w 14"/>
                <a:gd name="T1" fmla="*/ 0 h 57"/>
                <a:gd name="T2" fmla="*/ 8 w 14"/>
                <a:gd name="T3" fmla="*/ 57 h 57"/>
                <a:gd name="T4" fmla="*/ 8 w 14"/>
                <a:gd name="T5" fmla="*/ 57 h 57"/>
                <a:gd name="T6" fmla="*/ 7 w 14"/>
                <a:gd name="T7" fmla="*/ 56 h 57"/>
                <a:gd name="T8" fmla="*/ 3 w 14"/>
                <a:gd name="T9" fmla="*/ 55 h 57"/>
                <a:gd name="T10" fmla="*/ 1 w 14"/>
                <a:gd name="T11" fmla="*/ 52 h 57"/>
                <a:gd name="T12" fmla="*/ 0 w 14"/>
                <a:gd name="T13" fmla="*/ 49 h 57"/>
                <a:gd name="T14" fmla="*/ 0 w 14"/>
                <a:gd name="T15" fmla="*/ 46 h 57"/>
                <a:gd name="T16" fmla="*/ 0 w 14"/>
                <a:gd name="T17" fmla="*/ 46 h 57"/>
                <a:gd name="T18" fmla="*/ 4 w 14"/>
                <a:gd name="T19" fmla="*/ 0 h 57"/>
                <a:gd name="T20" fmla="*/ 14 w 14"/>
                <a:gd name="T21" fmla="*/ 0 h 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57"/>
                <a:gd name="T35" fmla="*/ 14 w 14"/>
                <a:gd name="T36" fmla="*/ 57 h 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57">
                  <a:moveTo>
                    <a:pt x="14" y="0"/>
                  </a:moveTo>
                  <a:lnTo>
                    <a:pt x="8" y="57"/>
                  </a:lnTo>
                  <a:lnTo>
                    <a:pt x="7" y="56"/>
                  </a:lnTo>
                  <a:lnTo>
                    <a:pt x="3" y="55"/>
                  </a:lnTo>
                  <a:lnTo>
                    <a:pt x="1" y="52"/>
                  </a:lnTo>
                  <a:lnTo>
                    <a:pt x="0" y="49"/>
                  </a:lnTo>
                  <a:lnTo>
                    <a:pt x="0" y="46"/>
                  </a:lnTo>
                  <a:lnTo>
                    <a:pt x="4" y="0"/>
                  </a:lnTo>
                  <a:lnTo>
                    <a:pt x="14" y="0"/>
                  </a:lnTo>
                  <a:close/>
                </a:path>
              </a:pathLst>
            </a:custGeom>
            <a:solidFill>
              <a:srgbClr val="AC7B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01" name="Freeform 82"/>
            <p:cNvSpPr>
              <a:spLocks/>
            </p:cNvSpPr>
            <p:nvPr/>
          </p:nvSpPr>
          <p:spPr bwMode="auto">
            <a:xfrm>
              <a:off x="1119" y="3639"/>
              <a:ext cx="28" cy="62"/>
            </a:xfrm>
            <a:custGeom>
              <a:avLst/>
              <a:gdLst>
                <a:gd name="T0" fmla="*/ 5 w 28"/>
                <a:gd name="T1" fmla="*/ 62 h 62"/>
                <a:gd name="T2" fmla="*/ 5 w 28"/>
                <a:gd name="T3" fmla="*/ 62 h 62"/>
                <a:gd name="T4" fmla="*/ 10 w 28"/>
                <a:gd name="T5" fmla="*/ 54 h 62"/>
                <a:gd name="T6" fmla="*/ 15 w 28"/>
                <a:gd name="T7" fmla="*/ 43 h 62"/>
                <a:gd name="T8" fmla="*/ 19 w 28"/>
                <a:gd name="T9" fmla="*/ 31 h 62"/>
                <a:gd name="T10" fmla="*/ 19 w 28"/>
                <a:gd name="T11" fmla="*/ 31 h 62"/>
                <a:gd name="T12" fmla="*/ 23 w 28"/>
                <a:gd name="T13" fmla="*/ 19 h 62"/>
                <a:gd name="T14" fmla="*/ 25 w 28"/>
                <a:gd name="T15" fmla="*/ 10 h 62"/>
                <a:gd name="T16" fmla="*/ 28 w 28"/>
                <a:gd name="T17" fmla="*/ 2 h 62"/>
                <a:gd name="T18" fmla="*/ 28 w 28"/>
                <a:gd name="T19" fmla="*/ 2 h 62"/>
                <a:gd name="T20" fmla="*/ 28 w 28"/>
                <a:gd name="T21" fmla="*/ 1 h 62"/>
                <a:gd name="T22" fmla="*/ 27 w 28"/>
                <a:gd name="T23" fmla="*/ 0 h 62"/>
                <a:gd name="T24" fmla="*/ 26 w 28"/>
                <a:gd name="T25" fmla="*/ 0 h 62"/>
                <a:gd name="T26" fmla="*/ 25 w 28"/>
                <a:gd name="T27" fmla="*/ 0 h 62"/>
                <a:gd name="T28" fmla="*/ 22 w 28"/>
                <a:gd name="T29" fmla="*/ 4 h 62"/>
                <a:gd name="T30" fmla="*/ 22 w 28"/>
                <a:gd name="T31" fmla="*/ 4 h 62"/>
                <a:gd name="T32" fmla="*/ 21 w 28"/>
                <a:gd name="T33" fmla="*/ 9 h 62"/>
                <a:gd name="T34" fmla="*/ 18 w 28"/>
                <a:gd name="T35" fmla="*/ 14 h 62"/>
                <a:gd name="T36" fmla="*/ 14 w 28"/>
                <a:gd name="T37" fmla="*/ 29 h 62"/>
                <a:gd name="T38" fmla="*/ 8 w 28"/>
                <a:gd name="T39" fmla="*/ 43 h 62"/>
                <a:gd name="T40" fmla="*/ 5 w 28"/>
                <a:gd name="T41" fmla="*/ 50 h 62"/>
                <a:gd name="T42" fmla="*/ 0 w 28"/>
                <a:gd name="T43" fmla="*/ 55 h 62"/>
                <a:gd name="T44" fmla="*/ 5 w 28"/>
                <a:gd name="T45" fmla="*/ 62 h 6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8"/>
                <a:gd name="T70" fmla="*/ 0 h 62"/>
                <a:gd name="T71" fmla="*/ 28 w 28"/>
                <a:gd name="T72" fmla="*/ 62 h 6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8" h="62">
                  <a:moveTo>
                    <a:pt x="5" y="62"/>
                  </a:moveTo>
                  <a:lnTo>
                    <a:pt x="5" y="62"/>
                  </a:lnTo>
                  <a:lnTo>
                    <a:pt x="10" y="54"/>
                  </a:lnTo>
                  <a:lnTo>
                    <a:pt x="15" y="43"/>
                  </a:lnTo>
                  <a:lnTo>
                    <a:pt x="19" y="31"/>
                  </a:lnTo>
                  <a:lnTo>
                    <a:pt x="23" y="19"/>
                  </a:lnTo>
                  <a:lnTo>
                    <a:pt x="25" y="10"/>
                  </a:lnTo>
                  <a:lnTo>
                    <a:pt x="28" y="2"/>
                  </a:lnTo>
                  <a:lnTo>
                    <a:pt x="28" y="1"/>
                  </a:lnTo>
                  <a:lnTo>
                    <a:pt x="27" y="0"/>
                  </a:lnTo>
                  <a:lnTo>
                    <a:pt x="26" y="0"/>
                  </a:lnTo>
                  <a:lnTo>
                    <a:pt x="25" y="0"/>
                  </a:lnTo>
                  <a:lnTo>
                    <a:pt x="22" y="4"/>
                  </a:lnTo>
                  <a:lnTo>
                    <a:pt x="21" y="9"/>
                  </a:lnTo>
                  <a:lnTo>
                    <a:pt x="18" y="14"/>
                  </a:lnTo>
                  <a:lnTo>
                    <a:pt x="14" y="29"/>
                  </a:lnTo>
                  <a:lnTo>
                    <a:pt x="8" y="43"/>
                  </a:lnTo>
                  <a:lnTo>
                    <a:pt x="5" y="50"/>
                  </a:lnTo>
                  <a:lnTo>
                    <a:pt x="0" y="55"/>
                  </a:lnTo>
                  <a:lnTo>
                    <a:pt x="5" y="62"/>
                  </a:lnTo>
                  <a:close/>
                </a:path>
              </a:pathLst>
            </a:custGeom>
            <a:solidFill>
              <a:srgbClr val="F1911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02" name="Freeform 83"/>
            <p:cNvSpPr>
              <a:spLocks/>
            </p:cNvSpPr>
            <p:nvPr/>
          </p:nvSpPr>
          <p:spPr bwMode="auto">
            <a:xfrm>
              <a:off x="1113" y="3635"/>
              <a:ext cx="10" cy="64"/>
            </a:xfrm>
            <a:custGeom>
              <a:avLst/>
              <a:gdLst>
                <a:gd name="T0" fmla="*/ 3 w 10"/>
                <a:gd name="T1" fmla="*/ 64 h 64"/>
                <a:gd name="T2" fmla="*/ 3 w 10"/>
                <a:gd name="T3" fmla="*/ 64 h 64"/>
                <a:gd name="T4" fmla="*/ 1 w 10"/>
                <a:gd name="T5" fmla="*/ 54 h 64"/>
                <a:gd name="T6" fmla="*/ 0 w 10"/>
                <a:gd name="T7" fmla="*/ 44 h 64"/>
                <a:gd name="T8" fmla="*/ 1 w 10"/>
                <a:gd name="T9" fmla="*/ 32 h 64"/>
                <a:gd name="T10" fmla="*/ 1 w 10"/>
                <a:gd name="T11" fmla="*/ 32 h 64"/>
                <a:gd name="T12" fmla="*/ 2 w 10"/>
                <a:gd name="T13" fmla="*/ 21 h 64"/>
                <a:gd name="T14" fmla="*/ 2 w 10"/>
                <a:gd name="T15" fmla="*/ 11 h 64"/>
                <a:gd name="T16" fmla="*/ 2 w 10"/>
                <a:gd name="T17" fmla="*/ 4 h 64"/>
                <a:gd name="T18" fmla="*/ 2 w 10"/>
                <a:gd name="T19" fmla="*/ 4 h 64"/>
                <a:gd name="T20" fmla="*/ 2 w 10"/>
                <a:gd name="T21" fmla="*/ 3 h 64"/>
                <a:gd name="T22" fmla="*/ 3 w 10"/>
                <a:gd name="T23" fmla="*/ 2 h 64"/>
                <a:gd name="T24" fmla="*/ 4 w 10"/>
                <a:gd name="T25" fmla="*/ 0 h 64"/>
                <a:gd name="T26" fmla="*/ 5 w 10"/>
                <a:gd name="T27" fmla="*/ 2 h 64"/>
                <a:gd name="T28" fmla="*/ 8 w 10"/>
                <a:gd name="T29" fmla="*/ 5 h 64"/>
                <a:gd name="T30" fmla="*/ 8 w 10"/>
                <a:gd name="T31" fmla="*/ 5 h 64"/>
                <a:gd name="T32" fmla="*/ 8 w 10"/>
                <a:gd name="T33" fmla="*/ 9 h 64"/>
                <a:gd name="T34" fmla="*/ 8 w 10"/>
                <a:gd name="T35" fmla="*/ 16 h 64"/>
                <a:gd name="T36" fmla="*/ 6 w 10"/>
                <a:gd name="T37" fmla="*/ 31 h 64"/>
                <a:gd name="T38" fmla="*/ 6 w 10"/>
                <a:gd name="T39" fmla="*/ 37 h 64"/>
                <a:gd name="T40" fmla="*/ 6 w 10"/>
                <a:gd name="T41" fmla="*/ 45 h 64"/>
                <a:gd name="T42" fmla="*/ 8 w 10"/>
                <a:gd name="T43" fmla="*/ 52 h 64"/>
                <a:gd name="T44" fmla="*/ 10 w 10"/>
                <a:gd name="T45" fmla="*/ 58 h 64"/>
                <a:gd name="T46" fmla="*/ 3 w 10"/>
                <a:gd name="T47" fmla="*/ 64 h 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
                <a:gd name="T73" fmla="*/ 0 h 64"/>
                <a:gd name="T74" fmla="*/ 10 w 10"/>
                <a:gd name="T75" fmla="*/ 64 h 6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 h="64">
                  <a:moveTo>
                    <a:pt x="3" y="64"/>
                  </a:moveTo>
                  <a:lnTo>
                    <a:pt x="3" y="64"/>
                  </a:lnTo>
                  <a:lnTo>
                    <a:pt x="1" y="54"/>
                  </a:lnTo>
                  <a:lnTo>
                    <a:pt x="0" y="44"/>
                  </a:lnTo>
                  <a:lnTo>
                    <a:pt x="1" y="32"/>
                  </a:lnTo>
                  <a:lnTo>
                    <a:pt x="2" y="21"/>
                  </a:lnTo>
                  <a:lnTo>
                    <a:pt x="2" y="11"/>
                  </a:lnTo>
                  <a:lnTo>
                    <a:pt x="2" y="4"/>
                  </a:lnTo>
                  <a:lnTo>
                    <a:pt x="2" y="3"/>
                  </a:lnTo>
                  <a:lnTo>
                    <a:pt x="3" y="2"/>
                  </a:lnTo>
                  <a:lnTo>
                    <a:pt x="4" y="0"/>
                  </a:lnTo>
                  <a:lnTo>
                    <a:pt x="5" y="2"/>
                  </a:lnTo>
                  <a:lnTo>
                    <a:pt x="8" y="5"/>
                  </a:lnTo>
                  <a:lnTo>
                    <a:pt x="8" y="9"/>
                  </a:lnTo>
                  <a:lnTo>
                    <a:pt x="8" y="16"/>
                  </a:lnTo>
                  <a:lnTo>
                    <a:pt x="6" y="31"/>
                  </a:lnTo>
                  <a:lnTo>
                    <a:pt x="6" y="37"/>
                  </a:lnTo>
                  <a:lnTo>
                    <a:pt x="6" y="45"/>
                  </a:lnTo>
                  <a:lnTo>
                    <a:pt x="8" y="52"/>
                  </a:lnTo>
                  <a:lnTo>
                    <a:pt x="10" y="58"/>
                  </a:lnTo>
                  <a:lnTo>
                    <a:pt x="3" y="64"/>
                  </a:lnTo>
                  <a:close/>
                </a:path>
              </a:pathLst>
            </a:custGeom>
            <a:solidFill>
              <a:srgbClr val="F1911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03" name="Freeform 84"/>
            <p:cNvSpPr>
              <a:spLocks/>
            </p:cNvSpPr>
            <p:nvPr/>
          </p:nvSpPr>
          <p:spPr bwMode="auto">
            <a:xfrm>
              <a:off x="1104" y="3678"/>
              <a:ext cx="32" cy="60"/>
            </a:xfrm>
            <a:custGeom>
              <a:avLst/>
              <a:gdLst>
                <a:gd name="T0" fmla="*/ 32 w 32"/>
                <a:gd name="T1" fmla="*/ 9 h 60"/>
                <a:gd name="T2" fmla="*/ 22 w 32"/>
                <a:gd name="T3" fmla="*/ 59 h 60"/>
                <a:gd name="T4" fmla="*/ 22 w 32"/>
                <a:gd name="T5" fmla="*/ 59 h 60"/>
                <a:gd name="T6" fmla="*/ 20 w 32"/>
                <a:gd name="T7" fmla="*/ 60 h 60"/>
                <a:gd name="T8" fmla="*/ 14 w 32"/>
                <a:gd name="T9" fmla="*/ 60 h 60"/>
                <a:gd name="T10" fmla="*/ 11 w 32"/>
                <a:gd name="T11" fmla="*/ 60 h 60"/>
                <a:gd name="T12" fmla="*/ 8 w 32"/>
                <a:gd name="T13" fmla="*/ 59 h 60"/>
                <a:gd name="T14" fmla="*/ 3 w 32"/>
                <a:gd name="T15" fmla="*/ 57 h 60"/>
                <a:gd name="T16" fmla="*/ 0 w 32"/>
                <a:gd name="T17" fmla="*/ 54 h 60"/>
                <a:gd name="T18" fmla="*/ 6 w 32"/>
                <a:gd name="T19" fmla="*/ 0 h 60"/>
                <a:gd name="T20" fmla="*/ 6 w 32"/>
                <a:gd name="T21" fmla="*/ 0 h 60"/>
                <a:gd name="T22" fmla="*/ 9 w 32"/>
                <a:gd name="T23" fmla="*/ 1 h 60"/>
                <a:gd name="T24" fmla="*/ 15 w 32"/>
                <a:gd name="T25" fmla="*/ 6 h 60"/>
                <a:gd name="T26" fmla="*/ 23 w 32"/>
                <a:gd name="T27" fmla="*/ 8 h 60"/>
                <a:gd name="T28" fmla="*/ 28 w 32"/>
                <a:gd name="T29" fmla="*/ 9 h 60"/>
                <a:gd name="T30" fmla="*/ 32 w 32"/>
                <a:gd name="T31" fmla="*/ 9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60"/>
                <a:gd name="T50" fmla="*/ 32 w 32"/>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60">
                  <a:moveTo>
                    <a:pt x="32" y="9"/>
                  </a:moveTo>
                  <a:lnTo>
                    <a:pt x="22" y="59"/>
                  </a:lnTo>
                  <a:lnTo>
                    <a:pt x="20" y="60"/>
                  </a:lnTo>
                  <a:lnTo>
                    <a:pt x="14" y="60"/>
                  </a:lnTo>
                  <a:lnTo>
                    <a:pt x="11" y="60"/>
                  </a:lnTo>
                  <a:lnTo>
                    <a:pt x="8" y="59"/>
                  </a:lnTo>
                  <a:lnTo>
                    <a:pt x="3" y="57"/>
                  </a:lnTo>
                  <a:lnTo>
                    <a:pt x="0" y="54"/>
                  </a:lnTo>
                  <a:lnTo>
                    <a:pt x="6" y="0"/>
                  </a:lnTo>
                  <a:lnTo>
                    <a:pt x="9" y="1"/>
                  </a:lnTo>
                  <a:lnTo>
                    <a:pt x="15" y="6"/>
                  </a:lnTo>
                  <a:lnTo>
                    <a:pt x="23" y="8"/>
                  </a:lnTo>
                  <a:lnTo>
                    <a:pt x="28" y="9"/>
                  </a:lnTo>
                  <a:lnTo>
                    <a:pt x="32" y="9"/>
                  </a:lnTo>
                  <a:close/>
                </a:path>
              </a:pathLst>
            </a:custGeom>
            <a:solidFill>
              <a:srgbClr val="AC7B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04" name="Freeform 85"/>
            <p:cNvSpPr>
              <a:spLocks/>
            </p:cNvSpPr>
            <p:nvPr/>
          </p:nvSpPr>
          <p:spPr bwMode="auto">
            <a:xfrm>
              <a:off x="1104" y="3678"/>
              <a:ext cx="32" cy="60"/>
            </a:xfrm>
            <a:custGeom>
              <a:avLst/>
              <a:gdLst>
                <a:gd name="T0" fmla="*/ 32 w 32"/>
                <a:gd name="T1" fmla="*/ 9 h 60"/>
                <a:gd name="T2" fmla="*/ 22 w 32"/>
                <a:gd name="T3" fmla="*/ 59 h 60"/>
                <a:gd name="T4" fmla="*/ 22 w 32"/>
                <a:gd name="T5" fmla="*/ 59 h 60"/>
                <a:gd name="T6" fmla="*/ 20 w 32"/>
                <a:gd name="T7" fmla="*/ 60 h 60"/>
                <a:gd name="T8" fmla="*/ 14 w 32"/>
                <a:gd name="T9" fmla="*/ 60 h 60"/>
                <a:gd name="T10" fmla="*/ 11 w 32"/>
                <a:gd name="T11" fmla="*/ 60 h 60"/>
                <a:gd name="T12" fmla="*/ 8 w 32"/>
                <a:gd name="T13" fmla="*/ 59 h 60"/>
                <a:gd name="T14" fmla="*/ 3 w 32"/>
                <a:gd name="T15" fmla="*/ 57 h 60"/>
                <a:gd name="T16" fmla="*/ 0 w 32"/>
                <a:gd name="T17" fmla="*/ 54 h 60"/>
                <a:gd name="T18" fmla="*/ 6 w 32"/>
                <a:gd name="T19" fmla="*/ 0 h 60"/>
                <a:gd name="T20" fmla="*/ 6 w 32"/>
                <a:gd name="T21" fmla="*/ 0 h 60"/>
                <a:gd name="T22" fmla="*/ 9 w 32"/>
                <a:gd name="T23" fmla="*/ 1 h 60"/>
                <a:gd name="T24" fmla="*/ 15 w 32"/>
                <a:gd name="T25" fmla="*/ 6 h 60"/>
                <a:gd name="T26" fmla="*/ 23 w 32"/>
                <a:gd name="T27" fmla="*/ 8 h 60"/>
                <a:gd name="T28" fmla="*/ 28 w 32"/>
                <a:gd name="T29" fmla="*/ 9 h 60"/>
                <a:gd name="T30" fmla="*/ 32 w 32"/>
                <a:gd name="T31" fmla="*/ 9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60"/>
                <a:gd name="T50" fmla="*/ 32 w 32"/>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60">
                  <a:moveTo>
                    <a:pt x="32" y="9"/>
                  </a:moveTo>
                  <a:lnTo>
                    <a:pt x="22" y="59"/>
                  </a:lnTo>
                  <a:lnTo>
                    <a:pt x="20" y="60"/>
                  </a:lnTo>
                  <a:lnTo>
                    <a:pt x="14" y="60"/>
                  </a:lnTo>
                  <a:lnTo>
                    <a:pt x="11" y="60"/>
                  </a:lnTo>
                  <a:lnTo>
                    <a:pt x="8" y="59"/>
                  </a:lnTo>
                  <a:lnTo>
                    <a:pt x="3" y="57"/>
                  </a:lnTo>
                  <a:lnTo>
                    <a:pt x="0" y="54"/>
                  </a:lnTo>
                  <a:lnTo>
                    <a:pt x="6" y="0"/>
                  </a:lnTo>
                  <a:lnTo>
                    <a:pt x="9" y="1"/>
                  </a:lnTo>
                  <a:lnTo>
                    <a:pt x="15" y="6"/>
                  </a:lnTo>
                  <a:lnTo>
                    <a:pt x="23" y="8"/>
                  </a:lnTo>
                  <a:lnTo>
                    <a:pt x="28" y="9"/>
                  </a:lnTo>
                  <a:lnTo>
                    <a:pt x="32" y="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05" name="Freeform 86"/>
            <p:cNvSpPr>
              <a:spLocks/>
            </p:cNvSpPr>
            <p:nvPr/>
          </p:nvSpPr>
          <p:spPr bwMode="auto">
            <a:xfrm>
              <a:off x="1160" y="3666"/>
              <a:ext cx="15" cy="32"/>
            </a:xfrm>
            <a:custGeom>
              <a:avLst/>
              <a:gdLst>
                <a:gd name="T0" fmla="*/ 7 w 15"/>
                <a:gd name="T1" fmla="*/ 31 h 32"/>
                <a:gd name="T2" fmla="*/ 10 w 15"/>
                <a:gd name="T3" fmla="*/ 13 h 32"/>
                <a:gd name="T4" fmla="*/ 10 w 15"/>
                <a:gd name="T5" fmla="*/ 13 h 32"/>
                <a:gd name="T6" fmla="*/ 12 w 15"/>
                <a:gd name="T7" fmla="*/ 12 h 32"/>
                <a:gd name="T8" fmla="*/ 14 w 15"/>
                <a:gd name="T9" fmla="*/ 9 h 32"/>
                <a:gd name="T10" fmla="*/ 15 w 15"/>
                <a:gd name="T11" fmla="*/ 8 h 32"/>
                <a:gd name="T12" fmla="*/ 15 w 15"/>
                <a:gd name="T13" fmla="*/ 4 h 32"/>
                <a:gd name="T14" fmla="*/ 14 w 15"/>
                <a:gd name="T15" fmla="*/ 2 h 32"/>
                <a:gd name="T16" fmla="*/ 12 w 15"/>
                <a:gd name="T17" fmla="*/ 0 h 32"/>
                <a:gd name="T18" fmla="*/ 9 w 15"/>
                <a:gd name="T19" fmla="*/ 1 h 32"/>
                <a:gd name="T20" fmla="*/ 11 w 15"/>
                <a:gd name="T21" fmla="*/ 5 h 32"/>
                <a:gd name="T22" fmla="*/ 6 w 15"/>
                <a:gd name="T23" fmla="*/ 9 h 32"/>
                <a:gd name="T24" fmla="*/ 4 w 15"/>
                <a:gd name="T25" fmla="*/ 6 h 32"/>
                <a:gd name="T26" fmla="*/ 7 w 15"/>
                <a:gd name="T27" fmla="*/ 2 h 32"/>
                <a:gd name="T28" fmla="*/ 3 w 15"/>
                <a:gd name="T29" fmla="*/ 0 h 32"/>
                <a:gd name="T30" fmla="*/ 3 w 15"/>
                <a:gd name="T31" fmla="*/ 0 h 32"/>
                <a:gd name="T32" fmla="*/ 2 w 15"/>
                <a:gd name="T33" fmla="*/ 1 h 32"/>
                <a:gd name="T34" fmla="*/ 0 w 15"/>
                <a:gd name="T35" fmla="*/ 5 h 32"/>
                <a:gd name="T36" fmla="*/ 0 w 15"/>
                <a:gd name="T37" fmla="*/ 8 h 32"/>
                <a:gd name="T38" fmla="*/ 0 w 15"/>
                <a:gd name="T39" fmla="*/ 10 h 32"/>
                <a:gd name="T40" fmla="*/ 1 w 15"/>
                <a:gd name="T41" fmla="*/ 12 h 32"/>
                <a:gd name="T42" fmla="*/ 3 w 15"/>
                <a:gd name="T43" fmla="*/ 13 h 32"/>
                <a:gd name="T44" fmla="*/ 2 w 15"/>
                <a:gd name="T45" fmla="*/ 32 h 32"/>
                <a:gd name="T46" fmla="*/ 7 w 15"/>
                <a:gd name="T47" fmla="*/ 31 h 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
                <a:gd name="T73" fmla="*/ 0 h 32"/>
                <a:gd name="T74" fmla="*/ 15 w 15"/>
                <a:gd name="T75" fmla="*/ 32 h 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 h="32">
                  <a:moveTo>
                    <a:pt x="7" y="31"/>
                  </a:moveTo>
                  <a:lnTo>
                    <a:pt x="10" y="13"/>
                  </a:lnTo>
                  <a:lnTo>
                    <a:pt x="12" y="12"/>
                  </a:lnTo>
                  <a:lnTo>
                    <a:pt x="14" y="9"/>
                  </a:lnTo>
                  <a:lnTo>
                    <a:pt x="15" y="8"/>
                  </a:lnTo>
                  <a:lnTo>
                    <a:pt x="15" y="4"/>
                  </a:lnTo>
                  <a:lnTo>
                    <a:pt x="14" y="2"/>
                  </a:lnTo>
                  <a:lnTo>
                    <a:pt x="12" y="0"/>
                  </a:lnTo>
                  <a:lnTo>
                    <a:pt x="9" y="1"/>
                  </a:lnTo>
                  <a:lnTo>
                    <a:pt x="11" y="5"/>
                  </a:lnTo>
                  <a:lnTo>
                    <a:pt x="6" y="9"/>
                  </a:lnTo>
                  <a:lnTo>
                    <a:pt x="4" y="6"/>
                  </a:lnTo>
                  <a:lnTo>
                    <a:pt x="7" y="2"/>
                  </a:lnTo>
                  <a:lnTo>
                    <a:pt x="3" y="0"/>
                  </a:lnTo>
                  <a:lnTo>
                    <a:pt x="2" y="1"/>
                  </a:lnTo>
                  <a:lnTo>
                    <a:pt x="0" y="5"/>
                  </a:lnTo>
                  <a:lnTo>
                    <a:pt x="0" y="8"/>
                  </a:lnTo>
                  <a:lnTo>
                    <a:pt x="0" y="10"/>
                  </a:lnTo>
                  <a:lnTo>
                    <a:pt x="1" y="12"/>
                  </a:lnTo>
                  <a:lnTo>
                    <a:pt x="3" y="13"/>
                  </a:lnTo>
                  <a:lnTo>
                    <a:pt x="2" y="32"/>
                  </a:lnTo>
                  <a:lnTo>
                    <a:pt x="7" y="31"/>
                  </a:lnTo>
                  <a:close/>
                </a:path>
              </a:pathLst>
            </a:custGeom>
            <a:solidFill>
              <a:srgbClr val="D1ED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06" name="Freeform 87"/>
            <p:cNvSpPr>
              <a:spLocks/>
            </p:cNvSpPr>
            <p:nvPr/>
          </p:nvSpPr>
          <p:spPr bwMode="auto">
            <a:xfrm>
              <a:off x="1146" y="3684"/>
              <a:ext cx="34" cy="60"/>
            </a:xfrm>
            <a:custGeom>
              <a:avLst/>
              <a:gdLst>
                <a:gd name="T0" fmla="*/ 34 w 34"/>
                <a:gd name="T1" fmla="*/ 3 h 60"/>
                <a:gd name="T2" fmla="*/ 29 w 34"/>
                <a:gd name="T3" fmla="*/ 54 h 60"/>
                <a:gd name="T4" fmla="*/ 29 w 34"/>
                <a:gd name="T5" fmla="*/ 54 h 60"/>
                <a:gd name="T6" fmla="*/ 27 w 34"/>
                <a:gd name="T7" fmla="*/ 55 h 60"/>
                <a:gd name="T8" fmla="*/ 19 w 34"/>
                <a:gd name="T9" fmla="*/ 59 h 60"/>
                <a:gd name="T10" fmla="*/ 15 w 34"/>
                <a:gd name="T11" fmla="*/ 60 h 60"/>
                <a:gd name="T12" fmla="*/ 9 w 34"/>
                <a:gd name="T13" fmla="*/ 60 h 60"/>
                <a:gd name="T14" fmla="*/ 5 w 34"/>
                <a:gd name="T15" fmla="*/ 58 h 60"/>
                <a:gd name="T16" fmla="*/ 0 w 34"/>
                <a:gd name="T17" fmla="*/ 54 h 60"/>
                <a:gd name="T18" fmla="*/ 7 w 34"/>
                <a:gd name="T19" fmla="*/ 0 h 60"/>
                <a:gd name="T20" fmla="*/ 7 w 34"/>
                <a:gd name="T21" fmla="*/ 0 h 60"/>
                <a:gd name="T22" fmla="*/ 8 w 34"/>
                <a:gd name="T23" fmla="*/ 2 h 60"/>
                <a:gd name="T24" fmla="*/ 14 w 34"/>
                <a:gd name="T25" fmla="*/ 4 h 60"/>
                <a:gd name="T26" fmla="*/ 17 w 34"/>
                <a:gd name="T27" fmla="*/ 5 h 60"/>
                <a:gd name="T28" fmla="*/ 21 w 34"/>
                <a:gd name="T29" fmla="*/ 5 h 60"/>
                <a:gd name="T30" fmla="*/ 27 w 34"/>
                <a:gd name="T31" fmla="*/ 5 h 60"/>
                <a:gd name="T32" fmla="*/ 34 w 34"/>
                <a:gd name="T33" fmla="*/ 3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60"/>
                <a:gd name="T53" fmla="*/ 34 w 34"/>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60">
                  <a:moveTo>
                    <a:pt x="34" y="3"/>
                  </a:moveTo>
                  <a:lnTo>
                    <a:pt x="29" y="54"/>
                  </a:lnTo>
                  <a:lnTo>
                    <a:pt x="27" y="55"/>
                  </a:lnTo>
                  <a:lnTo>
                    <a:pt x="19" y="59"/>
                  </a:lnTo>
                  <a:lnTo>
                    <a:pt x="15" y="60"/>
                  </a:lnTo>
                  <a:lnTo>
                    <a:pt x="9" y="60"/>
                  </a:lnTo>
                  <a:lnTo>
                    <a:pt x="5" y="58"/>
                  </a:lnTo>
                  <a:lnTo>
                    <a:pt x="0" y="54"/>
                  </a:lnTo>
                  <a:lnTo>
                    <a:pt x="7" y="0"/>
                  </a:lnTo>
                  <a:lnTo>
                    <a:pt x="8" y="2"/>
                  </a:lnTo>
                  <a:lnTo>
                    <a:pt x="14" y="4"/>
                  </a:lnTo>
                  <a:lnTo>
                    <a:pt x="17" y="5"/>
                  </a:lnTo>
                  <a:lnTo>
                    <a:pt x="21" y="5"/>
                  </a:lnTo>
                  <a:lnTo>
                    <a:pt x="27" y="5"/>
                  </a:lnTo>
                  <a:lnTo>
                    <a:pt x="34" y="3"/>
                  </a:lnTo>
                  <a:close/>
                </a:path>
              </a:pathLst>
            </a:custGeom>
            <a:solidFill>
              <a:srgbClr val="AC7B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07" name="Freeform 88"/>
            <p:cNvSpPr>
              <a:spLocks/>
            </p:cNvSpPr>
            <p:nvPr/>
          </p:nvSpPr>
          <p:spPr bwMode="auto">
            <a:xfrm>
              <a:off x="1146" y="3684"/>
              <a:ext cx="34" cy="60"/>
            </a:xfrm>
            <a:custGeom>
              <a:avLst/>
              <a:gdLst>
                <a:gd name="T0" fmla="*/ 34 w 34"/>
                <a:gd name="T1" fmla="*/ 3 h 60"/>
                <a:gd name="T2" fmla="*/ 29 w 34"/>
                <a:gd name="T3" fmla="*/ 54 h 60"/>
                <a:gd name="T4" fmla="*/ 29 w 34"/>
                <a:gd name="T5" fmla="*/ 54 h 60"/>
                <a:gd name="T6" fmla="*/ 27 w 34"/>
                <a:gd name="T7" fmla="*/ 55 h 60"/>
                <a:gd name="T8" fmla="*/ 19 w 34"/>
                <a:gd name="T9" fmla="*/ 59 h 60"/>
                <a:gd name="T10" fmla="*/ 15 w 34"/>
                <a:gd name="T11" fmla="*/ 60 h 60"/>
                <a:gd name="T12" fmla="*/ 9 w 34"/>
                <a:gd name="T13" fmla="*/ 60 h 60"/>
                <a:gd name="T14" fmla="*/ 5 w 34"/>
                <a:gd name="T15" fmla="*/ 58 h 60"/>
                <a:gd name="T16" fmla="*/ 0 w 34"/>
                <a:gd name="T17" fmla="*/ 54 h 60"/>
                <a:gd name="T18" fmla="*/ 7 w 34"/>
                <a:gd name="T19" fmla="*/ 0 h 60"/>
                <a:gd name="T20" fmla="*/ 7 w 34"/>
                <a:gd name="T21" fmla="*/ 0 h 60"/>
                <a:gd name="T22" fmla="*/ 8 w 34"/>
                <a:gd name="T23" fmla="*/ 2 h 60"/>
                <a:gd name="T24" fmla="*/ 14 w 34"/>
                <a:gd name="T25" fmla="*/ 4 h 60"/>
                <a:gd name="T26" fmla="*/ 17 w 34"/>
                <a:gd name="T27" fmla="*/ 5 h 60"/>
                <a:gd name="T28" fmla="*/ 21 w 34"/>
                <a:gd name="T29" fmla="*/ 5 h 60"/>
                <a:gd name="T30" fmla="*/ 27 w 34"/>
                <a:gd name="T31" fmla="*/ 5 h 60"/>
                <a:gd name="T32" fmla="*/ 34 w 34"/>
                <a:gd name="T33" fmla="*/ 3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60"/>
                <a:gd name="T53" fmla="*/ 34 w 34"/>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60">
                  <a:moveTo>
                    <a:pt x="34" y="3"/>
                  </a:moveTo>
                  <a:lnTo>
                    <a:pt x="29" y="54"/>
                  </a:lnTo>
                  <a:lnTo>
                    <a:pt x="27" y="55"/>
                  </a:lnTo>
                  <a:lnTo>
                    <a:pt x="19" y="59"/>
                  </a:lnTo>
                  <a:lnTo>
                    <a:pt x="15" y="60"/>
                  </a:lnTo>
                  <a:lnTo>
                    <a:pt x="9" y="60"/>
                  </a:lnTo>
                  <a:lnTo>
                    <a:pt x="5" y="58"/>
                  </a:lnTo>
                  <a:lnTo>
                    <a:pt x="0" y="54"/>
                  </a:lnTo>
                  <a:lnTo>
                    <a:pt x="7" y="0"/>
                  </a:lnTo>
                  <a:lnTo>
                    <a:pt x="8" y="2"/>
                  </a:lnTo>
                  <a:lnTo>
                    <a:pt x="14" y="4"/>
                  </a:lnTo>
                  <a:lnTo>
                    <a:pt x="17" y="5"/>
                  </a:lnTo>
                  <a:lnTo>
                    <a:pt x="21" y="5"/>
                  </a:lnTo>
                  <a:lnTo>
                    <a:pt x="27" y="5"/>
                  </a:lnTo>
                  <a:lnTo>
                    <a:pt x="34"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08" name="Freeform 89"/>
            <p:cNvSpPr>
              <a:spLocks/>
            </p:cNvSpPr>
            <p:nvPr/>
          </p:nvSpPr>
          <p:spPr bwMode="auto">
            <a:xfrm>
              <a:off x="937" y="3335"/>
              <a:ext cx="75" cy="153"/>
            </a:xfrm>
            <a:custGeom>
              <a:avLst/>
              <a:gdLst>
                <a:gd name="T0" fmla="*/ 10 w 75"/>
                <a:gd name="T1" fmla="*/ 153 h 153"/>
                <a:gd name="T2" fmla="*/ 0 w 75"/>
                <a:gd name="T3" fmla="*/ 148 h 153"/>
                <a:gd name="T4" fmla="*/ 65 w 75"/>
                <a:gd name="T5" fmla="*/ 0 h 153"/>
                <a:gd name="T6" fmla="*/ 75 w 75"/>
                <a:gd name="T7" fmla="*/ 4 h 153"/>
                <a:gd name="T8" fmla="*/ 10 w 75"/>
                <a:gd name="T9" fmla="*/ 153 h 153"/>
                <a:gd name="T10" fmla="*/ 0 60000 65536"/>
                <a:gd name="T11" fmla="*/ 0 60000 65536"/>
                <a:gd name="T12" fmla="*/ 0 60000 65536"/>
                <a:gd name="T13" fmla="*/ 0 60000 65536"/>
                <a:gd name="T14" fmla="*/ 0 60000 65536"/>
                <a:gd name="T15" fmla="*/ 0 w 75"/>
                <a:gd name="T16" fmla="*/ 0 h 153"/>
                <a:gd name="T17" fmla="*/ 75 w 75"/>
                <a:gd name="T18" fmla="*/ 153 h 153"/>
              </a:gdLst>
              <a:ahLst/>
              <a:cxnLst>
                <a:cxn ang="T10">
                  <a:pos x="T0" y="T1"/>
                </a:cxn>
                <a:cxn ang="T11">
                  <a:pos x="T2" y="T3"/>
                </a:cxn>
                <a:cxn ang="T12">
                  <a:pos x="T4" y="T5"/>
                </a:cxn>
                <a:cxn ang="T13">
                  <a:pos x="T6" y="T7"/>
                </a:cxn>
                <a:cxn ang="T14">
                  <a:pos x="T8" y="T9"/>
                </a:cxn>
              </a:cxnLst>
              <a:rect l="T15" t="T16" r="T17" b="T18"/>
              <a:pathLst>
                <a:path w="75" h="153">
                  <a:moveTo>
                    <a:pt x="10" y="153"/>
                  </a:moveTo>
                  <a:lnTo>
                    <a:pt x="0" y="148"/>
                  </a:lnTo>
                  <a:lnTo>
                    <a:pt x="65" y="0"/>
                  </a:lnTo>
                  <a:lnTo>
                    <a:pt x="75" y="4"/>
                  </a:lnTo>
                  <a:lnTo>
                    <a:pt x="10" y="153"/>
                  </a:lnTo>
                  <a:close/>
                </a:path>
              </a:pathLst>
            </a:custGeom>
            <a:solidFill>
              <a:srgbClr val="9F653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09" name="Freeform 90"/>
            <p:cNvSpPr>
              <a:spLocks/>
            </p:cNvSpPr>
            <p:nvPr/>
          </p:nvSpPr>
          <p:spPr bwMode="auto">
            <a:xfrm>
              <a:off x="953" y="3431"/>
              <a:ext cx="17" cy="47"/>
            </a:xfrm>
            <a:custGeom>
              <a:avLst/>
              <a:gdLst>
                <a:gd name="T0" fmla="*/ 15 w 17"/>
                <a:gd name="T1" fmla="*/ 40 h 47"/>
                <a:gd name="T2" fmla="*/ 15 w 17"/>
                <a:gd name="T3" fmla="*/ 40 h 47"/>
                <a:gd name="T4" fmla="*/ 17 w 17"/>
                <a:gd name="T5" fmla="*/ 30 h 47"/>
                <a:gd name="T6" fmla="*/ 15 w 17"/>
                <a:gd name="T7" fmla="*/ 21 h 47"/>
                <a:gd name="T8" fmla="*/ 15 w 17"/>
                <a:gd name="T9" fmla="*/ 18 h 47"/>
                <a:gd name="T10" fmla="*/ 13 w 17"/>
                <a:gd name="T11" fmla="*/ 14 h 47"/>
                <a:gd name="T12" fmla="*/ 13 w 17"/>
                <a:gd name="T13" fmla="*/ 14 h 47"/>
                <a:gd name="T14" fmla="*/ 5 w 17"/>
                <a:gd name="T15" fmla="*/ 4 h 47"/>
                <a:gd name="T16" fmla="*/ 0 w 17"/>
                <a:gd name="T17" fmla="*/ 0 h 47"/>
                <a:gd name="T18" fmla="*/ 0 w 17"/>
                <a:gd name="T19" fmla="*/ 0 h 47"/>
                <a:gd name="T20" fmla="*/ 0 w 17"/>
                <a:gd name="T21" fmla="*/ 1 h 47"/>
                <a:gd name="T22" fmla="*/ 0 w 17"/>
                <a:gd name="T23" fmla="*/ 4 h 47"/>
                <a:gd name="T24" fmla="*/ 2 w 17"/>
                <a:gd name="T25" fmla="*/ 10 h 47"/>
                <a:gd name="T26" fmla="*/ 5 w 17"/>
                <a:gd name="T27" fmla="*/ 18 h 47"/>
                <a:gd name="T28" fmla="*/ 5 w 17"/>
                <a:gd name="T29" fmla="*/ 18 h 47"/>
                <a:gd name="T30" fmla="*/ 8 w 17"/>
                <a:gd name="T31" fmla="*/ 22 h 47"/>
                <a:gd name="T32" fmla="*/ 9 w 17"/>
                <a:gd name="T33" fmla="*/ 26 h 47"/>
                <a:gd name="T34" fmla="*/ 9 w 17"/>
                <a:gd name="T35" fmla="*/ 30 h 47"/>
                <a:gd name="T36" fmla="*/ 8 w 17"/>
                <a:gd name="T37" fmla="*/ 33 h 47"/>
                <a:gd name="T38" fmla="*/ 5 w 17"/>
                <a:gd name="T39" fmla="*/ 39 h 47"/>
                <a:gd name="T40" fmla="*/ 4 w 17"/>
                <a:gd name="T41" fmla="*/ 40 h 47"/>
                <a:gd name="T42" fmla="*/ 4 w 17"/>
                <a:gd name="T43" fmla="*/ 40 h 47"/>
                <a:gd name="T44" fmla="*/ 5 w 17"/>
                <a:gd name="T45" fmla="*/ 42 h 47"/>
                <a:gd name="T46" fmla="*/ 8 w 17"/>
                <a:gd name="T47" fmla="*/ 46 h 47"/>
                <a:gd name="T48" fmla="*/ 9 w 17"/>
                <a:gd name="T49" fmla="*/ 47 h 47"/>
                <a:gd name="T50" fmla="*/ 11 w 17"/>
                <a:gd name="T51" fmla="*/ 47 h 47"/>
                <a:gd name="T52" fmla="*/ 13 w 17"/>
                <a:gd name="T53" fmla="*/ 45 h 47"/>
                <a:gd name="T54" fmla="*/ 15 w 17"/>
                <a:gd name="T55" fmla="*/ 40 h 4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7"/>
                <a:gd name="T85" fmla="*/ 0 h 47"/>
                <a:gd name="T86" fmla="*/ 17 w 17"/>
                <a:gd name="T87" fmla="*/ 47 h 4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7" h="47">
                  <a:moveTo>
                    <a:pt x="15" y="40"/>
                  </a:moveTo>
                  <a:lnTo>
                    <a:pt x="15" y="40"/>
                  </a:lnTo>
                  <a:lnTo>
                    <a:pt x="17" y="30"/>
                  </a:lnTo>
                  <a:lnTo>
                    <a:pt x="15" y="21"/>
                  </a:lnTo>
                  <a:lnTo>
                    <a:pt x="15" y="18"/>
                  </a:lnTo>
                  <a:lnTo>
                    <a:pt x="13" y="14"/>
                  </a:lnTo>
                  <a:lnTo>
                    <a:pt x="5" y="4"/>
                  </a:lnTo>
                  <a:lnTo>
                    <a:pt x="0" y="0"/>
                  </a:lnTo>
                  <a:lnTo>
                    <a:pt x="0" y="1"/>
                  </a:lnTo>
                  <a:lnTo>
                    <a:pt x="0" y="4"/>
                  </a:lnTo>
                  <a:lnTo>
                    <a:pt x="2" y="10"/>
                  </a:lnTo>
                  <a:lnTo>
                    <a:pt x="5" y="18"/>
                  </a:lnTo>
                  <a:lnTo>
                    <a:pt x="8" y="22"/>
                  </a:lnTo>
                  <a:lnTo>
                    <a:pt x="9" y="26"/>
                  </a:lnTo>
                  <a:lnTo>
                    <a:pt x="9" y="30"/>
                  </a:lnTo>
                  <a:lnTo>
                    <a:pt x="8" y="33"/>
                  </a:lnTo>
                  <a:lnTo>
                    <a:pt x="5" y="39"/>
                  </a:lnTo>
                  <a:lnTo>
                    <a:pt x="4" y="40"/>
                  </a:lnTo>
                  <a:lnTo>
                    <a:pt x="5" y="42"/>
                  </a:lnTo>
                  <a:lnTo>
                    <a:pt x="8" y="46"/>
                  </a:lnTo>
                  <a:lnTo>
                    <a:pt x="9" y="47"/>
                  </a:lnTo>
                  <a:lnTo>
                    <a:pt x="11" y="47"/>
                  </a:lnTo>
                  <a:lnTo>
                    <a:pt x="13" y="45"/>
                  </a:lnTo>
                  <a:lnTo>
                    <a:pt x="15" y="40"/>
                  </a:lnTo>
                  <a:close/>
                </a:path>
              </a:pathLst>
            </a:custGeom>
            <a:solidFill>
              <a:srgbClr val="EF9F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10" name="Freeform 91"/>
            <p:cNvSpPr>
              <a:spLocks/>
            </p:cNvSpPr>
            <p:nvPr/>
          </p:nvSpPr>
          <p:spPr bwMode="auto">
            <a:xfrm>
              <a:off x="953" y="3431"/>
              <a:ext cx="17" cy="47"/>
            </a:xfrm>
            <a:custGeom>
              <a:avLst/>
              <a:gdLst>
                <a:gd name="T0" fmla="*/ 15 w 17"/>
                <a:gd name="T1" fmla="*/ 40 h 47"/>
                <a:gd name="T2" fmla="*/ 15 w 17"/>
                <a:gd name="T3" fmla="*/ 40 h 47"/>
                <a:gd name="T4" fmla="*/ 17 w 17"/>
                <a:gd name="T5" fmla="*/ 30 h 47"/>
                <a:gd name="T6" fmla="*/ 15 w 17"/>
                <a:gd name="T7" fmla="*/ 21 h 47"/>
                <a:gd name="T8" fmla="*/ 15 w 17"/>
                <a:gd name="T9" fmla="*/ 18 h 47"/>
                <a:gd name="T10" fmla="*/ 13 w 17"/>
                <a:gd name="T11" fmla="*/ 14 h 47"/>
                <a:gd name="T12" fmla="*/ 13 w 17"/>
                <a:gd name="T13" fmla="*/ 14 h 47"/>
                <a:gd name="T14" fmla="*/ 5 w 17"/>
                <a:gd name="T15" fmla="*/ 4 h 47"/>
                <a:gd name="T16" fmla="*/ 0 w 17"/>
                <a:gd name="T17" fmla="*/ 0 h 47"/>
                <a:gd name="T18" fmla="*/ 0 w 17"/>
                <a:gd name="T19" fmla="*/ 0 h 47"/>
                <a:gd name="T20" fmla="*/ 0 w 17"/>
                <a:gd name="T21" fmla="*/ 1 h 47"/>
                <a:gd name="T22" fmla="*/ 0 w 17"/>
                <a:gd name="T23" fmla="*/ 4 h 47"/>
                <a:gd name="T24" fmla="*/ 2 w 17"/>
                <a:gd name="T25" fmla="*/ 10 h 47"/>
                <a:gd name="T26" fmla="*/ 5 w 17"/>
                <a:gd name="T27" fmla="*/ 18 h 47"/>
                <a:gd name="T28" fmla="*/ 5 w 17"/>
                <a:gd name="T29" fmla="*/ 18 h 47"/>
                <a:gd name="T30" fmla="*/ 8 w 17"/>
                <a:gd name="T31" fmla="*/ 22 h 47"/>
                <a:gd name="T32" fmla="*/ 9 w 17"/>
                <a:gd name="T33" fmla="*/ 26 h 47"/>
                <a:gd name="T34" fmla="*/ 9 w 17"/>
                <a:gd name="T35" fmla="*/ 30 h 47"/>
                <a:gd name="T36" fmla="*/ 8 w 17"/>
                <a:gd name="T37" fmla="*/ 33 h 47"/>
                <a:gd name="T38" fmla="*/ 5 w 17"/>
                <a:gd name="T39" fmla="*/ 39 h 47"/>
                <a:gd name="T40" fmla="*/ 4 w 17"/>
                <a:gd name="T41" fmla="*/ 40 h 47"/>
                <a:gd name="T42" fmla="*/ 4 w 17"/>
                <a:gd name="T43" fmla="*/ 40 h 47"/>
                <a:gd name="T44" fmla="*/ 5 w 17"/>
                <a:gd name="T45" fmla="*/ 42 h 47"/>
                <a:gd name="T46" fmla="*/ 8 w 17"/>
                <a:gd name="T47" fmla="*/ 46 h 47"/>
                <a:gd name="T48" fmla="*/ 9 w 17"/>
                <a:gd name="T49" fmla="*/ 47 h 47"/>
                <a:gd name="T50" fmla="*/ 11 w 17"/>
                <a:gd name="T51" fmla="*/ 47 h 47"/>
                <a:gd name="T52" fmla="*/ 13 w 17"/>
                <a:gd name="T53" fmla="*/ 45 h 47"/>
                <a:gd name="T54" fmla="*/ 15 w 17"/>
                <a:gd name="T55" fmla="*/ 40 h 4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7"/>
                <a:gd name="T85" fmla="*/ 0 h 47"/>
                <a:gd name="T86" fmla="*/ 17 w 17"/>
                <a:gd name="T87" fmla="*/ 47 h 4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7" h="47">
                  <a:moveTo>
                    <a:pt x="15" y="40"/>
                  </a:moveTo>
                  <a:lnTo>
                    <a:pt x="15" y="40"/>
                  </a:lnTo>
                  <a:lnTo>
                    <a:pt x="17" y="30"/>
                  </a:lnTo>
                  <a:lnTo>
                    <a:pt x="15" y="21"/>
                  </a:lnTo>
                  <a:lnTo>
                    <a:pt x="15" y="18"/>
                  </a:lnTo>
                  <a:lnTo>
                    <a:pt x="13" y="14"/>
                  </a:lnTo>
                  <a:lnTo>
                    <a:pt x="5" y="4"/>
                  </a:lnTo>
                  <a:lnTo>
                    <a:pt x="0" y="0"/>
                  </a:lnTo>
                  <a:lnTo>
                    <a:pt x="0" y="1"/>
                  </a:lnTo>
                  <a:lnTo>
                    <a:pt x="0" y="4"/>
                  </a:lnTo>
                  <a:lnTo>
                    <a:pt x="2" y="10"/>
                  </a:lnTo>
                  <a:lnTo>
                    <a:pt x="5" y="18"/>
                  </a:lnTo>
                  <a:lnTo>
                    <a:pt x="8" y="22"/>
                  </a:lnTo>
                  <a:lnTo>
                    <a:pt x="9" y="26"/>
                  </a:lnTo>
                  <a:lnTo>
                    <a:pt x="9" y="30"/>
                  </a:lnTo>
                  <a:lnTo>
                    <a:pt x="8" y="33"/>
                  </a:lnTo>
                  <a:lnTo>
                    <a:pt x="5" y="39"/>
                  </a:lnTo>
                  <a:lnTo>
                    <a:pt x="4" y="40"/>
                  </a:lnTo>
                  <a:lnTo>
                    <a:pt x="5" y="42"/>
                  </a:lnTo>
                  <a:lnTo>
                    <a:pt x="8" y="46"/>
                  </a:lnTo>
                  <a:lnTo>
                    <a:pt x="9" y="47"/>
                  </a:lnTo>
                  <a:lnTo>
                    <a:pt x="11" y="47"/>
                  </a:lnTo>
                  <a:lnTo>
                    <a:pt x="13" y="45"/>
                  </a:lnTo>
                  <a:lnTo>
                    <a:pt x="15"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11" name="Freeform 92"/>
            <p:cNvSpPr>
              <a:spLocks/>
            </p:cNvSpPr>
            <p:nvPr/>
          </p:nvSpPr>
          <p:spPr bwMode="auto">
            <a:xfrm>
              <a:off x="939" y="3431"/>
              <a:ext cx="26" cy="42"/>
            </a:xfrm>
            <a:custGeom>
              <a:avLst/>
              <a:gdLst>
                <a:gd name="T0" fmla="*/ 0 w 26"/>
                <a:gd name="T1" fmla="*/ 18 h 42"/>
                <a:gd name="T2" fmla="*/ 0 w 26"/>
                <a:gd name="T3" fmla="*/ 18 h 42"/>
                <a:gd name="T4" fmla="*/ 4 w 26"/>
                <a:gd name="T5" fmla="*/ 29 h 42"/>
                <a:gd name="T6" fmla="*/ 8 w 26"/>
                <a:gd name="T7" fmla="*/ 37 h 42"/>
                <a:gd name="T8" fmla="*/ 12 w 26"/>
                <a:gd name="T9" fmla="*/ 40 h 42"/>
                <a:gd name="T10" fmla="*/ 14 w 26"/>
                <a:gd name="T11" fmla="*/ 42 h 42"/>
                <a:gd name="T12" fmla="*/ 14 w 26"/>
                <a:gd name="T13" fmla="*/ 42 h 42"/>
                <a:gd name="T14" fmla="*/ 17 w 26"/>
                <a:gd name="T15" fmla="*/ 42 h 42"/>
                <a:gd name="T16" fmla="*/ 19 w 26"/>
                <a:gd name="T17" fmla="*/ 41 h 42"/>
                <a:gd name="T18" fmla="*/ 22 w 26"/>
                <a:gd name="T19" fmla="*/ 38 h 42"/>
                <a:gd name="T20" fmla="*/ 24 w 26"/>
                <a:gd name="T21" fmla="*/ 35 h 42"/>
                <a:gd name="T22" fmla="*/ 25 w 26"/>
                <a:gd name="T23" fmla="*/ 31 h 42"/>
                <a:gd name="T24" fmla="*/ 26 w 26"/>
                <a:gd name="T25" fmla="*/ 28 h 42"/>
                <a:gd name="T26" fmla="*/ 26 w 26"/>
                <a:gd name="T27" fmla="*/ 24 h 42"/>
                <a:gd name="T28" fmla="*/ 25 w 26"/>
                <a:gd name="T29" fmla="*/ 22 h 42"/>
                <a:gd name="T30" fmla="*/ 25 w 26"/>
                <a:gd name="T31" fmla="*/ 22 h 42"/>
                <a:gd name="T32" fmla="*/ 21 w 26"/>
                <a:gd name="T33" fmla="*/ 17 h 42"/>
                <a:gd name="T34" fmla="*/ 17 w 26"/>
                <a:gd name="T35" fmla="*/ 9 h 42"/>
                <a:gd name="T36" fmla="*/ 14 w 26"/>
                <a:gd name="T37" fmla="*/ 0 h 42"/>
                <a:gd name="T38" fmla="*/ 0 w 26"/>
                <a:gd name="T39" fmla="*/ 18 h 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42"/>
                <a:gd name="T62" fmla="*/ 26 w 26"/>
                <a:gd name="T63" fmla="*/ 42 h 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42">
                  <a:moveTo>
                    <a:pt x="0" y="18"/>
                  </a:moveTo>
                  <a:lnTo>
                    <a:pt x="0" y="18"/>
                  </a:lnTo>
                  <a:lnTo>
                    <a:pt x="4" y="29"/>
                  </a:lnTo>
                  <a:lnTo>
                    <a:pt x="8" y="37"/>
                  </a:lnTo>
                  <a:lnTo>
                    <a:pt x="12" y="40"/>
                  </a:lnTo>
                  <a:lnTo>
                    <a:pt x="14" y="42"/>
                  </a:lnTo>
                  <a:lnTo>
                    <a:pt x="17" y="42"/>
                  </a:lnTo>
                  <a:lnTo>
                    <a:pt x="19" y="41"/>
                  </a:lnTo>
                  <a:lnTo>
                    <a:pt x="22" y="38"/>
                  </a:lnTo>
                  <a:lnTo>
                    <a:pt x="24" y="35"/>
                  </a:lnTo>
                  <a:lnTo>
                    <a:pt x="25" y="31"/>
                  </a:lnTo>
                  <a:lnTo>
                    <a:pt x="26" y="28"/>
                  </a:lnTo>
                  <a:lnTo>
                    <a:pt x="26" y="24"/>
                  </a:lnTo>
                  <a:lnTo>
                    <a:pt x="25" y="22"/>
                  </a:lnTo>
                  <a:lnTo>
                    <a:pt x="21" y="17"/>
                  </a:lnTo>
                  <a:lnTo>
                    <a:pt x="17" y="9"/>
                  </a:lnTo>
                  <a:lnTo>
                    <a:pt x="14" y="0"/>
                  </a:lnTo>
                  <a:lnTo>
                    <a:pt x="0" y="18"/>
                  </a:lnTo>
                  <a:close/>
                </a:path>
              </a:pathLst>
            </a:custGeom>
            <a:solidFill>
              <a:srgbClr val="EF9F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12" name="Freeform 93"/>
            <p:cNvSpPr>
              <a:spLocks/>
            </p:cNvSpPr>
            <p:nvPr/>
          </p:nvSpPr>
          <p:spPr bwMode="auto">
            <a:xfrm>
              <a:off x="981" y="3323"/>
              <a:ext cx="56" cy="37"/>
            </a:xfrm>
            <a:custGeom>
              <a:avLst/>
              <a:gdLst>
                <a:gd name="T0" fmla="*/ 0 w 56"/>
                <a:gd name="T1" fmla="*/ 12 h 37"/>
                <a:gd name="T2" fmla="*/ 55 w 56"/>
                <a:gd name="T3" fmla="*/ 37 h 37"/>
                <a:gd name="T4" fmla="*/ 56 w 56"/>
                <a:gd name="T5" fmla="*/ 33 h 37"/>
                <a:gd name="T6" fmla="*/ 40 w 56"/>
                <a:gd name="T7" fmla="*/ 16 h 37"/>
                <a:gd name="T8" fmla="*/ 4 w 56"/>
                <a:gd name="T9" fmla="*/ 0 h 37"/>
                <a:gd name="T10" fmla="*/ 0 w 56"/>
                <a:gd name="T11" fmla="*/ 12 h 37"/>
                <a:gd name="T12" fmla="*/ 0 60000 65536"/>
                <a:gd name="T13" fmla="*/ 0 60000 65536"/>
                <a:gd name="T14" fmla="*/ 0 60000 65536"/>
                <a:gd name="T15" fmla="*/ 0 60000 65536"/>
                <a:gd name="T16" fmla="*/ 0 60000 65536"/>
                <a:gd name="T17" fmla="*/ 0 60000 65536"/>
                <a:gd name="T18" fmla="*/ 0 w 56"/>
                <a:gd name="T19" fmla="*/ 0 h 37"/>
                <a:gd name="T20" fmla="*/ 56 w 56"/>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56" h="37">
                  <a:moveTo>
                    <a:pt x="0" y="12"/>
                  </a:moveTo>
                  <a:lnTo>
                    <a:pt x="55" y="37"/>
                  </a:lnTo>
                  <a:lnTo>
                    <a:pt x="56" y="33"/>
                  </a:lnTo>
                  <a:lnTo>
                    <a:pt x="40" y="16"/>
                  </a:lnTo>
                  <a:lnTo>
                    <a:pt x="4" y="0"/>
                  </a:lnTo>
                  <a:lnTo>
                    <a:pt x="0" y="12"/>
                  </a:lnTo>
                  <a:close/>
                </a:path>
              </a:pathLst>
            </a:custGeom>
            <a:solidFill>
              <a:srgbClr val="2D2D2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13" name="Freeform 94"/>
            <p:cNvSpPr>
              <a:spLocks/>
            </p:cNvSpPr>
            <p:nvPr/>
          </p:nvSpPr>
          <p:spPr bwMode="auto">
            <a:xfrm>
              <a:off x="973" y="3517"/>
              <a:ext cx="82" cy="107"/>
            </a:xfrm>
            <a:custGeom>
              <a:avLst/>
              <a:gdLst>
                <a:gd name="T0" fmla="*/ 25 w 82"/>
                <a:gd name="T1" fmla="*/ 0 h 107"/>
                <a:gd name="T2" fmla="*/ 25 w 82"/>
                <a:gd name="T3" fmla="*/ 0 h 107"/>
                <a:gd name="T4" fmla="*/ 23 w 82"/>
                <a:gd name="T5" fmla="*/ 3 h 107"/>
                <a:gd name="T6" fmla="*/ 20 w 82"/>
                <a:gd name="T7" fmla="*/ 11 h 107"/>
                <a:gd name="T8" fmla="*/ 17 w 82"/>
                <a:gd name="T9" fmla="*/ 16 h 107"/>
                <a:gd name="T10" fmla="*/ 12 w 82"/>
                <a:gd name="T11" fmla="*/ 19 h 107"/>
                <a:gd name="T12" fmla="*/ 7 w 82"/>
                <a:gd name="T13" fmla="*/ 22 h 107"/>
                <a:gd name="T14" fmla="*/ 0 w 82"/>
                <a:gd name="T15" fmla="*/ 23 h 107"/>
                <a:gd name="T16" fmla="*/ 0 w 82"/>
                <a:gd name="T17" fmla="*/ 23 h 107"/>
                <a:gd name="T18" fmla="*/ 19 w 82"/>
                <a:gd name="T19" fmla="*/ 49 h 107"/>
                <a:gd name="T20" fmla="*/ 35 w 82"/>
                <a:gd name="T21" fmla="*/ 72 h 107"/>
                <a:gd name="T22" fmla="*/ 50 w 82"/>
                <a:gd name="T23" fmla="*/ 91 h 107"/>
                <a:gd name="T24" fmla="*/ 50 w 82"/>
                <a:gd name="T25" fmla="*/ 91 h 107"/>
                <a:gd name="T26" fmla="*/ 60 w 82"/>
                <a:gd name="T27" fmla="*/ 102 h 107"/>
                <a:gd name="T28" fmla="*/ 66 w 82"/>
                <a:gd name="T29" fmla="*/ 107 h 107"/>
                <a:gd name="T30" fmla="*/ 68 w 82"/>
                <a:gd name="T31" fmla="*/ 107 h 107"/>
                <a:gd name="T32" fmla="*/ 70 w 82"/>
                <a:gd name="T33" fmla="*/ 107 h 107"/>
                <a:gd name="T34" fmla="*/ 75 w 82"/>
                <a:gd name="T35" fmla="*/ 102 h 107"/>
                <a:gd name="T36" fmla="*/ 75 w 82"/>
                <a:gd name="T37" fmla="*/ 102 h 107"/>
                <a:gd name="T38" fmla="*/ 76 w 82"/>
                <a:gd name="T39" fmla="*/ 97 h 107"/>
                <a:gd name="T40" fmla="*/ 78 w 82"/>
                <a:gd name="T41" fmla="*/ 89 h 107"/>
                <a:gd name="T42" fmla="*/ 80 w 82"/>
                <a:gd name="T43" fmla="*/ 72 h 107"/>
                <a:gd name="T44" fmla="*/ 82 w 82"/>
                <a:gd name="T45" fmla="*/ 48 h 107"/>
                <a:gd name="T46" fmla="*/ 65 w 82"/>
                <a:gd name="T47" fmla="*/ 23 h 107"/>
                <a:gd name="T48" fmla="*/ 65 w 82"/>
                <a:gd name="T49" fmla="*/ 23 h 107"/>
                <a:gd name="T50" fmla="*/ 60 w 82"/>
                <a:gd name="T51" fmla="*/ 22 h 107"/>
                <a:gd name="T52" fmla="*/ 54 w 82"/>
                <a:gd name="T53" fmla="*/ 21 h 107"/>
                <a:gd name="T54" fmla="*/ 46 w 82"/>
                <a:gd name="T55" fmla="*/ 19 h 107"/>
                <a:gd name="T56" fmla="*/ 46 w 82"/>
                <a:gd name="T57" fmla="*/ 19 h 107"/>
                <a:gd name="T58" fmla="*/ 41 w 82"/>
                <a:gd name="T59" fmla="*/ 17 h 107"/>
                <a:gd name="T60" fmla="*/ 37 w 82"/>
                <a:gd name="T61" fmla="*/ 14 h 107"/>
                <a:gd name="T62" fmla="*/ 30 w 82"/>
                <a:gd name="T63" fmla="*/ 8 h 107"/>
                <a:gd name="T64" fmla="*/ 25 w 82"/>
                <a:gd name="T65" fmla="*/ 0 h 10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
                <a:gd name="T100" fmla="*/ 0 h 107"/>
                <a:gd name="T101" fmla="*/ 82 w 82"/>
                <a:gd name="T102" fmla="*/ 107 h 10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 h="107">
                  <a:moveTo>
                    <a:pt x="25" y="0"/>
                  </a:moveTo>
                  <a:lnTo>
                    <a:pt x="25" y="0"/>
                  </a:lnTo>
                  <a:lnTo>
                    <a:pt x="23" y="3"/>
                  </a:lnTo>
                  <a:lnTo>
                    <a:pt x="20" y="11"/>
                  </a:lnTo>
                  <a:lnTo>
                    <a:pt x="17" y="16"/>
                  </a:lnTo>
                  <a:lnTo>
                    <a:pt x="12" y="19"/>
                  </a:lnTo>
                  <a:lnTo>
                    <a:pt x="7" y="22"/>
                  </a:lnTo>
                  <a:lnTo>
                    <a:pt x="0" y="23"/>
                  </a:lnTo>
                  <a:lnTo>
                    <a:pt x="19" y="49"/>
                  </a:lnTo>
                  <a:lnTo>
                    <a:pt x="35" y="72"/>
                  </a:lnTo>
                  <a:lnTo>
                    <a:pt x="50" y="91"/>
                  </a:lnTo>
                  <a:lnTo>
                    <a:pt x="60" y="102"/>
                  </a:lnTo>
                  <a:lnTo>
                    <a:pt x="66" y="107"/>
                  </a:lnTo>
                  <a:lnTo>
                    <a:pt x="68" y="107"/>
                  </a:lnTo>
                  <a:lnTo>
                    <a:pt x="70" y="107"/>
                  </a:lnTo>
                  <a:lnTo>
                    <a:pt x="75" y="102"/>
                  </a:lnTo>
                  <a:lnTo>
                    <a:pt x="76" y="97"/>
                  </a:lnTo>
                  <a:lnTo>
                    <a:pt x="78" y="89"/>
                  </a:lnTo>
                  <a:lnTo>
                    <a:pt x="80" y="72"/>
                  </a:lnTo>
                  <a:lnTo>
                    <a:pt x="82" y="48"/>
                  </a:lnTo>
                  <a:lnTo>
                    <a:pt x="65" y="23"/>
                  </a:lnTo>
                  <a:lnTo>
                    <a:pt x="60" y="22"/>
                  </a:lnTo>
                  <a:lnTo>
                    <a:pt x="54" y="21"/>
                  </a:lnTo>
                  <a:lnTo>
                    <a:pt x="46" y="19"/>
                  </a:lnTo>
                  <a:lnTo>
                    <a:pt x="41" y="17"/>
                  </a:lnTo>
                  <a:lnTo>
                    <a:pt x="37" y="14"/>
                  </a:lnTo>
                  <a:lnTo>
                    <a:pt x="30" y="8"/>
                  </a:lnTo>
                  <a:lnTo>
                    <a:pt x="25" y="0"/>
                  </a:lnTo>
                  <a:close/>
                </a:path>
              </a:pathLst>
            </a:custGeom>
            <a:solidFill>
              <a:srgbClr val="F060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14" name="Freeform 95"/>
            <p:cNvSpPr>
              <a:spLocks/>
            </p:cNvSpPr>
            <p:nvPr/>
          </p:nvSpPr>
          <p:spPr bwMode="auto">
            <a:xfrm>
              <a:off x="973" y="3517"/>
              <a:ext cx="82" cy="107"/>
            </a:xfrm>
            <a:custGeom>
              <a:avLst/>
              <a:gdLst>
                <a:gd name="T0" fmla="*/ 25 w 82"/>
                <a:gd name="T1" fmla="*/ 0 h 107"/>
                <a:gd name="T2" fmla="*/ 25 w 82"/>
                <a:gd name="T3" fmla="*/ 0 h 107"/>
                <a:gd name="T4" fmla="*/ 23 w 82"/>
                <a:gd name="T5" fmla="*/ 3 h 107"/>
                <a:gd name="T6" fmla="*/ 20 w 82"/>
                <a:gd name="T7" fmla="*/ 11 h 107"/>
                <a:gd name="T8" fmla="*/ 17 w 82"/>
                <a:gd name="T9" fmla="*/ 16 h 107"/>
                <a:gd name="T10" fmla="*/ 12 w 82"/>
                <a:gd name="T11" fmla="*/ 19 h 107"/>
                <a:gd name="T12" fmla="*/ 7 w 82"/>
                <a:gd name="T13" fmla="*/ 22 h 107"/>
                <a:gd name="T14" fmla="*/ 0 w 82"/>
                <a:gd name="T15" fmla="*/ 23 h 107"/>
                <a:gd name="T16" fmla="*/ 0 w 82"/>
                <a:gd name="T17" fmla="*/ 23 h 107"/>
                <a:gd name="T18" fmla="*/ 19 w 82"/>
                <a:gd name="T19" fmla="*/ 49 h 107"/>
                <a:gd name="T20" fmla="*/ 35 w 82"/>
                <a:gd name="T21" fmla="*/ 72 h 107"/>
                <a:gd name="T22" fmla="*/ 50 w 82"/>
                <a:gd name="T23" fmla="*/ 91 h 107"/>
                <a:gd name="T24" fmla="*/ 50 w 82"/>
                <a:gd name="T25" fmla="*/ 91 h 107"/>
                <a:gd name="T26" fmla="*/ 60 w 82"/>
                <a:gd name="T27" fmla="*/ 102 h 107"/>
                <a:gd name="T28" fmla="*/ 66 w 82"/>
                <a:gd name="T29" fmla="*/ 107 h 107"/>
                <a:gd name="T30" fmla="*/ 68 w 82"/>
                <a:gd name="T31" fmla="*/ 107 h 107"/>
                <a:gd name="T32" fmla="*/ 70 w 82"/>
                <a:gd name="T33" fmla="*/ 107 h 107"/>
                <a:gd name="T34" fmla="*/ 75 w 82"/>
                <a:gd name="T35" fmla="*/ 102 h 107"/>
                <a:gd name="T36" fmla="*/ 75 w 82"/>
                <a:gd name="T37" fmla="*/ 102 h 107"/>
                <a:gd name="T38" fmla="*/ 76 w 82"/>
                <a:gd name="T39" fmla="*/ 97 h 107"/>
                <a:gd name="T40" fmla="*/ 78 w 82"/>
                <a:gd name="T41" fmla="*/ 89 h 107"/>
                <a:gd name="T42" fmla="*/ 80 w 82"/>
                <a:gd name="T43" fmla="*/ 72 h 107"/>
                <a:gd name="T44" fmla="*/ 82 w 82"/>
                <a:gd name="T45" fmla="*/ 48 h 107"/>
                <a:gd name="T46" fmla="*/ 65 w 82"/>
                <a:gd name="T47" fmla="*/ 23 h 107"/>
                <a:gd name="T48" fmla="*/ 65 w 82"/>
                <a:gd name="T49" fmla="*/ 23 h 107"/>
                <a:gd name="T50" fmla="*/ 60 w 82"/>
                <a:gd name="T51" fmla="*/ 22 h 107"/>
                <a:gd name="T52" fmla="*/ 54 w 82"/>
                <a:gd name="T53" fmla="*/ 21 h 107"/>
                <a:gd name="T54" fmla="*/ 46 w 82"/>
                <a:gd name="T55" fmla="*/ 19 h 107"/>
                <a:gd name="T56" fmla="*/ 46 w 82"/>
                <a:gd name="T57" fmla="*/ 19 h 107"/>
                <a:gd name="T58" fmla="*/ 41 w 82"/>
                <a:gd name="T59" fmla="*/ 17 h 107"/>
                <a:gd name="T60" fmla="*/ 37 w 82"/>
                <a:gd name="T61" fmla="*/ 14 h 107"/>
                <a:gd name="T62" fmla="*/ 30 w 82"/>
                <a:gd name="T63" fmla="*/ 8 h 107"/>
                <a:gd name="T64" fmla="*/ 25 w 82"/>
                <a:gd name="T65" fmla="*/ 0 h 10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
                <a:gd name="T100" fmla="*/ 0 h 107"/>
                <a:gd name="T101" fmla="*/ 82 w 82"/>
                <a:gd name="T102" fmla="*/ 107 h 10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 h="107">
                  <a:moveTo>
                    <a:pt x="25" y="0"/>
                  </a:moveTo>
                  <a:lnTo>
                    <a:pt x="25" y="0"/>
                  </a:lnTo>
                  <a:lnTo>
                    <a:pt x="23" y="3"/>
                  </a:lnTo>
                  <a:lnTo>
                    <a:pt x="20" y="11"/>
                  </a:lnTo>
                  <a:lnTo>
                    <a:pt x="17" y="16"/>
                  </a:lnTo>
                  <a:lnTo>
                    <a:pt x="12" y="19"/>
                  </a:lnTo>
                  <a:lnTo>
                    <a:pt x="7" y="22"/>
                  </a:lnTo>
                  <a:lnTo>
                    <a:pt x="0" y="23"/>
                  </a:lnTo>
                  <a:lnTo>
                    <a:pt x="19" y="49"/>
                  </a:lnTo>
                  <a:lnTo>
                    <a:pt x="35" y="72"/>
                  </a:lnTo>
                  <a:lnTo>
                    <a:pt x="50" y="91"/>
                  </a:lnTo>
                  <a:lnTo>
                    <a:pt x="60" y="102"/>
                  </a:lnTo>
                  <a:lnTo>
                    <a:pt x="66" y="107"/>
                  </a:lnTo>
                  <a:lnTo>
                    <a:pt x="68" y="107"/>
                  </a:lnTo>
                  <a:lnTo>
                    <a:pt x="70" y="107"/>
                  </a:lnTo>
                  <a:lnTo>
                    <a:pt x="75" y="102"/>
                  </a:lnTo>
                  <a:lnTo>
                    <a:pt x="76" y="97"/>
                  </a:lnTo>
                  <a:lnTo>
                    <a:pt x="78" y="89"/>
                  </a:lnTo>
                  <a:lnTo>
                    <a:pt x="80" y="72"/>
                  </a:lnTo>
                  <a:lnTo>
                    <a:pt x="82" y="48"/>
                  </a:lnTo>
                  <a:lnTo>
                    <a:pt x="65" y="23"/>
                  </a:lnTo>
                  <a:lnTo>
                    <a:pt x="60" y="22"/>
                  </a:lnTo>
                  <a:lnTo>
                    <a:pt x="54" y="21"/>
                  </a:lnTo>
                  <a:lnTo>
                    <a:pt x="46" y="19"/>
                  </a:lnTo>
                  <a:lnTo>
                    <a:pt x="41" y="17"/>
                  </a:lnTo>
                  <a:lnTo>
                    <a:pt x="37" y="14"/>
                  </a:lnTo>
                  <a:lnTo>
                    <a:pt x="30" y="8"/>
                  </a:lnTo>
                  <a:lnTo>
                    <a:pt x="2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715" name="Freeform 96"/>
            <p:cNvSpPr>
              <a:spLocks noEditPoints="1"/>
            </p:cNvSpPr>
            <p:nvPr/>
          </p:nvSpPr>
          <p:spPr bwMode="auto">
            <a:xfrm>
              <a:off x="909" y="3160"/>
              <a:ext cx="489" cy="677"/>
            </a:xfrm>
            <a:custGeom>
              <a:avLst/>
              <a:gdLst>
                <a:gd name="T0" fmla="*/ 484 w 489"/>
                <a:gd name="T1" fmla="*/ 0 h 677"/>
                <a:gd name="T2" fmla="*/ 0 w 489"/>
                <a:gd name="T3" fmla="*/ 0 h 677"/>
                <a:gd name="T4" fmla="*/ 0 w 489"/>
                <a:gd name="T5" fmla="*/ 677 h 677"/>
                <a:gd name="T6" fmla="*/ 489 w 489"/>
                <a:gd name="T7" fmla="*/ 677 h 677"/>
                <a:gd name="T8" fmla="*/ 489 w 489"/>
                <a:gd name="T9" fmla="*/ 0 h 677"/>
                <a:gd name="T10" fmla="*/ 484 w 489"/>
                <a:gd name="T11" fmla="*/ 0 h 677"/>
                <a:gd name="T12" fmla="*/ 480 w 489"/>
                <a:gd name="T13" fmla="*/ 9 h 677"/>
                <a:gd name="T14" fmla="*/ 480 w 489"/>
                <a:gd name="T15" fmla="*/ 9 h 677"/>
                <a:gd name="T16" fmla="*/ 480 w 489"/>
                <a:gd name="T17" fmla="*/ 668 h 677"/>
                <a:gd name="T18" fmla="*/ 480 w 489"/>
                <a:gd name="T19" fmla="*/ 668 h 677"/>
                <a:gd name="T20" fmla="*/ 9 w 489"/>
                <a:gd name="T21" fmla="*/ 668 h 677"/>
                <a:gd name="T22" fmla="*/ 9 w 489"/>
                <a:gd name="T23" fmla="*/ 668 h 677"/>
                <a:gd name="T24" fmla="*/ 9 w 489"/>
                <a:gd name="T25" fmla="*/ 9 h 677"/>
                <a:gd name="T26" fmla="*/ 9 w 489"/>
                <a:gd name="T27" fmla="*/ 9 h 677"/>
                <a:gd name="T28" fmla="*/ 480 w 489"/>
                <a:gd name="T29" fmla="*/ 9 h 677"/>
                <a:gd name="T30" fmla="*/ 480 w 489"/>
                <a:gd name="T31" fmla="*/ 9 h 67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89"/>
                <a:gd name="T49" fmla="*/ 0 h 677"/>
                <a:gd name="T50" fmla="*/ 489 w 489"/>
                <a:gd name="T51" fmla="*/ 677 h 67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89" h="677">
                  <a:moveTo>
                    <a:pt x="484" y="0"/>
                  </a:moveTo>
                  <a:lnTo>
                    <a:pt x="0" y="0"/>
                  </a:lnTo>
                  <a:lnTo>
                    <a:pt x="0" y="677"/>
                  </a:lnTo>
                  <a:lnTo>
                    <a:pt x="489" y="677"/>
                  </a:lnTo>
                  <a:lnTo>
                    <a:pt x="489" y="0"/>
                  </a:lnTo>
                  <a:lnTo>
                    <a:pt x="484" y="0"/>
                  </a:lnTo>
                  <a:close/>
                  <a:moveTo>
                    <a:pt x="480" y="9"/>
                  </a:moveTo>
                  <a:lnTo>
                    <a:pt x="480" y="9"/>
                  </a:lnTo>
                  <a:lnTo>
                    <a:pt x="480" y="668"/>
                  </a:lnTo>
                  <a:lnTo>
                    <a:pt x="9" y="668"/>
                  </a:lnTo>
                  <a:lnTo>
                    <a:pt x="9" y="9"/>
                  </a:lnTo>
                  <a:lnTo>
                    <a:pt x="48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latin typeface="Times New Roman" panose="02020603050405020304" pitchFamily="18" charset="0"/>
                <a:cs typeface="Times New Roman" panose="02020603050405020304" pitchFamily="18" charset="0"/>
              </a:endParaRPr>
            </a:p>
          </p:txBody>
        </p:sp>
      </p:grpSp>
      <p:pic>
        <p:nvPicPr>
          <p:cNvPr id="154630" name="Picture 98" descr="j043593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37313" y="3968750"/>
            <a:ext cx="701675" cy="611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31" name="Picture 99" descr="j04316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231188" y="5661025"/>
            <a:ext cx="23336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Text Box 8"/>
          <p:cNvSpPr txBox="1">
            <a:spLocks noChangeArrowheads="1"/>
          </p:cNvSpPr>
          <p:nvPr/>
        </p:nvSpPr>
        <p:spPr bwMode="auto">
          <a:xfrm>
            <a:off x="7725308"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600" b="1" dirty="0" smtClean="0">
                <a:latin typeface="Times New Roman" panose="02020603050405020304" pitchFamily="18" charset="0"/>
                <a:cs typeface="Times New Roman" panose="02020603050405020304" pitchFamily="18" charset="0"/>
              </a:rPr>
              <a:t>2. 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93"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800" b="1" dirty="0">
                <a:latin typeface="Times New Roman" panose="02020603050405020304" pitchFamily="18" charset="0"/>
                <a:cs typeface="Times New Roman" panose="02020603050405020304" pitchFamily="18" charset="0"/>
              </a:rPr>
              <a:t>5</a:t>
            </a:r>
            <a:r>
              <a:rPr lang="en-US" altLang="ko-KR" sz="1800" b="1" dirty="0" smtClean="0">
                <a:latin typeface="Times New Roman" panose="02020603050405020304" pitchFamily="18" charset="0"/>
                <a:cs typeface="Times New Roman" panose="02020603050405020304" pitchFamily="18" charset="0"/>
              </a:rPr>
              <a:t>.</a:t>
            </a:r>
            <a:r>
              <a:rPr lang="ko-KR" altLang="en-US" sz="1800" b="1" dirty="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Các</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lệnh</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cơ</a:t>
            </a:r>
            <a:r>
              <a:rPr lang="en-US" altLang="ko-KR" sz="1800" b="1" dirty="0" smtClean="0">
                <a:latin typeface="Times New Roman" panose="02020603050405020304" pitchFamily="18" charset="0"/>
                <a:cs typeface="Times New Roman" panose="02020603050405020304" pitchFamily="18" charset="0"/>
              </a:rPr>
              <a:t> </a:t>
            </a:r>
            <a:r>
              <a:rPr lang="en-US" altLang="ko-KR" sz="1800" b="1" dirty="0" err="1" smtClean="0">
                <a:latin typeface="Times New Roman" panose="02020603050405020304" pitchFamily="18" charset="0"/>
                <a:cs typeface="Times New Roman" panose="02020603050405020304" pitchFamily="18" charset="0"/>
              </a:rPr>
              <a:t>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737284140"/>
      </p:ext>
    </p:extLst>
  </p:cSld>
  <p:clrMapOvr>
    <a:masterClrMapping/>
  </p:clrMapOvr>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7"/>
          <p:cNvSpPr>
            <a:spLocks noChangeArrowheads="1"/>
          </p:cNvSpPr>
          <p:nvPr/>
        </p:nvSpPr>
        <p:spPr bwMode="auto">
          <a:xfrm>
            <a:off x="684213" y="744538"/>
            <a:ext cx="8542337" cy="5780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b="1" dirty="0">
                <a:latin typeface="Times New Roman" panose="02020603050405020304" pitchFamily="18" charset="0"/>
                <a:cs typeface="Times New Roman" panose="02020603050405020304" pitchFamily="18" charset="0"/>
              </a:rPr>
              <a:t>2) </a:t>
            </a:r>
            <a:r>
              <a:rPr lang="en-US" altLang="ko-KR" sz="1200" b="1" dirty="0" err="1" smtClean="0">
                <a:latin typeface="Times New Roman" panose="02020603050405020304" pitchFamily="18" charset="0"/>
                <a:cs typeface="Times New Roman" panose="02020603050405020304" pitchFamily="18" charset="0"/>
              </a:rPr>
              <a:t>Cơ</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bản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về</a:t>
            </a:r>
            <a:r>
              <a:rPr lang="en-US" altLang="ko-KR" sz="1200" b="1" dirty="0" smtClean="0">
                <a:latin typeface="Times New Roman" panose="02020603050405020304" pitchFamily="18" charset="0"/>
                <a:cs typeface="Times New Roman" panose="02020603050405020304" pitchFamily="18" charset="0"/>
              </a:rPr>
              <a:t> Trouble Shooting</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ko-KR" altLang="en-US" sz="1200" b="1"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cơ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chú</a:t>
            </a:r>
            <a:r>
              <a:rPr lang="en-US" altLang="ko-KR" sz="1200" dirty="0" smtClean="0">
                <a:latin typeface="Times New Roman" panose="02020603050405020304" pitchFamily="18" charset="0"/>
                <a:cs typeface="Times New Roman" panose="02020603050405020304" pitchFamily="18" charset="0"/>
              </a:rPr>
              <a:t> ý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ko-KR" altLang="en-US" sz="1200"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Trouble </a:t>
            </a:r>
            <a:r>
              <a:rPr lang="en-US" altLang="ko-KR" sz="1200" b="1" dirty="0" smtClean="0">
                <a:latin typeface="Times New Roman" panose="02020603050405020304" pitchFamily="18" charset="0"/>
                <a:cs typeface="Times New Roman" panose="02020603050405020304" pitchFamily="18" charset="0"/>
              </a:rPr>
              <a:t>Shooting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nhìn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① 	</a:t>
            </a:r>
            <a:r>
              <a:rPr lang="en-US" altLang="ko-KR" sz="1200" dirty="0" err="1" smtClean="0">
                <a:latin typeface="Times New Roman" panose="02020603050405020304" pitchFamily="18" charset="0"/>
                <a:cs typeface="Times New Roman" panose="02020603050405020304" pitchFamily="18" charset="0"/>
              </a:rPr>
              <a:t>Phán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Trouble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a:t>
            </a:r>
            <a:r>
              <a:rPr lang="en-US" altLang="ko-KR" sz="1200" dirty="0" err="1" smtClean="0">
                <a:latin typeface="Times New Roman" panose="02020603050405020304" pitchFamily="18" charset="0"/>
                <a:cs typeface="Times New Roman" panose="02020603050405020304" pitchFamily="18" charset="0"/>
              </a:rPr>
              <a:t>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ngoài</a:t>
            </a:r>
            <a:r>
              <a:rPr lang="en-US" altLang="ko-KR" sz="1200" dirty="0" smtClean="0">
                <a:latin typeface="Times New Roman" panose="02020603050405020304" pitchFamily="18" charset="0"/>
                <a:cs typeface="Times New Roman" panose="02020603050405020304" pitchFamily="18" charset="0"/>
              </a:rPr>
              <a:t> PLC.</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tuy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②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máy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móc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Check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khiển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thứ</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hoạn</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thao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③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 </a:t>
            </a:r>
            <a:r>
              <a:rPr lang="en-US" altLang="ko-KR" sz="1200" dirty="0" err="1" smtClean="0">
                <a:latin typeface="Times New Roman" panose="02020603050405020304" pitchFamily="18" charset="0"/>
                <a:cs typeface="Times New Roman" panose="02020603050405020304" pitchFamily="18" charset="0"/>
              </a:rPr>
              <a:t>và</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Check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dây</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④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LED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Check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smtClean="0">
                <a:latin typeface="Times New Roman" panose="02020603050405020304" pitchFamily="18" charset="0"/>
                <a:cs typeface="Times New Roman" panose="02020603050405020304" pitchFamily="18" charset="0"/>
              </a:rPr>
              <a:t>ㆍ</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POWER</a:t>
            </a:r>
            <a:r>
              <a:rPr lang="ko-KR" altLang="en-US"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LED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sáng</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smtClean="0">
                <a:latin typeface="Times New Roman" panose="02020603050405020304" pitchFamily="18" charset="0"/>
                <a:cs typeface="Times New Roman" panose="02020603050405020304" pitchFamily="18" charset="0"/>
              </a:rPr>
              <a:t>ㆍ</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MODE</a:t>
            </a:r>
            <a:r>
              <a:rPr lang="ko-KR" altLang="en-US"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LED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sáng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nhấp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nháy</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smtClean="0">
                <a:latin typeface="Times New Roman" panose="02020603050405020304" pitchFamily="18" charset="0"/>
                <a:cs typeface="Times New Roman" panose="02020603050405020304" pitchFamily="18" charset="0"/>
              </a:rPr>
              <a:t>ㆍ</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RUN</a:t>
            </a:r>
            <a:r>
              <a:rPr lang="ko-KR" altLang="en-US"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LED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sáng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nhấp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nháy</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smtClean="0">
                <a:latin typeface="Times New Roman" panose="02020603050405020304" pitchFamily="18" charset="0"/>
                <a:cs typeface="Times New Roman" panose="02020603050405020304" pitchFamily="18" charset="0"/>
              </a:rPr>
              <a:t>ㆍ</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ERR.</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LED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Mô</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đun</a:t>
            </a:r>
            <a:r>
              <a:rPr lang="en-US" altLang="ko-KR" sz="1200" dirty="0">
                <a:latin typeface="Times New Roman" panose="02020603050405020304" pitchFamily="18" charset="0"/>
                <a:cs typeface="Times New Roman" panose="02020603050405020304" pitchFamily="18" charset="0"/>
              </a:rPr>
              <a:t> CPU </a:t>
            </a:r>
            <a:r>
              <a:rPr lang="en-US" altLang="ko-KR" sz="1200" dirty="0" err="1">
                <a:latin typeface="Times New Roman" panose="02020603050405020304" pitchFamily="18" charset="0"/>
                <a:cs typeface="Times New Roman" panose="02020603050405020304" pitchFamily="18" charset="0"/>
              </a:rPr>
              <a:t>sáng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tắt</a:t>
            </a:r>
            <a:r>
              <a:rPr lang="en-US" altLang="ko-KR" sz="1200" dirty="0">
                <a:latin typeface="Times New Roman" panose="02020603050405020304" pitchFamily="18" charset="0"/>
                <a:cs typeface="Times New Roman" panose="02020603050405020304" pitchFamily="18" charset="0"/>
              </a:rPr>
              <a:t> hay </a:t>
            </a:r>
            <a:r>
              <a:rPr lang="en-US" altLang="ko-KR" sz="1200" dirty="0" err="1">
                <a:latin typeface="Times New Roman" panose="02020603050405020304" pitchFamily="18" charset="0"/>
                <a:cs typeface="Times New Roman" panose="02020603050405020304" pitchFamily="18" charset="0"/>
              </a:rPr>
              <a:t>nhấp</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nháy</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smtClean="0">
                <a:latin typeface="Times New Roman" panose="02020603050405020304" pitchFamily="18" charset="0"/>
                <a:cs typeface="Times New Roman" panose="02020603050405020304" pitchFamily="18" charset="0"/>
              </a:rPr>
              <a:t>ㆍ</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USER</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BAT.</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BOOT</a:t>
            </a:r>
            <a:r>
              <a:rPr lang="ko-KR" altLang="en-US"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LED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sáng</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LED Monitor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đèn</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LED Monitor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 </a:t>
            </a:r>
            <a:r>
              <a:rPr lang="en-US" altLang="ko-KR" sz="1200" dirty="0" err="1" smtClean="0">
                <a:latin typeface="Times New Roman" panose="02020603050405020304" pitchFamily="18" charset="0"/>
                <a:cs typeface="Times New Roman" panose="02020603050405020304" pitchFamily="18" charset="0"/>
              </a:rPr>
              <a:t>sáng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đèn</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p>
        </p:txBody>
      </p:sp>
      <p:pic>
        <p:nvPicPr>
          <p:cNvPr id="155651" name="Picture 8" descr="j042425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73950" y="2335213"/>
            <a:ext cx="1936750" cy="177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5652" name="Text Box 8"/>
          <p:cNvSpPr txBox="1">
            <a:spLocks noChangeArrowheads="1"/>
          </p:cNvSpPr>
          <p:nvPr/>
        </p:nvSpPr>
        <p:spPr bwMode="auto">
          <a:xfrm>
            <a:off x="7617296"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en-US" altLang="ko-KR" sz="1600" b="1" dirty="0" err="1" smtClean="0">
                <a:latin typeface="Times New Roman" panose="02020603050405020304" pitchFamily="18" charset="0"/>
                <a:cs typeface="Times New Roman" panose="02020603050405020304" pitchFamily="18" charset="0"/>
              </a:rPr>
              <a:t>Chẩn</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đoán</a:t>
            </a:r>
            <a:r>
              <a:rPr lang="en-US" altLang="ko-KR" sz="1600" b="1" dirty="0" smtClean="0">
                <a:latin typeface="Times New Roman" panose="02020603050405020304" pitchFamily="18" charset="0"/>
                <a:cs typeface="Times New Roman" panose="02020603050405020304" pitchFamily="18" charset="0"/>
              </a:rPr>
              <a:t> Trouble</a:t>
            </a:r>
            <a:endParaRPr lang="ko-KR" altLang="en-US" sz="1600" b="1" dirty="0">
              <a:latin typeface="Times New Roman" panose="02020603050405020304" pitchFamily="18" charset="0"/>
              <a:cs typeface="Times New Roman" panose="02020603050405020304" pitchFamily="18" charset="0"/>
            </a:endParaRPr>
          </a:p>
        </p:txBody>
      </p:sp>
      <p:sp>
        <p:nvSpPr>
          <p:cNvPr id="155653"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475508777"/>
      </p:ext>
    </p:extLst>
  </p:cSld>
  <p:clrMapOvr>
    <a:masterClrMapping/>
  </p:clrMapOvr>
  <p:transition/>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7"/>
          <p:cNvSpPr>
            <a:spLocks noChangeArrowheads="1"/>
          </p:cNvSpPr>
          <p:nvPr/>
        </p:nvSpPr>
        <p:spPr bwMode="auto">
          <a:xfrm>
            <a:off x="695325" y="722313"/>
            <a:ext cx="8542338"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dựa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Error Code</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①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Error Code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CPU, Error Code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GX Developer.</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②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phương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Error </a:t>
            </a:r>
            <a:r>
              <a:rPr lang="en-US" altLang="ko-KR" sz="1200" dirty="0" smtClean="0">
                <a:latin typeface="Times New Roman" panose="02020603050405020304" pitchFamily="18" charset="0"/>
                <a:cs typeface="Times New Roman" panose="02020603050405020304" pitchFamily="18" charset="0"/>
              </a:rPr>
              <a:t>Code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(3) </a:t>
            </a:r>
            <a:r>
              <a:rPr lang="en-US" altLang="ko-KR" sz="1200" dirty="0" err="1" smtClean="0">
                <a:latin typeface="Times New Roman" panose="02020603050405020304" pitchFamily="18" charset="0"/>
                <a:cs typeface="Times New Roman" panose="02020603050405020304" pitchFamily="18" charset="0"/>
              </a:rPr>
              <a:t>Quan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Reset CPU Reset</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Reset CPU,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nghĩ</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tiếng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ồn</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10000"/>
              </a:lnSpc>
              <a:spcBef>
                <a:spcPct val="0"/>
              </a:spcBef>
              <a:buFontTx/>
              <a:buNone/>
            </a:pP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xúc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ngoài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①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en-US" altLang="ko-KR" sz="1200" dirty="0" smtClean="0">
                <a:latin typeface="Times New Roman" panose="02020603050405020304" pitchFamily="18" charset="0"/>
                <a:cs typeface="Times New Roman" panose="02020603050405020304" pitchFamily="18" charset="0"/>
              </a:rPr>
              <a:t> RUN/STOP sang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[STOP</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② </a:t>
            </a:r>
            <a:r>
              <a:rPr lang="en-US" altLang="ko-KR" sz="1200" dirty="0" smtClean="0">
                <a:latin typeface="Times New Roman" panose="02020603050405020304" pitchFamily="18" charset="0"/>
                <a:cs typeface="Times New Roman" panose="02020603050405020304" pitchFamily="18" charset="0"/>
              </a:rPr>
              <a:t>Reset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en-US" altLang="ko-KR" sz="1200" dirty="0" smtClean="0">
                <a:latin typeface="Times New Roman" panose="02020603050405020304" pitchFamily="18" charset="0"/>
                <a:cs typeface="Times New Roman" panose="02020603050405020304" pitchFamily="18" charset="0"/>
              </a:rPr>
              <a:t> RESET/L.CLR.</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③ </a:t>
            </a:r>
            <a:r>
              <a:rPr lang="en-US" altLang="ko-KR" sz="1200" dirty="0" smtClean="0">
                <a:latin typeface="Times New Roman" panose="02020603050405020304" pitchFamily="18" charset="0"/>
                <a:cs typeface="Times New Roman" panose="02020603050405020304" pitchFamily="18" charset="0"/>
              </a:rPr>
              <a:t>OFF/ON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(4) </a:t>
            </a:r>
            <a:r>
              <a:rPr lang="en-US" altLang="ko-KR" sz="1200" dirty="0" smtClean="0">
                <a:latin typeface="Times New Roman" panose="02020603050405020304" pitchFamily="18" charset="0"/>
                <a:cs typeface="Times New Roman" panose="02020603050405020304" pitchFamily="18" charset="0"/>
              </a:rPr>
              <a:t>Thu </a:t>
            </a:r>
            <a:r>
              <a:rPr lang="en-US" altLang="ko-KR" sz="1200" dirty="0" err="1" smtClean="0">
                <a:latin typeface="Times New Roman" panose="02020603050405020304" pitchFamily="18" charset="0"/>
                <a:cs typeface="Times New Roman" panose="02020603050405020304" pitchFamily="18" charset="0"/>
              </a:rPr>
              <a:t>nhỏ</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phạm</a:t>
            </a:r>
            <a:r>
              <a:rPr lang="en-US" altLang="ko-KR" sz="1200" dirty="0" smtClean="0">
                <a:latin typeface="Times New Roman" panose="02020603050405020304" pitchFamily="18" charset="0"/>
                <a:cs typeface="Times New Roman" panose="02020603050405020304" pitchFamily="18" charset="0"/>
              </a:rPr>
              <a:t> vi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hóc</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①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thế</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a:t>
            </a: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② </a:t>
            </a:r>
            <a:r>
              <a:rPr lang="en-US" altLang="ko-KR" sz="1200" dirty="0" err="1" smtClean="0">
                <a:latin typeface="Times New Roman" panose="02020603050405020304" pitchFamily="18" charset="0"/>
                <a:cs typeface="Times New Roman" panose="02020603050405020304" pitchFamily="18" charset="0"/>
              </a:rPr>
              <a:t>Thử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bỏ</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khiển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156675" name="Picture 9" descr="j043489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61200" y="2852738"/>
            <a:ext cx="2201863" cy="2273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676" name="Text Box 8"/>
          <p:cNvSpPr txBox="1">
            <a:spLocks noChangeArrowheads="1"/>
          </p:cNvSpPr>
          <p:nvPr/>
        </p:nvSpPr>
        <p:spPr bwMode="auto">
          <a:xfrm>
            <a:off x="7653300"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5667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121800482"/>
      </p:ext>
    </p:extLst>
  </p:cSld>
  <p:clrMapOvr>
    <a:masterClrMapping/>
  </p:clrMapOvr>
  <p:transition/>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3"/>
          <p:cNvSpPr>
            <a:spLocks noChangeArrowheads="1"/>
          </p:cNvSpPr>
          <p:nvPr/>
        </p:nvSpPr>
        <p:spPr bwMode="auto">
          <a:xfrm>
            <a:off x="660400" y="692696"/>
            <a:ext cx="9205913" cy="1514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27305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7305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7305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7305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7305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b="1" dirty="0">
                <a:latin typeface="Times New Roman" panose="02020603050405020304" pitchFamily="18" charset="0"/>
                <a:cs typeface="Times New Roman" panose="02020603050405020304" pitchFamily="18" charset="0"/>
              </a:rPr>
              <a:t>3) </a:t>
            </a:r>
            <a:r>
              <a:rPr lang="en-US" altLang="ko-KR" sz="1200" b="1" dirty="0" err="1" smtClean="0">
                <a:latin typeface="Times New Roman" panose="02020603050405020304" pitchFamily="18" charset="0"/>
                <a:cs typeface="Times New Roman" panose="02020603050405020304" pitchFamily="18" charset="0"/>
              </a:rPr>
              <a:t>Chẩn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đoán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trạng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thái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thiết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bị</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bằng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cách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sử</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dụng</a:t>
            </a:r>
            <a:r>
              <a:rPr lang="en-US" altLang="ko-KR" sz="1200" b="1" dirty="0" smtClean="0">
                <a:latin typeface="Times New Roman" panose="02020603050405020304" pitchFamily="18" charset="0"/>
                <a:cs typeface="Times New Roman" panose="02020603050405020304" pitchFamily="18" charset="0"/>
              </a:rPr>
              <a:t> GX Developer</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ko-KR" altLang="en-US" sz="1200" b="1"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lịch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GX Developer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Monitor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thống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Cố</a:t>
            </a:r>
            <a:r>
              <a:rPr lang="en-US" altLang="ko-KR" sz="1200" dirty="0" smtClean="0">
                <a:latin typeface="Times New Roman" panose="02020603050405020304" pitchFamily="18" charset="0"/>
                <a:cs typeface="Times New Roman" panose="02020603050405020304" pitchFamily="18" charset="0"/>
              </a:rPr>
              <a:t> ý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Error ở </a:t>
            </a:r>
            <a:r>
              <a:rPr lang="en-US" altLang="ko-KR" sz="1200" dirty="0" err="1" smtClean="0">
                <a:latin typeface="Times New Roman" panose="02020603050405020304" pitchFamily="18" charset="0"/>
                <a:cs typeface="Times New Roman" panose="02020603050405020304" pitchFamily="18" charset="0"/>
              </a:rPr>
              <a:t>đây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dựa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GX </a:t>
            </a:r>
            <a:r>
              <a:rPr lang="en-US" altLang="ko-KR" sz="1200" dirty="0" smtClean="0">
                <a:latin typeface="Times New Roman" panose="02020603050405020304" pitchFamily="18" charset="0"/>
                <a:cs typeface="Times New Roman" panose="02020603050405020304" pitchFamily="18" charset="0"/>
              </a:rPr>
              <a:t>Developer.</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b="1" dirty="0">
                <a:solidFill>
                  <a:srgbClr val="000000"/>
                </a:solidFill>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Chẩn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đoán</a:t>
            </a:r>
            <a:r>
              <a:rPr lang="en-US" altLang="ko-KR" sz="1200" b="1" dirty="0" smtClean="0">
                <a:latin typeface="Times New Roman" panose="02020603050405020304" pitchFamily="18" charset="0"/>
                <a:cs typeface="Times New Roman" panose="02020603050405020304" pitchFamily="18" charset="0"/>
              </a:rPr>
              <a:t> PLC</a:t>
            </a:r>
            <a:r>
              <a:rPr lang="ko-KR" altLang="en-US" sz="1200" b="1" dirty="0" smtClean="0">
                <a:latin typeface="Times New Roman" panose="02020603050405020304" pitchFamily="18" charset="0"/>
                <a:cs typeface="Times New Roman" panose="02020603050405020304" pitchFamily="18" charset="0"/>
              </a:rPr>
              <a:t> </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Monitor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CPU.</a:t>
            </a:r>
            <a:endParaRPr lang="en-US" altLang="ko-KR" sz="1200" dirty="0">
              <a:latin typeface="Times New Roman" panose="02020603050405020304" pitchFamily="18" charset="0"/>
              <a:cs typeface="Times New Roman" panose="02020603050405020304" pitchFamily="18" charset="0"/>
            </a:endParaRPr>
          </a:p>
        </p:txBody>
      </p:sp>
      <p:pic>
        <p:nvPicPr>
          <p:cNvPr id="157699"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350" y="2298700"/>
            <a:ext cx="2459038" cy="174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700" name="Rectangle 7"/>
          <p:cNvSpPr>
            <a:spLocks noChangeArrowheads="1"/>
          </p:cNvSpPr>
          <p:nvPr/>
        </p:nvSpPr>
        <p:spPr bwMode="auto">
          <a:xfrm>
            <a:off x="4329113" y="2384425"/>
            <a:ext cx="4954587"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① </a:t>
            </a:r>
            <a:r>
              <a:rPr lang="en-US" altLang="ko-KR" sz="1200" dirty="0" smtClean="0">
                <a:latin typeface="Times New Roman" panose="02020603050405020304" pitchFamily="18" charset="0"/>
                <a:cs typeface="Times New Roman" panose="02020603050405020304" pitchFamily="18" charset="0"/>
              </a:rPr>
              <a:t>OFF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CPU PLC, </a:t>
            </a:r>
            <a:r>
              <a:rPr lang="en-US" altLang="ko-KR" sz="1200" dirty="0" err="1" smtClean="0">
                <a:latin typeface="Times New Roman" panose="02020603050405020304" pitchFamily="18" charset="0"/>
                <a:cs typeface="Times New Roman" panose="02020603050405020304" pitchFamily="18" charset="0"/>
              </a:rPr>
              <a:t>mở</a:t>
            </a:r>
            <a:r>
              <a:rPr lang="en-US" altLang="ko-KR" sz="1200" dirty="0" smtClean="0">
                <a:latin typeface="Times New Roman" panose="02020603050405020304" pitchFamily="18" charset="0"/>
                <a:cs typeface="Times New Roman" panose="02020603050405020304" pitchFamily="18" charset="0"/>
              </a:rPr>
              <a:t> battery holder</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② </a:t>
            </a:r>
            <a:r>
              <a:rPr lang="en-US" altLang="ko-KR" sz="1200" dirty="0" err="1" smtClean="0">
                <a:latin typeface="Times New Roman" panose="02020603050405020304" pitchFamily="18" charset="0"/>
                <a:cs typeface="Times New Roman" panose="02020603050405020304" pitchFamily="18" charset="0"/>
              </a:rPr>
              <a:t>Lấy</a:t>
            </a:r>
            <a:r>
              <a:rPr lang="en-US" altLang="ko-KR" sz="1200" dirty="0" smtClean="0">
                <a:latin typeface="Times New Roman" panose="02020603050405020304" pitchFamily="18" charset="0"/>
                <a:cs typeface="Times New Roman" panose="02020603050405020304" pitchFamily="18" charset="0"/>
              </a:rPr>
              <a:t> Connector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battery </a:t>
            </a:r>
            <a:r>
              <a:rPr lang="en-US" altLang="ko-KR" sz="1200" dirty="0" err="1" smtClean="0">
                <a:latin typeface="Times New Roman" panose="02020603050405020304" pitchFamily="18" charset="0"/>
                <a:cs typeface="Times New Roman" panose="02020603050405020304" pitchFamily="18" charset="0"/>
              </a:rPr>
              <a:t>ra.</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③ </a:t>
            </a:r>
            <a:r>
              <a:rPr lang="en-US" altLang="ko-KR" sz="1200" dirty="0" err="1" smtClean="0">
                <a:latin typeface="Times New Roman" panose="02020603050405020304" pitchFamily="18" charset="0"/>
                <a:cs typeface="Times New Roman" panose="02020603050405020304" pitchFamily="18" charset="0"/>
              </a:rPr>
              <a:t>Đóng</a:t>
            </a:r>
            <a:r>
              <a:rPr lang="en-US" altLang="ko-KR" sz="1200" dirty="0" smtClean="0">
                <a:latin typeface="Times New Roman" panose="02020603050405020304" pitchFamily="18" charset="0"/>
                <a:cs typeface="Times New Roman" panose="02020603050405020304" pitchFamily="18" charset="0"/>
              </a:rPr>
              <a:t> battery holder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ON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CPU PLC.</a:t>
            </a:r>
            <a:endParaRPr lang="en-US" altLang="ko-KR" sz="1200" dirty="0">
              <a:latin typeface="Times New Roman" panose="02020603050405020304" pitchFamily="18" charset="0"/>
              <a:cs typeface="Times New Roman" panose="02020603050405020304" pitchFamily="18" charset="0"/>
            </a:endParaRPr>
          </a:p>
        </p:txBody>
      </p:sp>
      <p:sp>
        <p:nvSpPr>
          <p:cNvPr id="157702" name="Rectangle 9"/>
          <p:cNvSpPr>
            <a:spLocks noChangeArrowheads="1"/>
          </p:cNvSpPr>
          <p:nvPr/>
        </p:nvSpPr>
        <p:spPr bwMode="auto">
          <a:xfrm>
            <a:off x="4329113" y="4284663"/>
            <a:ext cx="3549370" cy="3508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④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Menu [Diagnostics]</a:t>
            </a:r>
            <a:r>
              <a:rPr lang="en-US" altLang="ko-KR" sz="1200" dirty="0">
                <a:latin typeface="Times New Roman" panose="02020603050405020304" pitchFamily="18" charset="0"/>
                <a:cs typeface="Times New Roman" panose="02020603050405020304" pitchFamily="18" charset="0"/>
              </a:rPr>
              <a:t>→[PLC </a:t>
            </a:r>
            <a:r>
              <a:rPr lang="en-US" altLang="ko-KR" sz="1200" dirty="0" smtClean="0">
                <a:latin typeface="Times New Roman" panose="02020603050405020304" pitchFamily="18" charset="0"/>
                <a:cs typeface="Times New Roman" panose="02020603050405020304" pitchFamily="18" charset="0"/>
              </a:rPr>
              <a:t>diagnostics]</a:t>
            </a:r>
            <a:endParaRPr lang="ko-KR" altLang="en-US" sz="1200" dirty="0">
              <a:latin typeface="Times New Roman" panose="02020603050405020304" pitchFamily="18" charset="0"/>
              <a:cs typeface="Times New Roman" panose="02020603050405020304" pitchFamily="18" charset="0"/>
            </a:endParaRPr>
          </a:p>
        </p:txBody>
      </p:sp>
      <p:pic>
        <p:nvPicPr>
          <p:cNvPr id="157703" name="Picture 10" descr="j034571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49650" y="4868863"/>
            <a:ext cx="468313"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704" name="Text Box 8"/>
          <p:cNvSpPr txBox="1">
            <a:spLocks noChangeArrowheads="1"/>
          </p:cNvSpPr>
          <p:nvPr/>
        </p:nvSpPr>
        <p:spPr bwMode="auto">
          <a:xfrm>
            <a:off x="7576549"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57705"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pic>
        <p:nvPicPr>
          <p:cNvPr id="22118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82725" y="4333876"/>
            <a:ext cx="2695575" cy="2000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직사각형 11"/>
          <p:cNvSpPr/>
          <p:nvPr/>
        </p:nvSpPr>
        <p:spPr bwMode="auto">
          <a:xfrm>
            <a:off x="2023914" y="2102199"/>
            <a:ext cx="1016286"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3" name="직사각형 12"/>
          <p:cNvSpPr/>
          <p:nvPr/>
        </p:nvSpPr>
        <p:spPr>
          <a:xfrm>
            <a:off x="2065032" y="2212872"/>
            <a:ext cx="1141659"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Mặt</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cạnh</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Mô</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đun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CPU</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4" name="직사각형 13"/>
          <p:cNvSpPr/>
          <p:nvPr/>
        </p:nvSpPr>
        <p:spPr bwMode="auto">
          <a:xfrm>
            <a:off x="3523897" y="2544280"/>
            <a:ext cx="576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5" name="직사각형 14"/>
          <p:cNvSpPr/>
          <p:nvPr/>
        </p:nvSpPr>
        <p:spPr>
          <a:xfrm>
            <a:off x="3467311" y="2672916"/>
            <a:ext cx="593432" cy="227178"/>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Mặt</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trước</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6" name="직사각형 15"/>
          <p:cNvSpPr/>
          <p:nvPr/>
        </p:nvSpPr>
        <p:spPr bwMode="auto">
          <a:xfrm>
            <a:off x="3385995" y="3499774"/>
            <a:ext cx="576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7" name="직사각형 16"/>
          <p:cNvSpPr/>
          <p:nvPr/>
        </p:nvSpPr>
        <p:spPr>
          <a:xfrm>
            <a:off x="3329409" y="3628410"/>
            <a:ext cx="795411" cy="227178"/>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Battery Holder</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8" name="직사각형 17"/>
          <p:cNvSpPr/>
          <p:nvPr/>
        </p:nvSpPr>
        <p:spPr bwMode="auto">
          <a:xfrm>
            <a:off x="1663558" y="3777301"/>
            <a:ext cx="756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9" name="직사각형 18"/>
          <p:cNvSpPr/>
          <p:nvPr/>
        </p:nvSpPr>
        <p:spPr>
          <a:xfrm>
            <a:off x="1679124" y="3933056"/>
            <a:ext cx="938077" cy="227178"/>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Battery Connector</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0" name="직사각형 19"/>
          <p:cNvSpPr/>
          <p:nvPr/>
        </p:nvSpPr>
        <p:spPr bwMode="auto">
          <a:xfrm>
            <a:off x="1309032" y="3510626"/>
            <a:ext cx="756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1" name="직사각형 20"/>
          <p:cNvSpPr/>
          <p:nvPr/>
        </p:nvSpPr>
        <p:spPr>
          <a:xfrm>
            <a:off x="1436221" y="3594373"/>
            <a:ext cx="486030" cy="227178"/>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Battery</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Tree>
    <p:extLst>
      <p:ext uri="{BB962C8B-B14F-4D97-AF65-F5344CB8AC3E}">
        <p14:creationId xmlns:p14="http://schemas.microsoft.com/office/powerpoint/2010/main" val="1390051477"/>
      </p:ext>
    </p:extLst>
  </p:cSld>
  <p:clrMapOvr>
    <a:masterClrMapping/>
  </p:clrMapOvr>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22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2825" y="3711574"/>
            <a:ext cx="4605338" cy="56614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221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2513" y="874713"/>
            <a:ext cx="3574499" cy="22669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8723" name="Rectangle 4"/>
          <p:cNvSpPr>
            <a:spLocks noChangeArrowheads="1"/>
          </p:cNvSpPr>
          <p:nvPr/>
        </p:nvSpPr>
        <p:spPr bwMode="auto">
          <a:xfrm>
            <a:off x="4641850" y="1277938"/>
            <a:ext cx="5072063" cy="1532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⑤ </a:t>
            </a:r>
            <a:r>
              <a:rPr lang="en-US" altLang="ko-KR" sz="1200" dirty="0" err="1" smtClean="0">
                <a:latin typeface="Times New Roman" panose="02020603050405020304" pitchFamily="18" charset="0"/>
                <a:cs typeface="Times New Roman" panose="02020603050405020304" pitchFamily="18" charset="0"/>
              </a:rPr>
              <a:t>Hộp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thoại</a:t>
            </a:r>
            <a:r>
              <a:rPr lang="en-US" altLang="ko-KR" sz="1200" dirty="0" smtClean="0">
                <a:latin typeface="Times New Roman" panose="02020603050405020304" pitchFamily="18" charset="0"/>
                <a:cs typeface="Times New Roman" panose="02020603050405020304" pitchFamily="18" charset="0"/>
              </a:rPr>
              <a:t> PLC </a:t>
            </a:r>
            <a:r>
              <a:rPr lang="en-US" altLang="ko-KR" sz="1200" dirty="0">
                <a:latin typeface="Times New Roman" panose="02020603050405020304" pitchFamily="18" charset="0"/>
                <a:cs typeface="Times New Roman" panose="02020603050405020304" pitchFamily="18" charset="0"/>
              </a:rPr>
              <a:t>diagnostics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Ở Error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1600 BATTERY ERROR</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⑥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Help.</a:t>
            </a: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GX Developer(</a:t>
            </a:r>
            <a:r>
              <a:rPr lang="en-US" altLang="ko-KR" sz="1200" dirty="0" err="1" smtClean="0">
                <a:latin typeface="Times New Roman" panose="02020603050405020304" pitchFamily="18" charset="0"/>
                <a:cs typeface="Times New Roman" panose="02020603050405020304" pitchFamily="18" charset="0"/>
              </a:rPr>
              <a:t>tóm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Error Code)</a:t>
            </a: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Error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Error Code 1600 </a:t>
            </a:r>
            <a:r>
              <a:rPr lang="en-US" altLang="ko-KR" sz="1200" dirty="0" err="1" smtClean="0">
                <a:latin typeface="Times New Roman" panose="02020603050405020304" pitchFamily="18" charset="0"/>
                <a:cs typeface="Times New Roman" panose="02020603050405020304" pitchFamily="18" charset="0"/>
              </a:rPr>
              <a:t>giống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5.2.2.</a:t>
            </a:r>
            <a:endParaRPr lang="en-US" altLang="ko-KR" sz="1200" dirty="0">
              <a:latin typeface="Times New Roman" panose="02020603050405020304" pitchFamily="18" charset="0"/>
              <a:cs typeface="Times New Roman" panose="02020603050405020304" pitchFamily="18" charset="0"/>
            </a:endParaRPr>
          </a:p>
        </p:txBody>
      </p:sp>
      <p:sp>
        <p:nvSpPr>
          <p:cNvPr id="158724" name="Rectangle 5"/>
          <p:cNvSpPr>
            <a:spLocks noChangeArrowheads="1"/>
          </p:cNvSpPr>
          <p:nvPr/>
        </p:nvSpPr>
        <p:spPr bwMode="auto">
          <a:xfrm>
            <a:off x="906463" y="3213100"/>
            <a:ext cx="8777287"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đúp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phần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Error, ở </a:t>
            </a:r>
            <a:r>
              <a:rPr lang="en-US" altLang="ko-KR" sz="1200" dirty="0" err="1" smtClean="0">
                <a:latin typeface="Times New Roman" panose="02020603050405020304" pitchFamily="18" charset="0"/>
                <a:cs typeface="Times New Roman" panose="02020603050405020304" pitchFamily="18" charset="0"/>
              </a:rPr>
              <a:t>hộp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thoại</a:t>
            </a:r>
            <a:r>
              <a:rPr lang="en-US" altLang="ko-KR" sz="1200" dirty="0" smtClean="0">
                <a:latin typeface="Times New Roman" panose="02020603050405020304" pitchFamily="18" charset="0"/>
                <a:cs typeface="Times New Roman" panose="02020603050405020304" pitchFamily="18" charset="0"/>
              </a:rPr>
              <a:t> chi </a:t>
            </a:r>
            <a:r>
              <a:rPr lang="en-US" altLang="ko-KR" sz="1200" dirty="0" err="1" smtClean="0">
                <a:latin typeface="Times New Roman" panose="02020603050405020304" pitchFamily="18" charset="0"/>
                <a:cs typeface="Times New Roman" panose="02020603050405020304" pitchFamily="18" charset="0"/>
              </a:rPr>
              <a:t>tiết</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SD5~15(</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chung</a:t>
            </a:r>
            <a:r>
              <a:rPr lang="en-US" altLang="ko-KR" sz="1200" dirty="0" smtClean="0">
                <a:latin typeface="Times New Roman" panose="02020603050405020304" pitchFamily="18" charset="0"/>
                <a:cs typeface="Times New Roman" panose="02020603050405020304" pitchFamily="18" charset="0"/>
              </a:rPr>
              <a:t> Error)</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SD16~26(</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riêng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Error)</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CPU PLC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58727" name="Rectangle 8"/>
          <p:cNvSpPr>
            <a:spLocks noChangeArrowheads="1"/>
          </p:cNvSpPr>
          <p:nvPr/>
        </p:nvSpPr>
        <p:spPr bwMode="auto">
          <a:xfrm>
            <a:off x="1169988" y="4060242"/>
            <a:ext cx="4448175" cy="215900"/>
          </a:xfrm>
          <a:prstGeom prst="rect">
            <a:avLst/>
          </a:prstGeom>
          <a:noFill/>
          <a:ln w="28575">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ko-KR" sz="1000">
              <a:latin typeface="Times New Roman" panose="02020603050405020304" pitchFamily="18" charset="0"/>
              <a:ea typeface="굴림체" pitchFamily="49" charset="-127"/>
              <a:cs typeface="Times New Roman" panose="02020603050405020304" pitchFamily="18" charset="0"/>
            </a:endParaRPr>
          </a:p>
        </p:txBody>
      </p:sp>
      <p:sp>
        <p:nvSpPr>
          <p:cNvPr id="158728" name="Rectangle 9"/>
          <p:cNvSpPr>
            <a:spLocks noChangeArrowheads="1"/>
          </p:cNvSpPr>
          <p:nvPr/>
        </p:nvSpPr>
        <p:spPr bwMode="auto">
          <a:xfrm>
            <a:off x="6116638" y="3860800"/>
            <a:ext cx="1260281" cy="429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2000" b="1" dirty="0" smtClean="0">
                <a:latin typeface="Times New Roman" panose="02020603050405020304" pitchFamily="18" charset="0"/>
                <a:cs typeface="Times New Roman" panose="02020603050405020304" pitchFamily="18" charset="0"/>
              </a:rPr>
              <a:t>Click </a:t>
            </a:r>
            <a:r>
              <a:rPr lang="en-US" altLang="ko-KR" sz="2000" b="1" dirty="0" err="1" smtClean="0">
                <a:latin typeface="Times New Roman" panose="02020603050405020304" pitchFamily="18" charset="0"/>
                <a:cs typeface="Times New Roman" panose="02020603050405020304" pitchFamily="18" charset="0"/>
              </a:rPr>
              <a:t>đúp</a:t>
            </a:r>
            <a:endParaRPr lang="ko-KR" altLang="en-US" sz="2000" b="1" dirty="0">
              <a:latin typeface="Times New Roman" panose="02020603050405020304" pitchFamily="18" charset="0"/>
              <a:cs typeface="Times New Roman" panose="02020603050405020304" pitchFamily="18" charset="0"/>
            </a:endParaRPr>
          </a:p>
        </p:txBody>
      </p:sp>
      <p:pic>
        <p:nvPicPr>
          <p:cNvPr id="158729" name="Picture 10" descr="j043156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03900" y="3860800"/>
            <a:ext cx="319088"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730" name="AutoShape 11"/>
          <p:cNvSpPr>
            <a:spLocks noChangeArrowheads="1"/>
          </p:cNvSpPr>
          <p:nvPr/>
        </p:nvSpPr>
        <p:spPr bwMode="auto">
          <a:xfrm>
            <a:off x="2963863" y="4240213"/>
            <a:ext cx="584200" cy="250825"/>
          </a:xfrm>
          <a:prstGeom prst="downArrow">
            <a:avLst>
              <a:gd name="adj1" fmla="val 69407"/>
              <a:gd name="adj2" fmla="val 56329"/>
            </a:avLst>
          </a:prstGeom>
          <a:solidFill>
            <a:schemeClr val="accent1"/>
          </a:solidFill>
          <a:ln w="9525">
            <a:solidFill>
              <a:schemeClr val="tx1"/>
            </a:solidFill>
            <a:miter lim="800000"/>
            <a:headEnd/>
            <a:tailEnd/>
          </a:ln>
        </p:spPr>
        <p:txBody>
          <a:bodyPr vert="eaVert"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ko-KR" sz="1000">
              <a:latin typeface="Times New Roman" panose="02020603050405020304" pitchFamily="18" charset="0"/>
              <a:ea typeface="굴림체" pitchFamily="49" charset="-127"/>
              <a:cs typeface="Times New Roman" panose="02020603050405020304" pitchFamily="18" charset="0"/>
            </a:endParaRPr>
          </a:p>
        </p:txBody>
      </p:sp>
      <p:pic>
        <p:nvPicPr>
          <p:cNvPr id="158731" name="Picture 12" descr="j034571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159919" y="3889375"/>
            <a:ext cx="468312" cy="26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8732" name="Picture 14" descr="j034571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649663" y="1539876"/>
            <a:ext cx="390525" cy="22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733"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5873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pic>
        <p:nvPicPr>
          <p:cNvPr id="222212"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24335" y="4545124"/>
            <a:ext cx="3063255" cy="19445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092409894"/>
      </p:ext>
    </p:extLst>
  </p:cSld>
  <p:clrMapOvr>
    <a:masterClrMapping/>
  </p:clrMapOvr>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3236"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09688" y="3636169"/>
            <a:ext cx="3097212" cy="18518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323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82725" y="1446213"/>
            <a:ext cx="2963863" cy="1846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9746" name="Rectangle 3"/>
          <p:cNvSpPr>
            <a:spLocks noChangeArrowheads="1"/>
          </p:cNvSpPr>
          <p:nvPr/>
        </p:nvSpPr>
        <p:spPr bwMode="auto">
          <a:xfrm>
            <a:off x="701675" y="692150"/>
            <a:ext cx="8697913"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27305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7305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7305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7305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7305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a:solidFill>
                  <a:srgbClr val="000000"/>
                </a:solidFill>
                <a:latin typeface="Times New Roman" panose="02020603050405020304" pitchFamily="18" charset="0"/>
                <a:cs typeface="Times New Roman" panose="02020603050405020304" pitchFamily="18" charset="0"/>
              </a:rPr>
              <a:t>▷</a:t>
            </a:r>
            <a:r>
              <a:rPr lang="en-US" altLang="ko-KR"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Monitor </a:t>
            </a:r>
            <a:r>
              <a:rPr lang="en-US" altLang="ko-KR" sz="1200" b="1" dirty="0" err="1" smtClean="0">
                <a:latin typeface="Times New Roman" panose="02020603050405020304" pitchFamily="18" charset="0"/>
                <a:cs typeface="Times New Roman" panose="02020603050405020304" pitchFamily="18" charset="0"/>
              </a:rPr>
              <a:t>hệ</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thống</a:t>
            </a:r>
            <a:r>
              <a:rPr lang="en-US" altLang="ko-KR" sz="1200" b="1" dirty="0" smtClean="0">
                <a:latin typeface="Times New Roman" panose="02020603050405020304" pitchFamily="18" charset="0"/>
                <a:cs typeface="Times New Roman" panose="02020603050405020304" pitchFamily="18" charset="0"/>
              </a:rPr>
              <a:t>(System Monitor)</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Ở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Monitor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thống</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Monitor </a:t>
            </a:r>
            <a:r>
              <a:rPr lang="en-US" altLang="ko-KR" sz="1200" dirty="0" err="1" smtClean="0">
                <a:latin typeface="Times New Roman" panose="02020603050405020304" pitchFamily="18" charset="0"/>
                <a:cs typeface="Times New Roman" panose="02020603050405020304" pitchFamily="18" charset="0"/>
              </a:rPr>
              <a:t>toàn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Error. </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59748" name="Rectangle 12"/>
          <p:cNvSpPr>
            <a:spLocks noChangeArrowheads="1"/>
          </p:cNvSpPr>
          <p:nvPr/>
        </p:nvSpPr>
        <p:spPr bwMode="auto">
          <a:xfrm>
            <a:off x="4525963" y="1412875"/>
            <a:ext cx="374491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①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Menu [System Monitor].</a:t>
            </a:r>
            <a:endParaRPr lang="en-US" altLang="ko-KR" sz="1200" dirty="0">
              <a:latin typeface="Times New Roman" panose="02020603050405020304" pitchFamily="18" charset="0"/>
              <a:cs typeface="Times New Roman" panose="02020603050405020304" pitchFamily="18" charset="0"/>
            </a:endParaRPr>
          </a:p>
        </p:txBody>
      </p:sp>
      <p:sp>
        <p:nvSpPr>
          <p:cNvPr id="159749" name="Rectangle 14"/>
          <p:cNvSpPr>
            <a:spLocks noChangeArrowheads="1"/>
          </p:cNvSpPr>
          <p:nvPr/>
        </p:nvSpPr>
        <p:spPr bwMode="auto">
          <a:xfrm>
            <a:off x="4525962" y="2232025"/>
            <a:ext cx="5467597"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3603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3603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3603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3603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3603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3603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3603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3603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3603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②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System Monitor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ko-KR" altLang="en-US"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Base </a:t>
            </a:r>
            <a:r>
              <a:rPr lang="en-US" altLang="ko-KR" sz="1200" dirty="0" err="1" smtClean="0">
                <a:latin typeface="Times New Roman" panose="02020603050405020304" pitchFamily="18" charset="0"/>
                <a:cs typeface="Times New Roman" panose="02020603050405020304" pitchFamily="18" charset="0"/>
              </a:rPr>
              <a:t>cơ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Base </a:t>
            </a:r>
            <a:r>
              <a:rPr lang="en-US" altLang="ko-KR" sz="1200" dirty="0" err="1" smtClean="0">
                <a:latin typeface="Times New Roman" panose="02020603050405020304" pitchFamily="18" charset="0"/>
                <a:cs typeface="Times New Roman" panose="02020603050405020304" pitchFamily="18" charset="0"/>
              </a:rPr>
              <a:t>lắp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mở</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1~7</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endParaRPr lang="en-US" altLang="ko-KR" sz="1200" dirty="0" smtClean="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b)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ko-KR" altLang="en-US"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Parameter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ở CPU PLC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c)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ko-KR" altLang="en-US"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Error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Đỏ</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Error ở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System</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Cam</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Error</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Vàng</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cáo</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d) 	</a:t>
            </a:r>
            <a:r>
              <a:rPr lang="en-US" altLang="ko-KR" sz="1200" dirty="0" smtClean="0">
                <a:latin typeface="Times New Roman" panose="02020603050405020304" pitchFamily="18" charset="0"/>
                <a:cs typeface="Times New Roman" panose="02020603050405020304" pitchFamily="18" charset="0"/>
              </a:rPr>
              <a:t>Base</a:t>
            </a:r>
            <a:r>
              <a:rPr lang="ko-KR" altLang="en-US"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Base ở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trắng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đỏ</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59750" name="Rectangle 15"/>
          <p:cNvSpPr>
            <a:spLocks noChangeArrowheads="1"/>
          </p:cNvSpPr>
          <p:nvPr/>
        </p:nvSpPr>
        <p:spPr bwMode="auto">
          <a:xfrm>
            <a:off x="965200" y="4046538"/>
            <a:ext cx="2984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a)</a:t>
            </a:r>
          </a:p>
        </p:txBody>
      </p:sp>
      <p:sp>
        <p:nvSpPr>
          <p:cNvPr id="159751" name="Rectangle 16"/>
          <p:cNvSpPr>
            <a:spLocks noChangeArrowheads="1"/>
          </p:cNvSpPr>
          <p:nvPr/>
        </p:nvSpPr>
        <p:spPr bwMode="auto">
          <a:xfrm>
            <a:off x="935038" y="4765675"/>
            <a:ext cx="3079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b)</a:t>
            </a:r>
          </a:p>
        </p:txBody>
      </p:sp>
      <p:sp>
        <p:nvSpPr>
          <p:cNvPr id="159752" name="Rectangle 17"/>
          <p:cNvSpPr>
            <a:spLocks noChangeArrowheads="1"/>
          </p:cNvSpPr>
          <p:nvPr/>
        </p:nvSpPr>
        <p:spPr bwMode="auto">
          <a:xfrm>
            <a:off x="965200" y="5197475"/>
            <a:ext cx="2856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c)</a:t>
            </a:r>
          </a:p>
        </p:txBody>
      </p:sp>
      <p:sp>
        <p:nvSpPr>
          <p:cNvPr id="159753" name="Rectangle 18"/>
          <p:cNvSpPr>
            <a:spLocks noChangeArrowheads="1"/>
          </p:cNvSpPr>
          <p:nvPr/>
        </p:nvSpPr>
        <p:spPr bwMode="auto">
          <a:xfrm>
            <a:off x="4446588" y="4002088"/>
            <a:ext cx="3063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d)</a:t>
            </a:r>
          </a:p>
        </p:txBody>
      </p:sp>
      <p:pic>
        <p:nvPicPr>
          <p:cNvPr id="159754" name="Picture 19" descr="j034571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525963" y="2743200"/>
            <a:ext cx="390525" cy="223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55" name="Rectangle 20"/>
          <p:cNvSpPr>
            <a:spLocks noChangeArrowheads="1"/>
          </p:cNvSpPr>
          <p:nvPr/>
        </p:nvSpPr>
        <p:spPr bwMode="auto">
          <a:xfrm>
            <a:off x="4521200" y="5768975"/>
            <a:ext cx="528567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27305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7305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7305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7305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7305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AutoNum type="circleNumDbPlain" startAt="3"/>
            </a:pP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chi </a:t>
            </a:r>
            <a:r>
              <a:rPr lang="en-US" altLang="ko-KR" sz="1200" dirty="0" err="1" smtClean="0">
                <a:latin typeface="Times New Roman" panose="02020603050405020304" pitchFamily="18" charset="0"/>
                <a:cs typeface="Times New Roman" panose="02020603050405020304" pitchFamily="18" charset="0"/>
              </a:rPr>
              <a:t>tiết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Error,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endParaRPr lang="en-US" altLang="ko-KR" sz="1200" dirty="0" smtClean="0">
              <a:latin typeface="Times New Roman" panose="02020603050405020304" pitchFamily="18" charset="0"/>
              <a:cs typeface="Times New Roman" panose="02020603050405020304" pitchFamily="18" charset="0"/>
            </a:endParaRPr>
          </a:p>
          <a:p>
            <a:pPr marL="0" indent="0" eaLnBrk="1" hangingPunct="1">
              <a:spcBef>
                <a:spcPct val="0"/>
              </a:spcBef>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chi </a:t>
            </a:r>
            <a:r>
              <a:rPr lang="en-US" altLang="ko-KR" sz="1200" dirty="0" err="1" smtClean="0">
                <a:latin typeface="Times New Roman" panose="02020603050405020304" pitchFamily="18" charset="0"/>
                <a:cs typeface="Times New Roman" panose="02020603050405020304" pitchFamily="18" charset="0"/>
              </a:rPr>
              <a:t>tiết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159756" name="Picture 21" descr="j034571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06900" y="4930775"/>
            <a:ext cx="390525" cy="223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57" name="AutoShape 22"/>
          <p:cNvSpPr>
            <a:spLocks/>
          </p:cNvSpPr>
          <p:nvPr/>
        </p:nvSpPr>
        <p:spPr bwMode="auto">
          <a:xfrm>
            <a:off x="1208088" y="3894138"/>
            <a:ext cx="77787" cy="576262"/>
          </a:xfrm>
          <a:prstGeom prst="leftBrace">
            <a:avLst>
              <a:gd name="adj1" fmla="val 6688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ko-KR" sz="1000">
              <a:latin typeface="Times New Roman" panose="02020603050405020304" pitchFamily="18" charset="0"/>
              <a:ea typeface="굴림체" pitchFamily="49" charset="-127"/>
              <a:cs typeface="Times New Roman" panose="02020603050405020304" pitchFamily="18" charset="0"/>
            </a:endParaRPr>
          </a:p>
        </p:txBody>
      </p:sp>
      <p:sp>
        <p:nvSpPr>
          <p:cNvPr id="159758" name="AutoShape 23"/>
          <p:cNvSpPr>
            <a:spLocks/>
          </p:cNvSpPr>
          <p:nvPr/>
        </p:nvSpPr>
        <p:spPr bwMode="auto">
          <a:xfrm>
            <a:off x="1208088" y="4649788"/>
            <a:ext cx="77787" cy="504825"/>
          </a:xfrm>
          <a:prstGeom prst="leftBrace">
            <a:avLst>
              <a:gd name="adj1" fmla="val 58589"/>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ko-KR" sz="1000">
              <a:latin typeface="Times New Roman" panose="02020603050405020304" pitchFamily="18" charset="0"/>
              <a:ea typeface="굴림체" pitchFamily="49" charset="-127"/>
              <a:cs typeface="Times New Roman" panose="02020603050405020304" pitchFamily="18" charset="0"/>
            </a:endParaRPr>
          </a:p>
        </p:txBody>
      </p:sp>
      <p:sp>
        <p:nvSpPr>
          <p:cNvPr id="159759" name="AutoShape 24"/>
          <p:cNvSpPr>
            <a:spLocks/>
          </p:cNvSpPr>
          <p:nvPr/>
        </p:nvSpPr>
        <p:spPr bwMode="auto">
          <a:xfrm>
            <a:off x="1208088" y="5226050"/>
            <a:ext cx="77787" cy="215900"/>
          </a:xfrm>
          <a:prstGeom prst="leftBrace">
            <a:avLst>
              <a:gd name="adj1" fmla="val 25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ko-KR" sz="1000">
              <a:latin typeface="Times New Roman" panose="02020603050405020304" pitchFamily="18" charset="0"/>
              <a:ea typeface="굴림체" pitchFamily="49" charset="-127"/>
              <a:cs typeface="Times New Roman" panose="02020603050405020304" pitchFamily="18" charset="0"/>
            </a:endParaRPr>
          </a:p>
        </p:txBody>
      </p:sp>
      <p:sp>
        <p:nvSpPr>
          <p:cNvPr id="159760" name="AutoShape 25"/>
          <p:cNvSpPr>
            <a:spLocks/>
          </p:cNvSpPr>
          <p:nvPr/>
        </p:nvSpPr>
        <p:spPr bwMode="auto">
          <a:xfrm flipH="1">
            <a:off x="4446588" y="3749675"/>
            <a:ext cx="77787" cy="792163"/>
          </a:xfrm>
          <a:prstGeom prst="leftBrace">
            <a:avLst>
              <a:gd name="adj1" fmla="val 9193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ko-KR" sz="1000">
              <a:latin typeface="Times New Roman" panose="02020603050405020304" pitchFamily="18" charset="0"/>
              <a:ea typeface="굴림체" pitchFamily="49" charset="-127"/>
              <a:cs typeface="Times New Roman" panose="02020603050405020304" pitchFamily="18" charset="0"/>
            </a:endParaRPr>
          </a:p>
        </p:txBody>
      </p:sp>
      <p:sp>
        <p:nvSpPr>
          <p:cNvPr id="159762" name="Text Box 8"/>
          <p:cNvSpPr txBox="1">
            <a:spLocks noChangeArrowheads="1"/>
          </p:cNvSpPr>
          <p:nvPr/>
        </p:nvSpPr>
        <p:spPr bwMode="auto">
          <a:xfrm>
            <a:off x="7761312"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59763"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1641475" y="2734288"/>
            <a:ext cx="1403313" cy="455503"/>
          </a:xfrm>
          <a:prstGeom prst="rect">
            <a:avLst/>
          </a:prstGeom>
          <a:noFill/>
          <a:ln w="12700" cap="flat" cmpd="sng" algn="ctr">
            <a:solidFill>
              <a:srgbClr val="FF0000"/>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146518032"/>
      </p:ext>
    </p:extLst>
  </p:cSld>
  <p:clrMapOvr>
    <a:masterClrMapping/>
  </p:clrMapOvr>
  <p:transition/>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8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3888" y="4448176"/>
            <a:ext cx="3492500" cy="19335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528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3888" y="859630"/>
            <a:ext cx="3537335" cy="32615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0771" name="Rectangle 28"/>
          <p:cNvSpPr>
            <a:spLocks noChangeArrowheads="1"/>
          </p:cNvSpPr>
          <p:nvPr/>
        </p:nvSpPr>
        <p:spPr bwMode="auto">
          <a:xfrm>
            <a:off x="4251325" y="909638"/>
            <a:ext cx="5384800" cy="2973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24765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4765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4765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4765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4765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476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476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476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476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④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chi </a:t>
            </a:r>
            <a:r>
              <a:rPr lang="en-US" altLang="ko-KR" sz="1200" dirty="0" err="1" smtClean="0">
                <a:latin typeface="Times New Roman" panose="02020603050405020304" pitchFamily="18" charset="0"/>
                <a:cs typeface="Times New Roman" panose="02020603050405020304" pitchFamily="18" charset="0"/>
              </a:rPr>
              <a:t>tiết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Error Code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Error</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Ở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chi </a:t>
            </a:r>
            <a:r>
              <a:rPr lang="en-US" altLang="ko-KR" sz="1200" dirty="0" err="1" smtClean="0">
                <a:latin typeface="Times New Roman" panose="02020603050405020304" pitchFamily="18" charset="0"/>
                <a:cs typeface="Times New Roman" panose="02020603050405020304" pitchFamily="18" charset="0"/>
              </a:rPr>
              <a:t>tiết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Error Code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a:latin typeface="Times New Roman" panose="02020603050405020304" pitchFamily="18" charset="0"/>
                <a:cs typeface="Times New Roman" panose="02020603050405020304" pitchFamily="18" charset="0"/>
              </a:rPr>
              <a:t> ở </a:t>
            </a:r>
            <a:r>
              <a:rPr lang="en-US" altLang="ko-KR" sz="1200" dirty="0" smtClean="0">
                <a:latin typeface="Times New Roman" panose="02020603050405020304" pitchFamily="18" charset="0"/>
                <a:cs typeface="Times New Roman" panose="02020603050405020304" pitchFamily="18" charset="0"/>
              </a:rPr>
              <a:t>Buffer</a:t>
            </a: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memory address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2)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Error Code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3)	 </a:t>
            </a:r>
            <a:r>
              <a:rPr lang="en-US" altLang="ko-KR" sz="1200" dirty="0" smtClean="0">
                <a:latin typeface="Times New Roman" panose="02020603050405020304" pitchFamily="18" charset="0"/>
                <a:cs typeface="Times New Roman" panose="02020603050405020304" pitchFamily="18" charset="0"/>
              </a:rPr>
              <a:t>Error Code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101</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10□</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 ở GX Developer, </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phạm</a:t>
            </a:r>
            <a:r>
              <a:rPr lang="en-US" altLang="ko-KR" sz="1200" dirty="0" smtClean="0">
                <a:latin typeface="Times New Roman" panose="02020603050405020304" pitchFamily="18" charset="0"/>
                <a:cs typeface="Times New Roman" panose="02020603050405020304" pitchFamily="18" charset="0"/>
              </a:rPr>
              <a:t> vi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kênh</a:t>
            </a:r>
            <a:r>
              <a:rPr lang="en-US" altLang="ko-KR" sz="1200" dirty="0" smtClean="0">
                <a:latin typeface="Times New Roman" panose="02020603050405020304" pitchFamily="18" charset="0"/>
                <a:cs typeface="Times New Roman" panose="02020603050405020304" pitchFamily="18" charset="0"/>
              </a:rPr>
              <a:t>(Chanel)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p:txBody>
      </p:sp>
      <p:pic>
        <p:nvPicPr>
          <p:cNvPr id="160772" name="Picture 29" descr="j034571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82502" y="3897313"/>
            <a:ext cx="390525" cy="22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774" name="Rectangle 31"/>
          <p:cNvSpPr>
            <a:spLocks noChangeArrowheads="1"/>
          </p:cNvSpPr>
          <p:nvPr/>
        </p:nvSpPr>
        <p:spPr bwMode="auto">
          <a:xfrm>
            <a:off x="4251325" y="4335463"/>
            <a:ext cx="51482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defTabSz="24765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4765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4765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4765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4765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476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476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476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476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AutoNum type="circleNumDbPlain" startAt="5"/>
            </a:pP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H/W.</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Ở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H/W,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a:latin typeface="Times New Roman" panose="02020603050405020304" pitchFamily="18" charset="0"/>
                <a:cs typeface="Times New Roman" panose="02020603050405020304" pitchFamily="18" charset="0"/>
              </a:rPr>
              <a:t> H/W Error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60775" name="Text Box 8"/>
          <p:cNvSpPr txBox="1">
            <a:spLocks noChangeArrowheads="1"/>
          </p:cNvSpPr>
          <p:nvPr/>
        </p:nvSpPr>
        <p:spPr bwMode="auto">
          <a:xfrm>
            <a:off x="7653300"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60776"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36857227"/>
      </p:ext>
    </p:extLst>
  </p:cSld>
  <p:clrMapOvr>
    <a:masterClrMapping/>
  </p:clrMapOvr>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42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5392" y="979488"/>
            <a:ext cx="3038016" cy="172379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4259"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98537" y="4471988"/>
            <a:ext cx="3068345" cy="17811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425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21514" y="4687887"/>
            <a:ext cx="1621234" cy="12969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09963" y="2492375"/>
            <a:ext cx="3097212" cy="18518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1798" name="Rectangle 8"/>
          <p:cNvSpPr>
            <a:spLocks noChangeArrowheads="1"/>
          </p:cNvSpPr>
          <p:nvPr/>
        </p:nvSpPr>
        <p:spPr bwMode="auto">
          <a:xfrm>
            <a:off x="3822700" y="1123950"/>
            <a:ext cx="5576888"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con </a:t>
            </a:r>
            <a:r>
              <a:rPr lang="en-US" altLang="ko-KR" sz="1200" dirty="0" err="1" smtClean="0">
                <a:latin typeface="Times New Roman" panose="02020603050405020304" pitchFamily="18" charset="0"/>
                <a:cs typeface="Times New Roman" panose="02020603050405020304" pitchFamily="18" charset="0"/>
              </a:rPr>
              <a:t>chỏ</a:t>
            </a:r>
            <a:r>
              <a:rPr lang="en-US" altLang="ko-KR" sz="1200" dirty="0" smtClean="0">
                <a:latin typeface="Times New Roman" panose="02020603050405020304" pitchFamily="18" charset="0"/>
                <a:cs typeface="Times New Roman" panose="02020603050405020304" pitchFamily="18" charset="0"/>
              </a:rPr>
              <a:t>(Cursor)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Utility Package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chi </a:t>
            </a:r>
            <a:r>
              <a:rPr lang="en-US" altLang="ko-KR" sz="1200" dirty="0" err="1" smtClean="0">
                <a:latin typeface="Times New Roman" panose="02020603050405020304" pitchFamily="18" charset="0"/>
                <a:cs typeface="Times New Roman" panose="02020603050405020304" pitchFamily="18" charset="0"/>
              </a:rPr>
              <a:t>tiết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khảo</a:t>
            </a:r>
            <a:r>
              <a:rPr lang="en-US" altLang="ko-KR" sz="1200" dirty="0" smtClean="0">
                <a:latin typeface="Times New Roman" panose="02020603050405020304" pitchFamily="18" charset="0"/>
                <a:cs typeface="Times New Roman" panose="02020603050405020304" pitchFamily="18" charset="0"/>
              </a:rPr>
              <a:t> Manual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Utility.</a:t>
            </a:r>
            <a:endParaRPr lang="en-US" altLang="ko-KR" sz="1200" dirty="0">
              <a:latin typeface="Times New Roman" panose="02020603050405020304" pitchFamily="18" charset="0"/>
              <a:cs typeface="Times New Roman" panose="02020603050405020304" pitchFamily="18" charset="0"/>
            </a:endParaRPr>
          </a:p>
        </p:txBody>
      </p:sp>
      <p:sp>
        <p:nvSpPr>
          <p:cNvPr id="161799" name="Rectangle 9"/>
          <p:cNvSpPr>
            <a:spLocks noChangeArrowheads="1"/>
          </p:cNvSpPr>
          <p:nvPr/>
        </p:nvSpPr>
        <p:spPr bwMode="auto">
          <a:xfrm>
            <a:off x="6981825" y="5984875"/>
            <a:ext cx="276860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Base</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Base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61800" name="Rectangle 10"/>
          <p:cNvSpPr>
            <a:spLocks noChangeArrowheads="1"/>
          </p:cNvSpPr>
          <p:nvPr/>
        </p:nvSpPr>
        <p:spPr bwMode="auto">
          <a:xfrm>
            <a:off x="4095750" y="4832350"/>
            <a:ext cx="273050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Tóm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phẩm</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Tóm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phẩm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Base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61801" name="Line 11"/>
          <p:cNvSpPr>
            <a:spLocks noChangeShapeType="1"/>
          </p:cNvSpPr>
          <p:nvPr/>
        </p:nvSpPr>
        <p:spPr bwMode="auto">
          <a:xfrm flipH="1" flipV="1">
            <a:off x="1482725" y="1016000"/>
            <a:ext cx="4640263" cy="273685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1802" name="Line 12"/>
          <p:cNvSpPr>
            <a:spLocks noChangeShapeType="1"/>
          </p:cNvSpPr>
          <p:nvPr/>
        </p:nvSpPr>
        <p:spPr bwMode="auto">
          <a:xfrm flipH="1">
            <a:off x="1560513" y="4076700"/>
            <a:ext cx="4562475" cy="395288"/>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1803" name="Line 13"/>
          <p:cNvSpPr>
            <a:spLocks noChangeShapeType="1"/>
          </p:cNvSpPr>
          <p:nvPr/>
        </p:nvSpPr>
        <p:spPr bwMode="auto">
          <a:xfrm>
            <a:off x="6592888" y="3968750"/>
            <a:ext cx="1130300" cy="792163"/>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1804" name="Text Box 8"/>
          <p:cNvSpPr txBox="1">
            <a:spLocks noChangeArrowheads="1"/>
          </p:cNvSpPr>
          <p:nvPr/>
        </p:nvSpPr>
        <p:spPr bwMode="auto">
          <a:xfrm>
            <a:off x="7725308"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61805"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44119193"/>
      </p:ext>
    </p:extLst>
  </p:cSld>
  <p:clrMapOvr>
    <a:masterClrMapping/>
  </p:clrMapOvr>
  <p:transition/>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630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1363" y="2198687"/>
            <a:ext cx="3795150" cy="2155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2819" name="Rectangle 4"/>
          <p:cNvSpPr>
            <a:spLocks noChangeArrowheads="1"/>
          </p:cNvSpPr>
          <p:nvPr/>
        </p:nvSpPr>
        <p:spPr bwMode="auto">
          <a:xfrm>
            <a:off x="373063" y="765175"/>
            <a:ext cx="8697912" cy="498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27305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7305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7305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7305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7305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b="1" dirty="0">
                <a:latin typeface="Times New Roman" panose="02020603050405020304" pitchFamily="18" charset="0"/>
                <a:cs typeface="Times New Roman" panose="02020603050405020304" pitchFamily="18" charset="0"/>
              </a:rPr>
              <a:t>	4) 	</a:t>
            </a:r>
            <a:r>
              <a:rPr lang="en-US" altLang="ko-KR" sz="1200" b="1" dirty="0" err="1" smtClean="0">
                <a:latin typeface="Times New Roman" panose="02020603050405020304" pitchFamily="18" charset="0"/>
                <a:cs typeface="Times New Roman" panose="02020603050405020304" pitchFamily="18" charset="0"/>
              </a:rPr>
              <a:t>Chẩn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đoán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trạng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thái</a:t>
            </a:r>
            <a:r>
              <a:rPr lang="en-US" altLang="ko-KR" sz="1200" b="1" dirty="0" smtClean="0">
                <a:latin typeface="Times New Roman" panose="02020603050405020304" pitchFamily="18" charset="0"/>
                <a:cs typeface="Times New Roman" panose="02020603050405020304" pitchFamily="18" charset="0"/>
              </a:rPr>
              <a:t> Network</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Network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Network </a:t>
            </a:r>
            <a:r>
              <a:rPr lang="en-US" altLang="ko-KR" sz="1200" dirty="0" err="1" smtClean="0">
                <a:latin typeface="Times New Roman" panose="02020603050405020304" pitchFamily="18" charset="0"/>
                <a:cs typeface="Times New Roman" panose="02020603050405020304" pitchFamily="18" charset="0"/>
              </a:rPr>
              <a:t>dựa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ko-KR" altLang="ko-KR" sz="1200" dirty="0" smtClean="0">
                <a:latin typeface="Times New Roman" panose="02020603050405020304" pitchFamily="18" charset="0"/>
                <a:cs typeface="Times New Roman" panose="02020603050405020304" pitchFamily="18" charset="0"/>
              </a:rPr>
              <a:t>GX Developer</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62820" name="Rectangle 5"/>
          <p:cNvSpPr>
            <a:spLocks noChangeArrowheads="1"/>
          </p:cNvSpPr>
          <p:nvPr/>
        </p:nvSpPr>
        <p:spPr bwMode="auto">
          <a:xfrm>
            <a:off x="488950" y="1352550"/>
            <a:ext cx="9205913"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27305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7305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7305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7305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7305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① 	</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Network</a:t>
            </a:r>
            <a:r>
              <a:rPr lang="ko-KR" altLang="en-US" sz="1200" dirty="0">
                <a:latin typeface="Times New Roman" panose="02020603050405020304" pitchFamily="18" charset="0"/>
                <a:cs typeface="Times New Roman" panose="02020603050405020304" pitchFamily="18" charset="0"/>
              </a:rPr>
              <a:t>	</a:t>
            </a: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Menu [</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Network]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Network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MELSECNET(Ⅱ</a:t>
            </a:r>
            <a:r>
              <a:rPr lang="en-US" altLang="ko-KR" sz="1200" dirty="0">
                <a:latin typeface="Times New Roman" panose="02020603050405020304" pitchFamily="18" charset="0"/>
                <a:cs typeface="Times New Roman" panose="02020603050405020304" pitchFamily="18" charset="0"/>
              </a:rPr>
              <a:t>), MELSECNET/10, </a:t>
            </a:r>
            <a:r>
              <a:rPr lang="en-US" altLang="ko-KR" sz="1200" dirty="0" smtClean="0">
                <a:latin typeface="Times New Roman" panose="02020603050405020304" pitchFamily="18" charset="0"/>
                <a:cs typeface="Times New Roman" panose="02020603050405020304" pitchFamily="18" charset="0"/>
              </a:rPr>
              <a:t>MELSECNET/H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Test</a:t>
            </a:r>
            <a:r>
              <a:rPr lang="en-US" altLang="ko-KR" sz="1200" dirty="0">
                <a:latin typeface="Times New Roman" panose="02020603050405020304" pitchFamily="18" charset="0"/>
                <a:cs typeface="Times New Roman" panose="02020603050405020304" pitchFamily="18" charset="0"/>
              </a:rPr>
              <a:t>.</a:t>
            </a:r>
          </a:p>
        </p:txBody>
      </p:sp>
      <p:sp>
        <p:nvSpPr>
          <p:cNvPr id="162821" name="Rectangle 6"/>
          <p:cNvSpPr>
            <a:spLocks noChangeArrowheads="1"/>
          </p:cNvSpPr>
          <p:nvPr/>
        </p:nvSpPr>
        <p:spPr bwMode="auto">
          <a:xfrm>
            <a:off x="4565650" y="2133600"/>
            <a:ext cx="4679950" cy="4081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27305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7305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7305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7305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7305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7305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Network Test</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khởi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smtClean="0">
                <a:latin typeface="Times New Roman" panose="02020603050405020304" pitchFamily="18" charset="0"/>
                <a:cs typeface="Times New Roman" panose="02020603050405020304" pitchFamily="18" charset="0"/>
              </a:rPr>
              <a:t> Link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Network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Test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Link.</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Loop Test</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Loop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Network.</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Test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miền</a:t>
            </a:r>
            <a:r>
              <a:rPr lang="en-US" altLang="ko-KR" sz="1200" dirty="0" smtClean="0">
                <a:latin typeface="Times New Roman" panose="02020603050405020304" pitchFamily="18" charset="0"/>
                <a:cs typeface="Times New Roman" panose="02020603050405020304" pitchFamily="18" charset="0"/>
              </a:rPr>
              <a:t>), No. Network, N.</a:t>
            </a: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Group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Test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thứ</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thứ</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Loop </a:t>
            </a:r>
            <a:r>
              <a:rPr lang="en-US" altLang="ko-KR" sz="1200" dirty="0" err="1" smtClean="0">
                <a:latin typeface="Times New Roman" panose="02020603050405020304" pitchFamily="18" charset="0"/>
                <a:cs typeface="Times New Roman" panose="02020603050405020304" pitchFamily="18" charset="0"/>
              </a:rPr>
              <a:t>chính</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phụ</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Network.</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Test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Test </a:t>
            </a:r>
            <a:r>
              <a:rPr lang="en-US" altLang="ko-KR" sz="1200" dirty="0" err="1" smtClean="0">
                <a:latin typeface="Times New Roman" panose="02020603050405020304" pitchFamily="18" charset="0"/>
                <a:cs typeface="Times New Roman" panose="02020603050405020304" pitchFamily="18" charset="0"/>
              </a:rPr>
              <a:t>tín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giữa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Network.</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Monitor </a:t>
            </a:r>
            <a:r>
              <a:rPr lang="en-US" altLang="ko-KR" sz="1200" dirty="0" err="1" smtClean="0">
                <a:latin typeface="Times New Roman" panose="02020603050405020304" pitchFamily="18" charset="0"/>
                <a:cs typeface="Times New Roman" panose="02020603050405020304" pitchFamily="18" charset="0"/>
              </a:rPr>
              <a:t>lịch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Error</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Lịch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Network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Chi </a:t>
            </a:r>
            <a:r>
              <a:rPr lang="en-US" altLang="ko-KR" sz="1200" dirty="0" err="1" smtClean="0">
                <a:latin typeface="Times New Roman" panose="02020603050405020304" pitchFamily="18" charset="0"/>
                <a:cs typeface="Times New Roman" panose="02020603050405020304" pitchFamily="18" charset="0"/>
              </a:rPr>
              <a:t>tiết</a:t>
            </a:r>
            <a:r>
              <a:rPr lang="en-US" altLang="ko-KR" sz="1200" dirty="0" smtClean="0">
                <a:latin typeface="Times New Roman" panose="02020603050405020304" pitchFamily="18" charset="0"/>
                <a:cs typeface="Times New Roman" panose="02020603050405020304" pitchFamily="18" charset="0"/>
              </a:rPr>
              <a:t> Monitor Network</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chi </a:t>
            </a:r>
            <a:r>
              <a:rPr lang="en-US" altLang="ko-KR" sz="1200" dirty="0" err="1" smtClean="0">
                <a:latin typeface="Times New Roman" panose="02020603050405020304" pitchFamily="18" charset="0"/>
                <a:cs typeface="Times New Roman" panose="02020603050405020304" pitchFamily="18" charset="0"/>
              </a:rPr>
              <a:t>tiết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mạng</a:t>
            </a:r>
            <a:r>
              <a:rPr lang="en-US" altLang="ko-KR" sz="1200" dirty="0" smtClean="0">
                <a:latin typeface="Times New Roman" panose="02020603050405020304" pitchFamily="18" charset="0"/>
                <a:cs typeface="Times New Roman" panose="02020603050405020304" pitchFamily="18" charset="0"/>
              </a:rPr>
              <a:t> Network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Network.</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khác</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Monitor </a:t>
            </a:r>
            <a:r>
              <a:rPr lang="en-US" altLang="ko-KR" sz="1200" dirty="0" err="1" smtClean="0">
                <a:latin typeface="Times New Roman" panose="02020603050405020304" pitchFamily="18" charset="0"/>
                <a:cs typeface="Times New Roman" panose="02020603050405020304" pitchFamily="18" charset="0"/>
              </a:rPr>
              <a:t>miền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Network</a:t>
            </a:r>
            <a:r>
              <a:rPr lang="en-US" altLang="ko-KR" sz="1200" dirty="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p:txBody>
      </p:sp>
      <p:pic>
        <p:nvPicPr>
          <p:cNvPr id="162822" name="Picture 10" descr="17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9463" y="4683125"/>
            <a:ext cx="3667125" cy="169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823" name="Picture 11" descr="j04393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33563" y="5511800"/>
            <a:ext cx="546100" cy="503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24"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62825"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53792150"/>
      </p:ext>
    </p:extLst>
  </p:cSld>
  <p:clrMapOvr>
    <a:masterClrMapping/>
  </p:clrMapOvr>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733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938" y="3392487"/>
            <a:ext cx="4057650" cy="218025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3842" name="Rectangle 4"/>
          <p:cNvSpPr>
            <a:spLocks noChangeArrowheads="1"/>
          </p:cNvSpPr>
          <p:nvPr/>
        </p:nvSpPr>
        <p:spPr bwMode="auto">
          <a:xfrm>
            <a:off x="236538" y="762000"/>
            <a:ext cx="9364662" cy="1514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254000"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254000"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254000"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254000"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254000"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2540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2540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2540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2540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② 	</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CC-Link/CC-Link/LT</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Menu [</a:t>
            </a:r>
            <a:r>
              <a:rPr lang="en-US" altLang="ko-KR" sz="1200" dirty="0" err="1">
                <a:latin typeface="Times New Roman" panose="02020603050405020304" pitchFamily="18" charset="0"/>
                <a:cs typeface="Times New Roman" panose="02020603050405020304" pitchFamily="18" charset="0"/>
              </a:rPr>
              <a:t>C</a:t>
            </a:r>
            <a:r>
              <a:rPr lang="en-US" altLang="ko-KR" sz="1200" dirty="0" err="1" smtClean="0">
                <a:latin typeface="Times New Roman" panose="02020603050405020304" pitchFamily="18" charset="0"/>
                <a:cs typeface="Times New Roman" panose="02020603050405020304" pitchFamily="18" charset="0"/>
              </a:rPr>
              <a:t>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CC-Link/LT ]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Ở “</a:t>
            </a:r>
            <a:r>
              <a:rPr lang="en-US" altLang="ko-KR" sz="1200" dirty="0" err="1">
                <a:latin typeface="Times New Roman" panose="02020603050405020304" pitchFamily="18" charset="0"/>
                <a:cs typeface="Times New Roman" panose="02020603050405020304" pitchFamily="18" charset="0"/>
              </a:rPr>
              <a:t>C</a:t>
            </a:r>
            <a:r>
              <a:rPr lang="en-US" altLang="ko-KR" sz="1200" dirty="0" err="1" smtClean="0">
                <a:latin typeface="Times New Roman" panose="02020603050405020304" pitchFamily="18" charset="0"/>
                <a:cs typeface="Times New Roman" panose="02020603050405020304" pitchFamily="18" charset="0"/>
              </a:rPr>
              <a:t>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Monitor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ở </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No.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I/O Address</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Monitor</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Monitor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Network, </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Network, Test </a:t>
            </a:r>
            <a:r>
              <a:rPr lang="en-US" altLang="ko-KR" sz="1200" dirty="0" err="1" smtClean="0">
                <a:latin typeface="Times New Roman" panose="02020603050405020304" pitchFamily="18" charset="0"/>
                <a:cs typeface="Times New Roman" panose="02020603050405020304" pitchFamily="18" charset="0"/>
              </a:rPr>
              <a:t>mỗi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CC-Link</a:t>
            </a:r>
            <a:r>
              <a:rPr lang="en-US" altLang="ko-KR" sz="1200" dirty="0">
                <a:latin typeface="Times New Roman" panose="02020603050405020304" pitchFamily="18" charset="0"/>
                <a:cs typeface="Times New Roman" panose="02020603050405020304" pitchFamily="18" charset="0"/>
              </a:rPr>
              <a:t>, CC-Link/LT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CPU </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PLC.</a:t>
            </a:r>
            <a:endParaRPr lang="en-US" altLang="ko-KR" sz="1200" dirty="0">
              <a:latin typeface="Times New Roman" panose="02020603050405020304" pitchFamily="18" charset="0"/>
              <a:cs typeface="Times New Roman" panose="02020603050405020304" pitchFamily="18" charset="0"/>
            </a:endParaRPr>
          </a:p>
        </p:txBody>
      </p:sp>
      <p:sp>
        <p:nvSpPr>
          <p:cNvPr id="163844" name="Rectangle 10"/>
          <p:cNvSpPr>
            <a:spLocks noChangeArrowheads="1"/>
          </p:cNvSpPr>
          <p:nvPr/>
        </p:nvSpPr>
        <p:spPr bwMode="auto">
          <a:xfrm>
            <a:off x="4759325" y="3141663"/>
            <a:ext cx="4954588" cy="2751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Host(Host Station)</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Monitor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chủ</a:t>
            </a:r>
            <a:r>
              <a:rPr lang="en-US" altLang="ko-KR" sz="1200" dirty="0" smtClean="0">
                <a:latin typeface="Times New Roman" panose="02020603050405020304" pitchFamily="18" charset="0"/>
                <a:cs typeface="Times New Roman" panose="02020603050405020304" pitchFamily="18" charset="0"/>
              </a:rPr>
              <a:t>(Master Station), Local Station,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chủ</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chờ</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Local Station,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Link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Link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a:latin typeface="Times New Roman" panose="02020603050405020304" pitchFamily="18" charset="0"/>
                <a:cs typeface="Times New Roman" panose="02020603050405020304" pitchFamily="18" charset="0"/>
              </a:rPr>
              <a:t>.</a:t>
            </a:r>
          </a:p>
          <a:p>
            <a:pPr eaLnBrk="1" hangingPunct="1">
              <a:spcBef>
                <a:spcPct val="0"/>
              </a:spcBef>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chủ</a:t>
            </a:r>
            <a:r>
              <a:rPr lang="en-US" altLang="ko-KR" sz="1200" dirty="0" smtClean="0">
                <a:latin typeface="Times New Roman" panose="02020603050405020304" pitchFamily="18" charset="0"/>
                <a:cs typeface="Times New Roman" panose="02020603050405020304" pitchFamily="18" charset="0"/>
              </a:rPr>
              <a:t>(Master Station)</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khiển</a:t>
            </a:r>
            <a:r>
              <a:rPr lang="en-US" altLang="ko-KR" sz="1200" dirty="0" smtClean="0">
                <a:latin typeface="Times New Roman" panose="02020603050405020304" pitchFamily="18" charset="0"/>
                <a:cs typeface="Times New Roman" panose="02020603050405020304" pitchFamily="18" charset="0"/>
              </a:rPr>
              <a:t> Link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chủ</a:t>
            </a:r>
            <a:r>
              <a:rPr lang="en-US" altLang="ko-KR" sz="1200" dirty="0" smtClean="0">
                <a:latin typeface="Times New Roman" panose="02020603050405020304" pitchFamily="18" charset="0"/>
                <a:cs typeface="Times New Roman" panose="02020603050405020304" pitchFamily="18" charset="0"/>
              </a:rPr>
              <a:t>(Master Station),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chủ</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chờ</a:t>
            </a:r>
            <a:r>
              <a:rPr lang="en-US" altLang="ko-KR" sz="1200" dirty="0">
                <a:latin typeface="Times New Roman" panose="02020603050405020304" pitchFamily="18" charset="0"/>
                <a:cs typeface="Times New Roman" panose="02020603050405020304" pitchFamily="18" charset="0"/>
              </a:rPr>
              <a:t>.</a:t>
            </a:r>
          </a:p>
          <a:p>
            <a:pPr eaLnBrk="1" hangingPunct="1">
              <a:spcBef>
                <a:spcPct val="0"/>
              </a:spcBef>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mạng</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mạng</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chủng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mạng</a:t>
            </a:r>
            <a:endParaRPr lang="ko-KR" altLang="en-US" sz="1200" dirty="0">
              <a:latin typeface="Times New Roman" panose="02020603050405020304" pitchFamily="18" charset="0"/>
              <a:cs typeface="Times New Roman" panose="02020603050405020304" pitchFamily="18" charset="0"/>
            </a:endParaRPr>
          </a:p>
        </p:txBody>
      </p:sp>
      <p:sp>
        <p:nvSpPr>
          <p:cNvPr id="163845" name="Rectangle 16"/>
          <p:cNvSpPr>
            <a:spLocks noChangeArrowheads="1"/>
          </p:cNvSpPr>
          <p:nvPr/>
        </p:nvSpPr>
        <p:spPr bwMode="auto">
          <a:xfrm>
            <a:off x="682625" y="2600325"/>
            <a:ext cx="495458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Monitor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Monitor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Link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quanh</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63846" name="Text Box 8"/>
          <p:cNvSpPr txBox="1">
            <a:spLocks noChangeArrowheads="1"/>
          </p:cNvSpPr>
          <p:nvPr/>
        </p:nvSpPr>
        <p:spPr bwMode="auto">
          <a:xfrm>
            <a:off x="7653300"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6384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423822831"/>
      </p:ext>
    </p:extLst>
  </p:cSld>
  <p:clrMapOvr>
    <a:masterClrMapping/>
  </p:clrMapOvr>
  <p:transition/>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4866" name="Picture 1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8000" y="1557338"/>
            <a:ext cx="3900488" cy="179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867" name="Rectangle 13"/>
          <p:cNvSpPr>
            <a:spLocks noChangeArrowheads="1"/>
          </p:cNvSpPr>
          <p:nvPr/>
        </p:nvSpPr>
        <p:spPr bwMode="auto">
          <a:xfrm>
            <a:off x="4410075" y="1843088"/>
            <a:ext cx="5583485" cy="1643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Test</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Do Test </a:t>
            </a:r>
            <a:r>
              <a:rPr lang="en-US" altLang="ko-KR" sz="1200" dirty="0" err="1" smtClean="0">
                <a:latin typeface="Times New Roman" panose="02020603050405020304" pitchFamily="18" charset="0"/>
                <a:cs typeface="Times New Roman" panose="02020603050405020304" pitchFamily="18" charset="0"/>
              </a:rPr>
              <a:t>tất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64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những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biệt</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Test</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64868" name="Rectangle 15"/>
          <p:cNvSpPr>
            <a:spLocks noChangeArrowheads="1"/>
          </p:cNvSpPr>
          <p:nvPr/>
        </p:nvSpPr>
        <p:spPr bwMode="auto">
          <a:xfrm>
            <a:off x="507999" y="836613"/>
            <a:ext cx="6631781"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smtClean="0">
                <a:latin typeface="Times New Roman" panose="02020603050405020304" pitchFamily="18" charset="0"/>
                <a:cs typeface="Times New Roman" panose="02020603050405020304" pitchFamily="18" charset="0"/>
              </a:rPr>
              <a:t>Test </a:t>
            </a:r>
            <a:r>
              <a:rPr lang="en-US" altLang="ko-KR" sz="1200" dirty="0" err="1" smtClean="0">
                <a:latin typeface="Times New Roman" panose="02020603050405020304" pitchFamily="18" charset="0"/>
                <a:cs typeface="Times New Roman" panose="02020603050405020304" pitchFamily="18" charset="0"/>
              </a:rPr>
              <a:t>mạng</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màu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xanh</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màu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đỏ</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64869"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64870"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813644453"/>
      </p:ext>
    </p:extLst>
  </p:cSld>
  <p:clrMapOvr>
    <a:masterClrMapping/>
  </p:clrMapOvr>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4"/>
          <p:cNvSpPr>
            <a:spLocks noChangeArrowheads="1"/>
          </p:cNvSpPr>
          <p:nvPr/>
        </p:nvSpPr>
        <p:spPr bwMode="auto">
          <a:xfrm>
            <a:off x="655638" y="687388"/>
            <a:ext cx="8737600" cy="1902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b="1" dirty="0">
                <a:latin typeface="Times New Roman" panose="02020603050405020304" pitchFamily="18" charset="0"/>
                <a:cs typeface="Times New Roman" panose="02020603050405020304" pitchFamily="18" charset="0"/>
              </a:rPr>
              <a:t>5) </a:t>
            </a:r>
            <a:r>
              <a:rPr lang="en-US" altLang="ko-KR" sz="1200" b="1" dirty="0" smtClean="0">
                <a:latin typeface="Times New Roman" panose="02020603050405020304" pitchFamily="18" charset="0"/>
                <a:cs typeface="Times New Roman" panose="02020603050405020304" pitchFamily="18" charset="0"/>
              </a:rPr>
              <a:t>Trouble Shooting </a:t>
            </a:r>
            <a:r>
              <a:rPr lang="en-US" altLang="ko-KR" sz="1200" b="1" dirty="0" err="1" smtClean="0">
                <a:latin typeface="Times New Roman" panose="02020603050405020304" pitchFamily="18" charset="0"/>
                <a:cs typeface="Times New Roman" panose="02020603050405020304" pitchFamily="18" charset="0"/>
              </a:rPr>
              <a:t>của</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Mô</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đun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nguồn</a:t>
            </a:r>
            <a:endParaRPr lang="en-US" altLang="ko-KR" sz="1200" b="1"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trặc</a:t>
            </a:r>
            <a:r>
              <a:rPr lang="en-US" altLang="ko-KR" sz="1200" dirty="0" smtClean="0">
                <a:latin typeface="Times New Roman" panose="02020603050405020304" pitchFamily="18" charset="0"/>
                <a:cs typeface="Times New Roman" panose="02020603050405020304" pitchFamily="18" charset="0"/>
              </a:rPr>
              <a:t>(Trouble)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chủng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thân</a:t>
            </a:r>
            <a:r>
              <a:rPr lang="en-US" altLang="ko-KR" sz="1200" dirty="0">
                <a:latin typeface="Times New Roman" panose="02020603050405020304" pitchFamily="18" charset="0"/>
                <a:cs typeface="Times New Roman" panose="02020603050405020304" pitchFamily="18" charset="0"/>
              </a:rPr>
              <a:t> POWER LED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đèn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  </a:t>
            </a:r>
            <a:r>
              <a:rPr lang="en-US" altLang="ko-KR" sz="1200" b="1" dirty="0">
                <a:solidFill>
                  <a:srgbClr val="000000"/>
                </a:solidFill>
                <a:latin typeface="Times New Roman" panose="02020603050405020304" pitchFamily="18" charset="0"/>
                <a:cs typeface="Times New Roman" panose="02020603050405020304" pitchFamily="18" charset="0"/>
              </a:rPr>
              <a:t>▷</a:t>
            </a:r>
            <a:r>
              <a:rPr lang="en-US" altLang="ko-KR" sz="1200" b="1"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đặt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Mô</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đun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nguồn</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DC5V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thiếu</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Theo </a:t>
            </a:r>
            <a:r>
              <a:rPr lang="en-US" altLang="ko-KR" sz="1200" dirty="0" err="1" smtClean="0">
                <a:latin typeface="Times New Roman" panose="02020603050405020304" pitchFamily="18" charset="0"/>
                <a:cs typeface="Times New Roman" panose="02020603050405020304" pitchFamily="18" charset="0"/>
              </a:rPr>
              <a:t>đó</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tổng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thụ</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165891"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3413" y="2649538"/>
            <a:ext cx="4437062" cy="382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892" name="Rectangle 9"/>
          <p:cNvSpPr>
            <a:spLocks noChangeArrowheads="1"/>
          </p:cNvSpPr>
          <p:nvPr/>
        </p:nvSpPr>
        <p:spPr bwMode="auto">
          <a:xfrm>
            <a:off x="5265738" y="3273425"/>
            <a:ext cx="405765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 </a:t>
            </a:r>
            <a:r>
              <a:rPr lang="en-US" altLang="ko-KR" sz="1000" dirty="0" smtClean="0">
                <a:latin typeface="Times New Roman" panose="02020603050405020304" pitchFamily="18" charset="0"/>
                <a:ea typeface="굴림체" pitchFamily="49" charset="-127"/>
                <a:cs typeface="Times New Roman" panose="02020603050405020304" pitchFamily="18" charset="0"/>
              </a:rPr>
              <a:t>Base </a:t>
            </a:r>
            <a:r>
              <a:rPr lang="en-US" altLang="ko-KR" sz="1000" dirty="0" err="1" smtClean="0">
                <a:latin typeface="Times New Roman" panose="02020603050405020304" pitchFamily="18" charset="0"/>
                <a:ea typeface="굴림체" pitchFamily="49" charset="-127"/>
                <a:cs typeface="Times New Roman" panose="02020603050405020304" pitchFamily="18" charset="0"/>
              </a:rPr>
              <a:t>mở</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rộng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thể</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kết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nối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lớn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nhất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đến</a:t>
            </a:r>
            <a:r>
              <a:rPr lang="en-US" altLang="ko-KR" sz="1000" dirty="0" smtClean="0">
                <a:latin typeface="Times New Roman" panose="02020603050405020304" pitchFamily="18" charset="0"/>
                <a:ea typeface="굴림체" pitchFamily="49" charset="-127"/>
                <a:cs typeface="Times New Roman" panose="02020603050405020304" pitchFamily="18" charset="0"/>
              </a:rPr>
              <a:t> 7 </a:t>
            </a:r>
            <a:r>
              <a:rPr lang="en-US" altLang="ko-KR" sz="1000" dirty="0" err="1" smtClean="0">
                <a:latin typeface="Times New Roman" panose="02020603050405020304" pitchFamily="18" charset="0"/>
                <a:ea typeface="굴림체" pitchFamily="49" charset="-127"/>
                <a:cs typeface="Times New Roman" panose="02020603050405020304" pitchFamily="18" charset="0"/>
              </a:rPr>
              <a:t>tầng</a:t>
            </a:r>
            <a:r>
              <a:rPr lang="en-US" altLang="ko-KR" sz="1000" dirty="0" smtClean="0">
                <a:latin typeface="Times New Roman" panose="02020603050405020304" pitchFamily="18" charset="0"/>
                <a:ea typeface="굴림체" pitchFamily="49" charset="-127"/>
                <a:cs typeface="Times New Roman" panose="02020603050405020304" pitchFamily="18" charset="0"/>
              </a:rPr>
              <a:t>(</a:t>
            </a:r>
            <a:r>
              <a:rPr lang="en-US" altLang="ko-KR" sz="1000" dirty="0" err="1" smtClean="0">
                <a:latin typeface="Times New Roman" panose="02020603050405020304" pitchFamily="18" charset="0"/>
                <a:ea typeface="굴림체" pitchFamily="49" charset="-127"/>
                <a:cs typeface="Times New Roman" panose="02020603050405020304" pitchFamily="18" charset="0"/>
              </a:rPr>
              <a:t>bao</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gồm</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cả</a:t>
            </a:r>
            <a:r>
              <a:rPr lang="en-US" altLang="ko-KR" sz="1000" dirty="0" smtClean="0">
                <a:latin typeface="Times New Roman" panose="02020603050405020304" pitchFamily="18" charset="0"/>
                <a:ea typeface="굴림체" pitchFamily="49" charset="-127"/>
                <a:cs typeface="Times New Roman" panose="02020603050405020304" pitchFamily="18" charset="0"/>
              </a:rPr>
              <a:t> Base </a:t>
            </a:r>
            <a:r>
              <a:rPr lang="en-US" altLang="ko-KR" sz="1000" dirty="0" err="1" smtClean="0">
                <a:latin typeface="Times New Roman" panose="02020603050405020304" pitchFamily="18" charset="0"/>
                <a:ea typeface="굴림체" pitchFamily="49" charset="-127"/>
                <a:cs typeface="Times New Roman" panose="02020603050405020304" pitchFamily="18" charset="0"/>
              </a:rPr>
              <a:t>cơ</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bản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là</a:t>
            </a:r>
            <a:r>
              <a:rPr lang="en-US" altLang="ko-KR" sz="1000" dirty="0" smtClean="0">
                <a:latin typeface="Times New Roman" panose="02020603050405020304" pitchFamily="18" charset="0"/>
                <a:ea typeface="굴림체" pitchFamily="49" charset="-127"/>
                <a:cs typeface="Times New Roman" panose="02020603050405020304" pitchFamily="18" charset="0"/>
              </a:rPr>
              <a:t> 8 </a:t>
            </a:r>
            <a:r>
              <a:rPr lang="en-US" altLang="ko-KR" sz="1000" dirty="0" err="1" smtClean="0">
                <a:latin typeface="Times New Roman" panose="02020603050405020304" pitchFamily="18" charset="0"/>
                <a:ea typeface="굴림체" pitchFamily="49" charset="-127"/>
                <a:cs typeface="Times New Roman" panose="02020603050405020304" pitchFamily="18" charset="0"/>
              </a:rPr>
              <a:t>tầng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và</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thể</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gắn</a:t>
            </a:r>
            <a:r>
              <a:rPr lang="en-US" altLang="ko-KR" sz="1000" dirty="0" smtClean="0">
                <a:latin typeface="Times New Roman" panose="02020603050405020304" pitchFamily="18" charset="0"/>
                <a:ea typeface="굴림체" pitchFamily="49" charset="-127"/>
                <a:cs typeface="Times New Roman" panose="02020603050405020304" pitchFamily="18" charset="0"/>
              </a:rPr>
              <a:t> 64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lớn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nhất</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a:p>
            <a:pPr eaLnBrk="1" hangingPunct="1">
              <a:lnSpc>
                <a:spcPct val="110000"/>
              </a:lnSpc>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Hơn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nữa</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tổng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khoảng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cách</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kéo</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dài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của</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dây</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cáp</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mở</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rộng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thể</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lên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đến</a:t>
            </a:r>
            <a:r>
              <a:rPr lang="en-US" altLang="ko-KR" sz="1000" dirty="0" smtClean="0">
                <a:latin typeface="Times New Roman" panose="02020603050405020304" pitchFamily="18" charset="0"/>
                <a:ea typeface="굴림체" pitchFamily="49" charset="-127"/>
                <a:cs typeface="Times New Roman" panose="02020603050405020304" pitchFamily="18" charset="0"/>
              </a:rPr>
              <a:t> 13.2m</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pic>
        <p:nvPicPr>
          <p:cNvPr id="165893"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10163" y="4094163"/>
            <a:ext cx="4213225" cy="2024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894" name="Rectangle 12"/>
          <p:cNvSpPr>
            <a:spLocks noChangeArrowheads="1"/>
          </p:cNvSpPr>
          <p:nvPr/>
        </p:nvSpPr>
        <p:spPr bwMode="auto">
          <a:xfrm>
            <a:off x="798513" y="2584450"/>
            <a:ext cx="29257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000" b="1" dirty="0" err="1" smtClean="0">
                <a:latin typeface="Times New Roman" panose="02020603050405020304" pitchFamily="18" charset="0"/>
                <a:ea typeface="굴림체" pitchFamily="49" charset="-127"/>
                <a:cs typeface="Times New Roman" panose="02020603050405020304" pitchFamily="18" charset="0"/>
              </a:rPr>
              <a:t>Các</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loại</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nguồn</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của</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Serie</a:t>
            </a:r>
            <a:r>
              <a:rPr lang="en-US" altLang="ko-KR" sz="1000" b="1" dirty="0" smtClean="0">
                <a:latin typeface="Times New Roman" panose="02020603050405020304" pitchFamily="18" charset="0"/>
                <a:ea typeface="굴림체" pitchFamily="49" charset="-127"/>
                <a:cs typeface="Times New Roman" panose="02020603050405020304" pitchFamily="18" charset="0"/>
              </a:rPr>
              <a:t> Q</a:t>
            </a:r>
            <a:endParaRPr lang="ko-KR" altLang="en-US" sz="1000" b="1" dirty="0">
              <a:latin typeface="Times New Roman" panose="02020603050405020304" pitchFamily="18" charset="0"/>
              <a:ea typeface="굴림체" pitchFamily="49" charset="-127"/>
              <a:cs typeface="Times New Roman" panose="02020603050405020304" pitchFamily="18" charset="0"/>
            </a:endParaRPr>
          </a:p>
        </p:txBody>
      </p:sp>
      <p:sp>
        <p:nvSpPr>
          <p:cNvPr id="165895" name="Text Box 8"/>
          <p:cNvSpPr txBox="1">
            <a:spLocks noChangeArrowheads="1"/>
          </p:cNvSpPr>
          <p:nvPr/>
        </p:nvSpPr>
        <p:spPr bwMode="auto">
          <a:xfrm>
            <a:off x="7653300"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65896"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9" name="직사각형 8"/>
          <p:cNvSpPr/>
          <p:nvPr/>
        </p:nvSpPr>
        <p:spPr bwMode="auto">
          <a:xfrm>
            <a:off x="798512" y="3948893"/>
            <a:ext cx="1310171"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0" name="직사각형 9"/>
          <p:cNvSpPr/>
          <p:nvPr/>
        </p:nvSpPr>
        <p:spPr>
          <a:xfrm>
            <a:off x="774792" y="3800409"/>
            <a:ext cx="1345240" cy="646331"/>
          </a:xfrm>
          <a:prstGeom prst="rect">
            <a:avLst/>
          </a:prstGeom>
        </p:spPr>
        <p:txBody>
          <a:bodyPr wrap="none">
            <a:spAutoFit/>
          </a:bodyPr>
          <a:lstStyle/>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Q61P-A1</a:t>
            </a: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AC100~120V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vào</a:t>
            </a:r>
            <a:endPar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endParaRP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DC5V6A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ra</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3" name="직사각형 12"/>
          <p:cNvSpPr/>
          <p:nvPr/>
        </p:nvSpPr>
        <p:spPr bwMode="auto">
          <a:xfrm>
            <a:off x="2112633" y="3948893"/>
            <a:ext cx="1400207"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4" name="직사각형 13"/>
          <p:cNvSpPr/>
          <p:nvPr/>
        </p:nvSpPr>
        <p:spPr>
          <a:xfrm>
            <a:off x="2088913" y="3800409"/>
            <a:ext cx="1345240" cy="646331"/>
          </a:xfrm>
          <a:prstGeom prst="rect">
            <a:avLst/>
          </a:prstGeom>
        </p:spPr>
        <p:txBody>
          <a:bodyPr wrap="none">
            <a:spAutoFit/>
          </a:bodyPr>
          <a:lstStyle/>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Q61P-A2</a:t>
            </a: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AC200~240V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vào</a:t>
            </a:r>
            <a:endPar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endParaRP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DC5V6A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ra</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5" name="직사각형 14"/>
          <p:cNvSpPr/>
          <p:nvPr/>
        </p:nvSpPr>
        <p:spPr bwMode="auto">
          <a:xfrm>
            <a:off x="3497067" y="3948893"/>
            <a:ext cx="1400207"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6" name="직사각형 15"/>
          <p:cNvSpPr/>
          <p:nvPr/>
        </p:nvSpPr>
        <p:spPr>
          <a:xfrm>
            <a:off x="3473349" y="3800409"/>
            <a:ext cx="1345240" cy="646331"/>
          </a:xfrm>
          <a:prstGeom prst="rect">
            <a:avLst/>
          </a:prstGeom>
        </p:spPr>
        <p:txBody>
          <a:bodyPr wrap="none">
            <a:spAutoFit/>
          </a:bodyPr>
          <a:lstStyle/>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Q61S&lt;Slim Type&gt;</a:t>
            </a: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AC100~240V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vào</a:t>
            </a:r>
            <a:endPar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endParaRP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DC5V2A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ra</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7" name="직사각형 16"/>
          <p:cNvSpPr/>
          <p:nvPr/>
        </p:nvSpPr>
        <p:spPr bwMode="auto">
          <a:xfrm>
            <a:off x="798512" y="5770823"/>
            <a:ext cx="1310171"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8" name="직사각형 17"/>
          <p:cNvSpPr/>
          <p:nvPr/>
        </p:nvSpPr>
        <p:spPr>
          <a:xfrm>
            <a:off x="774792" y="5622339"/>
            <a:ext cx="1345240" cy="830997"/>
          </a:xfrm>
          <a:prstGeom prst="rect">
            <a:avLst/>
          </a:prstGeom>
        </p:spPr>
        <p:txBody>
          <a:bodyPr wrap="none">
            <a:spAutoFit/>
          </a:bodyPr>
          <a:lstStyle/>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Q62P</a:t>
            </a: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AC100~240V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vào</a:t>
            </a:r>
            <a:endPar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endParaRP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DC5V3A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ra</a:t>
            </a:r>
            <a:endPar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endParaRP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DC24V0.6A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ra</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9" name="직사각형 18"/>
          <p:cNvSpPr/>
          <p:nvPr/>
        </p:nvSpPr>
        <p:spPr bwMode="auto">
          <a:xfrm>
            <a:off x="2112633" y="5770823"/>
            <a:ext cx="1400207"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0" name="직사각형 19"/>
          <p:cNvSpPr/>
          <p:nvPr/>
        </p:nvSpPr>
        <p:spPr>
          <a:xfrm>
            <a:off x="2251617" y="5622339"/>
            <a:ext cx="1019831" cy="646331"/>
          </a:xfrm>
          <a:prstGeom prst="rect">
            <a:avLst/>
          </a:prstGeom>
        </p:spPr>
        <p:txBody>
          <a:bodyPr wrap="none">
            <a:spAutoFit/>
          </a:bodyPr>
          <a:lstStyle/>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Q63P</a:t>
            </a: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DC24V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vào</a:t>
            </a:r>
            <a:endPar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endParaRP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DC5V6A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ra</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1" name="직사각형 20"/>
          <p:cNvSpPr/>
          <p:nvPr/>
        </p:nvSpPr>
        <p:spPr bwMode="auto">
          <a:xfrm>
            <a:off x="3497067" y="5770823"/>
            <a:ext cx="1400207"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2" name="직사각형 21"/>
          <p:cNvSpPr/>
          <p:nvPr/>
        </p:nvSpPr>
        <p:spPr>
          <a:xfrm>
            <a:off x="3182407" y="5622339"/>
            <a:ext cx="1927131" cy="646331"/>
          </a:xfrm>
          <a:prstGeom prst="rect">
            <a:avLst/>
          </a:prstGeom>
        </p:spPr>
        <p:txBody>
          <a:bodyPr wrap="none">
            <a:spAutoFit/>
          </a:bodyPr>
          <a:lstStyle/>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Q64P</a:t>
            </a: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AC100~120V/200~240V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vào</a:t>
            </a:r>
            <a:endPar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endParaRP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DC5V8.5A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ra</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3" name="직사각형 22"/>
          <p:cNvSpPr/>
          <p:nvPr/>
        </p:nvSpPr>
        <p:spPr bwMode="auto">
          <a:xfrm>
            <a:off x="5286561" y="4443369"/>
            <a:ext cx="1188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4" name="직사각형 23"/>
          <p:cNvSpPr/>
          <p:nvPr/>
        </p:nvSpPr>
        <p:spPr>
          <a:xfrm>
            <a:off x="5288805" y="4545124"/>
            <a:ext cx="1199367" cy="276999"/>
          </a:xfrm>
          <a:prstGeom prst="rect">
            <a:avLst/>
          </a:prstGeom>
        </p:spPr>
        <p:txBody>
          <a:bodyPr wrap="none">
            <a:spAutoFit/>
          </a:bodyPr>
          <a:lstStyle/>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64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lớn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nhất</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5" name="직사각형 24"/>
          <p:cNvSpPr/>
          <p:nvPr/>
        </p:nvSpPr>
        <p:spPr bwMode="auto">
          <a:xfrm>
            <a:off x="7698961" y="5605022"/>
            <a:ext cx="1188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6" name="직사각형 25"/>
          <p:cNvSpPr/>
          <p:nvPr/>
        </p:nvSpPr>
        <p:spPr>
          <a:xfrm>
            <a:off x="7529683" y="5615719"/>
            <a:ext cx="1542409" cy="461665"/>
          </a:xfrm>
          <a:prstGeom prst="rect">
            <a:avLst/>
          </a:prstGeom>
        </p:spPr>
        <p:txBody>
          <a:bodyPr wrap="none">
            <a:spAutoFit/>
          </a:bodyPr>
          <a:lstStyle/>
          <a:p>
            <a:pPr algn="ct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Tổng</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khoảng</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cách</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kéo</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dài</a:t>
            </a:r>
            <a:endPar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endParaRPr>
          </a:p>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13.2m</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7" name="직사각형 26"/>
          <p:cNvSpPr/>
          <p:nvPr/>
        </p:nvSpPr>
        <p:spPr bwMode="auto">
          <a:xfrm>
            <a:off x="7784809" y="4155373"/>
            <a:ext cx="1286166" cy="455503"/>
          </a:xfrm>
          <a:prstGeom prst="rect">
            <a:avLst/>
          </a:prstGeom>
          <a:solidFill>
            <a:schemeClr val="bg1"/>
          </a:solidFill>
          <a:ln w="9525" cap="flat" cmpd="sng" algn="ctr">
            <a:solidFill>
              <a:schemeClr val="bg1">
                <a:lumMod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8" name="직사각형 27"/>
          <p:cNvSpPr/>
          <p:nvPr/>
        </p:nvSpPr>
        <p:spPr>
          <a:xfrm>
            <a:off x="7981818" y="4257128"/>
            <a:ext cx="809837" cy="276999"/>
          </a:xfrm>
          <a:prstGeom prst="rect">
            <a:avLst/>
          </a:prstGeom>
        </p:spPr>
        <p:txBody>
          <a:bodyPr wrap="none">
            <a:spAutoFit/>
          </a:bodyPr>
          <a:lstStyle/>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Base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cơ</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bản</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29" name="직사각형 28"/>
          <p:cNvSpPr/>
          <p:nvPr/>
        </p:nvSpPr>
        <p:spPr bwMode="auto">
          <a:xfrm>
            <a:off x="6033120" y="5667136"/>
            <a:ext cx="1286166" cy="455503"/>
          </a:xfrm>
          <a:prstGeom prst="rect">
            <a:avLst/>
          </a:prstGeom>
          <a:solidFill>
            <a:schemeClr val="bg1"/>
          </a:solidFill>
          <a:ln w="9525" cap="flat" cmpd="sng" algn="ctr">
            <a:solidFill>
              <a:schemeClr val="bg1">
                <a:lumMod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0" name="직사각형 29"/>
          <p:cNvSpPr/>
          <p:nvPr/>
        </p:nvSpPr>
        <p:spPr>
          <a:xfrm>
            <a:off x="6083282" y="5768891"/>
            <a:ext cx="1250663" cy="276999"/>
          </a:xfrm>
          <a:prstGeom prst="rect">
            <a:avLst/>
          </a:prstGeom>
        </p:spPr>
        <p:txBody>
          <a:bodyPr wrap="none">
            <a:spAutoFit/>
          </a:bodyPr>
          <a:lstStyle/>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7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Tree>
    <p:extLst>
      <p:ext uri="{BB962C8B-B14F-4D97-AF65-F5344CB8AC3E}">
        <p14:creationId xmlns:p14="http://schemas.microsoft.com/office/powerpoint/2010/main" val="3390384472"/>
      </p:ext>
    </p:extLst>
  </p:cSld>
  <p:clrMapOvr>
    <a:masterClrMapping/>
  </p:clrMapOvr>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43" name="Rectangle 43"/>
          <p:cNvSpPr>
            <a:spLocks noChangeArrowheads="1"/>
          </p:cNvSpPr>
          <p:nvPr/>
        </p:nvSpPr>
        <p:spPr bwMode="auto">
          <a:xfrm>
            <a:off x="200472" y="5661248"/>
            <a:ext cx="343376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*1</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phẩm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chưa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CE.</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*2</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Tổng</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Base Module.</a:t>
            </a:r>
            <a:endParaRPr lang="en-US" altLang="ko-KR" sz="1200" dirty="0">
              <a:latin typeface="Times New Roman" panose="02020603050405020304" pitchFamily="18" charset="0"/>
              <a:cs typeface="Times New Roman" panose="02020603050405020304" pitchFamily="18" charset="0"/>
            </a:endParaRPr>
          </a:p>
        </p:txBody>
      </p:sp>
      <p:sp>
        <p:nvSpPr>
          <p:cNvPr id="166944" name="Rectangle 45"/>
          <p:cNvSpPr>
            <a:spLocks noChangeArrowheads="1"/>
          </p:cNvSpPr>
          <p:nvPr/>
        </p:nvSpPr>
        <p:spPr bwMode="auto">
          <a:xfrm>
            <a:off x="335098" y="563563"/>
            <a:ext cx="3501778" cy="2954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b="1" dirty="0" err="1" smtClean="0">
                <a:latin typeface="Times New Roman" panose="02020603050405020304" pitchFamily="18" charset="0"/>
                <a:cs typeface="Times New Roman" panose="02020603050405020304" pitchFamily="18" charset="0"/>
              </a:rPr>
              <a:t>Dòng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tiêu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thụ</a:t>
            </a:r>
            <a:r>
              <a:rPr lang="en-US" altLang="ko-KR"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DC5V </a:t>
            </a:r>
            <a:r>
              <a:rPr lang="en-US" altLang="ko-KR" sz="1200" b="1" dirty="0" err="1" smtClean="0">
                <a:latin typeface="Times New Roman" panose="02020603050405020304" pitchFamily="18" charset="0"/>
                <a:cs typeface="Times New Roman" panose="02020603050405020304" pitchFamily="18" charset="0"/>
              </a:rPr>
              <a:t>của</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Mô</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đun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chủ</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yếu</a:t>
            </a:r>
            <a:endParaRPr lang="ko-KR" altLang="en-US" sz="1200" b="1" dirty="0">
              <a:latin typeface="Times New Roman" panose="02020603050405020304" pitchFamily="18" charset="0"/>
              <a:cs typeface="Times New Roman" panose="02020603050405020304" pitchFamily="18" charset="0"/>
            </a:endParaRPr>
          </a:p>
        </p:txBody>
      </p:sp>
      <p:sp>
        <p:nvSpPr>
          <p:cNvPr id="166945" name="Text Box 8"/>
          <p:cNvSpPr txBox="1">
            <a:spLocks noChangeArrowheads="1"/>
          </p:cNvSpPr>
          <p:nvPr/>
        </p:nvSpPr>
        <p:spPr bwMode="auto">
          <a:xfrm>
            <a:off x="7653300"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66946"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graphicFrame>
        <p:nvGraphicFramePr>
          <p:cNvPr id="2" name="표 1"/>
          <p:cNvGraphicFramePr>
            <a:graphicFrameLocks noGrp="1"/>
          </p:cNvGraphicFramePr>
          <p:nvPr>
            <p:extLst>
              <p:ext uri="{D42A27DB-BD31-4B8C-83A1-F6EECF244321}">
                <p14:modId xmlns:p14="http://schemas.microsoft.com/office/powerpoint/2010/main" val="4102196368"/>
              </p:ext>
            </p:extLst>
          </p:nvPr>
        </p:nvGraphicFramePr>
        <p:xfrm>
          <a:off x="394176" y="1088740"/>
          <a:ext cx="1618298" cy="975360"/>
        </p:xfrm>
        <a:graphic>
          <a:graphicData uri="http://schemas.openxmlformats.org/drawingml/2006/table">
            <a:tbl>
              <a:tblPr firstRow="1" bandRow="1">
                <a:tableStyleId>{5C22544A-7EE6-4342-B048-85BDC9FD1C3A}</a:tableStyleId>
              </a:tblPr>
              <a:tblGrid>
                <a:gridCol w="662305"/>
                <a:gridCol w="955993"/>
              </a:tblGrid>
              <a:tr h="77098">
                <a:tc>
                  <a:txBody>
                    <a:bodyPr/>
                    <a:lstStyle/>
                    <a:p>
                      <a:pPr algn="l" latinLnBrk="1"/>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Nguồn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điện</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Dòng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điện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đầu</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ra</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DC5V</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7186">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Q61P-A1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rowSpan="2">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6A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85286">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Q61P-A2</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3537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Q62P</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3A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0">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Q63P</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6A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0">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Q64P</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8.5A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Q61SP</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2A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40" name="표 39"/>
          <p:cNvGraphicFramePr>
            <a:graphicFrameLocks noGrp="1"/>
          </p:cNvGraphicFramePr>
          <p:nvPr>
            <p:extLst>
              <p:ext uri="{D42A27DB-BD31-4B8C-83A1-F6EECF244321}">
                <p14:modId xmlns:p14="http://schemas.microsoft.com/office/powerpoint/2010/main" val="4059716235"/>
              </p:ext>
            </p:extLst>
          </p:nvPr>
        </p:nvGraphicFramePr>
        <p:xfrm>
          <a:off x="2330595" y="1088740"/>
          <a:ext cx="1883410" cy="1097280"/>
        </p:xfrm>
        <a:graphic>
          <a:graphicData uri="http://schemas.openxmlformats.org/drawingml/2006/table">
            <a:tbl>
              <a:tblPr firstRow="1" bandRow="1">
                <a:tableStyleId>{5C22544A-7EE6-4342-B048-85BDC9FD1C3A}</a:tableStyleId>
              </a:tblPr>
              <a:tblGrid>
                <a:gridCol w="757555"/>
                <a:gridCol w="1125855"/>
              </a:tblGrid>
              <a:tr h="77098">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Base</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cơ</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bản</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Dòng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điện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tiêu</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thụ</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DC5V</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7186">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Q33B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0.105A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3537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Q35B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0.110A(0.074A) *1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0">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Q38B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0.114A(0.077A) *1</a:t>
                      </a:r>
                      <a:endParaRPr lang="ko-KR" altLang="en-US" sz="800" b="0" dirty="0" smtClean="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0">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Q312B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0.121A(0.087A) *1</a:t>
                      </a:r>
                      <a:endParaRPr lang="ko-KR" altLang="en-US" sz="800" b="0" dirty="0" smtClean="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Q32SB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rowSpan="2">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0.086A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Q33SB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Q35SB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0.091A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41" name="표 40"/>
          <p:cNvGraphicFramePr>
            <a:graphicFrameLocks noGrp="1"/>
          </p:cNvGraphicFramePr>
          <p:nvPr>
            <p:extLst>
              <p:ext uri="{D42A27DB-BD31-4B8C-83A1-F6EECF244321}">
                <p14:modId xmlns:p14="http://schemas.microsoft.com/office/powerpoint/2010/main" val="850127083"/>
              </p:ext>
            </p:extLst>
          </p:nvPr>
        </p:nvGraphicFramePr>
        <p:xfrm>
          <a:off x="4880992" y="1088740"/>
          <a:ext cx="1883410" cy="1219200"/>
        </p:xfrm>
        <a:graphic>
          <a:graphicData uri="http://schemas.openxmlformats.org/drawingml/2006/table">
            <a:tbl>
              <a:tblPr firstRow="1" bandRow="1">
                <a:tableStyleId>{5C22544A-7EE6-4342-B048-85BDC9FD1C3A}</a:tableStyleId>
              </a:tblPr>
              <a:tblGrid>
                <a:gridCol w="757555"/>
                <a:gridCol w="1125855"/>
              </a:tblGrid>
              <a:tr h="77098">
                <a:tc>
                  <a:txBody>
                    <a:bodyPr/>
                    <a:lstStyle/>
                    <a:p>
                      <a:pPr algn="ctr"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CPU</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Dòng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điện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tiêu</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thụ</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DC5V</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7186">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Q02CPU</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0.60A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3537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Q02HCPU</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rowSpan="5">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0.64A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0">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Q06HCPU</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0">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Q12HCPU</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Q12PHCPU</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Q25HCPU</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Q00CPU</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0.25A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Q01CPU</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0.27A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42" name="표 41"/>
          <p:cNvGraphicFramePr>
            <a:graphicFrameLocks noGrp="1"/>
          </p:cNvGraphicFramePr>
          <p:nvPr>
            <p:extLst>
              <p:ext uri="{D42A27DB-BD31-4B8C-83A1-F6EECF244321}">
                <p14:modId xmlns:p14="http://schemas.microsoft.com/office/powerpoint/2010/main" val="383578580"/>
              </p:ext>
            </p:extLst>
          </p:nvPr>
        </p:nvGraphicFramePr>
        <p:xfrm>
          <a:off x="4880992" y="2215468"/>
          <a:ext cx="1883410" cy="1950720"/>
        </p:xfrm>
        <a:graphic>
          <a:graphicData uri="http://schemas.openxmlformats.org/drawingml/2006/table">
            <a:tbl>
              <a:tblPr firstRow="1" bandRow="1">
                <a:tableStyleId>{5C22544A-7EE6-4342-B048-85BDC9FD1C3A}</a:tableStyleId>
              </a:tblPr>
              <a:tblGrid>
                <a:gridCol w="757555"/>
                <a:gridCol w="1125855"/>
              </a:tblGrid>
              <a:tr h="77098">
                <a:tc gridSpan="2">
                  <a:txBody>
                    <a:bodyPr/>
                    <a:lstStyle/>
                    <a:p>
                      <a:pPr algn="ctr" latinLnBrk="1"/>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Mô</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đun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đầu</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vào</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7186">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QX10</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rowSpan="3">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QX28</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QX40</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QX40-S1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0.06A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QX41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rowSpan="2">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0.075A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QX41-S1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QX42</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rowSpan="2">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0.09A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QX42-S1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QX70</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0.055A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QX71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0.07A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QX72</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0.085A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QX80</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QX81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0.075A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QX82</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rowSpan="2">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0.09A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QX82-S1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43" name="표 42"/>
          <p:cNvGraphicFramePr>
            <a:graphicFrameLocks noGrp="1"/>
          </p:cNvGraphicFramePr>
          <p:nvPr>
            <p:extLst>
              <p:ext uri="{D42A27DB-BD31-4B8C-83A1-F6EECF244321}">
                <p14:modId xmlns:p14="http://schemas.microsoft.com/office/powerpoint/2010/main" val="17358469"/>
              </p:ext>
            </p:extLst>
          </p:nvPr>
        </p:nvGraphicFramePr>
        <p:xfrm>
          <a:off x="4880992" y="4199158"/>
          <a:ext cx="1883410" cy="1584960"/>
        </p:xfrm>
        <a:graphic>
          <a:graphicData uri="http://schemas.openxmlformats.org/drawingml/2006/table">
            <a:tbl>
              <a:tblPr firstRow="1" bandRow="1">
                <a:tableStyleId>{5C22544A-7EE6-4342-B048-85BDC9FD1C3A}</a:tableStyleId>
              </a:tblPr>
              <a:tblGrid>
                <a:gridCol w="757555"/>
                <a:gridCol w="1125855"/>
              </a:tblGrid>
              <a:tr h="88714">
                <a:tc gridSpan="2">
                  <a:txBody>
                    <a:bodyPr/>
                    <a:lstStyle/>
                    <a:p>
                      <a:pPr algn="ctr" latinLnBrk="1"/>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Mô</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đun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đầu</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ra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QY10</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0.43A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QY18A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0.24A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QY22</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0.25A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QY40P</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0.065A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QY41P</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0.105A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QY42P</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QY50</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0.08A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QY68A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0.11A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QY70</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0.095A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QY71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QY80</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0.08A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QY81P</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0.095A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44" name="표 43"/>
          <p:cNvGraphicFramePr>
            <a:graphicFrameLocks noGrp="1"/>
          </p:cNvGraphicFramePr>
          <p:nvPr>
            <p:extLst>
              <p:ext uri="{D42A27DB-BD31-4B8C-83A1-F6EECF244321}">
                <p14:modId xmlns:p14="http://schemas.microsoft.com/office/powerpoint/2010/main" val="547434541"/>
              </p:ext>
            </p:extLst>
          </p:nvPr>
        </p:nvGraphicFramePr>
        <p:xfrm>
          <a:off x="4880992" y="5820122"/>
          <a:ext cx="1883410" cy="365760"/>
        </p:xfrm>
        <a:graphic>
          <a:graphicData uri="http://schemas.openxmlformats.org/drawingml/2006/table">
            <a:tbl>
              <a:tblPr firstRow="1" bandRow="1">
                <a:tableStyleId>{5C22544A-7EE6-4342-B048-85BDC9FD1C3A}</a:tableStyleId>
              </a:tblPr>
              <a:tblGrid>
                <a:gridCol w="757555"/>
                <a:gridCol w="1125855"/>
              </a:tblGrid>
              <a:tr h="88714">
                <a:tc gridSpan="2">
                  <a:txBody>
                    <a:bodyPr/>
                    <a:lstStyle/>
                    <a:p>
                      <a:pPr algn="ctr" latinLnBrk="1"/>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Mô</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đun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hỗn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hợp</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đầu</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vào</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đầu</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ra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QH42P</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0.13A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QX48Y57</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0.08A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45" name="표 44"/>
          <p:cNvGraphicFramePr>
            <a:graphicFrameLocks noGrp="1"/>
          </p:cNvGraphicFramePr>
          <p:nvPr>
            <p:extLst>
              <p:ext uri="{D42A27DB-BD31-4B8C-83A1-F6EECF244321}">
                <p14:modId xmlns:p14="http://schemas.microsoft.com/office/powerpoint/2010/main" val="70494525"/>
              </p:ext>
            </p:extLst>
          </p:nvPr>
        </p:nvGraphicFramePr>
        <p:xfrm>
          <a:off x="4880992" y="6222516"/>
          <a:ext cx="1883410" cy="243840"/>
        </p:xfrm>
        <a:graphic>
          <a:graphicData uri="http://schemas.openxmlformats.org/drawingml/2006/table">
            <a:tbl>
              <a:tblPr firstRow="1" bandRow="1">
                <a:tableStyleId>{5C22544A-7EE6-4342-B048-85BDC9FD1C3A}</a:tableStyleId>
              </a:tblPr>
              <a:tblGrid>
                <a:gridCol w="757555"/>
                <a:gridCol w="1125855"/>
              </a:tblGrid>
              <a:tr h="88714">
                <a:tc gridSpan="2">
                  <a:txBody>
                    <a:bodyPr/>
                    <a:lstStyle/>
                    <a:p>
                      <a:pPr algn="ctr"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Interrupt Module </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QI60</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0.06A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46" name="표 45"/>
          <p:cNvGraphicFramePr>
            <a:graphicFrameLocks noGrp="1"/>
          </p:cNvGraphicFramePr>
          <p:nvPr>
            <p:extLst>
              <p:ext uri="{D42A27DB-BD31-4B8C-83A1-F6EECF244321}">
                <p14:modId xmlns:p14="http://schemas.microsoft.com/office/powerpoint/2010/main" val="1785356322"/>
              </p:ext>
            </p:extLst>
          </p:nvPr>
        </p:nvGraphicFramePr>
        <p:xfrm>
          <a:off x="6969224" y="1088740"/>
          <a:ext cx="2753149" cy="5151120"/>
        </p:xfrm>
        <a:graphic>
          <a:graphicData uri="http://schemas.openxmlformats.org/drawingml/2006/table">
            <a:tbl>
              <a:tblPr firstRow="1" bandRow="1">
                <a:tableStyleId>{5C22544A-7EE6-4342-B048-85BDC9FD1C3A}</a:tableStyleId>
              </a:tblPr>
              <a:tblGrid>
                <a:gridCol w="929005"/>
                <a:gridCol w="1119505"/>
                <a:gridCol w="704639"/>
              </a:tblGrid>
              <a:tr h="77098">
                <a:tc gridSpan="3">
                  <a:txBody>
                    <a:bodyPr/>
                    <a:lstStyle/>
                    <a:p>
                      <a:pPr algn="ctr" latinLnBrk="1"/>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Mô</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đun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có</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chức</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năng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thông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minh</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7186">
                <a:tc rowSpan="5">
                  <a:txBody>
                    <a:bodyPr/>
                    <a:lstStyle/>
                    <a:p>
                      <a:pPr algn="l" latinLnBrk="1"/>
                      <a:r>
                        <a:rPr lang="en-US" altLang="ko-KR" sz="600" b="0" dirty="0" err="1" smtClean="0">
                          <a:solidFill>
                            <a:schemeClr val="tx1"/>
                          </a:solidFill>
                          <a:latin typeface="Times New Roman" panose="02020603050405020304" pitchFamily="18" charset="0"/>
                          <a:ea typeface="돋움" pitchFamily="50" charset="-127"/>
                          <a:cs typeface="Times New Roman" panose="02020603050405020304" pitchFamily="18" charset="0"/>
                        </a:rPr>
                        <a:t>Biến</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đổi</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A/D</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Q64AD</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0.63A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Q68ADV</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rowSpan="2">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0.64A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Q68ADI</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Q64AD-GH</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0.89A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Q62AD-DGH</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0.22A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rowSpan="5">
                  <a:txBody>
                    <a:bodyPr/>
                    <a:lstStyle/>
                    <a:p>
                      <a:pPr algn="l" latinLnBrk="1"/>
                      <a:r>
                        <a:rPr lang="en-US" altLang="ko-KR" sz="600" b="0" dirty="0" err="1" smtClean="0">
                          <a:solidFill>
                            <a:schemeClr val="tx1"/>
                          </a:solidFill>
                          <a:latin typeface="Times New Roman" panose="02020603050405020304" pitchFamily="18" charset="0"/>
                          <a:ea typeface="돋움" pitchFamily="50" charset="-127"/>
                          <a:cs typeface="Times New Roman" panose="02020603050405020304" pitchFamily="18" charset="0"/>
                        </a:rPr>
                        <a:t>Biến</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đổi</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D/A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Q62DA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0.33A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Q64DA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0.34A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Q68DAV</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0.39A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Q68DAI</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0.38A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Q62DA-FG</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0.37A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rowSpan="4">
                  <a:txBody>
                    <a:bodyPr/>
                    <a:lstStyle/>
                    <a:p>
                      <a:pPr algn="l" latinLnBrk="1"/>
                      <a:r>
                        <a:rPr lang="en-US" altLang="ko-KR" sz="600" b="0" dirty="0" err="1" smtClean="0">
                          <a:solidFill>
                            <a:schemeClr val="tx1"/>
                          </a:solidFill>
                          <a:latin typeface="Times New Roman" panose="02020603050405020304" pitchFamily="18" charset="0"/>
                          <a:ea typeface="돋움" pitchFamily="50" charset="-127"/>
                          <a:cs typeface="Times New Roman" panose="02020603050405020304" pitchFamily="18" charset="0"/>
                        </a:rPr>
                        <a:t>Đầu</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vào</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nhiệt</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độ</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Q64TDV-GH</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rowSpan="2">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0.50A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Q64TD</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Q64RD</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0.60A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Q64RD-G</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0.62A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rowSpan="4">
                  <a:txBody>
                    <a:bodyPr/>
                    <a:lstStyle/>
                    <a:p>
                      <a:pPr algn="l" latinLnBrk="1"/>
                      <a:r>
                        <a:rPr lang="en-US" altLang="ko-KR" sz="600" b="0" dirty="0" err="1" smtClean="0">
                          <a:solidFill>
                            <a:schemeClr val="tx1"/>
                          </a:solidFill>
                          <a:latin typeface="Times New Roman" panose="02020603050405020304" pitchFamily="18" charset="0"/>
                          <a:ea typeface="돋움" pitchFamily="50" charset="-127"/>
                          <a:cs typeface="Times New Roman" panose="02020603050405020304" pitchFamily="18" charset="0"/>
                        </a:rPr>
                        <a:t>Điều</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chỉnh</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nhiệt</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độ</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Q64TCTT</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0.55A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Q64TCTTBW</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0.60A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Q64TCRT</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0.55A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Q64TCRTBW</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0.60A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rowSpan="3">
                  <a:txBody>
                    <a:bodyPr/>
                    <a:lstStyle/>
                    <a:p>
                      <a:pPr algn="l" latinLnBrk="1"/>
                      <a:r>
                        <a:rPr lang="en-US" altLang="ko-KR" sz="600" b="0" dirty="0" err="1" smtClean="0">
                          <a:solidFill>
                            <a:schemeClr val="tx1"/>
                          </a:solidFill>
                          <a:latin typeface="Times New Roman" panose="02020603050405020304" pitchFamily="18" charset="0"/>
                          <a:ea typeface="돋움" pitchFamily="50" charset="-127"/>
                          <a:cs typeface="Times New Roman" panose="02020603050405020304" pitchFamily="18" charset="0"/>
                        </a:rPr>
                        <a:t>Máy</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đếm</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cao</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tốc</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QD62</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0.30A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QD62D</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0.38A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QD62E</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0.33A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600" b="0" dirty="0" err="1" smtClean="0">
                          <a:solidFill>
                            <a:schemeClr val="tx1"/>
                          </a:solidFill>
                          <a:latin typeface="Times New Roman" panose="02020603050405020304" pitchFamily="18" charset="0"/>
                          <a:ea typeface="돋움" pitchFamily="50" charset="-127"/>
                          <a:cs typeface="Times New Roman" panose="02020603050405020304" pitchFamily="18" charset="0"/>
                        </a:rPr>
                        <a:t>Đầu</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vào</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Pulse</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QD60P8-G</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0.58A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rowSpan="11">
                  <a:txBody>
                    <a:bodyPr/>
                    <a:lstStyle/>
                    <a:p>
                      <a:pPr algn="l" latinLnBrk="1"/>
                      <a:r>
                        <a:rPr lang="en-US" altLang="ko-KR" sz="600" b="0" dirty="0" err="1" smtClean="0">
                          <a:solidFill>
                            <a:schemeClr val="tx1"/>
                          </a:solidFill>
                          <a:latin typeface="Times New Roman" panose="02020603050405020304" pitchFamily="18" charset="0"/>
                          <a:ea typeface="돋움" pitchFamily="50" charset="-127"/>
                          <a:cs typeface="Times New Roman" panose="02020603050405020304" pitchFamily="18" charset="0"/>
                        </a:rPr>
                        <a:t>Quyết</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định</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vị</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trí</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QD75P1</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0.40A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QD75P2</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0.46A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QD75P4</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0.58A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QD75D1</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0.52A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QD75D2</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0.56A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QD75D4</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0.82A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QD75M1</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rowSpan="3">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0.40A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QD75M2</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QD75M4</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QD70P4</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0.55A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QD70P8</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0.74A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rowSpan="2">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ID</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Interface</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QD35ID1</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0.40A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QD35ID2</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0.42A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Web Server</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QJ71WS96</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0.65A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rowSpan="3">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Ethernet</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QJ71E71-B5</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0.50A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QJ71E71-B2</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0.60A *1</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QJ71E71-100</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0.50A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rowSpan="6">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MELSECNET/H</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QJ71BR11</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0.75A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QJ71LP21-25</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rowSpan="2">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0.55A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QJ71LP21G</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QJ72BR15</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1.10A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QJ72LP25-25</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rowSpan="2">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0.89A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QJ72LP25G</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FL-net</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QJ71FL71-F01</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0.50A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QJ71FL71-B2-F01</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0.70A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CC-Link</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QJ61BT11</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0.46A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CC-Link/LT</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QJ61CL12</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0.13A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AS-I</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QJ71AS92</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0.40A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rowSpan="2">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Serial</a:t>
                      </a:r>
                      <a:r>
                        <a:rPr lang="en-US" altLang="ko-KR" sz="6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Communication</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QJ71C24N</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0.31A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QJ71C24N-R2</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0.26A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a:txBody>
                    <a:bodyPr/>
                    <a:lstStyle/>
                    <a:p>
                      <a:pPr algn="l" latinLnBrk="1"/>
                      <a:r>
                        <a:rPr lang="en-US" altLang="ko-KR" sz="600" b="0" dirty="0" err="1" smtClean="0">
                          <a:solidFill>
                            <a:schemeClr val="tx1"/>
                          </a:solidFill>
                          <a:latin typeface="Times New Roman" panose="02020603050405020304" pitchFamily="18" charset="0"/>
                          <a:ea typeface="돋움" pitchFamily="50" charset="-127"/>
                          <a:cs typeface="Times New Roman" panose="02020603050405020304" pitchFamily="18" charset="0"/>
                        </a:rPr>
                        <a:t>Moderm</a:t>
                      </a:r>
                      <a:r>
                        <a:rPr lang="ko-KR" altLang="en-US" sz="600" b="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I/F</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QJ71CMO</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0.46A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rowSpan="2">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Intelligent Communication</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QD51</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0.26A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9654">
                <a:tc v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QD51-R24</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600" b="0" dirty="0" smtClean="0">
                          <a:solidFill>
                            <a:schemeClr val="tx1"/>
                          </a:solidFill>
                          <a:latin typeface="Times New Roman" panose="02020603050405020304" pitchFamily="18" charset="0"/>
                          <a:ea typeface="돋움" pitchFamily="50" charset="-127"/>
                          <a:cs typeface="Times New Roman" panose="02020603050405020304" pitchFamily="18" charset="0"/>
                        </a:rPr>
                        <a:t>0.31A</a:t>
                      </a:r>
                      <a:endParaRPr lang="ko-KR" altLang="en-US" sz="6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47" name="표 46"/>
          <p:cNvGraphicFramePr>
            <a:graphicFrameLocks noGrp="1"/>
          </p:cNvGraphicFramePr>
          <p:nvPr>
            <p:extLst>
              <p:ext uri="{D42A27DB-BD31-4B8C-83A1-F6EECF244321}">
                <p14:modId xmlns:p14="http://schemas.microsoft.com/office/powerpoint/2010/main" val="1703735110"/>
              </p:ext>
            </p:extLst>
          </p:nvPr>
        </p:nvGraphicFramePr>
        <p:xfrm>
          <a:off x="391000" y="2438253"/>
          <a:ext cx="1618298" cy="243840"/>
        </p:xfrm>
        <a:graphic>
          <a:graphicData uri="http://schemas.openxmlformats.org/drawingml/2006/table">
            <a:tbl>
              <a:tblPr firstRow="1" bandRow="1">
                <a:tableStyleId>{5C22544A-7EE6-4342-B048-85BDC9FD1C3A}</a:tableStyleId>
              </a:tblPr>
              <a:tblGrid>
                <a:gridCol w="662305"/>
                <a:gridCol w="955993"/>
              </a:tblGrid>
              <a:tr h="77098">
                <a:tc gridSpan="2">
                  <a:txBody>
                    <a:bodyPr/>
                    <a:lstStyle/>
                    <a:p>
                      <a:pPr algn="ctr"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CPU(</a:t>
                      </a:r>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Loại</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nhất</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thể</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điện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nguồn</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7186">
                <a:tc>
                  <a:txBody>
                    <a:bodyPr/>
                    <a:lstStyle/>
                    <a:p>
                      <a:pPr algn="ctr"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Q00JCPU</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0.22A *2</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48" name="표 47"/>
          <p:cNvGraphicFramePr>
            <a:graphicFrameLocks noGrp="1"/>
          </p:cNvGraphicFramePr>
          <p:nvPr>
            <p:extLst>
              <p:ext uri="{D42A27DB-BD31-4B8C-83A1-F6EECF244321}">
                <p14:modId xmlns:p14="http://schemas.microsoft.com/office/powerpoint/2010/main" val="3030342448"/>
              </p:ext>
            </p:extLst>
          </p:nvPr>
        </p:nvGraphicFramePr>
        <p:xfrm>
          <a:off x="344488" y="3910459"/>
          <a:ext cx="1729423" cy="731520"/>
        </p:xfrm>
        <a:graphic>
          <a:graphicData uri="http://schemas.openxmlformats.org/drawingml/2006/table">
            <a:tbl>
              <a:tblPr firstRow="1" bandRow="1">
                <a:tableStyleId>{5C22544A-7EE6-4342-B048-85BDC9FD1C3A}</a:tableStyleId>
              </a:tblPr>
              <a:tblGrid>
                <a:gridCol w="773430"/>
                <a:gridCol w="955993"/>
              </a:tblGrid>
              <a:tr h="27186">
                <a:tc>
                  <a:txBody>
                    <a:bodyPr/>
                    <a:lstStyle/>
                    <a:p>
                      <a:pPr algn="ctr" latinLnBrk="1"/>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Dùng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cho</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QA1S65B,</a:t>
                      </a:r>
                    </a:p>
                    <a:p>
                      <a:pPr algn="ctr"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QA1S68B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Dòng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điện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đầu</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ra</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định</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mức</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DC5V</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7186">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A1S61PN</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7186">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A1S62PN</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3A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7186">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A1S63P</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49" name="표 48"/>
          <p:cNvGraphicFramePr>
            <a:graphicFrameLocks noGrp="1"/>
          </p:cNvGraphicFramePr>
          <p:nvPr>
            <p:extLst>
              <p:ext uri="{D42A27DB-BD31-4B8C-83A1-F6EECF244321}">
                <p14:modId xmlns:p14="http://schemas.microsoft.com/office/powerpoint/2010/main" val="2914061626"/>
              </p:ext>
            </p:extLst>
          </p:nvPr>
        </p:nvGraphicFramePr>
        <p:xfrm>
          <a:off x="2330595" y="2233327"/>
          <a:ext cx="1883410" cy="487680"/>
        </p:xfrm>
        <a:graphic>
          <a:graphicData uri="http://schemas.openxmlformats.org/drawingml/2006/table">
            <a:tbl>
              <a:tblPr firstRow="1" bandRow="1">
                <a:tableStyleId>{5C22544A-7EE6-4342-B048-85BDC9FD1C3A}</a:tableStyleId>
              </a:tblPr>
              <a:tblGrid>
                <a:gridCol w="757555"/>
                <a:gridCol w="1125855"/>
              </a:tblGrid>
              <a:tr h="77098">
                <a:tc gridSpan="2">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Base</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mở</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rộng</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a:t>
                      </a:r>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không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thể</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trang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bị</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Mô</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đun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điện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nguồn</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7186">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Q52B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0.080A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3537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Q55B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0.100A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50" name="표 49"/>
          <p:cNvGraphicFramePr>
            <a:graphicFrameLocks noGrp="1"/>
          </p:cNvGraphicFramePr>
          <p:nvPr>
            <p:extLst>
              <p:ext uri="{D42A27DB-BD31-4B8C-83A1-F6EECF244321}">
                <p14:modId xmlns:p14="http://schemas.microsoft.com/office/powerpoint/2010/main" val="3022678273"/>
              </p:ext>
            </p:extLst>
          </p:nvPr>
        </p:nvGraphicFramePr>
        <p:xfrm>
          <a:off x="2399544" y="3143250"/>
          <a:ext cx="1883410" cy="731520"/>
        </p:xfrm>
        <a:graphic>
          <a:graphicData uri="http://schemas.openxmlformats.org/drawingml/2006/table">
            <a:tbl>
              <a:tblPr firstRow="1" bandRow="1">
                <a:tableStyleId>{5C22544A-7EE6-4342-B048-85BDC9FD1C3A}</a:tableStyleId>
              </a:tblPr>
              <a:tblGrid>
                <a:gridCol w="757555"/>
                <a:gridCol w="1125855"/>
              </a:tblGrid>
              <a:tr h="77098">
                <a:tc gridSpan="2">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Base</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mở</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rộng</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a:t>
                      </a:r>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có</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thể</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trang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bị</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Mô</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đun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điện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nguồn</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7186">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Q63B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0.105A</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3537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Q65B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0.110A(0.081A)</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3537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Q68B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0.114A(0.087A) *1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3537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Q612B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0.121A(0.098A) *1</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51" name="표 50"/>
          <p:cNvGraphicFramePr>
            <a:graphicFrameLocks noGrp="1"/>
          </p:cNvGraphicFramePr>
          <p:nvPr>
            <p:extLst>
              <p:ext uri="{D42A27DB-BD31-4B8C-83A1-F6EECF244321}">
                <p14:modId xmlns:p14="http://schemas.microsoft.com/office/powerpoint/2010/main" val="4238088187"/>
              </p:ext>
            </p:extLst>
          </p:nvPr>
        </p:nvGraphicFramePr>
        <p:xfrm>
          <a:off x="2288704" y="4327525"/>
          <a:ext cx="2076768" cy="731520"/>
        </p:xfrm>
        <a:graphic>
          <a:graphicData uri="http://schemas.openxmlformats.org/drawingml/2006/table">
            <a:tbl>
              <a:tblPr firstRow="1" bandRow="1">
                <a:tableStyleId>{5C22544A-7EE6-4342-B048-85BDC9FD1C3A}</a:tableStyleId>
              </a:tblPr>
              <a:tblGrid>
                <a:gridCol w="757555"/>
                <a:gridCol w="1319213"/>
              </a:tblGrid>
              <a:tr h="77098">
                <a:tc gridSpan="2">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Base</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mở</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rộng</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a:t>
                      </a:r>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có</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thể</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trang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bị</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điện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nguồn</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AnS</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Serie</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a:t>
                      </a:r>
                    </a:p>
                    <a:p>
                      <a:pPr algn="l" latinLnBrk="1"/>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Loại</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trang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bị</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Mô</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đun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chức</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năng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đầu</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vào</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đầu</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ra</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đặc</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thù</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algn="l" latinLnBrk="1"/>
                      <a:endParaRPr lang="ko-KR" altLang="en-US" sz="800" b="0" dirty="0">
                        <a:solidFill>
                          <a:schemeClr val="tx1"/>
                        </a:solidFill>
                        <a:latin typeface="돋움" pitchFamily="50" charset="-127"/>
                        <a:ea typeface="돋움" pitchFamily="50" charset="-127"/>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7186">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QA1S65B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0.117A(0.088A)</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*3</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35374">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QA1S68B</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latinLnBrk="1"/>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0.118A(0.091A) *2</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graphicFrame>
        <p:nvGraphicFramePr>
          <p:cNvPr id="52" name="표 51"/>
          <p:cNvGraphicFramePr>
            <a:graphicFrameLocks noGrp="1"/>
          </p:cNvGraphicFramePr>
          <p:nvPr>
            <p:extLst>
              <p:ext uri="{D42A27DB-BD31-4B8C-83A1-F6EECF244321}">
                <p14:modId xmlns:p14="http://schemas.microsoft.com/office/powerpoint/2010/main" val="1782030238"/>
              </p:ext>
            </p:extLst>
          </p:nvPr>
        </p:nvGraphicFramePr>
        <p:xfrm>
          <a:off x="2288704" y="5040472"/>
          <a:ext cx="2076768" cy="487680"/>
        </p:xfrm>
        <a:graphic>
          <a:graphicData uri="http://schemas.openxmlformats.org/drawingml/2006/table">
            <a:tbl>
              <a:tblPr firstRow="1" bandRow="1">
                <a:tableStyleId>{5C22544A-7EE6-4342-B048-85BDC9FD1C3A}</a:tableStyleId>
              </a:tblPr>
              <a:tblGrid>
                <a:gridCol w="2076768"/>
              </a:tblGrid>
              <a:tr h="77098">
                <a:tc>
                  <a:txBody>
                    <a:bodyPr/>
                    <a:lstStyle/>
                    <a:p>
                      <a:pPr algn="l" latinLnBrk="1"/>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Đối</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với</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Mô</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đun</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đầu</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vào</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đầu</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ra</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chức</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năng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đặc</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thù</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Ans</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Serie</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có</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thể</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sử</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dụng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bằn</a:t>
                      </a:r>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QCPU</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dirty="0" err="1" smtClean="0">
                          <a:solidFill>
                            <a:schemeClr val="tx1"/>
                          </a:solidFill>
                          <a:latin typeface="Times New Roman" panose="02020603050405020304" pitchFamily="18" charset="0"/>
                          <a:ea typeface="돋움" pitchFamily="50" charset="-127"/>
                          <a:cs typeface="Times New Roman" panose="02020603050405020304" pitchFamily="18" charset="0"/>
                        </a:rPr>
                        <a:t>thì</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hãy</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tham</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khảo</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Menual</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cho</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người</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sử</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dụng</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của</a:t>
                      </a:r>
                      <a:r>
                        <a:rPr lang="en-US" altLang="ko-KR" sz="8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mỗi</a:t>
                      </a:r>
                      <a:r>
                        <a:rPr lang="ko-KR" altLang="en-US" sz="800" b="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800" b="0" dirty="0" smtClean="0">
                          <a:solidFill>
                            <a:schemeClr val="tx1"/>
                          </a:solidFill>
                          <a:latin typeface="Times New Roman" panose="02020603050405020304" pitchFamily="18" charset="0"/>
                          <a:ea typeface="돋움" pitchFamily="50" charset="-127"/>
                          <a:cs typeface="Times New Roman" panose="02020603050405020304" pitchFamily="18" charset="0"/>
                        </a:rPr>
                        <a:t>CPU.</a:t>
                      </a:r>
                      <a:endParaRPr lang="ko-KR" altLang="en-US" sz="8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cxnSp>
        <p:nvCxnSpPr>
          <p:cNvPr id="6" name="직선 연결선 5"/>
          <p:cNvCxnSpPr>
            <a:stCxn id="2" idx="2"/>
            <a:endCxn id="40" idx="0"/>
          </p:cNvCxnSpPr>
          <p:nvPr/>
        </p:nvCxnSpPr>
        <p:spPr bwMode="auto">
          <a:xfrm rot="5400000" flipH="1" flipV="1">
            <a:off x="1750132" y="541932"/>
            <a:ext cx="975360" cy="2068975"/>
          </a:xfrm>
          <a:prstGeom prst="bentConnector5">
            <a:avLst>
              <a:gd name="adj1" fmla="val -23438"/>
              <a:gd name="adj2" fmla="val 46797"/>
              <a:gd name="adj3" fmla="val 123438"/>
            </a:avLst>
          </a:prstGeom>
          <a:noFill/>
          <a:ln w="9525" cap="flat" cmpd="sng" algn="ctr">
            <a:solidFill>
              <a:schemeClr val="bg1">
                <a:lumMod val="50000"/>
              </a:schemeClr>
            </a:solidFill>
            <a:prstDash val="solid"/>
            <a:round/>
            <a:headEnd type="none" w="med" len="med"/>
            <a:tailEnd type="none" w="med" len="med"/>
          </a:ln>
          <a:effectLst/>
        </p:spPr>
      </p:cxnSp>
      <p:cxnSp>
        <p:nvCxnSpPr>
          <p:cNvPr id="56" name="직선 연결선 5"/>
          <p:cNvCxnSpPr>
            <a:stCxn id="47" idx="2"/>
            <a:endCxn id="40" idx="0"/>
          </p:cNvCxnSpPr>
          <p:nvPr/>
        </p:nvCxnSpPr>
        <p:spPr bwMode="auto">
          <a:xfrm rot="5400000" flipH="1" flipV="1">
            <a:off x="1439547" y="849341"/>
            <a:ext cx="1593353" cy="2072151"/>
          </a:xfrm>
          <a:prstGeom prst="bentConnector5">
            <a:avLst>
              <a:gd name="adj1" fmla="val -14347"/>
              <a:gd name="adj2" fmla="val 46801"/>
              <a:gd name="adj3" fmla="val 114347"/>
            </a:avLst>
          </a:prstGeom>
          <a:noFill/>
          <a:ln w="9525" cap="flat" cmpd="sng" algn="ctr">
            <a:solidFill>
              <a:schemeClr val="bg1">
                <a:lumMod val="50000"/>
              </a:schemeClr>
            </a:solidFill>
            <a:prstDash val="solid"/>
            <a:round/>
            <a:headEnd type="none" w="med" len="med"/>
            <a:tailEnd type="none" w="med" len="med"/>
          </a:ln>
          <a:effectLst/>
        </p:spPr>
      </p:cxnSp>
      <p:cxnSp>
        <p:nvCxnSpPr>
          <p:cNvPr id="59" name="직선 연결선 5"/>
          <p:cNvCxnSpPr>
            <a:stCxn id="41" idx="0"/>
            <a:endCxn id="40" idx="0"/>
          </p:cNvCxnSpPr>
          <p:nvPr/>
        </p:nvCxnSpPr>
        <p:spPr bwMode="auto">
          <a:xfrm rot="16200000" flipV="1">
            <a:off x="4547499" y="-186459"/>
            <a:ext cx="12700" cy="2550397"/>
          </a:xfrm>
          <a:prstGeom prst="bentConnector3">
            <a:avLst>
              <a:gd name="adj1" fmla="val 1800000"/>
            </a:avLst>
          </a:prstGeom>
          <a:noFill/>
          <a:ln w="9525" cap="flat" cmpd="sng" algn="ctr">
            <a:solidFill>
              <a:schemeClr val="bg1">
                <a:lumMod val="50000"/>
              </a:schemeClr>
            </a:solidFill>
            <a:prstDash val="solid"/>
            <a:round/>
            <a:headEnd type="none" w="med" len="med"/>
            <a:tailEnd type="none" w="med" len="med"/>
          </a:ln>
          <a:effectLst/>
        </p:spPr>
      </p:cxnSp>
      <p:cxnSp>
        <p:nvCxnSpPr>
          <p:cNvPr id="62" name="직선 연결선 5"/>
          <p:cNvCxnSpPr>
            <a:stCxn id="46" idx="0"/>
            <a:endCxn id="40" idx="0"/>
          </p:cNvCxnSpPr>
          <p:nvPr/>
        </p:nvCxnSpPr>
        <p:spPr bwMode="auto">
          <a:xfrm rot="16200000" flipV="1">
            <a:off x="5809049" y="-1448009"/>
            <a:ext cx="12700" cy="5073498"/>
          </a:xfrm>
          <a:prstGeom prst="bentConnector3">
            <a:avLst>
              <a:gd name="adj1" fmla="val 1800000"/>
            </a:avLst>
          </a:prstGeom>
          <a:noFill/>
          <a:ln w="9525" cap="flat" cmpd="sng" algn="ctr">
            <a:solidFill>
              <a:schemeClr val="bg1">
                <a:lumMod val="50000"/>
              </a:schemeClr>
            </a:solidFill>
            <a:prstDash val="solid"/>
            <a:round/>
            <a:headEnd type="none" w="med" len="med"/>
            <a:tailEnd type="none" w="med" len="med"/>
          </a:ln>
          <a:effectLst/>
        </p:spPr>
      </p:cxnSp>
      <p:cxnSp>
        <p:nvCxnSpPr>
          <p:cNvPr id="65" name="직선 연결선 5"/>
          <p:cNvCxnSpPr>
            <a:stCxn id="47" idx="2"/>
            <a:endCxn id="41" idx="0"/>
          </p:cNvCxnSpPr>
          <p:nvPr/>
        </p:nvCxnSpPr>
        <p:spPr bwMode="auto">
          <a:xfrm rot="5400000" flipH="1" flipV="1">
            <a:off x="2714746" y="-425857"/>
            <a:ext cx="1593353" cy="4622548"/>
          </a:xfrm>
          <a:prstGeom prst="bentConnector5">
            <a:avLst>
              <a:gd name="adj1" fmla="val -14347"/>
              <a:gd name="adj2" fmla="val 69511"/>
              <a:gd name="adj3" fmla="val 114347"/>
            </a:avLst>
          </a:prstGeom>
          <a:noFill/>
          <a:ln w="9525" cap="flat" cmpd="sng" algn="ctr">
            <a:solidFill>
              <a:schemeClr val="bg1">
                <a:lumMod val="50000"/>
              </a:schemeClr>
            </a:solidFill>
            <a:prstDash val="solid"/>
            <a:round/>
            <a:headEnd type="none" w="med" len="med"/>
            <a:tailEnd type="none" w="med" len="med"/>
          </a:ln>
          <a:effectLst/>
        </p:spPr>
      </p:cxnSp>
      <p:cxnSp>
        <p:nvCxnSpPr>
          <p:cNvPr id="69" name="직선 연결선 5"/>
          <p:cNvCxnSpPr>
            <a:stCxn id="47" idx="2"/>
            <a:endCxn id="50" idx="0"/>
          </p:cNvCxnSpPr>
          <p:nvPr/>
        </p:nvCxnSpPr>
        <p:spPr bwMode="auto">
          <a:xfrm rot="16200000" flipH="1">
            <a:off x="2040121" y="1842121"/>
            <a:ext cx="461157" cy="2141100"/>
          </a:xfrm>
          <a:prstGeom prst="bentConnector3">
            <a:avLst>
              <a:gd name="adj1" fmla="val 50000"/>
            </a:avLst>
          </a:prstGeom>
          <a:noFill/>
          <a:ln w="9525" cap="flat" cmpd="sng" algn="ctr">
            <a:solidFill>
              <a:schemeClr val="bg1">
                <a:lumMod val="50000"/>
              </a:schemeClr>
            </a:solidFill>
            <a:prstDash val="solid"/>
            <a:round/>
            <a:headEnd type="none" w="med" len="med"/>
            <a:tailEnd type="none" w="med" len="med"/>
          </a:ln>
          <a:effectLst/>
        </p:spPr>
      </p:cxnSp>
      <p:cxnSp>
        <p:nvCxnSpPr>
          <p:cNvPr id="72" name="직선 연결선 5"/>
          <p:cNvCxnSpPr>
            <a:stCxn id="40" idx="2"/>
            <a:endCxn id="49" idx="0"/>
          </p:cNvCxnSpPr>
          <p:nvPr/>
        </p:nvCxnSpPr>
        <p:spPr bwMode="auto">
          <a:xfrm>
            <a:off x="3272300" y="2186020"/>
            <a:ext cx="0" cy="47307"/>
          </a:xfrm>
          <a:prstGeom prst="straightConnector1">
            <a:avLst/>
          </a:prstGeom>
          <a:noFill/>
          <a:ln w="9525" cap="flat" cmpd="sng" algn="ctr">
            <a:solidFill>
              <a:schemeClr val="bg1">
                <a:lumMod val="50000"/>
              </a:schemeClr>
            </a:solidFill>
            <a:prstDash val="solid"/>
            <a:round/>
            <a:headEnd type="none" w="med" len="med"/>
            <a:tailEnd type="none" w="med" len="med"/>
          </a:ln>
          <a:effectLst/>
        </p:spPr>
      </p:cxnSp>
      <p:cxnSp>
        <p:nvCxnSpPr>
          <p:cNvPr id="75" name="직선 연결선 5"/>
          <p:cNvCxnSpPr>
            <a:stCxn id="42" idx="1"/>
            <a:endCxn id="41" idx="1"/>
          </p:cNvCxnSpPr>
          <p:nvPr/>
        </p:nvCxnSpPr>
        <p:spPr bwMode="auto">
          <a:xfrm rot="10800000">
            <a:off x="4880992" y="1698340"/>
            <a:ext cx="12700" cy="1492488"/>
          </a:xfrm>
          <a:prstGeom prst="bentConnector3">
            <a:avLst>
              <a:gd name="adj1" fmla="val 1800000"/>
            </a:avLst>
          </a:prstGeom>
          <a:noFill/>
          <a:ln w="9525" cap="flat" cmpd="sng" algn="ctr">
            <a:solidFill>
              <a:schemeClr val="bg1">
                <a:lumMod val="50000"/>
              </a:schemeClr>
            </a:solidFill>
            <a:prstDash val="solid"/>
            <a:round/>
            <a:headEnd type="none" w="med" len="med"/>
            <a:tailEnd type="none" w="med" len="med"/>
          </a:ln>
          <a:effectLst/>
        </p:spPr>
      </p:cxnSp>
      <p:cxnSp>
        <p:nvCxnSpPr>
          <p:cNvPr id="78" name="직선 연결선 5"/>
          <p:cNvCxnSpPr>
            <a:stCxn id="43" idx="1"/>
            <a:endCxn id="42" idx="1"/>
          </p:cNvCxnSpPr>
          <p:nvPr/>
        </p:nvCxnSpPr>
        <p:spPr bwMode="auto">
          <a:xfrm rot="10800000">
            <a:off x="4880992" y="3190828"/>
            <a:ext cx="12700" cy="1800810"/>
          </a:xfrm>
          <a:prstGeom prst="bentConnector3">
            <a:avLst>
              <a:gd name="adj1" fmla="val 1800000"/>
            </a:avLst>
          </a:prstGeom>
          <a:noFill/>
          <a:ln w="9525" cap="flat" cmpd="sng" algn="ctr">
            <a:solidFill>
              <a:schemeClr val="bg1">
                <a:lumMod val="50000"/>
              </a:schemeClr>
            </a:solidFill>
            <a:prstDash val="solid"/>
            <a:round/>
            <a:headEnd type="none" w="med" len="med"/>
            <a:tailEnd type="none" w="med" len="med"/>
          </a:ln>
          <a:effectLst/>
        </p:spPr>
      </p:cxnSp>
      <p:cxnSp>
        <p:nvCxnSpPr>
          <p:cNvPr id="81" name="직선 연결선 5"/>
          <p:cNvCxnSpPr>
            <a:stCxn id="44" idx="1"/>
            <a:endCxn id="43" idx="1"/>
          </p:cNvCxnSpPr>
          <p:nvPr/>
        </p:nvCxnSpPr>
        <p:spPr bwMode="auto">
          <a:xfrm rot="10800000">
            <a:off x="4880992" y="4991638"/>
            <a:ext cx="12700" cy="1011364"/>
          </a:xfrm>
          <a:prstGeom prst="bentConnector3">
            <a:avLst>
              <a:gd name="adj1" fmla="val 1800000"/>
            </a:avLst>
          </a:prstGeom>
          <a:noFill/>
          <a:ln w="9525" cap="flat" cmpd="sng" algn="ctr">
            <a:solidFill>
              <a:schemeClr val="bg1">
                <a:lumMod val="50000"/>
              </a:schemeClr>
            </a:solidFill>
            <a:prstDash val="solid"/>
            <a:round/>
            <a:headEnd type="none" w="med" len="med"/>
            <a:tailEnd type="none" w="med" len="med"/>
          </a:ln>
          <a:effectLst/>
        </p:spPr>
      </p:cxnSp>
      <p:cxnSp>
        <p:nvCxnSpPr>
          <p:cNvPr id="84" name="직선 연결선 5"/>
          <p:cNvCxnSpPr>
            <a:stCxn id="45" idx="1"/>
            <a:endCxn id="44" idx="1"/>
          </p:cNvCxnSpPr>
          <p:nvPr/>
        </p:nvCxnSpPr>
        <p:spPr bwMode="auto">
          <a:xfrm rot="10800000">
            <a:off x="4880992" y="6003002"/>
            <a:ext cx="12700" cy="341434"/>
          </a:xfrm>
          <a:prstGeom prst="bentConnector3">
            <a:avLst>
              <a:gd name="adj1" fmla="val 1800000"/>
            </a:avLst>
          </a:prstGeom>
          <a:noFill/>
          <a:ln w="9525" cap="flat" cmpd="sng" algn="ctr">
            <a:solidFill>
              <a:schemeClr val="bg1">
                <a:lumMod val="50000"/>
              </a:schemeClr>
            </a:solidFill>
            <a:prstDash val="solid"/>
            <a:round/>
            <a:headEnd type="none" w="med" len="med"/>
            <a:tailEnd type="none" w="med" len="med"/>
          </a:ln>
          <a:effectLst/>
        </p:spPr>
      </p:cxnSp>
      <p:cxnSp>
        <p:nvCxnSpPr>
          <p:cNvPr id="87" name="직선 연결선 5"/>
          <p:cNvCxnSpPr>
            <a:stCxn id="48" idx="2"/>
            <a:endCxn id="51" idx="0"/>
          </p:cNvCxnSpPr>
          <p:nvPr/>
        </p:nvCxnSpPr>
        <p:spPr bwMode="auto">
          <a:xfrm rot="5400000" flipH="1" flipV="1">
            <a:off x="2110916" y="3425807"/>
            <a:ext cx="314454" cy="2117889"/>
          </a:xfrm>
          <a:prstGeom prst="bentConnector5">
            <a:avLst>
              <a:gd name="adj1" fmla="val -72697"/>
              <a:gd name="adj2" fmla="val 45900"/>
              <a:gd name="adj3" fmla="val 172697"/>
            </a:avLst>
          </a:prstGeom>
          <a:noFill/>
          <a:ln w="9525" cap="flat" cmpd="sng" algn="ctr">
            <a:solidFill>
              <a:schemeClr val="bg1">
                <a:lumMod val="50000"/>
              </a:schemeClr>
            </a:solidFill>
            <a:prstDash val="solid"/>
            <a:round/>
            <a:headEnd type="none" w="med" len="med"/>
            <a:tailEnd type="none" w="med" len="med"/>
          </a:ln>
          <a:effectLst/>
        </p:spPr>
      </p:cxnSp>
      <p:cxnSp>
        <p:nvCxnSpPr>
          <p:cNvPr id="90" name="직선 연결선 5"/>
          <p:cNvCxnSpPr>
            <a:stCxn id="51" idx="2"/>
            <a:endCxn id="52" idx="0"/>
          </p:cNvCxnSpPr>
          <p:nvPr/>
        </p:nvCxnSpPr>
        <p:spPr bwMode="auto">
          <a:xfrm flipV="1">
            <a:off x="3327088" y="5040472"/>
            <a:ext cx="0" cy="18573"/>
          </a:xfrm>
          <a:prstGeom prst="straightConnector1">
            <a:avLst/>
          </a:prstGeom>
          <a:noFill/>
          <a:ln w="9525" cap="flat" cmpd="sng" algn="ctr">
            <a:solidFill>
              <a:schemeClr val="bg1">
                <a:lumMod val="50000"/>
              </a:schemeClr>
            </a:solidFill>
            <a:prstDash val="solid"/>
            <a:round/>
            <a:headEnd type="none" w="med" len="med"/>
            <a:tailEnd type="none" w="med" len="med"/>
          </a:ln>
          <a:effectLst/>
        </p:spPr>
      </p:cxnSp>
    </p:spTree>
    <p:extLst>
      <p:ext uri="{BB962C8B-B14F-4D97-AF65-F5344CB8AC3E}">
        <p14:creationId xmlns:p14="http://schemas.microsoft.com/office/powerpoint/2010/main" val="2141047066"/>
      </p:ext>
    </p:extLst>
  </p:cSld>
  <p:clrMapOvr>
    <a:masterClrMapping/>
  </p:clrMapOvr>
  <p:transition/>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9" name="Rectangle 3"/>
          <p:cNvSpPr>
            <a:spLocks noChangeArrowheads="1"/>
          </p:cNvSpPr>
          <p:nvPr/>
        </p:nvSpPr>
        <p:spPr bwMode="auto">
          <a:xfrm>
            <a:off x="117475" y="548680"/>
            <a:ext cx="9672638" cy="23267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smtClean="0">
                <a:solidFill>
                  <a:srgbClr val="000000"/>
                </a:solidFill>
                <a:latin typeface="Times New Roman" panose="02020603050405020304" pitchFamily="18" charset="0"/>
                <a:cs typeface="Times New Roman" panose="02020603050405020304" pitchFamily="18" charset="0"/>
              </a:rPr>
              <a: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Tiêu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chuẩn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sử</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dụng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của</a:t>
            </a:r>
            <a:r>
              <a:rPr lang="en-US" altLang="ko-KR" sz="1200" b="1" dirty="0" smtClean="0">
                <a:latin typeface="Times New Roman" panose="02020603050405020304" pitchFamily="18" charset="0"/>
                <a:cs typeface="Times New Roman" panose="02020603050405020304" pitchFamily="18" charset="0"/>
              </a:rPr>
              <a:t> Base </a:t>
            </a:r>
            <a:r>
              <a:rPr lang="en-US" altLang="ko-KR" sz="1200" b="1" dirty="0" err="1" smtClean="0">
                <a:latin typeface="Times New Roman" panose="02020603050405020304" pitchFamily="18" charset="0"/>
                <a:cs typeface="Times New Roman" panose="02020603050405020304" pitchFamily="18" charset="0"/>
              </a:rPr>
              <a:t>mở</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rộng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không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a:latin typeface="Times New Roman" panose="02020603050405020304" pitchFamily="18" charset="0"/>
                <a:cs typeface="Times New Roman" panose="02020603050405020304" pitchFamily="18" charset="0"/>
              </a:rPr>
              <a:t>c</a:t>
            </a:r>
            <a:r>
              <a:rPr lang="en-US" altLang="ko-KR" sz="1200" b="1" dirty="0" err="1" smtClean="0">
                <a:latin typeface="Times New Roman" panose="02020603050405020304" pitchFamily="18" charset="0"/>
                <a:cs typeface="Times New Roman" panose="02020603050405020304" pitchFamily="18" charset="0"/>
              </a:rPr>
              <a:t>ần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thiết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Mô</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đun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nguồn</a:t>
            </a:r>
            <a:endParaRPr lang="ko-KR" altLang="en-US" sz="1200" b="1" dirty="0" smtClean="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ko-KR" altLang="en-US" sz="1200" b="1" dirty="0" smtClean="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Q52B/Q55B(</a:t>
            </a:r>
            <a:r>
              <a:rPr lang="en-US" altLang="ko-KR" sz="1200" dirty="0" err="1" smtClean="0">
                <a:latin typeface="Times New Roman" panose="02020603050405020304" pitchFamily="18" charset="0"/>
                <a:cs typeface="Times New Roman" panose="02020603050405020304" pitchFamily="18" charset="0"/>
              </a:rPr>
              <a:t>dưới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gọi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Q5□B)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DC5V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Base </a:t>
            </a:r>
            <a:r>
              <a:rPr lang="en-US" altLang="ko-KR" sz="1200" dirty="0" err="1" smtClean="0">
                <a:latin typeface="Times New Roman" panose="02020603050405020304" pitchFamily="18" charset="0"/>
                <a:cs typeface="Times New Roman" panose="02020603050405020304" pitchFamily="18" charset="0"/>
              </a:rPr>
              <a:t>cơ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áp</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dây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mở</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rộng</a:t>
            </a:r>
            <a:r>
              <a:rPr lang="en-US" altLang="ko-KR" sz="1200" dirty="0" smtClean="0">
                <a:latin typeface="Times New Roman" panose="02020603050405020304" pitchFamily="18" charset="0"/>
                <a:cs typeface="Times New Roman" panose="02020603050405020304" pitchFamily="18" charset="0"/>
              </a:rPr>
              <a:t>.</a:t>
            </a: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ở Connector “IN”(</a:t>
            </a:r>
            <a:r>
              <a:rPr lang="en-US" altLang="ko-KR" sz="1200" dirty="0">
                <a:latin typeface="Times New Roman" panose="02020603050405020304" pitchFamily="18" charset="0"/>
                <a:cs typeface="Times New Roman" panose="02020603050405020304" pitchFamily="18" charset="0"/>
              </a:rPr>
              <a:t>DC4.75V </a:t>
            </a:r>
            <a:r>
              <a:rPr lang="en-US" altLang="ko-KR" sz="1200" dirty="0" err="1" smtClean="0">
                <a:latin typeface="Times New Roman" panose="02020603050405020304" pitchFamily="18" charset="0"/>
                <a:cs typeface="Times New Roman" panose="02020603050405020304" pitchFamily="18" charset="0"/>
              </a:rPr>
              <a:t>trở</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Q5</a:t>
            </a:r>
            <a:r>
              <a:rPr lang="en-US" altLang="ko-KR" sz="1200" dirty="0" smtClean="0">
                <a:latin typeface="Times New Roman" panose="02020603050405020304" pitchFamily="18" charset="0"/>
                <a:cs typeface="Times New Roman" panose="02020603050405020304" pitchFamily="18" charset="0"/>
              </a:rPr>
              <a:t>□B</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ko-KR" altLang="en-US" sz="1200" dirty="0" err="1" smtClean="0">
                <a:latin typeface="Times New Roman" panose="02020603050405020304" pitchFamily="18" charset="0"/>
                <a:cs typeface="Times New Roman" panose="02020603050405020304" pitchFamily="18" charset="0"/>
              </a:rPr>
              <a:t>ㆍ</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sai</a:t>
            </a:r>
            <a:r>
              <a:rPr lang="en-US" altLang="ko-KR" sz="1200" dirty="0" smtClean="0">
                <a:latin typeface="Times New Roman" panose="02020603050405020304" pitchFamily="18" charset="0"/>
                <a:cs typeface="Times New Roman" panose="02020603050405020304" pitchFamily="18" charset="0"/>
              </a:rPr>
              <a:t>.</a:t>
            </a: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Q5□B,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Connector “IN” </a:t>
            </a:r>
            <a:r>
              <a:rPr lang="en-US" altLang="ko-KR" sz="1200" dirty="0" err="1" smtClean="0">
                <a:latin typeface="Times New Roman" panose="02020603050405020304" pitchFamily="18" charset="0"/>
                <a:cs typeface="Times New Roman" panose="02020603050405020304" pitchFamily="18" charset="0"/>
              </a:rPr>
              <a:t>của</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Q5□B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DC4.75V hay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a:t>
            </a: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Q5□B,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áp</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mở</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ngắn</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Base </a:t>
            </a:r>
            <a:r>
              <a:rPr lang="en-US" altLang="ko-KR" sz="1200" dirty="0" err="1" smtClean="0">
                <a:latin typeface="Times New Roman" panose="02020603050405020304" pitchFamily="18" charset="0"/>
                <a:cs typeface="Times New Roman" panose="02020603050405020304" pitchFamily="18" charset="0"/>
              </a:rPr>
              <a:t>cơ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bản</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a:t>
            </a: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Q5□B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Base </a:t>
            </a:r>
            <a:r>
              <a:rPr lang="en-US" altLang="ko-KR" sz="1200" dirty="0" err="1" smtClean="0">
                <a:latin typeface="Times New Roman" panose="02020603050405020304" pitchFamily="18" charset="0"/>
                <a:cs typeface="Times New Roman" panose="02020603050405020304" pitchFamily="18" charset="0"/>
              </a:rPr>
              <a:t>mở</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rộng</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DC5V </a:t>
            </a:r>
            <a:r>
              <a:rPr lang="en-US" altLang="ko-KR" sz="1200" dirty="0" err="1" smtClean="0">
                <a:latin typeface="Times New Roman" panose="02020603050405020304" pitchFamily="18" charset="0"/>
                <a:cs typeface="Times New Roman" panose="02020603050405020304" pitchFamily="18" charset="0"/>
              </a:rPr>
              <a:t>cyar</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Base </a:t>
            </a:r>
            <a:r>
              <a:rPr lang="en-US" altLang="ko-KR" sz="1200" dirty="0" err="1" smtClean="0">
                <a:latin typeface="Times New Roman" panose="02020603050405020304" pitchFamily="18" charset="0"/>
                <a:cs typeface="Times New Roman" panose="02020603050405020304" pitchFamily="18" charset="0"/>
              </a:rPr>
              <a:t>cơ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DC4.90V. Theo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áp</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dây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mở</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rộng</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dưới</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0.15V (4.9V-4.75V=0.15V)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Q5□B.</a:t>
            </a:r>
            <a:endParaRPr lang="en-US" altLang="ko-KR" sz="1200" dirty="0">
              <a:latin typeface="Times New Roman" panose="02020603050405020304" pitchFamily="18" charset="0"/>
              <a:cs typeface="Times New Roman" panose="02020603050405020304" pitchFamily="18" charset="0"/>
            </a:endParaRPr>
          </a:p>
        </p:txBody>
      </p:sp>
      <p:sp>
        <p:nvSpPr>
          <p:cNvPr id="167941"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67942"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graphicFrame>
        <p:nvGraphicFramePr>
          <p:cNvPr id="2" name="표 1"/>
          <p:cNvGraphicFramePr>
            <a:graphicFrameLocks noGrp="1"/>
          </p:cNvGraphicFramePr>
          <p:nvPr>
            <p:extLst>
              <p:ext uri="{D42A27DB-BD31-4B8C-83A1-F6EECF244321}">
                <p14:modId xmlns:p14="http://schemas.microsoft.com/office/powerpoint/2010/main" val="3899173454"/>
              </p:ext>
            </p:extLst>
          </p:nvPr>
        </p:nvGraphicFramePr>
        <p:xfrm>
          <a:off x="5133020" y="2960948"/>
          <a:ext cx="2972434" cy="1859280"/>
        </p:xfrm>
        <a:graphic>
          <a:graphicData uri="http://schemas.openxmlformats.org/drawingml/2006/table">
            <a:tbl>
              <a:tblPr firstRow="1" bandRow="1">
                <a:tableStyleId>{5C22544A-7EE6-4342-B048-85BDC9FD1C3A}</a:tableStyleId>
              </a:tblPr>
              <a:tblGrid>
                <a:gridCol w="1200467"/>
                <a:gridCol w="1771967"/>
              </a:tblGrid>
              <a:tr h="370840">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Tên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loại</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Giá</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trị</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chất</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dẫn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(Ω)</a:t>
                      </a:r>
                      <a:endPar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QC05B</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0.044</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QC06B</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0.051</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2259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QC12B</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0.082</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30778">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QC30B</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0.172</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QC50B</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0.273</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QC100B</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0.530</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bl>
          </a:graphicData>
        </a:graphic>
      </p:graphicFrame>
      <p:graphicFrame>
        <p:nvGraphicFramePr>
          <p:cNvPr id="8" name="표 7"/>
          <p:cNvGraphicFramePr>
            <a:graphicFrameLocks noGrp="1"/>
          </p:cNvGraphicFramePr>
          <p:nvPr>
            <p:extLst>
              <p:ext uri="{D42A27DB-BD31-4B8C-83A1-F6EECF244321}">
                <p14:modId xmlns:p14="http://schemas.microsoft.com/office/powerpoint/2010/main" val="1107665125"/>
              </p:ext>
            </p:extLst>
          </p:nvPr>
        </p:nvGraphicFramePr>
        <p:xfrm>
          <a:off x="1150938" y="4905164"/>
          <a:ext cx="7726498" cy="1463040"/>
        </p:xfrm>
        <a:graphic>
          <a:graphicData uri="http://schemas.openxmlformats.org/drawingml/2006/table">
            <a:tbl>
              <a:tblPr firstRow="1" bandRow="1">
                <a:tableStyleId>{5C22544A-7EE6-4342-B048-85BDC9FD1C3A}</a:tableStyleId>
              </a:tblPr>
              <a:tblGrid>
                <a:gridCol w="685690"/>
                <a:gridCol w="7040808"/>
              </a:tblGrid>
              <a:tr h="0">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Ký</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hiệu</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Nội</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dung</a:t>
                      </a:r>
                      <a:endPar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22064">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V1</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Sự</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giảm</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của</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giữa</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cơ</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bản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và</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30252">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Vn</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Sự</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giảm</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do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giữa</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thứ</a:t>
                      </a:r>
                      <a:r>
                        <a:rPr lang="ko-KR" altLang="en-US"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n~1 </a:t>
                      </a:r>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và</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n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R1</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giữa</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cơ</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bản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và</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Rn</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giữa</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n~1 </a:t>
                      </a:r>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và</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n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18812">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I1~I7</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Dòng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tiêu</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thụ</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DC5V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từ</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1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đến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7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bl>
          </a:graphicData>
        </a:graphic>
      </p:graphicFrame>
      <p:sp>
        <p:nvSpPr>
          <p:cNvPr id="3" name="직사각형 2"/>
          <p:cNvSpPr/>
          <p:nvPr/>
        </p:nvSpPr>
        <p:spPr bwMode="auto">
          <a:xfrm>
            <a:off x="2144880" y="2750965"/>
            <a:ext cx="1728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4" name="직사각형 13"/>
          <p:cNvSpPr/>
          <p:nvPr/>
        </p:nvSpPr>
        <p:spPr bwMode="auto">
          <a:xfrm>
            <a:off x="2233842" y="2744924"/>
            <a:ext cx="72000" cy="455503"/>
          </a:xfrm>
          <a:prstGeom prst="rect">
            <a:avLst/>
          </a:prstGeom>
          <a:solidFill>
            <a:schemeClr val="bg1">
              <a:lumMod val="75000"/>
            </a:schemeClr>
          </a:solid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6" name="직사각형 5"/>
          <p:cNvSpPr/>
          <p:nvPr/>
        </p:nvSpPr>
        <p:spPr>
          <a:xfrm>
            <a:off x="2288704" y="2844670"/>
            <a:ext cx="643125" cy="387798"/>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Mô</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đun</a:t>
            </a:r>
            <a:endParaRPr lang="en-US" altLang="ko-KR" sz="800" dirty="0">
              <a:latin typeface="Times New Roman" panose="02020603050405020304" pitchFamily="18" charset="0"/>
              <a:ea typeface="돋움" panose="020B0600000101010101" pitchFamily="50" charset="-127"/>
              <a:cs typeface="Times New Roman" panose="02020603050405020304" pitchFamily="18" charset="0"/>
            </a:endParaRPr>
          </a:p>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nguồn</a:t>
            </a:r>
            <a:endPar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7" name="직사각형 16"/>
          <p:cNvSpPr/>
          <p:nvPr/>
        </p:nvSpPr>
        <p:spPr bwMode="auto">
          <a:xfrm>
            <a:off x="2144880" y="3294686"/>
            <a:ext cx="1728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9" name="직사각형 18"/>
          <p:cNvSpPr/>
          <p:nvPr/>
        </p:nvSpPr>
        <p:spPr bwMode="auto">
          <a:xfrm>
            <a:off x="2233842" y="3288645"/>
            <a:ext cx="72000" cy="455503"/>
          </a:xfrm>
          <a:prstGeom prst="rect">
            <a:avLst/>
          </a:prstGeom>
          <a:solidFill>
            <a:schemeClr val="bg1">
              <a:lumMod val="85000"/>
            </a:schemeClr>
          </a:solid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1" name="직사각형 20"/>
          <p:cNvSpPr/>
          <p:nvPr/>
        </p:nvSpPr>
        <p:spPr bwMode="auto">
          <a:xfrm>
            <a:off x="2396908" y="3288645"/>
            <a:ext cx="72000" cy="455503"/>
          </a:xfrm>
          <a:prstGeom prst="rect">
            <a:avLst/>
          </a:prstGeom>
          <a:solidFill>
            <a:schemeClr val="bg1">
              <a:lumMod val="85000"/>
            </a:schemeClr>
          </a:solid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2" name="직사각형 21"/>
          <p:cNvSpPr/>
          <p:nvPr/>
        </p:nvSpPr>
        <p:spPr bwMode="auto">
          <a:xfrm>
            <a:off x="2144880" y="3849305"/>
            <a:ext cx="1728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3" name="직사각형 22"/>
          <p:cNvSpPr/>
          <p:nvPr/>
        </p:nvSpPr>
        <p:spPr bwMode="auto">
          <a:xfrm>
            <a:off x="2233842" y="3846439"/>
            <a:ext cx="72000" cy="455503"/>
          </a:xfrm>
          <a:prstGeom prst="rect">
            <a:avLst/>
          </a:prstGeom>
          <a:solidFill>
            <a:schemeClr val="bg1">
              <a:lumMod val="85000"/>
            </a:schemeClr>
          </a:solid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4" name="직사각형 23"/>
          <p:cNvSpPr/>
          <p:nvPr/>
        </p:nvSpPr>
        <p:spPr bwMode="auto">
          <a:xfrm>
            <a:off x="2396908" y="3846439"/>
            <a:ext cx="72000" cy="455503"/>
          </a:xfrm>
          <a:prstGeom prst="rect">
            <a:avLst/>
          </a:prstGeom>
          <a:solidFill>
            <a:schemeClr val="bg1">
              <a:lumMod val="85000"/>
            </a:schemeClr>
          </a:solid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5" name="직사각형 24"/>
          <p:cNvSpPr/>
          <p:nvPr/>
        </p:nvSpPr>
        <p:spPr bwMode="auto">
          <a:xfrm>
            <a:off x="2144880" y="4389365"/>
            <a:ext cx="1728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6" name="직사각형 25"/>
          <p:cNvSpPr/>
          <p:nvPr/>
        </p:nvSpPr>
        <p:spPr bwMode="auto">
          <a:xfrm>
            <a:off x="2233842" y="4386499"/>
            <a:ext cx="72000" cy="455503"/>
          </a:xfrm>
          <a:prstGeom prst="rect">
            <a:avLst/>
          </a:prstGeom>
          <a:solidFill>
            <a:schemeClr val="bg1">
              <a:lumMod val="85000"/>
            </a:schemeClr>
          </a:solid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7" name="직사각형 26"/>
          <p:cNvSpPr/>
          <p:nvPr/>
        </p:nvSpPr>
        <p:spPr bwMode="auto">
          <a:xfrm>
            <a:off x="2396908" y="4386499"/>
            <a:ext cx="72000" cy="455503"/>
          </a:xfrm>
          <a:prstGeom prst="rect">
            <a:avLst/>
          </a:prstGeom>
          <a:solidFill>
            <a:schemeClr val="bg1">
              <a:lumMod val="85000"/>
            </a:schemeClr>
          </a:solid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cxnSp>
        <p:nvCxnSpPr>
          <p:cNvPr id="9" name="꺾인 연결선 8"/>
          <p:cNvCxnSpPr>
            <a:stCxn id="14" idx="1"/>
            <a:endCxn id="19" idx="1"/>
          </p:cNvCxnSpPr>
          <p:nvPr/>
        </p:nvCxnSpPr>
        <p:spPr bwMode="auto">
          <a:xfrm rot="10800000" flipV="1">
            <a:off x="2233842" y="2972675"/>
            <a:ext cx="12700" cy="543721"/>
          </a:xfrm>
          <a:prstGeom prst="bentConnector3">
            <a:avLst>
              <a:gd name="adj1" fmla="val 1800000"/>
            </a:avLst>
          </a:prstGeom>
          <a:noFill/>
          <a:ln w="9525" cap="flat" cmpd="sng" algn="ctr">
            <a:solidFill>
              <a:schemeClr val="tx1">
                <a:lumMod val="50000"/>
                <a:lumOff val="50000"/>
              </a:schemeClr>
            </a:solidFill>
            <a:prstDash val="solid"/>
            <a:round/>
            <a:headEnd type="none" w="med" len="med"/>
            <a:tailEnd type="none" w="med" len="med"/>
          </a:ln>
          <a:effectLst/>
        </p:spPr>
      </p:cxnSp>
      <p:cxnSp>
        <p:nvCxnSpPr>
          <p:cNvPr id="33" name="꺾인 연결선 32"/>
          <p:cNvCxnSpPr>
            <a:stCxn id="21" idx="2"/>
            <a:endCxn id="23" idx="1"/>
          </p:cNvCxnSpPr>
          <p:nvPr/>
        </p:nvCxnSpPr>
        <p:spPr bwMode="auto">
          <a:xfrm rot="5400000">
            <a:off x="2168354" y="3809636"/>
            <a:ext cx="330043" cy="199066"/>
          </a:xfrm>
          <a:prstGeom prst="bentConnector4">
            <a:avLst>
              <a:gd name="adj1" fmla="val 15496"/>
              <a:gd name="adj2" fmla="val 214836"/>
            </a:avLst>
          </a:prstGeom>
          <a:noFill/>
          <a:ln w="9525" cap="flat" cmpd="sng" algn="ctr">
            <a:solidFill>
              <a:schemeClr val="tx1">
                <a:lumMod val="50000"/>
                <a:lumOff val="50000"/>
              </a:schemeClr>
            </a:solidFill>
            <a:prstDash val="solid"/>
            <a:round/>
            <a:headEnd type="none" w="med" len="med"/>
            <a:tailEnd type="none" w="med" len="med"/>
          </a:ln>
          <a:effectLst/>
        </p:spPr>
      </p:cxnSp>
      <p:cxnSp>
        <p:nvCxnSpPr>
          <p:cNvPr id="36" name="꺾인 연결선 35"/>
          <p:cNvCxnSpPr>
            <a:stCxn id="26" idx="1"/>
            <a:endCxn id="24" idx="2"/>
          </p:cNvCxnSpPr>
          <p:nvPr/>
        </p:nvCxnSpPr>
        <p:spPr bwMode="auto">
          <a:xfrm rot="10800000" flipH="1">
            <a:off x="2233842" y="4301943"/>
            <a:ext cx="199066" cy="312309"/>
          </a:xfrm>
          <a:prstGeom prst="bentConnector4">
            <a:avLst>
              <a:gd name="adj1" fmla="val -114836"/>
              <a:gd name="adj2" fmla="val 86462"/>
            </a:avLst>
          </a:prstGeom>
          <a:noFill/>
          <a:ln w="9525" cap="flat" cmpd="sng" algn="ctr">
            <a:solidFill>
              <a:schemeClr val="tx1">
                <a:lumMod val="50000"/>
                <a:lumOff val="50000"/>
              </a:schemeClr>
            </a:solidFill>
            <a:prstDash val="dash"/>
            <a:round/>
            <a:headEnd type="none" w="med" len="med"/>
            <a:tailEnd type="none" w="med" len="med"/>
          </a:ln>
          <a:effectLst/>
        </p:spPr>
      </p:cxnSp>
      <p:sp>
        <p:nvSpPr>
          <p:cNvPr id="39" name="직사각형 38"/>
          <p:cNvSpPr/>
          <p:nvPr/>
        </p:nvSpPr>
        <p:spPr>
          <a:xfrm>
            <a:off x="2454154" y="3416179"/>
            <a:ext cx="397866" cy="240066"/>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I1 </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40" name="직사각형 39"/>
          <p:cNvSpPr/>
          <p:nvPr/>
        </p:nvSpPr>
        <p:spPr>
          <a:xfrm>
            <a:off x="2454154" y="3972845"/>
            <a:ext cx="407484" cy="240066"/>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I2 </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41" name="직사각형 40"/>
          <p:cNvSpPr/>
          <p:nvPr/>
        </p:nvSpPr>
        <p:spPr>
          <a:xfrm>
            <a:off x="2454154" y="4497083"/>
            <a:ext cx="407484" cy="240066"/>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I7 </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42" name="직사각형 41"/>
          <p:cNvSpPr/>
          <p:nvPr/>
        </p:nvSpPr>
        <p:spPr>
          <a:xfrm>
            <a:off x="2540732" y="2781221"/>
            <a:ext cx="1382110"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Mô</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đun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cơ</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bản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(Q3</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43" name="직사각형 42"/>
          <p:cNvSpPr/>
          <p:nvPr/>
        </p:nvSpPr>
        <p:spPr>
          <a:xfrm>
            <a:off x="2540732" y="3284984"/>
            <a:ext cx="1439818"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Mô</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đun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(Q5</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44" name="직사각형 43"/>
          <p:cNvSpPr/>
          <p:nvPr/>
        </p:nvSpPr>
        <p:spPr>
          <a:xfrm>
            <a:off x="2540732" y="3841008"/>
            <a:ext cx="1439818"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Mô</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đun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(Q5</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45" name="직사각형 44"/>
          <p:cNvSpPr/>
          <p:nvPr/>
        </p:nvSpPr>
        <p:spPr>
          <a:xfrm>
            <a:off x="2540732" y="4377066"/>
            <a:ext cx="1465466"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Mô</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đun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(Q5</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cxnSp>
        <p:nvCxnSpPr>
          <p:cNvPr id="34" name="직선 연결선 33"/>
          <p:cNvCxnSpPr/>
          <p:nvPr/>
        </p:nvCxnSpPr>
        <p:spPr bwMode="auto">
          <a:xfrm>
            <a:off x="1356607" y="3032956"/>
            <a:ext cx="569736" cy="0"/>
          </a:xfrm>
          <a:prstGeom prst="line">
            <a:avLst/>
          </a:prstGeom>
          <a:noFill/>
          <a:ln w="9525" cap="flat" cmpd="sng" algn="ctr">
            <a:solidFill>
              <a:schemeClr val="tx1">
                <a:lumMod val="50000"/>
                <a:lumOff val="50000"/>
              </a:schemeClr>
            </a:solidFill>
            <a:prstDash val="dash"/>
            <a:round/>
            <a:headEnd type="none" w="med" len="med"/>
            <a:tailEnd type="none" w="med" len="med"/>
          </a:ln>
          <a:effectLst/>
        </p:spPr>
      </p:cxnSp>
      <p:cxnSp>
        <p:nvCxnSpPr>
          <p:cNvPr id="49" name="직선 연결선 48"/>
          <p:cNvCxnSpPr/>
          <p:nvPr/>
        </p:nvCxnSpPr>
        <p:spPr bwMode="auto">
          <a:xfrm>
            <a:off x="1356607" y="3474969"/>
            <a:ext cx="569736" cy="0"/>
          </a:xfrm>
          <a:prstGeom prst="line">
            <a:avLst/>
          </a:prstGeom>
          <a:noFill/>
          <a:ln w="9525" cap="flat" cmpd="sng" algn="ctr">
            <a:solidFill>
              <a:schemeClr val="tx1">
                <a:lumMod val="50000"/>
                <a:lumOff val="50000"/>
              </a:schemeClr>
            </a:solidFill>
            <a:prstDash val="dash"/>
            <a:round/>
            <a:headEnd type="none" w="med" len="med"/>
            <a:tailEnd type="none" w="med" len="med"/>
          </a:ln>
          <a:effectLst/>
        </p:spPr>
      </p:cxnSp>
      <p:cxnSp>
        <p:nvCxnSpPr>
          <p:cNvPr id="50" name="직선 연결선 49"/>
          <p:cNvCxnSpPr/>
          <p:nvPr/>
        </p:nvCxnSpPr>
        <p:spPr bwMode="auto">
          <a:xfrm>
            <a:off x="1356607" y="3609020"/>
            <a:ext cx="569736" cy="0"/>
          </a:xfrm>
          <a:prstGeom prst="line">
            <a:avLst/>
          </a:prstGeom>
          <a:noFill/>
          <a:ln w="9525" cap="flat" cmpd="sng" algn="ctr">
            <a:solidFill>
              <a:schemeClr val="tx1">
                <a:lumMod val="50000"/>
                <a:lumOff val="50000"/>
              </a:schemeClr>
            </a:solidFill>
            <a:prstDash val="dash"/>
            <a:round/>
            <a:headEnd type="none" w="med" len="med"/>
            <a:tailEnd type="none" w="med" len="med"/>
          </a:ln>
          <a:effectLst/>
        </p:spPr>
      </p:cxnSp>
      <p:cxnSp>
        <p:nvCxnSpPr>
          <p:cNvPr id="51" name="직선 연결선 50"/>
          <p:cNvCxnSpPr/>
          <p:nvPr/>
        </p:nvCxnSpPr>
        <p:spPr bwMode="auto">
          <a:xfrm>
            <a:off x="1356607" y="3964903"/>
            <a:ext cx="569736" cy="0"/>
          </a:xfrm>
          <a:prstGeom prst="line">
            <a:avLst/>
          </a:prstGeom>
          <a:noFill/>
          <a:ln w="9525" cap="flat" cmpd="sng" algn="ctr">
            <a:solidFill>
              <a:schemeClr val="tx1">
                <a:lumMod val="50000"/>
                <a:lumOff val="50000"/>
              </a:schemeClr>
            </a:solidFill>
            <a:prstDash val="dash"/>
            <a:round/>
            <a:headEnd type="none" w="med" len="med"/>
            <a:tailEnd type="none" w="med" len="med"/>
          </a:ln>
          <a:effectLst/>
        </p:spPr>
      </p:cxnSp>
      <p:cxnSp>
        <p:nvCxnSpPr>
          <p:cNvPr id="52" name="직선 연결선 51"/>
          <p:cNvCxnSpPr/>
          <p:nvPr/>
        </p:nvCxnSpPr>
        <p:spPr bwMode="auto">
          <a:xfrm>
            <a:off x="1356607" y="4185084"/>
            <a:ext cx="569736" cy="0"/>
          </a:xfrm>
          <a:prstGeom prst="line">
            <a:avLst/>
          </a:prstGeom>
          <a:noFill/>
          <a:ln w="9525" cap="flat" cmpd="sng" algn="ctr">
            <a:solidFill>
              <a:schemeClr val="tx1">
                <a:lumMod val="50000"/>
                <a:lumOff val="50000"/>
              </a:schemeClr>
            </a:solidFill>
            <a:prstDash val="dash"/>
            <a:round/>
            <a:headEnd type="none" w="med" len="med"/>
            <a:tailEnd type="none" w="med" len="med"/>
          </a:ln>
          <a:effectLst/>
        </p:spPr>
      </p:cxnSp>
      <p:cxnSp>
        <p:nvCxnSpPr>
          <p:cNvPr id="53" name="직선 연결선 52"/>
          <p:cNvCxnSpPr/>
          <p:nvPr/>
        </p:nvCxnSpPr>
        <p:spPr bwMode="auto">
          <a:xfrm>
            <a:off x="1356607" y="4473100"/>
            <a:ext cx="569736" cy="0"/>
          </a:xfrm>
          <a:prstGeom prst="line">
            <a:avLst/>
          </a:prstGeom>
          <a:noFill/>
          <a:ln w="9525" cap="flat" cmpd="sng" algn="ctr">
            <a:solidFill>
              <a:schemeClr val="tx1">
                <a:lumMod val="50000"/>
                <a:lumOff val="50000"/>
              </a:schemeClr>
            </a:solidFill>
            <a:prstDash val="dash"/>
            <a:round/>
            <a:headEnd type="none" w="med" len="med"/>
            <a:tailEnd type="none" w="med" len="med"/>
          </a:ln>
          <a:effectLst/>
        </p:spPr>
      </p:cxnSp>
      <p:cxnSp>
        <p:nvCxnSpPr>
          <p:cNvPr id="38" name="직선 화살표 연결선 37"/>
          <p:cNvCxnSpPr/>
          <p:nvPr/>
        </p:nvCxnSpPr>
        <p:spPr bwMode="auto">
          <a:xfrm>
            <a:off x="1641475" y="3046583"/>
            <a:ext cx="0" cy="428386"/>
          </a:xfrm>
          <a:prstGeom prst="straightConnector1">
            <a:avLst/>
          </a:prstGeom>
          <a:noFill/>
          <a:ln w="9525" cap="flat" cmpd="sng" algn="ctr">
            <a:solidFill>
              <a:schemeClr val="tx1">
                <a:lumMod val="50000"/>
                <a:lumOff val="50000"/>
              </a:schemeClr>
            </a:solidFill>
            <a:prstDash val="solid"/>
            <a:round/>
            <a:headEnd type="arrow" w="med" len="med"/>
            <a:tailEnd type="arrow" w="med" len="med"/>
          </a:ln>
          <a:effectLst/>
        </p:spPr>
      </p:cxnSp>
      <p:sp>
        <p:nvSpPr>
          <p:cNvPr id="56" name="직사각형 55"/>
          <p:cNvSpPr/>
          <p:nvPr/>
        </p:nvSpPr>
        <p:spPr>
          <a:xfrm>
            <a:off x="1370142" y="3118175"/>
            <a:ext cx="309700" cy="240066"/>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V1</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cxnSp>
        <p:nvCxnSpPr>
          <p:cNvPr id="57" name="직선 화살표 연결선 56"/>
          <p:cNvCxnSpPr/>
          <p:nvPr/>
        </p:nvCxnSpPr>
        <p:spPr bwMode="auto">
          <a:xfrm>
            <a:off x="1641475" y="3632658"/>
            <a:ext cx="0" cy="332245"/>
          </a:xfrm>
          <a:prstGeom prst="straightConnector1">
            <a:avLst/>
          </a:prstGeom>
          <a:noFill/>
          <a:ln w="9525" cap="flat" cmpd="sng" algn="ctr">
            <a:solidFill>
              <a:schemeClr val="tx1">
                <a:lumMod val="50000"/>
                <a:lumOff val="50000"/>
              </a:schemeClr>
            </a:solidFill>
            <a:prstDash val="solid"/>
            <a:round/>
            <a:headEnd type="arrow" w="med" len="med"/>
            <a:tailEnd type="arrow" w="med" len="med"/>
          </a:ln>
          <a:effectLst/>
        </p:spPr>
      </p:cxnSp>
      <p:sp>
        <p:nvSpPr>
          <p:cNvPr id="58" name="직사각형 57"/>
          <p:cNvSpPr/>
          <p:nvPr/>
        </p:nvSpPr>
        <p:spPr>
          <a:xfrm>
            <a:off x="1370142" y="3694397"/>
            <a:ext cx="309700" cy="240066"/>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V2</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cxnSp>
        <p:nvCxnSpPr>
          <p:cNvPr id="60" name="직선 화살표 연결선 59"/>
          <p:cNvCxnSpPr/>
          <p:nvPr/>
        </p:nvCxnSpPr>
        <p:spPr bwMode="auto">
          <a:xfrm>
            <a:off x="1641475" y="4199384"/>
            <a:ext cx="0" cy="256206"/>
          </a:xfrm>
          <a:prstGeom prst="straightConnector1">
            <a:avLst/>
          </a:prstGeom>
          <a:noFill/>
          <a:ln w="9525" cap="flat" cmpd="sng" algn="ctr">
            <a:solidFill>
              <a:schemeClr val="tx1">
                <a:lumMod val="50000"/>
                <a:lumOff val="50000"/>
              </a:schemeClr>
            </a:solidFill>
            <a:prstDash val="solid"/>
            <a:round/>
            <a:headEnd type="arrow" w="med" len="med"/>
            <a:tailEnd type="arrow" w="med" len="med"/>
          </a:ln>
          <a:effectLst/>
        </p:spPr>
      </p:cxnSp>
      <p:sp>
        <p:nvSpPr>
          <p:cNvPr id="61" name="직사각형 60"/>
          <p:cNvSpPr/>
          <p:nvPr/>
        </p:nvSpPr>
        <p:spPr>
          <a:xfrm>
            <a:off x="1370142" y="4207944"/>
            <a:ext cx="309700" cy="240066"/>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V7</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63" name="직사각형 62"/>
          <p:cNvSpPr/>
          <p:nvPr/>
        </p:nvSpPr>
        <p:spPr>
          <a:xfrm>
            <a:off x="1784648" y="3118175"/>
            <a:ext cx="304892" cy="240066"/>
          </a:xfrm>
          <a:prstGeom prst="rect">
            <a:avLst/>
          </a:prstGeom>
        </p:spPr>
        <p:txBody>
          <a:bodyPr wrap="none">
            <a:spAutoFit/>
          </a:bodyPr>
          <a:lstStyle/>
          <a:p>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R</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1</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64" name="직사각형 63"/>
          <p:cNvSpPr/>
          <p:nvPr/>
        </p:nvSpPr>
        <p:spPr>
          <a:xfrm>
            <a:off x="1712640" y="3692045"/>
            <a:ext cx="304892" cy="240066"/>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R2</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65" name="직사각형 64"/>
          <p:cNvSpPr/>
          <p:nvPr/>
        </p:nvSpPr>
        <p:spPr>
          <a:xfrm>
            <a:off x="1712640" y="4185084"/>
            <a:ext cx="304892" cy="240066"/>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R7</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68" name="직사각형 67"/>
          <p:cNvSpPr/>
          <p:nvPr/>
        </p:nvSpPr>
        <p:spPr>
          <a:xfrm>
            <a:off x="3900272" y="3392996"/>
            <a:ext cx="1090363"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nhất</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69" name="직사각형 68"/>
          <p:cNvSpPr/>
          <p:nvPr/>
        </p:nvSpPr>
        <p:spPr>
          <a:xfrm>
            <a:off x="3900272" y="3925788"/>
            <a:ext cx="965329"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2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70" name="직사각형 69"/>
          <p:cNvSpPr/>
          <p:nvPr/>
        </p:nvSpPr>
        <p:spPr>
          <a:xfrm>
            <a:off x="3900272" y="4494579"/>
            <a:ext cx="965329"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7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Tree>
    <p:extLst>
      <p:ext uri="{BB962C8B-B14F-4D97-AF65-F5344CB8AC3E}">
        <p14:creationId xmlns:p14="http://schemas.microsoft.com/office/powerpoint/2010/main" val="999660415"/>
      </p:ext>
    </p:extLst>
  </p:cSld>
  <p:clrMapOvr>
    <a:masterClrMapping/>
  </p:clrMapOvr>
  <p:transition/>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3" name="Text Box 8"/>
          <p:cNvSpPr txBox="1">
            <a:spLocks noChangeArrowheads="1"/>
          </p:cNvSpPr>
          <p:nvPr/>
        </p:nvSpPr>
        <p:spPr bwMode="auto">
          <a:xfrm>
            <a:off x="7684561"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6896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graphicFrame>
        <p:nvGraphicFramePr>
          <p:cNvPr id="2" name="표 1"/>
          <p:cNvGraphicFramePr>
            <a:graphicFrameLocks noGrp="1"/>
          </p:cNvGraphicFramePr>
          <p:nvPr>
            <p:extLst>
              <p:ext uri="{D42A27DB-BD31-4B8C-83A1-F6EECF244321}">
                <p14:modId xmlns:p14="http://schemas.microsoft.com/office/powerpoint/2010/main" val="1918127164"/>
              </p:ext>
            </p:extLst>
          </p:nvPr>
        </p:nvGraphicFramePr>
        <p:xfrm>
          <a:off x="1064568" y="1258656"/>
          <a:ext cx="8159681" cy="3820160"/>
        </p:xfrm>
        <a:graphic>
          <a:graphicData uri="http://schemas.openxmlformats.org/drawingml/2006/table">
            <a:tbl>
              <a:tblPr firstRow="1" bandRow="1">
                <a:tableStyleId>{5C22544A-7EE6-4342-B048-85BDC9FD1C3A}</a:tableStyleId>
              </a:tblPr>
              <a:tblGrid>
                <a:gridCol w="894080"/>
                <a:gridCol w="733778"/>
                <a:gridCol w="733778"/>
                <a:gridCol w="733778"/>
                <a:gridCol w="733778"/>
                <a:gridCol w="733778"/>
                <a:gridCol w="733778"/>
                <a:gridCol w="733778"/>
                <a:gridCol w="2129155"/>
              </a:tblGrid>
              <a:tr h="370840">
                <a:tc rowSpan="2">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Vị</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trí</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trang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bị</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của</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Q5</a:t>
                      </a:r>
                      <a:r>
                        <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gridSpan="7">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Sự</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giảm</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của</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ở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mỗi</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sz="120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sz="120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sz="120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sz="120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sz="120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sz="120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rowSpan="2">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Tổng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hợp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sự</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giảm</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đến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“IN Connector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của</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Q5</a:t>
                      </a:r>
                      <a:r>
                        <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a:t>
                      </a:r>
                      <a:r>
                        <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370840">
                <a:tc vMerge="1">
                  <a:txBody>
                    <a:bodyPr/>
                    <a:lstStyle/>
                    <a:p>
                      <a:pPr latinLnBrk="1"/>
                      <a:endParaRPr lang="ko-KR" altLang="en-US" sz="120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V1</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V2</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V3</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V4</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V5</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V6</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V7</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vMerge="1">
                  <a:txBody>
                    <a:bodyPr/>
                    <a:lstStyle/>
                    <a:p>
                      <a:pPr latinLnBrk="1"/>
                      <a:endParaRPr lang="ko-KR" altLang="en-US" sz="120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370840">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1 </a:t>
                      </a:r>
                    </a:p>
                    <a:p>
                      <a:pPr algn="ctr" latinLnBrk="1"/>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R1.I1</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V=V1</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370840">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2 </a:t>
                      </a:r>
                    </a:p>
                    <a:p>
                      <a:pPr algn="ctr" latinLnBrk="1"/>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R1(I1+I2)</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R2.I2</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V=V1+V2</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370840">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3 </a:t>
                      </a:r>
                    </a:p>
                    <a:p>
                      <a:pPr algn="ctr" latinLnBrk="1"/>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R1(I1+I2+I3)</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R2(I2+I3)</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R3.I3</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V=V1+V2+V3</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370840">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4 </a:t>
                      </a:r>
                    </a:p>
                    <a:p>
                      <a:pPr algn="ctr" latinLnBrk="1"/>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R1(I1+I2+I3+I4)</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R2(I2+I3+I4)</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R3(I3+I4)</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R4.I4</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V=V1+V2+V3+V4</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370840">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5</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p>
                    <a:p>
                      <a:pPr algn="ctr" latinLnBrk="1"/>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R1(I1+I2+I3+I4+I5)</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R2(I2+I3+I4+I5)</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R3(I3+I4+I5)</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R4(I4+I5)</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R5.I5</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V=V1+V2+V3+V4+V5</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370840">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6 </a:t>
                      </a:r>
                    </a:p>
                    <a:p>
                      <a:pPr algn="ctr" latinLnBrk="1"/>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R1(I1+I2+I3+I4+I5+I6)</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R2(I2+I3+I4+I5+I6)</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R3(I3+I4+I5+I6)</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R4(I4+I5+I6)</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R5(I5+I6)</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R6.I6</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V=V1+V2+V3+V4+V5+V6</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370840">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7 </a:t>
                      </a:r>
                    </a:p>
                    <a:p>
                      <a:pPr algn="ctr" latinLnBrk="1"/>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R1(I1+I2+I3+I4+I5+I6+I7)</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R2(I2+I3+I4+I5+I6+I7)</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R3(I3+I4+I5+I6+I7)</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R4(I4+I5+I6+I7)</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R5(I5+I6+I7)</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R6(I6+I7)</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R7.I7</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V=V1+V2+V3+V4+V5+V6+V7</a:t>
                      </a:r>
                      <a:endParaRPr lang="ko-KR" altLang="en-US"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bl>
          </a:graphicData>
        </a:graphic>
      </p:graphicFrame>
      <p:sp>
        <p:nvSpPr>
          <p:cNvPr id="6" name="직사각형 5"/>
          <p:cNvSpPr/>
          <p:nvPr/>
        </p:nvSpPr>
        <p:spPr>
          <a:xfrm>
            <a:off x="1626504" y="944724"/>
            <a:ext cx="6926896" cy="313932"/>
          </a:xfrm>
          <a:prstGeom prst="rect">
            <a:avLst/>
          </a:prstGeom>
        </p:spPr>
        <p:txBody>
          <a:bodyPr wrap="none">
            <a:spAutoFit/>
          </a:bodyPr>
          <a:lstStyle/>
          <a:p>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Bảng</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tóm</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tắt</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phát</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sinh</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sự</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giảm</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áp</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do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cáp</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khi</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cấu</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thành</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hệ</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thống</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từ</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tầng</a:t>
            </a:r>
            <a:r>
              <a:rPr lang="ko-KR" altLang="en-US"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1~7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err="1" smtClean="0">
                <a:latin typeface="Times New Roman" panose="02020603050405020304" pitchFamily="18" charset="0"/>
                <a:ea typeface="돋움" panose="020B0600000101010101" pitchFamily="50" charset="-127"/>
                <a:cs typeface="Times New Roman" panose="02020603050405020304" pitchFamily="18" charset="0"/>
              </a:rPr>
              <a:t>rộng</a:t>
            </a:r>
            <a:r>
              <a:rPr lang="ko-KR" altLang="en-US" sz="12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200" dirty="0" smtClean="0">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200" dirty="0">
              <a:latin typeface="Times New Roman" panose="02020603050405020304" pitchFamily="18" charset="0"/>
              <a:ea typeface="돋움" panose="020B0600000101010101" pitchFamily="50" charset="-127"/>
              <a:cs typeface="Times New Roman" panose="02020603050405020304" pitchFamily="18" charset="0"/>
            </a:endParaRPr>
          </a:p>
        </p:txBody>
      </p:sp>
    </p:spTree>
    <p:extLst>
      <p:ext uri="{BB962C8B-B14F-4D97-AF65-F5344CB8AC3E}">
        <p14:creationId xmlns:p14="http://schemas.microsoft.com/office/powerpoint/2010/main" val="1090241055"/>
      </p:ext>
    </p:extLst>
  </p:cSld>
  <p:clrMapOvr>
    <a:masterClrMapping/>
  </p:clrMapOvr>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Rectangle 4"/>
          <p:cNvSpPr>
            <a:spLocks noChangeArrowheads="1"/>
          </p:cNvSpPr>
          <p:nvPr/>
        </p:nvSpPr>
        <p:spPr bwMode="auto">
          <a:xfrm>
            <a:off x="-39688" y="633413"/>
            <a:ext cx="8697913"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(b)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a:latin typeface="Times New Roman" panose="02020603050405020304" pitchFamily="18" charset="0"/>
                <a:cs typeface="Times New Roman" panose="02020603050405020304" pitchFamily="18" charset="0"/>
              </a:rPr>
              <a:t> Q6□B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giữa</a:t>
            </a:r>
            <a:r>
              <a:rPr lang="en-US" altLang="ko-KR" sz="1200" dirty="0" smtClean="0">
                <a:latin typeface="Times New Roman" panose="02020603050405020304" pitchFamily="18" charset="0"/>
                <a:cs typeface="Times New Roman" panose="02020603050405020304" pitchFamily="18" charset="0"/>
              </a:rPr>
              <a:t> Q3</a:t>
            </a: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B</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Q5</a:t>
            </a: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B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a:latin typeface="Times New Roman" panose="02020603050405020304" pitchFamily="18" charset="0"/>
                <a:cs typeface="Times New Roman" panose="02020603050405020304" pitchFamily="18" charset="0"/>
              </a:rPr>
              <a:t> Q5□</a:t>
            </a:r>
            <a:r>
              <a:rPr lang="en-US" altLang="ko-KR" sz="1200" dirty="0" smtClean="0">
                <a:latin typeface="Times New Roman" panose="02020603050405020304" pitchFamily="18" charset="0"/>
                <a:cs typeface="Times New Roman" panose="02020603050405020304" pitchFamily="18" charset="0"/>
              </a:rPr>
              <a:t>B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tầng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mở</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rộng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69991" name="Rectangle 9"/>
          <p:cNvSpPr>
            <a:spLocks noChangeArrowheads="1"/>
          </p:cNvSpPr>
          <p:nvPr/>
        </p:nvSpPr>
        <p:spPr bwMode="auto">
          <a:xfrm>
            <a:off x="819150" y="6127750"/>
            <a:ext cx="85042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Đối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với</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những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Mô</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đun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đầu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vào</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đầu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ra</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có</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dòng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điện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tiêu</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thụ</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bên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trong</a:t>
            </a:r>
            <a:r>
              <a:rPr lang="en-US" altLang="ko-KR" sz="1000" dirty="0" smtClean="0">
                <a:latin typeface="Times New Roman" panose="02020603050405020304" pitchFamily="18" charset="0"/>
                <a:cs typeface="Times New Roman" panose="02020603050405020304" pitchFamily="18" charset="0"/>
              </a:rPr>
              <a:t> DC5V </a:t>
            </a:r>
            <a:r>
              <a:rPr lang="en-US" altLang="ko-KR" sz="1000" dirty="0" err="1" smtClean="0">
                <a:latin typeface="Times New Roman" panose="02020603050405020304" pitchFamily="18" charset="0"/>
                <a:cs typeface="Times New Roman" panose="02020603050405020304" pitchFamily="18" charset="0"/>
              </a:rPr>
              <a:t>và</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Mô</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đun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chức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năng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thông</a:t>
            </a:r>
            <a:r>
              <a:rPr lang="en-US" altLang="ko-KR" sz="1000" dirty="0" smtClean="0">
                <a:latin typeface="Times New Roman" panose="02020603050405020304" pitchFamily="18" charset="0"/>
                <a:cs typeface="Times New Roman" panose="02020603050405020304" pitchFamily="18" charset="0"/>
              </a:rPr>
              <a:t> minh</a:t>
            </a:r>
            <a:r>
              <a:rPr lang="ko-KR" altLang="en-US"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thì</a:t>
            </a:r>
            <a:r>
              <a:rPr lang="en-US" altLang="ko-KR" sz="1000" dirty="0" smtClean="0">
                <a:latin typeface="Times New Roman" panose="02020603050405020304" pitchFamily="18" charset="0"/>
                <a:cs typeface="Times New Roman" panose="02020603050405020304" pitchFamily="18" charset="0"/>
              </a:rPr>
              <a:t> </a:t>
            </a:r>
            <a:r>
              <a:rPr lang="ko-KR" altLang="en-US"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hãy</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trang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bị</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Mô</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đun</a:t>
            </a:r>
            <a:r>
              <a:rPr lang="en-US" altLang="ko-KR" sz="1000" dirty="0" smtClean="0">
                <a:latin typeface="Times New Roman" panose="02020603050405020304" pitchFamily="18" charset="0"/>
                <a:cs typeface="Times New Roman" panose="02020603050405020304" pitchFamily="18" charset="0"/>
              </a:rPr>
              <a:t> Base </a:t>
            </a:r>
            <a:r>
              <a:rPr lang="en-US" altLang="ko-KR" sz="1000" dirty="0" err="1" smtClean="0">
                <a:latin typeface="Times New Roman" panose="02020603050405020304" pitchFamily="18" charset="0"/>
                <a:cs typeface="Times New Roman" panose="02020603050405020304" pitchFamily="18" charset="0"/>
              </a:rPr>
              <a:t>cơ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bản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hoặc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Mô</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đun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điện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nguồn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lên</a:t>
            </a:r>
            <a:r>
              <a:rPr lang="en-US" altLang="ko-KR" sz="1000" dirty="0" smtClean="0">
                <a:latin typeface="Times New Roman" panose="02020603050405020304" pitchFamily="18" charset="0"/>
                <a:cs typeface="Times New Roman" panose="02020603050405020304" pitchFamily="18" charset="0"/>
              </a:rPr>
              <a:t> Base </a:t>
            </a:r>
            <a:r>
              <a:rPr lang="en-US" altLang="ko-KR" sz="1000" dirty="0" err="1" smtClean="0">
                <a:latin typeface="Times New Roman" panose="02020603050405020304" pitchFamily="18" charset="0"/>
                <a:cs typeface="Times New Roman" panose="02020603050405020304" pitchFamily="18" charset="0"/>
              </a:rPr>
              <a:t>mở</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rộng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cần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thiết</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để</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sử</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dụng</a:t>
            </a:r>
            <a:r>
              <a:rPr lang="en-US" altLang="ko-KR" sz="1000" dirty="0" smtClean="0">
                <a:latin typeface="Times New Roman" panose="02020603050405020304" pitchFamily="18" charset="0"/>
                <a:cs typeface="Times New Roman" panose="02020603050405020304" pitchFamily="18" charset="0"/>
              </a:rPr>
              <a:t>.</a:t>
            </a:r>
            <a:endParaRPr lang="en-US" altLang="ko-KR" sz="1000" dirty="0">
              <a:latin typeface="Times New Roman" panose="02020603050405020304" pitchFamily="18" charset="0"/>
              <a:cs typeface="Times New Roman" panose="02020603050405020304" pitchFamily="18" charset="0"/>
            </a:endParaRPr>
          </a:p>
        </p:txBody>
      </p:sp>
      <p:sp>
        <p:nvSpPr>
          <p:cNvPr id="169992"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69993"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graphicFrame>
        <p:nvGraphicFramePr>
          <p:cNvPr id="10" name="표 9"/>
          <p:cNvGraphicFramePr>
            <a:graphicFrameLocks noGrp="1"/>
          </p:cNvGraphicFramePr>
          <p:nvPr>
            <p:extLst>
              <p:ext uri="{D42A27DB-BD31-4B8C-83A1-F6EECF244321}">
                <p14:modId xmlns:p14="http://schemas.microsoft.com/office/powerpoint/2010/main" val="874644597"/>
              </p:ext>
            </p:extLst>
          </p:nvPr>
        </p:nvGraphicFramePr>
        <p:xfrm>
          <a:off x="5261656" y="1052736"/>
          <a:ext cx="2972434" cy="1859280"/>
        </p:xfrm>
        <a:graphic>
          <a:graphicData uri="http://schemas.openxmlformats.org/drawingml/2006/table">
            <a:tbl>
              <a:tblPr firstRow="1" bandRow="1">
                <a:tableStyleId>{5C22544A-7EE6-4342-B048-85BDC9FD1C3A}</a:tableStyleId>
              </a:tblPr>
              <a:tblGrid>
                <a:gridCol w="1200467"/>
                <a:gridCol w="1771967"/>
              </a:tblGrid>
              <a:tr h="370840">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Tên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loại</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Giá</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trị</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chất</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dẫn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(Ω)</a:t>
                      </a:r>
                      <a:endPar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QC05B</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0.044</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QC06B</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0.051</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2259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QC12B</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0.082</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30778">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QC30B</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0.172</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QC50B</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0.273</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QC100B</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0.530</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bl>
          </a:graphicData>
        </a:graphic>
      </p:graphicFrame>
      <p:sp>
        <p:nvSpPr>
          <p:cNvPr id="11" name="직사각형 10"/>
          <p:cNvSpPr/>
          <p:nvPr/>
        </p:nvSpPr>
        <p:spPr bwMode="auto">
          <a:xfrm>
            <a:off x="2108684" y="1109937"/>
            <a:ext cx="1728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2" name="직사각형 11"/>
          <p:cNvSpPr/>
          <p:nvPr/>
        </p:nvSpPr>
        <p:spPr bwMode="auto">
          <a:xfrm>
            <a:off x="2360712" y="1109937"/>
            <a:ext cx="360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3" name="직사각형 12"/>
          <p:cNvSpPr/>
          <p:nvPr/>
        </p:nvSpPr>
        <p:spPr bwMode="auto">
          <a:xfrm>
            <a:off x="2197646" y="1103896"/>
            <a:ext cx="72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4" name="직사각형 13"/>
          <p:cNvSpPr/>
          <p:nvPr/>
        </p:nvSpPr>
        <p:spPr>
          <a:xfrm>
            <a:off x="2293651" y="1160102"/>
            <a:ext cx="643125" cy="374911"/>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Mô</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đun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p>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nguồn</a:t>
            </a:r>
            <a:endPar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5" name="직사각형 14"/>
          <p:cNvSpPr/>
          <p:nvPr/>
        </p:nvSpPr>
        <p:spPr bwMode="auto">
          <a:xfrm>
            <a:off x="2108684" y="1815745"/>
            <a:ext cx="1728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6" name="직사각형 15"/>
          <p:cNvSpPr/>
          <p:nvPr/>
        </p:nvSpPr>
        <p:spPr bwMode="auto">
          <a:xfrm>
            <a:off x="2197646" y="1809704"/>
            <a:ext cx="72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7" name="직사각형 16"/>
          <p:cNvSpPr/>
          <p:nvPr/>
        </p:nvSpPr>
        <p:spPr bwMode="auto">
          <a:xfrm>
            <a:off x="2360712" y="1809704"/>
            <a:ext cx="72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8" name="직사각형 17"/>
          <p:cNvSpPr/>
          <p:nvPr/>
        </p:nvSpPr>
        <p:spPr bwMode="auto">
          <a:xfrm>
            <a:off x="2108684" y="2547780"/>
            <a:ext cx="1728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9" name="직사각형 18"/>
          <p:cNvSpPr/>
          <p:nvPr/>
        </p:nvSpPr>
        <p:spPr bwMode="auto">
          <a:xfrm>
            <a:off x="2197646" y="2541739"/>
            <a:ext cx="72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0" name="직사각형 19"/>
          <p:cNvSpPr/>
          <p:nvPr/>
        </p:nvSpPr>
        <p:spPr bwMode="auto">
          <a:xfrm>
            <a:off x="2360712" y="2541739"/>
            <a:ext cx="72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cxnSp>
        <p:nvCxnSpPr>
          <p:cNvPr id="24" name="꺾인 연결선 23"/>
          <p:cNvCxnSpPr>
            <a:stCxn id="13" idx="1"/>
            <a:endCxn id="16" idx="1"/>
          </p:cNvCxnSpPr>
          <p:nvPr/>
        </p:nvCxnSpPr>
        <p:spPr bwMode="auto">
          <a:xfrm rot="10800000" flipV="1">
            <a:off x="2197646" y="1331648"/>
            <a:ext cx="12700" cy="705808"/>
          </a:xfrm>
          <a:prstGeom prst="bentConnector3">
            <a:avLst>
              <a:gd name="adj1" fmla="val 1800000"/>
            </a:avLst>
          </a:prstGeom>
          <a:noFill/>
          <a:ln w="9525" cap="flat" cmpd="sng" algn="ctr">
            <a:solidFill>
              <a:schemeClr val="tx1">
                <a:lumMod val="50000"/>
                <a:lumOff val="50000"/>
              </a:schemeClr>
            </a:solidFill>
            <a:prstDash val="solid"/>
            <a:round/>
            <a:headEnd type="none" w="med" len="med"/>
            <a:tailEnd type="none" w="med" len="med"/>
          </a:ln>
          <a:effectLst/>
        </p:spPr>
      </p:cxnSp>
      <p:cxnSp>
        <p:nvCxnSpPr>
          <p:cNvPr id="25" name="꺾인 연결선 24"/>
          <p:cNvCxnSpPr>
            <a:stCxn id="17" idx="2"/>
            <a:endCxn id="19" idx="1"/>
          </p:cNvCxnSpPr>
          <p:nvPr/>
        </p:nvCxnSpPr>
        <p:spPr bwMode="auto">
          <a:xfrm rot="5400000">
            <a:off x="2045037" y="2417816"/>
            <a:ext cx="504284" cy="199066"/>
          </a:xfrm>
          <a:prstGeom prst="bentConnector4">
            <a:avLst>
              <a:gd name="adj1" fmla="val 27418"/>
              <a:gd name="adj2" fmla="val 214836"/>
            </a:avLst>
          </a:prstGeom>
          <a:noFill/>
          <a:ln w="9525" cap="flat" cmpd="sng" algn="ctr">
            <a:solidFill>
              <a:schemeClr val="tx1">
                <a:lumMod val="50000"/>
                <a:lumOff val="50000"/>
              </a:schemeClr>
            </a:solidFill>
            <a:prstDash val="solid"/>
            <a:round/>
            <a:headEnd type="none" w="med" len="med"/>
            <a:tailEnd type="none" w="med" len="med"/>
          </a:ln>
          <a:effectLst/>
        </p:spPr>
      </p:cxnSp>
      <p:sp>
        <p:nvSpPr>
          <p:cNvPr id="28" name="직사각형 27"/>
          <p:cNvSpPr/>
          <p:nvPr/>
        </p:nvSpPr>
        <p:spPr>
          <a:xfrm>
            <a:off x="2493096" y="2671320"/>
            <a:ext cx="407484" cy="240066"/>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I1 </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30" name="직사각형 29"/>
          <p:cNvSpPr/>
          <p:nvPr/>
        </p:nvSpPr>
        <p:spPr>
          <a:xfrm>
            <a:off x="2504536" y="1016732"/>
            <a:ext cx="1382110" cy="240066"/>
          </a:xfrm>
          <a:prstGeom prst="rect">
            <a:avLst/>
          </a:prstGeom>
        </p:spPr>
        <p:txBody>
          <a:bodyPr wrap="none">
            <a:spAutoFit/>
          </a:bodyPr>
          <a:lstStyle/>
          <a:p>
            <a:r>
              <a:rPr lang="en-US" altLang="ko-KR" sz="800" dirty="0" err="1">
                <a:latin typeface="Times New Roman" panose="02020603050405020304" pitchFamily="18" charset="0"/>
                <a:ea typeface="돋움" panose="020B0600000101010101" pitchFamily="50" charset="-127"/>
                <a:cs typeface="Times New Roman" panose="02020603050405020304" pitchFamily="18" charset="0"/>
              </a:rPr>
              <a:t>Mô</a:t>
            </a:r>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a:latin typeface="Times New Roman" panose="02020603050405020304" pitchFamily="18" charset="0"/>
                <a:ea typeface="돋움" panose="020B0600000101010101" pitchFamily="50" charset="-127"/>
                <a:cs typeface="Times New Roman" panose="02020603050405020304" pitchFamily="18" charset="0"/>
              </a:rPr>
              <a:t>đun</a:t>
            </a:r>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cơ</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bản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(Q3</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31" name="직사각형 30"/>
          <p:cNvSpPr/>
          <p:nvPr/>
        </p:nvSpPr>
        <p:spPr>
          <a:xfrm>
            <a:off x="2504536" y="1726122"/>
            <a:ext cx="1457450" cy="240066"/>
          </a:xfrm>
          <a:prstGeom prst="rect">
            <a:avLst/>
          </a:prstGeom>
        </p:spPr>
        <p:txBody>
          <a:bodyPr wrap="none">
            <a:spAutoFit/>
          </a:bodyPr>
          <a:lstStyle/>
          <a:p>
            <a:r>
              <a:rPr lang="en-US" altLang="ko-KR" sz="800" dirty="0" err="1">
                <a:latin typeface="Times New Roman" panose="02020603050405020304" pitchFamily="18" charset="0"/>
                <a:ea typeface="돋움" panose="020B0600000101010101" pitchFamily="50" charset="-127"/>
                <a:cs typeface="Times New Roman" panose="02020603050405020304" pitchFamily="18" charset="0"/>
              </a:rPr>
              <a:t>Mô</a:t>
            </a:r>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a:latin typeface="Times New Roman" panose="02020603050405020304" pitchFamily="18" charset="0"/>
                <a:ea typeface="돋움" panose="020B0600000101010101" pitchFamily="50" charset="-127"/>
                <a:cs typeface="Times New Roman" panose="02020603050405020304" pitchFamily="18" charset="0"/>
              </a:rPr>
              <a:t>đun</a:t>
            </a:r>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800" dirty="0" err="1">
                <a:latin typeface="Times New Roman" panose="02020603050405020304" pitchFamily="18" charset="0"/>
                <a:ea typeface="돋움" panose="020B0600000101010101" pitchFamily="50" charset="-127"/>
                <a:cs typeface="Times New Roman" panose="02020603050405020304" pitchFamily="18" charset="0"/>
              </a:rPr>
              <a:t>mở</a:t>
            </a:r>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(Q6</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32" name="직사각형 31"/>
          <p:cNvSpPr/>
          <p:nvPr/>
        </p:nvSpPr>
        <p:spPr>
          <a:xfrm>
            <a:off x="2504536" y="2437842"/>
            <a:ext cx="1457450"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Mô</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đun</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(Q5</a:t>
            </a:r>
            <a:r>
              <a:rPr lang="ko-KR" altLang="en-US" sz="800" dirty="0" smtClean="0">
                <a:latin typeface="Times New Roman" panose="02020603050405020304" pitchFamily="18" charset="0"/>
                <a:ea typeface="돋움" panose="020B0600000101010101" pitchFamily="50" charset="-127"/>
                <a:cs typeface="Times New Roman" panose="02020603050405020304" pitchFamily="18" charset="0"/>
              </a:rPr>
              <a:t>□</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cxnSp>
        <p:nvCxnSpPr>
          <p:cNvPr id="34" name="직선 연결선 33"/>
          <p:cNvCxnSpPr/>
          <p:nvPr/>
        </p:nvCxnSpPr>
        <p:spPr bwMode="auto">
          <a:xfrm>
            <a:off x="1320411" y="1344255"/>
            <a:ext cx="569736" cy="0"/>
          </a:xfrm>
          <a:prstGeom prst="line">
            <a:avLst/>
          </a:prstGeom>
          <a:noFill/>
          <a:ln w="9525" cap="flat" cmpd="sng" algn="ctr">
            <a:solidFill>
              <a:schemeClr val="tx1">
                <a:lumMod val="50000"/>
                <a:lumOff val="50000"/>
              </a:schemeClr>
            </a:solidFill>
            <a:prstDash val="dash"/>
            <a:round/>
            <a:headEnd type="none" w="med" len="med"/>
            <a:tailEnd type="none" w="med" len="med"/>
          </a:ln>
          <a:effectLst/>
        </p:spPr>
      </p:cxnSp>
      <p:cxnSp>
        <p:nvCxnSpPr>
          <p:cNvPr id="37" name="직선 연결선 36"/>
          <p:cNvCxnSpPr/>
          <p:nvPr/>
        </p:nvCxnSpPr>
        <p:spPr bwMode="auto">
          <a:xfrm>
            <a:off x="1320411" y="2756977"/>
            <a:ext cx="569736" cy="0"/>
          </a:xfrm>
          <a:prstGeom prst="line">
            <a:avLst/>
          </a:prstGeom>
          <a:noFill/>
          <a:ln w="9525" cap="flat" cmpd="sng" algn="ctr">
            <a:solidFill>
              <a:schemeClr val="tx1">
                <a:lumMod val="50000"/>
                <a:lumOff val="50000"/>
              </a:schemeClr>
            </a:solidFill>
            <a:prstDash val="dash"/>
            <a:round/>
            <a:headEnd type="none" w="med" len="med"/>
            <a:tailEnd type="none" w="med" len="med"/>
          </a:ln>
          <a:effectLst/>
        </p:spPr>
      </p:cxnSp>
      <p:cxnSp>
        <p:nvCxnSpPr>
          <p:cNvPr id="40" name="직선 화살표 연결선 39"/>
          <p:cNvCxnSpPr/>
          <p:nvPr/>
        </p:nvCxnSpPr>
        <p:spPr bwMode="auto">
          <a:xfrm>
            <a:off x="1605279" y="1371600"/>
            <a:ext cx="0" cy="1352550"/>
          </a:xfrm>
          <a:prstGeom prst="straightConnector1">
            <a:avLst/>
          </a:prstGeom>
          <a:noFill/>
          <a:ln w="9525" cap="flat" cmpd="sng" algn="ctr">
            <a:solidFill>
              <a:schemeClr val="tx1">
                <a:lumMod val="50000"/>
                <a:lumOff val="50000"/>
              </a:schemeClr>
            </a:solidFill>
            <a:prstDash val="solid"/>
            <a:round/>
            <a:headEnd type="arrow" w="med" len="med"/>
            <a:tailEnd type="arrow" w="med" len="med"/>
          </a:ln>
          <a:effectLst/>
        </p:spPr>
      </p:cxnSp>
      <p:sp>
        <p:nvSpPr>
          <p:cNvPr id="41" name="직사각형 40"/>
          <p:cNvSpPr/>
          <p:nvPr/>
        </p:nvSpPr>
        <p:spPr>
          <a:xfrm>
            <a:off x="1357252" y="1948255"/>
            <a:ext cx="258404" cy="240066"/>
          </a:xfrm>
          <a:prstGeom prst="rect">
            <a:avLst/>
          </a:prstGeom>
        </p:spPr>
        <p:txBody>
          <a:bodyPr wrap="none">
            <a:spAutoFit/>
          </a:bodyPr>
          <a:lstStyle/>
          <a:p>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V</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46" name="직사각형 45"/>
          <p:cNvSpPr/>
          <p:nvPr/>
        </p:nvSpPr>
        <p:spPr>
          <a:xfrm>
            <a:off x="1719877" y="1680661"/>
            <a:ext cx="304892" cy="240066"/>
          </a:xfrm>
          <a:prstGeom prst="rect">
            <a:avLst/>
          </a:prstGeom>
        </p:spPr>
        <p:txBody>
          <a:bodyPr wrap="none">
            <a:spAutoFit/>
          </a:bodyPr>
          <a:lstStyle/>
          <a:p>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R</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1</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49" name="직사각형 48"/>
          <p:cNvSpPr/>
          <p:nvPr/>
        </p:nvSpPr>
        <p:spPr>
          <a:xfrm>
            <a:off x="3864076" y="1926736"/>
            <a:ext cx="1090363"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nhất</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50" name="직사각형 49"/>
          <p:cNvSpPr/>
          <p:nvPr/>
        </p:nvSpPr>
        <p:spPr>
          <a:xfrm>
            <a:off x="3864076" y="2636944"/>
            <a:ext cx="965329" cy="240066"/>
          </a:xfrm>
          <a:prstGeom prst="rect">
            <a:avLst/>
          </a:prstGeom>
        </p:spPr>
        <p:txBody>
          <a:bodyPr wrap="none">
            <a:spAutoFit/>
          </a:bodyPr>
          <a:lstStyle/>
          <a:p>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2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8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smtClean="0">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53" name="직사각형 52"/>
          <p:cNvSpPr/>
          <p:nvPr/>
        </p:nvSpPr>
        <p:spPr bwMode="auto">
          <a:xfrm>
            <a:off x="2520255" y="1814698"/>
            <a:ext cx="360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54" name="직사각형 53"/>
          <p:cNvSpPr/>
          <p:nvPr/>
        </p:nvSpPr>
        <p:spPr>
          <a:xfrm>
            <a:off x="2432720" y="1864863"/>
            <a:ext cx="643125" cy="374911"/>
          </a:xfrm>
          <a:prstGeom prst="rect">
            <a:avLst/>
          </a:prstGeom>
        </p:spPr>
        <p:txBody>
          <a:bodyPr wrap="none">
            <a:spAutoFit/>
          </a:bodyPr>
          <a:lstStyle/>
          <a:p>
            <a:r>
              <a:rPr lang="en-US" altLang="ko-KR" sz="800" dirty="0" err="1">
                <a:latin typeface="Times New Roman" panose="02020603050405020304" pitchFamily="18" charset="0"/>
                <a:ea typeface="돋움" panose="020B0600000101010101" pitchFamily="50" charset="-127"/>
                <a:cs typeface="Times New Roman" panose="02020603050405020304" pitchFamily="18" charset="0"/>
              </a:rPr>
              <a:t>Mô</a:t>
            </a:r>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a:latin typeface="Times New Roman" panose="02020603050405020304" pitchFamily="18" charset="0"/>
                <a:ea typeface="돋움" panose="020B0600000101010101" pitchFamily="50" charset="-127"/>
                <a:cs typeface="Times New Roman" panose="02020603050405020304" pitchFamily="18" charset="0"/>
              </a:rPr>
              <a:t>đun</a:t>
            </a:r>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 </a:t>
            </a:r>
          </a:p>
          <a:p>
            <a:r>
              <a:rPr lang="en-US" altLang="ko-KR" sz="800" dirty="0" err="1">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800" dirty="0">
                <a:latin typeface="Times New Roman" panose="02020603050405020304" pitchFamily="18" charset="0"/>
                <a:ea typeface="돋움" panose="020B0600000101010101" pitchFamily="50" charset="-127"/>
                <a:cs typeface="Times New Roman" panose="02020603050405020304" pitchFamily="18" charset="0"/>
              </a:rPr>
              <a:t> </a:t>
            </a:r>
            <a:r>
              <a:rPr lang="en-US" altLang="ko-KR" sz="800" dirty="0" err="1">
                <a:latin typeface="Times New Roman" panose="02020603050405020304" pitchFamily="18" charset="0"/>
                <a:ea typeface="돋움" panose="020B0600000101010101" pitchFamily="50" charset="-127"/>
                <a:cs typeface="Times New Roman" panose="02020603050405020304" pitchFamily="18" charset="0"/>
              </a:rPr>
              <a:t>nguồn</a:t>
            </a:r>
            <a:endParaRPr lang="en-US" altLang="ko-KR" sz="80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96" name="직사각형 95"/>
          <p:cNvSpPr/>
          <p:nvPr/>
        </p:nvSpPr>
        <p:spPr bwMode="auto">
          <a:xfrm>
            <a:off x="2504536" y="2547780"/>
            <a:ext cx="1332148"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graphicFrame>
        <p:nvGraphicFramePr>
          <p:cNvPr id="101" name="표 100"/>
          <p:cNvGraphicFramePr>
            <a:graphicFrameLocks noGrp="1"/>
          </p:cNvGraphicFramePr>
          <p:nvPr>
            <p:extLst>
              <p:ext uri="{D42A27DB-BD31-4B8C-83A1-F6EECF244321}">
                <p14:modId xmlns:p14="http://schemas.microsoft.com/office/powerpoint/2010/main" val="2365761185"/>
              </p:ext>
            </p:extLst>
          </p:nvPr>
        </p:nvGraphicFramePr>
        <p:xfrm>
          <a:off x="1298030" y="2996952"/>
          <a:ext cx="7546478" cy="1182960"/>
        </p:xfrm>
        <a:graphic>
          <a:graphicData uri="http://schemas.openxmlformats.org/drawingml/2006/table">
            <a:tbl>
              <a:tblPr firstRow="1" bandRow="1">
                <a:tableStyleId>{5C22544A-7EE6-4342-B048-85BDC9FD1C3A}</a:tableStyleId>
              </a:tblPr>
              <a:tblGrid>
                <a:gridCol w="669714"/>
                <a:gridCol w="6876764"/>
              </a:tblGrid>
              <a:tr h="0">
                <a:tc>
                  <a:txBody>
                    <a:bodyPr/>
                    <a:lstStyle/>
                    <a:p>
                      <a:pPr algn="ctr"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Ký</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hiệu</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Nội</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dung</a:t>
                      </a:r>
                      <a:endPar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22064">
                <a:tc>
                  <a:txBody>
                    <a:bodyPr/>
                    <a:lstStyle/>
                    <a:p>
                      <a:pPr algn="ctr" latinLnBrk="1"/>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V1</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Sự</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giảm</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áp</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do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giữa</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cơ</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bản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và</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(Q5</a:t>
                      </a:r>
                      <a:r>
                        <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30252">
                <a:tc>
                  <a:txBody>
                    <a:bodyPr/>
                    <a:lstStyle/>
                    <a:p>
                      <a:pPr algn="ctr" latinLnBrk="1"/>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In</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Dòng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tiêu</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thụ</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của</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DC5V</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k</a:t>
                      </a: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hi</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sử</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dụng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Q5</a:t>
                      </a:r>
                      <a:r>
                        <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 </a:t>
                      </a: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là</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n+1 </a:t>
                      </a: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ko-KR" altLang="en-US"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n=1~6,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số</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kết</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nối</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n:Q6</a:t>
                      </a:r>
                      <a:r>
                        <a:rPr lang="ko-KR" altLang="en-US"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a:t>
                      </a:r>
                    </a:p>
                    <a:p>
                      <a:pPr algn="l" latinLnBrk="1"/>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Tổng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của</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dòng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tiêu</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thụ</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của</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Q5</a:t>
                      </a:r>
                      <a:r>
                        <a:rPr lang="ko-KR" altLang="en-US"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a:t>
                      </a:r>
                      <a:r>
                        <a:rPr lang="ko-KR" altLang="en-US"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dòng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tiêu</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thụ</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của</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vào</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ra</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trang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bị</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trên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Q5</a:t>
                      </a:r>
                      <a:r>
                        <a:rPr lang="ko-KR" altLang="en-US"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chức</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năng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thông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minh)</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Rn</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Giá</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trị</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giữa</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cơ</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bản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hoặc</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(Q6</a:t>
                      </a:r>
                      <a:r>
                        <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 </a:t>
                      </a: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với</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(Q6</a:t>
                      </a:r>
                      <a:r>
                        <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Rn+1</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Giá</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trị</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giữa</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(Q6</a:t>
                      </a:r>
                      <a:r>
                        <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 </a:t>
                      </a: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và</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(Q5</a:t>
                      </a:r>
                      <a:r>
                        <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bl>
          </a:graphicData>
        </a:graphic>
      </p:graphicFrame>
      <p:graphicFrame>
        <p:nvGraphicFramePr>
          <p:cNvPr id="102" name="표 101"/>
          <p:cNvGraphicFramePr>
            <a:graphicFrameLocks noGrp="1"/>
          </p:cNvGraphicFramePr>
          <p:nvPr>
            <p:extLst>
              <p:ext uri="{D42A27DB-BD31-4B8C-83A1-F6EECF244321}">
                <p14:modId xmlns:p14="http://schemas.microsoft.com/office/powerpoint/2010/main" val="1873449727"/>
              </p:ext>
            </p:extLst>
          </p:nvPr>
        </p:nvGraphicFramePr>
        <p:xfrm>
          <a:off x="1100572" y="4473116"/>
          <a:ext cx="7740859" cy="1673280"/>
        </p:xfrm>
        <a:graphic>
          <a:graphicData uri="http://schemas.openxmlformats.org/drawingml/2006/table">
            <a:tbl>
              <a:tblPr firstRow="1" bandRow="1">
                <a:tableStyleId>{5C22544A-7EE6-4342-B048-85BDC9FD1C3A}</a:tableStyleId>
              </a:tblPr>
              <a:tblGrid>
                <a:gridCol w="1716142"/>
                <a:gridCol w="1145805"/>
                <a:gridCol w="4878912"/>
              </a:tblGrid>
              <a:tr h="0">
                <a:tc gridSpan="2">
                  <a:txBody>
                    <a:bodyPr/>
                    <a:lstStyle/>
                    <a:p>
                      <a:pPr algn="ctr"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Vị</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trí</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trang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bị</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của</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algn="ctr" latinLnBrk="1"/>
                      <a:endParaRPr lang="en-US" altLang="ko-KR" sz="1000" b="0" dirty="0" smtClean="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rowSpan="2">
                  <a:txBody>
                    <a:bodyPr/>
                    <a:lstStyle/>
                    <a:p>
                      <a:pPr algn="ctr"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Sự</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giảm</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áp</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do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dây</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cáp</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đến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Connector IN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của</a:t>
                      </a:r>
                      <a:r>
                        <a:rPr lang="ko-KR" altLang="en-US"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Q5</a:t>
                      </a:r>
                      <a:r>
                        <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 </a:t>
                      </a: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từ</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Base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cơ</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bản</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a:t>
                      </a: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20288">
                <a:tc>
                  <a:txBody>
                    <a:bodyPr/>
                    <a:lstStyle/>
                    <a:p>
                      <a:pPr algn="ctr" latinLnBrk="1"/>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Q6</a:t>
                      </a:r>
                      <a:r>
                        <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Q5</a:t>
                      </a:r>
                      <a:r>
                        <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B</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l" latinLnBrk="1"/>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1</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2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V=(R1+R2)I1</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22590">
                <a:tc>
                  <a:txBody>
                    <a:bodyPr/>
                    <a:lstStyle/>
                    <a:p>
                      <a:pPr algn="l"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1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2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3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V=(R1+R2+R3)I1</a:t>
                      </a:r>
                      <a:endPar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30778">
                <a:tc>
                  <a:txBody>
                    <a:bodyPr/>
                    <a:lstStyle/>
                    <a:p>
                      <a:pPr algn="l"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1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3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4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V=(R1+R2+R3+R4)I1</a:t>
                      </a:r>
                      <a:endPar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1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4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5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V=(R1+R2+R3+R4+R5)I1</a:t>
                      </a:r>
                      <a:endPar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1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5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latinLnBrk="1"/>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6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9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V=(R1+R2+R3+R4+R5+R6)I1</a:t>
                      </a:r>
                      <a:endPar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1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6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tầng</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thứ</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7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mở</a:t>
                      </a:r>
                      <a:r>
                        <a:rPr lang="en-US" altLang="ko-KR" sz="9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9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rộng</a:t>
                      </a:r>
                      <a:endPar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V=(R1+R2+R3+R4+R5+R6+R7)I1</a:t>
                      </a:r>
                      <a:endParaRPr lang="ko-KR" altLang="en-US" sz="9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marT="36000" marB="3600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bl>
          </a:graphicData>
        </a:graphic>
      </p:graphicFrame>
      <p:sp>
        <p:nvSpPr>
          <p:cNvPr id="103" name="직사각형 102"/>
          <p:cNvSpPr/>
          <p:nvPr/>
        </p:nvSpPr>
        <p:spPr>
          <a:xfrm>
            <a:off x="2183298" y="4211563"/>
            <a:ext cx="5775940" cy="276999"/>
          </a:xfrm>
          <a:prstGeom prst="rect">
            <a:avLst/>
          </a:prstGeom>
        </p:spPr>
        <p:txBody>
          <a:bodyPr wrap="none">
            <a:spAutoFit/>
          </a:bodyPr>
          <a:lstStyle/>
          <a:p>
            <a:pPr algn="ct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Bảng</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tóm</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tắt</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phát</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sinh</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sự</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giảm</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áp</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do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dây</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cáp</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mở</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rộng</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khi</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kết</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nối</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a:latin typeface="Times New Roman" panose="02020603050405020304" pitchFamily="18" charset="0"/>
                <a:ea typeface="돋움" panose="020B0600000101010101" pitchFamily="50" charset="-127"/>
                <a:cs typeface="Times New Roman" panose="02020603050405020304" pitchFamily="18" charset="0"/>
              </a:rPr>
              <a:t>Q6</a:t>
            </a:r>
            <a:r>
              <a:rPr lang="ko-KR" altLang="en-US" sz="1000" dirty="0">
                <a:latin typeface="Times New Roman" panose="02020603050405020304" pitchFamily="18" charset="0"/>
                <a:ea typeface="돋움" panose="020B0600000101010101" pitchFamily="50" charset="-127"/>
                <a:cs typeface="Times New Roman" panose="02020603050405020304" pitchFamily="18" charset="0"/>
              </a:rPr>
              <a:t>□</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B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lên</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giữa</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Q3</a:t>
            </a:r>
            <a:r>
              <a:rPr lang="ko-KR" altLang="en-US" sz="1000" dirty="0" smtClean="0">
                <a:latin typeface="Times New Roman" panose="02020603050405020304" pitchFamily="18" charset="0"/>
                <a:ea typeface="돋움" panose="020B0600000101010101" pitchFamily="50" charset="-127"/>
                <a:cs typeface="Times New Roman" panose="02020603050405020304" pitchFamily="18" charset="0"/>
              </a:rPr>
              <a:t>□</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B</a:t>
            </a:r>
            <a:r>
              <a:rPr lang="ko-KR" altLang="en-US" sz="1000" dirty="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err="1" smtClean="0">
                <a:latin typeface="Times New Roman" panose="02020603050405020304" pitchFamily="18" charset="0"/>
                <a:ea typeface="돋움" panose="020B0600000101010101" pitchFamily="50" charset="-127"/>
                <a:cs typeface="Times New Roman" panose="02020603050405020304" pitchFamily="18" charset="0"/>
              </a:rPr>
              <a:t>và</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 Q5</a:t>
            </a:r>
            <a:r>
              <a:rPr lang="ko-KR" altLang="en-US" sz="1000" dirty="0" smtClean="0">
                <a:latin typeface="Times New Roman" panose="02020603050405020304" pitchFamily="18" charset="0"/>
                <a:ea typeface="돋움" panose="020B0600000101010101" pitchFamily="50" charset="-127"/>
                <a:cs typeface="Times New Roman" panose="02020603050405020304" pitchFamily="18" charset="0"/>
              </a:rPr>
              <a:t>□</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B</a:t>
            </a:r>
            <a:r>
              <a:rPr lang="ko-KR" altLang="en-US" sz="100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dirty="0" smtClean="0">
                <a:latin typeface="Times New Roman" panose="02020603050405020304" pitchFamily="18" charset="0"/>
                <a:ea typeface="돋움" panose="020B0600000101010101" pitchFamily="50" charset="-127"/>
                <a:cs typeface="Times New Roman" panose="02020603050405020304" pitchFamily="18" charset="0"/>
              </a:rPr>
              <a:t>]</a:t>
            </a:r>
            <a:endParaRPr lang="ko-KR" altLang="en-US" sz="1000" dirty="0">
              <a:latin typeface="Times New Roman" panose="02020603050405020304" pitchFamily="18" charset="0"/>
              <a:ea typeface="돋움" panose="020B0600000101010101" pitchFamily="50" charset="-127"/>
              <a:cs typeface="Times New Roman" panose="02020603050405020304" pitchFamily="18" charset="0"/>
            </a:endParaRPr>
          </a:p>
        </p:txBody>
      </p:sp>
    </p:spTree>
    <p:extLst>
      <p:ext uri="{BB962C8B-B14F-4D97-AF65-F5344CB8AC3E}">
        <p14:creationId xmlns:p14="http://schemas.microsoft.com/office/powerpoint/2010/main" val="2930869109"/>
      </p:ext>
    </p:extLst>
  </p:cSld>
  <p:clrMapOvr>
    <a:masterClrMapping/>
  </p:clrMapOvr>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3"/>
          <p:cNvSpPr>
            <a:spLocks noChangeArrowheads="1"/>
          </p:cNvSpPr>
          <p:nvPr/>
        </p:nvSpPr>
        <p:spPr bwMode="auto">
          <a:xfrm>
            <a:off x="307975" y="760413"/>
            <a:ext cx="8699500" cy="701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6) </a:t>
            </a:r>
            <a:r>
              <a:rPr lang="en-US" altLang="ko-KR" sz="1200" b="1" dirty="0" err="1" smtClean="0">
                <a:latin typeface="Times New Roman" panose="02020603050405020304" pitchFamily="18" charset="0"/>
                <a:cs typeface="Times New Roman" panose="02020603050405020304" pitchFamily="18" charset="0"/>
              </a:rPr>
              <a:t>Dòng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tiêu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thụ</a:t>
            </a:r>
            <a:r>
              <a:rPr lang="en-US" altLang="ko-KR" sz="1200" b="1" dirty="0" smtClean="0">
                <a:latin typeface="Times New Roman" panose="02020603050405020304" pitchFamily="18" charset="0"/>
                <a:cs typeface="Times New Roman" panose="02020603050405020304" pitchFamily="18" charset="0"/>
              </a:rPr>
              <a:t> DC24V </a:t>
            </a:r>
            <a:r>
              <a:rPr lang="en-US" altLang="ko-KR" sz="1200" b="1" dirty="0" err="1" smtClean="0">
                <a:latin typeface="Times New Roman" panose="02020603050405020304" pitchFamily="18" charset="0"/>
                <a:cs typeface="Times New Roman" panose="02020603050405020304" pitchFamily="18" charset="0"/>
              </a:rPr>
              <a:t>của</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mỗi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Mô</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đun</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DC24V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thụ</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DC24V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a:latin typeface="Times New Roman" panose="02020603050405020304" pitchFamily="18" charset="0"/>
                <a:cs typeface="Times New Roman" panose="02020603050405020304" pitchFamily="18" charset="0"/>
              </a:rPr>
              <a:t>.</a:t>
            </a: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chiều</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ngoài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cxnSp>
        <p:nvCxnSpPr>
          <p:cNvPr id="171014" name="AutoShape 9"/>
          <p:cNvCxnSpPr>
            <a:cxnSpLocks noChangeShapeType="1"/>
          </p:cNvCxnSpPr>
          <p:nvPr/>
        </p:nvCxnSpPr>
        <p:spPr bwMode="auto">
          <a:xfrm rot="16200000" flipH="1">
            <a:off x="3171032" y="1285081"/>
            <a:ext cx="228600" cy="2014537"/>
          </a:xfrm>
          <a:prstGeom prst="bentConnector3">
            <a:avLst>
              <a:gd name="adj1" fmla="val 50000"/>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cxnSp>
        <p:nvCxnSpPr>
          <p:cNvPr id="171015" name="AutoShape 10"/>
          <p:cNvCxnSpPr>
            <a:cxnSpLocks noChangeShapeType="1"/>
          </p:cNvCxnSpPr>
          <p:nvPr/>
        </p:nvCxnSpPr>
        <p:spPr bwMode="auto">
          <a:xfrm rot="16200000" flipH="1">
            <a:off x="4879182" y="-423069"/>
            <a:ext cx="223838" cy="5426075"/>
          </a:xfrm>
          <a:prstGeom prst="bentConnector3">
            <a:avLst>
              <a:gd name="adj1" fmla="val 49644"/>
            </a:avLst>
          </a:prstGeom>
          <a:noFill/>
          <a:ln w="9525">
            <a:solidFill>
              <a:schemeClr val="tx1"/>
            </a:solidFill>
            <a:miter lim="800000"/>
            <a:headEnd/>
            <a:tailEnd/>
          </a:ln>
          <a:extLst>
            <a:ext uri="{909E8E84-426E-40DD-AFC4-6F175D3DCCD1}">
              <a14:hiddenFill xmlns:a14="http://schemas.microsoft.com/office/drawing/2010/main">
                <a:noFill/>
              </a14:hiddenFill>
            </a:ext>
          </a:extLst>
        </p:spPr>
      </p:cxnSp>
      <p:sp>
        <p:nvSpPr>
          <p:cNvPr id="171016"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7101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graphicFrame>
        <p:nvGraphicFramePr>
          <p:cNvPr id="10" name="표 9"/>
          <p:cNvGraphicFramePr>
            <a:graphicFrameLocks noGrp="1"/>
          </p:cNvGraphicFramePr>
          <p:nvPr>
            <p:extLst>
              <p:ext uri="{D42A27DB-BD31-4B8C-83A1-F6EECF244321}">
                <p14:modId xmlns:p14="http://schemas.microsoft.com/office/powerpoint/2010/main" val="2523742946"/>
              </p:ext>
            </p:extLst>
          </p:nvPr>
        </p:nvGraphicFramePr>
        <p:xfrm>
          <a:off x="2864768" y="2411214"/>
          <a:ext cx="3014028" cy="2346960"/>
        </p:xfrm>
        <a:graphic>
          <a:graphicData uri="http://schemas.openxmlformats.org/drawingml/2006/table">
            <a:tbl>
              <a:tblPr firstRow="1" bandRow="1">
                <a:tableStyleId>{5C22544A-7EE6-4342-B048-85BDC9FD1C3A}</a:tableStyleId>
              </a:tblPr>
              <a:tblGrid>
                <a:gridCol w="1157605"/>
                <a:gridCol w="627380"/>
                <a:gridCol w="1229043"/>
              </a:tblGrid>
              <a:tr h="0">
                <a:tc gridSpan="2">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algn="ctr" latinLnBrk="1"/>
                      <a:endParaRPr lang="en-US" altLang="ko-KR" sz="1000" b="0" dirty="0" smtClean="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Dòng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thiêu</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thụ</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DC24V</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rowSpan="8">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ra</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Transistor</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QY40P</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0.01A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QY41P</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0.02A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2259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QY42P</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0.04A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30778">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QY50</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0.02A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QY70</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0.09A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QY71</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0.17A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QY80</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0.02A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QY81P</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0.04A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bl>
          </a:graphicData>
        </a:graphic>
      </p:graphicFrame>
      <p:graphicFrame>
        <p:nvGraphicFramePr>
          <p:cNvPr id="12" name="표 11"/>
          <p:cNvGraphicFramePr>
            <a:graphicFrameLocks noGrp="1"/>
          </p:cNvGraphicFramePr>
          <p:nvPr>
            <p:extLst>
              <p:ext uri="{D42A27DB-BD31-4B8C-83A1-F6EECF244321}">
                <p14:modId xmlns:p14="http://schemas.microsoft.com/office/powerpoint/2010/main" val="23328723"/>
              </p:ext>
            </p:extLst>
          </p:nvPr>
        </p:nvGraphicFramePr>
        <p:xfrm>
          <a:off x="850900" y="1753188"/>
          <a:ext cx="3165996" cy="487680"/>
        </p:xfrm>
        <a:graphic>
          <a:graphicData uri="http://schemas.openxmlformats.org/drawingml/2006/table">
            <a:tbl>
              <a:tblPr firstRow="1" bandRow="1">
                <a:tableStyleId>{5C22544A-7EE6-4342-B048-85BDC9FD1C3A}</a:tableStyleId>
              </a:tblPr>
              <a:tblGrid>
                <a:gridCol w="1225901"/>
                <a:gridCol w="1940095"/>
              </a:tblGrid>
              <a:tr h="166386">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nguồn</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Dòng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đầu</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ra</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DC24V</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Q62P</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0.6A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bl>
          </a:graphicData>
        </a:graphic>
      </p:graphicFrame>
      <p:graphicFrame>
        <p:nvGraphicFramePr>
          <p:cNvPr id="13" name="표 12"/>
          <p:cNvGraphicFramePr>
            <a:graphicFrameLocks noGrp="1"/>
          </p:cNvGraphicFramePr>
          <p:nvPr>
            <p:extLst>
              <p:ext uri="{D42A27DB-BD31-4B8C-83A1-F6EECF244321}">
                <p14:modId xmlns:p14="http://schemas.microsoft.com/office/powerpoint/2010/main" val="1229179862"/>
              </p:ext>
            </p:extLst>
          </p:nvPr>
        </p:nvGraphicFramePr>
        <p:xfrm>
          <a:off x="6177136" y="2421111"/>
          <a:ext cx="3310891" cy="3566160"/>
        </p:xfrm>
        <a:graphic>
          <a:graphicData uri="http://schemas.openxmlformats.org/drawingml/2006/table">
            <a:tbl>
              <a:tblPr firstRow="1" bandRow="1">
                <a:tableStyleId>{5C22544A-7EE6-4342-B048-85BDC9FD1C3A}</a:tableStyleId>
              </a:tblPr>
              <a:tblGrid>
                <a:gridCol w="1081405"/>
                <a:gridCol w="1000443"/>
                <a:gridCol w="1229043"/>
              </a:tblGrid>
              <a:tr h="0">
                <a:tc gridSpan="2">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chức</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năng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thông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minh</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algn="ctr" latinLnBrk="1"/>
                      <a:endParaRPr lang="en-US" altLang="ko-KR" sz="1000" b="0" dirty="0" smtClean="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Dòng</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tiêu</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thụ</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DC24V</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Chuyển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đổi</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A/D</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Q62AD-DGH</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0.36A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rowSpan="5">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Chuyển</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đổi</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D/A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Q62DA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0.12A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2259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Q64DA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0.18A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130778">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Q68DAV</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0.19A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Q68DAI</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0.28A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Q62DA-FG</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0.30A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rowSpan="3">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Máy</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đếm</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cao</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tốc</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QD62</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rowSpan="3">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0.008A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QD62E</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QD62D</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rowSpan="2">
                  <a:txBody>
                    <a:bodyPr/>
                    <a:lstStyle/>
                    <a:p>
                      <a:pPr algn="ctr" latinLnBrk="1"/>
                      <a:r>
                        <a:rPr lang="en-US" altLang="ko-KR" sz="1000" b="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Quyết</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định</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vị</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trí</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QD70P4</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0.065A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QD70P8</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0.12A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rowSpan="2">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I/D</a:t>
                      </a:r>
                      <a:r>
                        <a:rPr lang="en-US" altLang="ko-KR" sz="1000" b="0" baseline="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 Interface</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QD35ID1</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0.17A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r h="0">
                <a:tc vMerge="1">
                  <a:txBody>
                    <a:bodyPr/>
                    <a:lstStyle/>
                    <a:p>
                      <a:pPr algn="ctr" latinLnBrk="1"/>
                      <a:endParaRPr lang="ko-KR" altLang="en-US" sz="1000" b="0" dirty="0">
                        <a:solidFill>
                          <a:schemeClr val="tx1"/>
                        </a:solidFill>
                        <a:latin typeface="돋움" panose="020B0600000101010101" pitchFamily="50" charset="-127"/>
                        <a:ea typeface="돋움" panose="020B0600000101010101" pitchFamily="50" charset="-127"/>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QD35D2</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anose="020B0600000101010101" pitchFamily="50" charset="-127"/>
                          <a:cs typeface="Times New Roman" panose="02020603050405020304" pitchFamily="18" charset="0"/>
                        </a:rPr>
                        <a:t>0.33A</a:t>
                      </a:r>
                      <a:endParaRPr lang="ko-KR" altLang="en-US" sz="1000" b="0" dirty="0">
                        <a:solidFill>
                          <a:schemeClr val="tx1"/>
                        </a:solidFill>
                        <a:latin typeface="Times New Roman" panose="02020603050405020304" pitchFamily="18" charset="0"/>
                        <a:ea typeface="돋움" panose="020B0600000101010101" pitchFamily="50" charset="-127"/>
                        <a:cs typeface="Times New Roman" panose="02020603050405020304" pitchFamily="18" charset="0"/>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r>
            </a:tbl>
          </a:graphicData>
        </a:graphic>
      </p:graphicFrame>
    </p:spTree>
    <p:extLst>
      <p:ext uri="{BB962C8B-B14F-4D97-AF65-F5344CB8AC3E}">
        <p14:creationId xmlns:p14="http://schemas.microsoft.com/office/powerpoint/2010/main" val="399858313"/>
      </p:ext>
    </p:extLst>
  </p:cSld>
  <p:clrMapOvr>
    <a:masterClrMapping/>
  </p:clrMapOvr>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11"/>
          <p:cNvSpPr>
            <a:spLocks noChangeArrowheads="1"/>
          </p:cNvSpPr>
          <p:nvPr/>
        </p:nvSpPr>
        <p:spPr bwMode="auto">
          <a:xfrm>
            <a:off x="584200" y="981075"/>
            <a:ext cx="8894763" cy="904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b="1" dirty="0">
                <a:solidFill>
                  <a:srgbClr val="000000"/>
                </a:solidFill>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ko-KR" altLang="en-US" sz="1200" b="1"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tổng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DC5V 2.399A, DC24V </a:t>
            </a:r>
            <a:r>
              <a:rPr lang="en-US" altLang="ko-KR" sz="1200" dirty="0" smtClean="0">
                <a:latin typeface="Times New Roman" panose="02020603050405020304" pitchFamily="18" charset="0"/>
                <a:cs typeface="Times New Roman" panose="02020603050405020304" pitchFamily="18" charset="0"/>
              </a:rPr>
              <a:t>0.48A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Q62P(DC5V 3A, DC24V 0.6A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cấp</a:t>
            </a:r>
            <a:r>
              <a:rPr lang="en-US" altLang="ko-KR" sz="1200" dirty="0" smtClean="0">
                <a:latin typeface="Times New Roman" panose="02020603050405020304" pitchFamily="18" charset="0"/>
                <a:cs typeface="Times New Roman" panose="02020603050405020304" pitchFamily="18" charset="0"/>
              </a:rPr>
              <a:t> DC24V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ổn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ngoài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Q61P-A1(DC5V </a:t>
            </a:r>
            <a:r>
              <a:rPr lang="en-US" altLang="ko-KR" sz="1200" dirty="0">
                <a:latin typeface="Times New Roman" panose="02020603050405020304" pitchFamily="18" charset="0"/>
                <a:cs typeface="Times New Roman" panose="02020603050405020304" pitchFamily="18" charset="0"/>
              </a:rPr>
              <a:t>6A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172035" name="Picture 1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85875" y="2349500"/>
            <a:ext cx="6399213" cy="2398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036"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7203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3" name="직사각형 2"/>
          <p:cNvSpPr/>
          <p:nvPr/>
        </p:nvSpPr>
        <p:spPr bwMode="auto">
          <a:xfrm>
            <a:off x="2216696" y="2256232"/>
            <a:ext cx="72008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5" name="직사각형 4"/>
          <p:cNvSpPr/>
          <p:nvPr/>
        </p:nvSpPr>
        <p:spPr>
          <a:xfrm>
            <a:off x="2165462" y="2348880"/>
            <a:ext cx="902811" cy="286232"/>
          </a:xfrm>
          <a:prstGeom prst="rect">
            <a:avLst/>
          </a:prstGeom>
        </p:spPr>
        <p:txBody>
          <a:bodyPr wrap="none">
            <a:spAutoFit/>
          </a:bodyPr>
          <a:lstStyle/>
          <a:p>
            <a:r>
              <a:rPr lang="en-US" altLang="ko-KR" sz="1050" dirty="0" err="1" smtClean="0">
                <a:latin typeface="Times New Roman" panose="02020603050405020304" pitchFamily="18" charset="0"/>
                <a:ea typeface="돋움" panose="020B0600000101010101" pitchFamily="50" charset="-127"/>
                <a:cs typeface="Times New Roman" panose="02020603050405020304" pitchFamily="18" charset="0"/>
              </a:rPr>
              <a:t>Mô</a:t>
            </a:r>
            <a:r>
              <a:rPr lang="en-US" altLang="ko-KR" sz="105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50" dirty="0" err="1" smtClean="0">
                <a:latin typeface="Times New Roman" panose="02020603050405020304" pitchFamily="18" charset="0"/>
                <a:ea typeface="돋움" panose="020B0600000101010101" pitchFamily="50" charset="-127"/>
                <a:cs typeface="Times New Roman" panose="02020603050405020304" pitchFamily="18" charset="0"/>
              </a:rPr>
              <a:t>đun</a:t>
            </a:r>
            <a:r>
              <a:rPr lang="en-US" altLang="ko-KR" sz="1050" dirty="0" smtClean="0">
                <a:latin typeface="Times New Roman" panose="02020603050405020304" pitchFamily="18" charset="0"/>
                <a:ea typeface="돋움" panose="020B0600000101010101" pitchFamily="50" charset="-127"/>
                <a:cs typeface="Times New Roman" panose="02020603050405020304" pitchFamily="18" charset="0"/>
              </a:rPr>
              <a:t> Base</a:t>
            </a:r>
            <a:endParaRPr lang="ko-KR" altLang="en-US" sz="105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0" name="직사각형 9"/>
          <p:cNvSpPr/>
          <p:nvPr/>
        </p:nvSpPr>
        <p:spPr bwMode="auto">
          <a:xfrm>
            <a:off x="1328313" y="4390407"/>
            <a:ext cx="864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1" name="직사각형 10"/>
          <p:cNvSpPr/>
          <p:nvPr/>
        </p:nvSpPr>
        <p:spPr>
          <a:xfrm>
            <a:off x="704528" y="4329749"/>
            <a:ext cx="1574470" cy="286232"/>
          </a:xfrm>
          <a:prstGeom prst="rect">
            <a:avLst/>
          </a:prstGeom>
        </p:spPr>
        <p:txBody>
          <a:bodyPr wrap="none">
            <a:spAutoFit/>
          </a:bodyPr>
          <a:lstStyle/>
          <a:p>
            <a:r>
              <a:rPr lang="en-US" altLang="ko-KR" sz="1050" dirty="0" err="1" smtClean="0">
                <a:latin typeface="Times New Roman" panose="02020603050405020304" pitchFamily="18" charset="0"/>
                <a:ea typeface="돋움" panose="020B0600000101010101" pitchFamily="50" charset="-127"/>
                <a:cs typeface="Times New Roman" panose="02020603050405020304" pitchFamily="18" charset="0"/>
              </a:rPr>
              <a:t>Dòng</a:t>
            </a:r>
            <a:r>
              <a:rPr lang="en-US" altLang="ko-KR" sz="105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50" dirty="0" err="1" smtClean="0">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5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50" dirty="0" err="1" smtClean="0">
                <a:latin typeface="Times New Roman" panose="02020603050405020304" pitchFamily="18" charset="0"/>
                <a:ea typeface="돋움" panose="020B0600000101010101" pitchFamily="50" charset="-127"/>
                <a:cs typeface="Times New Roman" panose="02020603050405020304" pitchFamily="18" charset="0"/>
              </a:rPr>
              <a:t>tiêu</a:t>
            </a:r>
            <a:r>
              <a:rPr lang="en-US" altLang="ko-KR" sz="105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50" dirty="0" err="1" smtClean="0">
                <a:latin typeface="Times New Roman" panose="02020603050405020304" pitchFamily="18" charset="0"/>
                <a:ea typeface="돋움" panose="020B0600000101010101" pitchFamily="50" charset="-127"/>
                <a:cs typeface="Times New Roman" panose="02020603050405020304" pitchFamily="18" charset="0"/>
              </a:rPr>
              <a:t>thụ</a:t>
            </a:r>
            <a:r>
              <a:rPr lang="en-US" altLang="ko-KR" sz="1050" dirty="0" smtClean="0">
                <a:latin typeface="Times New Roman" panose="02020603050405020304" pitchFamily="18" charset="0"/>
                <a:ea typeface="돋움" panose="020B0600000101010101" pitchFamily="50" charset="-127"/>
                <a:cs typeface="Times New Roman" panose="02020603050405020304" pitchFamily="18" charset="0"/>
              </a:rPr>
              <a:t> DC5V</a:t>
            </a:r>
            <a:endParaRPr lang="ko-KR" altLang="en-US" sz="1050" dirty="0">
              <a:latin typeface="Times New Roman" panose="02020603050405020304" pitchFamily="18" charset="0"/>
              <a:ea typeface="돋움" panose="020B0600000101010101" pitchFamily="50" charset="-127"/>
              <a:cs typeface="Times New Roman" panose="02020603050405020304" pitchFamily="18" charset="0"/>
            </a:endParaRPr>
          </a:p>
        </p:txBody>
      </p:sp>
      <p:sp>
        <p:nvSpPr>
          <p:cNvPr id="12" name="직사각형 11"/>
          <p:cNvSpPr/>
          <p:nvPr/>
        </p:nvSpPr>
        <p:spPr>
          <a:xfrm>
            <a:off x="718916" y="4511216"/>
            <a:ext cx="1641796" cy="286232"/>
          </a:xfrm>
          <a:prstGeom prst="rect">
            <a:avLst/>
          </a:prstGeom>
        </p:spPr>
        <p:txBody>
          <a:bodyPr wrap="none">
            <a:spAutoFit/>
          </a:bodyPr>
          <a:lstStyle/>
          <a:p>
            <a:r>
              <a:rPr lang="en-US" altLang="ko-KR" sz="1050" dirty="0" err="1" smtClean="0">
                <a:latin typeface="Times New Roman" panose="02020603050405020304" pitchFamily="18" charset="0"/>
                <a:ea typeface="돋움" panose="020B0600000101010101" pitchFamily="50" charset="-127"/>
                <a:cs typeface="Times New Roman" panose="02020603050405020304" pitchFamily="18" charset="0"/>
              </a:rPr>
              <a:t>Dòng</a:t>
            </a:r>
            <a:r>
              <a:rPr lang="en-US" altLang="ko-KR" sz="105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50" dirty="0" err="1" smtClean="0">
                <a:latin typeface="Times New Roman" panose="02020603050405020304" pitchFamily="18" charset="0"/>
                <a:ea typeface="돋움" panose="020B0600000101010101" pitchFamily="50" charset="-127"/>
                <a:cs typeface="Times New Roman" panose="02020603050405020304" pitchFamily="18" charset="0"/>
              </a:rPr>
              <a:t>điện</a:t>
            </a:r>
            <a:r>
              <a:rPr lang="en-US" altLang="ko-KR" sz="105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50" dirty="0" err="1" smtClean="0">
                <a:latin typeface="Times New Roman" panose="02020603050405020304" pitchFamily="18" charset="0"/>
                <a:ea typeface="돋움" panose="020B0600000101010101" pitchFamily="50" charset="-127"/>
                <a:cs typeface="Times New Roman" panose="02020603050405020304" pitchFamily="18" charset="0"/>
              </a:rPr>
              <a:t>tiêu</a:t>
            </a:r>
            <a:r>
              <a:rPr lang="en-US" altLang="ko-KR" sz="1050" dirty="0" smtClean="0">
                <a:latin typeface="Times New Roman" panose="02020603050405020304" pitchFamily="18" charset="0"/>
                <a:ea typeface="돋움" panose="020B0600000101010101" pitchFamily="50" charset="-127"/>
                <a:cs typeface="Times New Roman" panose="02020603050405020304" pitchFamily="18" charset="0"/>
              </a:rPr>
              <a:t> </a:t>
            </a:r>
            <a:r>
              <a:rPr lang="en-US" altLang="ko-KR" sz="1050" dirty="0" err="1" smtClean="0">
                <a:latin typeface="Times New Roman" panose="02020603050405020304" pitchFamily="18" charset="0"/>
                <a:ea typeface="돋움" panose="020B0600000101010101" pitchFamily="50" charset="-127"/>
                <a:cs typeface="Times New Roman" panose="02020603050405020304" pitchFamily="18" charset="0"/>
              </a:rPr>
              <a:t>thụ</a:t>
            </a:r>
            <a:r>
              <a:rPr lang="en-US" altLang="ko-KR" sz="1050" dirty="0" smtClean="0">
                <a:latin typeface="Times New Roman" panose="02020603050405020304" pitchFamily="18" charset="0"/>
                <a:ea typeface="돋움" panose="020B0600000101010101" pitchFamily="50" charset="-127"/>
                <a:cs typeface="Times New Roman" panose="02020603050405020304" pitchFamily="18" charset="0"/>
              </a:rPr>
              <a:t> DC24V</a:t>
            </a:r>
            <a:endParaRPr lang="ko-KR" altLang="en-US" sz="1050" dirty="0">
              <a:latin typeface="Times New Roman" panose="02020603050405020304" pitchFamily="18" charset="0"/>
              <a:ea typeface="돋움" panose="020B0600000101010101" pitchFamily="50" charset="-127"/>
              <a:cs typeface="Times New Roman" panose="02020603050405020304" pitchFamily="18" charset="0"/>
            </a:endParaRPr>
          </a:p>
        </p:txBody>
      </p:sp>
    </p:spTree>
    <p:extLst>
      <p:ext uri="{BB962C8B-B14F-4D97-AF65-F5344CB8AC3E}">
        <p14:creationId xmlns:p14="http://schemas.microsoft.com/office/powerpoint/2010/main" val="1970812832"/>
      </p:ext>
    </p:extLst>
  </p:cSld>
  <p:clrMapOvr>
    <a:masterClrMapping/>
  </p:clrMapOvr>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3"/>
          <p:cNvSpPr>
            <a:spLocks noChangeArrowheads="1"/>
          </p:cNvSpPr>
          <p:nvPr/>
        </p:nvSpPr>
        <p:spPr bwMode="auto">
          <a:xfrm>
            <a:off x="560388" y="549275"/>
            <a:ext cx="8785100"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b="1" dirty="0" smtClean="0">
                <a:solidFill>
                  <a:srgbClr val="000000"/>
                </a:solidFill>
                <a:latin typeface="Times New Roman" panose="02020603050405020304" pitchFamily="18" charset="0"/>
                <a:cs typeface="Times New Roman" panose="02020603050405020304" pitchFamily="18" charset="0"/>
              </a:rPr>
              <a:t>▷</a:t>
            </a:r>
            <a:r>
              <a:rPr lang="en-US" altLang="ko-KR" sz="1200" b="1" dirty="0" err="1" smtClean="0">
                <a:solidFill>
                  <a:srgbClr val="000000"/>
                </a:solidFill>
                <a:latin typeface="Times New Roman" panose="02020603050405020304" pitchFamily="18" charset="0"/>
                <a:cs typeface="Times New Roman" panose="02020603050405020304" pitchFamily="18" charset="0"/>
              </a:rPr>
              <a:t>Trường</a:t>
            </a:r>
            <a:r>
              <a:rPr lang="en-US" altLang="ko-KR" sz="1200" b="1" dirty="0" smtClean="0">
                <a:solidFill>
                  <a:srgbClr val="000000"/>
                </a:solidFill>
                <a:latin typeface="Times New Roman" panose="02020603050405020304" pitchFamily="18" charset="0"/>
                <a:cs typeface="Times New Roman" panose="02020603050405020304" pitchFamily="18" charset="0"/>
              </a:rPr>
              <a:t> </a:t>
            </a:r>
            <a:r>
              <a:rPr lang="en-US" altLang="ko-KR" sz="1200" b="1" dirty="0" err="1" smtClean="0">
                <a:solidFill>
                  <a:srgbClr val="000000"/>
                </a:solidFill>
                <a:latin typeface="Times New Roman" panose="02020603050405020304" pitchFamily="18" charset="0"/>
                <a:cs typeface="Times New Roman" panose="02020603050405020304" pitchFamily="18" charset="0"/>
              </a:rPr>
              <a:t>hợp</a:t>
            </a:r>
            <a:r>
              <a:rPr lang="ko-KR" altLang="en-US" sz="1200" b="1" dirty="0" smtClean="0">
                <a:latin typeface="Times New Roman" panose="02020603050405020304" pitchFamily="18" charset="0"/>
                <a:cs typeface="Times New Roman" panose="02020603050405020304" pitchFamily="18" charset="0"/>
              </a:rPr>
              <a:t>「</a:t>
            </a:r>
            <a:r>
              <a:rPr lang="en-US" altLang="ko-KR" sz="1200" b="1" dirty="0">
                <a:latin typeface="Times New Roman" panose="02020603050405020304" pitchFamily="18" charset="0"/>
                <a:cs typeface="Times New Roman" panose="02020603050405020304" pitchFamily="18" charset="0"/>
              </a:rPr>
              <a:t>POWER</a:t>
            </a:r>
            <a:r>
              <a:rPr lang="ko-KR" altLang="en-US" sz="1200" b="1" dirty="0">
                <a:latin typeface="Times New Roman" panose="02020603050405020304" pitchFamily="18" charset="0"/>
                <a:cs typeface="Times New Roman" panose="02020603050405020304" pitchFamily="18" charset="0"/>
              </a:rPr>
              <a:t>」</a:t>
            </a:r>
            <a:r>
              <a:rPr lang="en-US" altLang="ko-KR" sz="1200" b="1" dirty="0" smtClean="0">
                <a:latin typeface="Times New Roman" panose="02020603050405020304" pitchFamily="18" charset="0"/>
                <a:cs typeface="Times New Roman" panose="02020603050405020304" pitchFamily="18" charset="0"/>
              </a:rPr>
              <a:t>LED</a:t>
            </a:r>
            <a:r>
              <a:rPr lang="ko-KR" altLang="en-US" sz="1200" b="1"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bị</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tắt</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POWER</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LED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73059" name="AutoShape 6"/>
          <p:cNvSpPr>
            <a:spLocks noChangeArrowheads="1"/>
          </p:cNvSpPr>
          <p:nvPr/>
        </p:nvSpPr>
        <p:spPr bwMode="auto">
          <a:xfrm>
            <a:off x="623888" y="1160463"/>
            <a:ext cx="2184400" cy="180975"/>
          </a:xfrm>
          <a:prstGeom prst="flowChartTerminator">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Power LED </a:t>
            </a:r>
            <a:r>
              <a:rPr lang="en-US" altLang="ko-KR" sz="1000" dirty="0" err="1" smtClean="0">
                <a:latin typeface="Times New Roman" panose="02020603050405020304" pitchFamily="18" charset="0"/>
                <a:ea typeface="굴림체" pitchFamily="49" charset="-127"/>
                <a:cs typeface="Times New Roman" panose="02020603050405020304" pitchFamily="18" charset="0"/>
              </a:rPr>
              <a:t>tắt</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73060" name="AutoShape 7"/>
          <p:cNvSpPr>
            <a:spLocks noChangeArrowheads="1"/>
          </p:cNvSpPr>
          <p:nvPr/>
        </p:nvSpPr>
        <p:spPr bwMode="auto">
          <a:xfrm>
            <a:off x="623888" y="1520825"/>
            <a:ext cx="2184400" cy="647700"/>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đang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được</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cấp</a:t>
            </a:r>
            <a:r>
              <a:rPr lang="en-US" altLang="ko-KR" sz="1000" dirty="0" smtClean="0">
                <a:latin typeface="Times New Roman" panose="02020603050405020304" pitchFamily="18" charset="0"/>
                <a:ea typeface="굴림체" pitchFamily="49" charset="-127"/>
                <a:cs typeface="Times New Roman" panose="02020603050405020304" pitchFamily="18" charset="0"/>
              </a:rPr>
              <a:t> 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3061" name="AutoShape 9"/>
          <p:cNvSpPr>
            <a:spLocks noChangeArrowheads="1"/>
          </p:cNvSpPr>
          <p:nvPr/>
        </p:nvSpPr>
        <p:spPr bwMode="auto">
          <a:xfrm>
            <a:off x="623888" y="2600325"/>
            <a:ext cx="2184400" cy="650875"/>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áp</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của</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nguồn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nằm</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trong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phạm</a:t>
            </a:r>
            <a:r>
              <a:rPr lang="en-US" altLang="ko-KR" sz="1000" dirty="0" smtClean="0">
                <a:latin typeface="Times New Roman" panose="02020603050405020304" pitchFamily="18" charset="0"/>
                <a:ea typeface="굴림체" pitchFamily="49" charset="-127"/>
                <a:cs typeface="Times New Roman" panose="02020603050405020304" pitchFamily="18" charset="0"/>
              </a:rPr>
              <a:t> vi </a:t>
            </a:r>
            <a:r>
              <a:rPr lang="en-US" altLang="ko-KR" sz="1000" dirty="0" err="1" smtClean="0">
                <a:latin typeface="Times New Roman" panose="02020603050405020304" pitchFamily="18" charset="0"/>
                <a:ea typeface="굴림체" pitchFamily="49" charset="-127"/>
                <a:cs typeface="Times New Roman" panose="02020603050405020304" pitchFamily="18" charset="0"/>
              </a:rPr>
              <a:t>kỹ</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thuật</a:t>
            </a:r>
            <a:r>
              <a:rPr lang="en-US" altLang="ko-KR" sz="1000" dirty="0" smtClean="0">
                <a:latin typeface="Times New Roman" panose="02020603050405020304" pitchFamily="18" charset="0"/>
                <a:ea typeface="굴림체" pitchFamily="49" charset="-127"/>
                <a:cs typeface="Times New Roman" panose="02020603050405020304" pitchFamily="18" charset="0"/>
              </a:rPr>
              <a:t> 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73062" name="AutoShape 10"/>
          <p:cNvSpPr>
            <a:spLocks noChangeArrowheads="1"/>
          </p:cNvSpPr>
          <p:nvPr/>
        </p:nvSpPr>
        <p:spPr bwMode="auto">
          <a:xfrm>
            <a:off x="623888" y="3716338"/>
            <a:ext cx="2184400" cy="647700"/>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nguồn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được</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cố</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định</a:t>
            </a:r>
            <a:r>
              <a:rPr lang="en-US" altLang="ko-KR" sz="1000" dirty="0" smtClean="0">
                <a:latin typeface="Times New Roman" panose="02020603050405020304" pitchFamily="18" charset="0"/>
                <a:ea typeface="굴림체" pitchFamily="49" charset="-127"/>
                <a:cs typeface="Times New Roman" panose="02020603050405020304" pitchFamily="18" charset="0"/>
              </a:rPr>
              <a:t> 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73063" name="AutoShape 11"/>
          <p:cNvSpPr>
            <a:spLocks noChangeArrowheads="1"/>
          </p:cNvSpPr>
          <p:nvPr/>
        </p:nvSpPr>
        <p:spPr bwMode="auto">
          <a:xfrm>
            <a:off x="625475" y="4868863"/>
            <a:ext cx="2184400" cy="647700"/>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a:latin typeface="Times New Roman" panose="02020603050405020304" pitchFamily="18" charset="0"/>
                <a:ea typeface="굴림체" pitchFamily="49" charset="-127"/>
                <a:cs typeface="Times New Roman" panose="02020603050405020304" pitchFamily="18" charset="0"/>
              </a:rPr>
              <a:t>B</a:t>
            </a:r>
            <a:r>
              <a:rPr lang="en-US" altLang="ko-KR" sz="1000" dirty="0" err="1" smtClean="0">
                <a:latin typeface="Times New Roman" panose="02020603050405020304" pitchFamily="18" charset="0"/>
                <a:ea typeface="굴림체" pitchFamily="49" charset="-127"/>
                <a:cs typeface="Times New Roman" panose="02020603050405020304" pitchFamily="18" charset="0"/>
              </a:rPr>
              <a:t>ảo</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vệ</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quá</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dòng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đang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hoạt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động</a:t>
            </a:r>
            <a:r>
              <a:rPr lang="en-US" altLang="ko-KR" sz="1000" dirty="0" smtClean="0">
                <a:latin typeface="Times New Roman" panose="02020603050405020304" pitchFamily="18" charset="0"/>
                <a:ea typeface="굴림체" pitchFamily="49" charset="-127"/>
                <a:cs typeface="Times New Roman" panose="02020603050405020304" pitchFamily="18" charset="0"/>
              </a:rPr>
              <a:t> 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3064" name="AutoShape 12"/>
          <p:cNvSpPr>
            <a:spLocks noChangeArrowheads="1"/>
          </p:cNvSpPr>
          <p:nvPr/>
        </p:nvSpPr>
        <p:spPr bwMode="auto">
          <a:xfrm>
            <a:off x="3197225" y="1754188"/>
            <a:ext cx="2690813" cy="179387"/>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Cung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cấp</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nguồn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3065" name="AutoShape 13"/>
          <p:cNvSpPr>
            <a:spLocks noChangeArrowheads="1"/>
          </p:cNvSpPr>
          <p:nvPr/>
        </p:nvSpPr>
        <p:spPr bwMode="auto">
          <a:xfrm>
            <a:off x="3197225" y="2168525"/>
            <a:ext cx="2690813" cy="431800"/>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Power </a:t>
            </a:r>
            <a:r>
              <a:rPr lang="en-US" altLang="ko-KR" sz="1000" dirty="0" smtClean="0">
                <a:latin typeface="Times New Roman" panose="02020603050405020304" pitchFamily="18" charset="0"/>
                <a:ea typeface="굴림체" pitchFamily="49" charset="-127"/>
                <a:cs typeface="Times New Roman" panose="02020603050405020304" pitchFamily="18" charset="0"/>
              </a:rPr>
              <a:t>LED</a:t>
            </a:r>
            <a:r>
              <a:rPr lang="ko-KR" altLang="en-US"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đã</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sáng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chưa</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3066" name="AutoShape 14"/>
          <p:cNvSpPr>
            <a:spLocks noChangeArrowheads="1"/>
          </p:cNvSpPr>
          <p:nvPr/>
        </p:nvSpPr>
        <p:spPr bwMode="auto">
          <a:xfrm>
            <a:off x="3197225" y="3249613"/>
            <a:ext cx="2690813" cy="431800"/>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Power </a:t>
            </a:r>
            <a:r>
              <a:rPr lang="en-US" altLang="ko-KR" sz="1000" dirty="0" smtClean="0">
                <a:latin typeface="Times New Roman" panose="02020603050405020304" pitchFamily="18" charset="0"/>
                <a:ea typeface="굴림체" pitchFamily="49" charset="-127"/>
                <a:cs typeface="Times New Roman" panose="02020603050405020304" pitchFamily="18" charset="0"/>
              </a:rPr>
              <a:t>LED</a:t>
            </a:r>
            <a:r>
              <a:rPr lang="ko-KR" altLang="en-US"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đã</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sáng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chưa</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3067" name="AutoShape 15"/>
          <p:cNvSpPr>
            <a:spLocks noChangeArrowheads="1"/>
          </p:cNvSpPr>
          <p:nvPr/>
        </p:nvSpPr>
        <p:spPr bwMode="auto">
          <a:xfrm>
            <a:off x="3197225" y="4365625"/>
            <a:ext cx="2690813" cy="431800"/>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Power </a:t>
            </a:r>
            <a:r>
              <a:rPr lang="en-US" altLang="ko-KR" sz="1000" dirty="0" smtClean="0">
                <a:latin typeface="Times New Roman" panose="02020603050405020304" pitchFamily="18" charset="0"/>
                <a:ea typeface="굴림체" pitchFamily="49" charset="-127"/>
                <a:cs typeface="Times New Roman" panose="02020603050405020304" pitchFamily="18" charset="0"/>
              </a:rPr>
              <a:t>LED</a:t>
            </a:r>
            <a:r>
              <a:rPr lang="ko-KR" altLang="en-US"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đã</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sáng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chưa</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3068" name="AutoShape 16"/>
          <p:cNvSpPr>
            <a:spLocks noChangeArrowheads="1"/>
          </p:cNvSpPr>
          <p:nvPr/>
        </p:nvSpPr>
        <p:spPr bwMode="auto">
          <a:xfrm>
            <a:off x="3197225" y="5516563"/>
            <a:ext cx="2690813" cy="431800"/>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Power </a:t>
            </a:r>
            <a:r>
              <a:rPr lang="en-US" altLang="ko-KR" sz="1000" dirty="0" smtClean="0">
                <a:latin typeface="Times New Roman" panose="02020603050405020304" pitchFamily="18" charset="0"/>
                <a:ea typeface="굴림체" pitchFamily="49" charset="-127"/>
                <a:cs typeface="Times New Roman" panose="02020603050405020304" pitchFamily="18" charset="0"/>
              </a:rPr>
              <a:t>LED</a:t>
            </a:r>
            <a:r>
              <a:rPr lang="ko-KR" altLang="en-US"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đã</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sáng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chưa</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3069" name="AutoShape 17"/>
          <p:cNvSpPr>
            <a:spLocks noChangeArrowheads="1"/>
          </p:cNvSpPr>
          <p:nvPr/>
        </p:nvSpPr>
        <p:spPr bwMode="auto">
          <a:xfrm>
            <a:off x="3197225" y="2835275"/>
            <a:ext cx="2690813" cy="179388"/>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Để</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áp</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cung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cấp</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trong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phạm</a:t>
            </a:r>
            <a:r>
              <a:rPr lang="en-US" altLang="ko-KR" sz="1000" dirty="0" smtClean="0">
                <a:latin typeface="Times New Roman" panose="02020603050405020304" pitchFamily="18" charset="0"/>
                <a:ea typeface="굴림체" pitchFamily="49" charset="-127"/>
                <a:cs typeface="Times New Roman" panose="02020603050405020304" pitchFamily="18" charset="0"/>
              </a:rPr>
              <a:t> vi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định</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mức</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3070" name="AutoShape 18"/>
          <p:cNvSpPr>
            <a:spLocks noChangeArrowheads="1"/>
          </p:cNvSpPr>
          <p:nvPr/>
        </p:nvSpPr>
        <p:spPr bwMode="auto">
          <a:xfrm>
            <a:off x="3197225" y="3949700"/>
            <a:ext cx="2690813" cy="179388"/>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Cố</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định</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nguồn</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3071" name="AutoShape 19"/>
          <p:cNvSpPr>
            <a:spLocks noChangeArrowheads="1"/>
          </p:cNvSpPr>
          <p:nvPr/>
        </p:nvSpPr>
        <p:spPr bwMode="auto">
          <a:xfrm>
            <a:off x="3197225" y="5030788"/>
            <a:ext cx="2690813" cy="323850"/>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1</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Kiểm</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tra</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công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suất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dòng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rồi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giảm</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dòng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2. </a:t>
            </a:r>
            <a:r>
              <a:rPr lang="en-US" altLang="ko-KR" sz="1000" dirty="0" smtClean="0">
                <a:latin typeface="Times New Roman" panose="02020603050405020304" pitchFamily="18" charset="0"/>
                <a:ea typeface="굴림체" pitchFamily="49" charset="-127"/>
                <a:cs typeface="Times New Roman" panose="02020603050405020304" pitchFamily="18" charset="0"/>
              </a:rPr>
              <a:t>OFF </a:t>
            </a:r>
            <a:r>
              <a:rPr lang="en-US" altLang="ko-KR" sz="1000" dirty="0" err="1" smtClean="0">
                <a:latin typeface="Times New Roman" panose="02020603050405020304" pitchFamily="18" charset="0"/>
                <a:ea typeface="굴림체" pitchFamily="49" charset="-127"/>
                <a:cs typeface="Times New Roman" panose="02020603050405020304" pitchFamily="18" charset="0"/>
              </a:rPr>
              <a:t>nguồn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vào</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và</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mấy</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phút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sau</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thì</a:t>
            </a:r>
            <a:r>
              <a:rPr lang="en-US" altLang="ko-KR" sz="1000" dirty="0" smtClean="0">
                <a:latin typeface="Times New Roman" panose="02020603050405020304" pitchFamily="18" charset="0"/>
                <a:ea typeface="굴림체" pitchFamily="49" charset="-127"/>
                <a:cs typeface="Times New Roman" panose="02020603050405020304" pitchFamily="18" charset="0"/>
              </a:rPr>
              <a:t> ON.</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cxnSp>
        <p:nvCxnSpPr>
          <p:cNvPr id="173072" name="AutoShape 20"/>
          <p:cNvCxnSpPr>
            <a:cxnSpLocks noChangeShapeType="1"/>
            <a:stCxn id="173059" idx="2"/>
            <a:endCxn id="173060" idx="0"/>
          </p:cNvCxnSpPr>
          <p:nvPr/>
        </p:nvCxnSpPr>
        <p:spPr bwMode="auto">
          <a:xfrm>
            <a:off x="1716088" y="1341438"/>
            <a:ext cx="0" cy="179387"/>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3073" name="AutoShape 21"/>
          <p:cNvCxnSpPr>
            <a:cxnSpLocks noChangeShapeType="1"/>
            <a:stCxn id="173060" idx="2"/>
            <a:endCxn id="173061" idx="0"/>
          </p:cNvCxnSpPr>
          <p:nvPr/>
        </p:nvCxnSpPr>
        <p:spPr bwMode="auto">
          <a:xfrm rot="5400000">
            <a:off x="1500188" y="2384425"/>
            <a:ext cx="431800"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3074" name="AutoShape 22"/>
          <p:cNvCxnSpPr>
            <a:cxnSpLocks noChangeShapeType="1"/>
            <a:stCxn id="173061" idx="2"/>
            <a:endCxn id="173062" idx="0"/>
          </p:cNvCxnSpPr>
          <p:nvPr/>
        </p:nvCxnSpPr>
        <p:spPr bwMode="auto">
          <a:xfrm rot="5400000">
            <a:off x="1483519" y="3483769"/>
            <a:ext cx="465138"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3075" name="AutoShape 23"/>
          <p:cNvCxnSpPr>
            <a:cxnSpLocks noChangeShapeType="1"/>
            <a:stCxn id="173062" idx="2"/>
            <a:endCxn id="173063" idx="0"/>
          </p:cNvCxnSpPr>
          <p:nvPr/>
        </p:nvCxnSpPr>
        <p:spPr bwMode="auto">
          <a:xfrm rot="16200000" flipH="1">
            <a:off x="1464469" y="4615657"/>
            <a:ext cx="504825" cy="1587"/>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73076" name="AutoShape 24"/>
          <p:cNvCxnSpPr>
            <a:cxnSpLocks noChangeShapeType="1"/>
            <a:stCxn id="173063" idx="2"/>
            <a:endCxn id="173095" idx="1"/>
          </p:cNvCxnSpPr>
          <p:nvPr/>
        </p:nvCxnSpPr>
        <p:spPr bwMode="auto">
          <a:xfrm rot="16200000" flipH="1">
            <a:off x="2162175" y="5072063"/>
            <a:ext cx="828675" cy="1717675"/>
          </a:xfrm>
          <a:prstGeom prst="bentConnector2">
            <a:avLst/>
          </a:prstGeom>
          <a:noFill/>
          <a:ln w="12700">
            <a:solidFill>
              <a:srgbClr val="0000FF"/>
            </a:solidFill>
            <a:miter lim="800000"/>
            <a:headEnd/>
            <a:tailEnd type="triangle" w="med" len="med"/>
          </a:ln>
          <a:extLst>
            <a:ext uri="{909E8E84-426E-40DD-AFC4-6F175D3DCCD1}">
              <a14:hiddenFill xmlns:a14="http://schemas.microsoft.com/office/drawing/2010/main">
                <a:noFill/>
              </a14:hiddenFill>
            </a:ext>
          </a:extLst>
        </p:spPr>
      </p:cxnSp>
      <p:cxnSp>
        <p:nvCxnSpPr>
          <p:cNvPr id="173077" name="AutoShape 25"/>
          <p:cNvCxnSpPr>
            <a:cxnSpLocks noChangeShapeType="1"/>
            <a:stCxn id="173060" idx="3"/>
            <a:endCxn id="173064" idx="1"/>
          </p:cNvCxnSpPr>
          <p:nvPr/>
        </p:nvCxnSpPr>
        <p:spPr bwMode="auto">
          <a:xfrm>
            <a:off x="2808288" y="1844675"/>
            <a:ext cx="388937" cy="0"/>
          </a:xfrm>
          <a:prstGeom prst="straightConnector1">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cxnSp>
      <p:cxnSp>
        <p:nvCxnSpPr>
          <p:cNvPr id="173078" name="AutoShape 26"/>
          <p:cNvCxnSpPr>
            <a:cxnSpLocks noChangeShapeType="1"/>
            <a:stCxn id="173061" idx="3"/>
            <a:endCxn id="173069" idx="1"/>
          </p:cNvCxnSpPr>
          <p:nvPr/>
        </p:nvCxnSpPr>
        <p:spPr bwMode="auto">
          <a:xfrm>
            <a:off x="2808288" y="2925763"/>
            <a:ext cx="388937" cy="0"/>
          </a:xfrm>
          <a:prstGeom prst="straightConnector1">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cxnSp>
      <p:cxnSp>
        <p:nvCxnSpPr>
          <p:cNvPr id="173079" name="AutoShape 27"/>
          <p:cNvCxnSpPr>
            <a:cxnSpLocks noChangeShapeType="1"/>
            <a:stCxn id="173062" idx="3"/>
            <a:endCxn id="173070" idx="1"/>
          </p:cNvCxnSpPr>
          <p:nvPr/>
        </p:nvCxnSpPr>
        <p:spPr bwMode="auto">
          <a:xfrm>
            <a:off x="2808288" y="4040188"/>
            <a:ext cx="388937" cy="0"/>
          </a:xfrm>
          <a:prstGeom prst="straightConnector1">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cxnSp>
      <p:cxnSp>
        <p:nvCxnSpPr>
          <p:cNvPr id="173080" name="AutoShape 28"/>
          <p:cNvCxnSpPr>
            <a:cxnSpLocks noChangeShapeType="1"/>
            <a:stCxn id="173063" idx="3"/>
            <a:endCxn id="173071" idx="1"/>
          </p:cNvCxnSpPr>
          <p:nvPr/>
        </p:nvCxnSpPr>
        <p:spPr bwMode="auto">
          <a:xfrm>
            <a:off x="2809875" y="5192713"/>
            <a:ext cx="387350" cy="0"/>
          </a:xfrm>
          <a:prstGeom prst="straightConnector1">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cxnSp>
      <p:cxnSp>
        <p:nvCxnSpPr>
          <p:cNvPr id="173081" name="AutoShape 29"/>
          <p:cNvCxnSpPr>
            <a:cxnSpLocks noChangeShapeType="1"/>
            <a:stCxn id="173065" idx="1"/>
            <a:endCxn id="173082" idx="6"/>
          </p:cNvCxnSpPr>
          <p:nvPr/>
        </p:nvCxnSpPr>
        <p:spPr bwMode="auto">
          <a:xfrm rot="10800000">
            <a:off x="1765300" y="2384425"/>
            <a:ext cx="1431925" cy="0"/>
          </a:xfrm>
          <a:prstGeom prst="straightConnector1">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cxnSp>
      <p:sp>
        <p:nvSpPr>
          <p:cNvPr id="173082" name="Oval 30"/>
          <p:cNvSpPr>
            <a:spLocks noChangeArrowheads="1"/>
          </p:cNvSpPr>
          <p:nvPr/>
        </p:nvSpPr>
        <p:spPr bwMode="auto">
          <a:xfrm>
            <a:off x="1670050" y="2330450"/>
            <a:ext cx="95250" cy="107950"/>
          </a:xfrm>
          <a:prstGeom prst="ellipse">
            <a:avLst/>
          </a:prstGeom>
          <a:solidFill>
            <a:schemeClr val="tx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ko-KR" sz="1000">
              <a:latin typeface="Times New Roman" panose="02020603050405020304" pitchFamily="18" charset="0"/>
              <a:ea typeface="굴림체" pitchFamily="49" charset="-127"/>
              <a:cs typeface="Times New Roman" panose="02020603050405020304" pitchFamily="18" charset="0"/>
            </a:endParaRPr>
          </a:p>
        </p:txBody>
      </p:sp>
      <p:sp>
        <p:nvSpPr>
          <p:cNvPr id="173083" name="Oval 31"/>
          <p:cNvSpPr>
            <a:spLocks noChangeArrowheads="1"/>
          </p:cNvSpPr>
          <p:nvPr/>
        </p:nvSpPr>
        <p:spPr bwMode="auto">
          <a:xfrm>
            <a:off x="1670050" y="3411538"/>
            <a:ext cx="95250" cy="107950"/>
          </a:xfrm>
          <a:prstGeom prst="ellipse">
            <a:avLst/>
          </a:prstGeom>
          <a:solidFill>
            <a:schemeClr val="tx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ko-KR" sz="1000">
              <a:latin typeface="Times New Roman" panose="02020603050405020304" pitchFamily="18" charset="0"/>
              <a:ea typeface="굴림체" pitchFamily="49" charset="-127"/>
              <a:cs typeface="Times New Roman" panose="02020603050405020304" pitchFamily="18" charset="0"/>
            </a:endParaRPr>
          </a:p>
        </p:txBody>
      </p:sp>
      <p:sp>
        <p:nvSpPr>
          <p:cNvPr id="173084" name="Oval 32"/>
          <p:cNvSpPr>
            <a:spLocks noChangeArrowheads="1"/>
          </p:cNvSpPr>
          <p:nvPr/>
        </p:nvSpPr>
        <p:spPr bwMode="auto">
          <a:xfrm>
            <a:off x="1670050" y="4527550"/>
            <a:ext cx="95250" cy="107950"/>
          </a:xfrm>
          <a:prstGeom prst="ellipse">
            <a:avLst/>
          </a:prstGeom>
          <a:solidFill>
            <a:schemeClr val="tx1"/>
          </a:solidFill>
          <a:ln w="9525">
            <a:solidFill>
              <a:schemeClr val="tx1"/>
            </a:solidFill>
            <a:round/>
            <a:headEnd/>
            <a:tailEnd/>
          </a:ln>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ko-KR" sz="1000">
              <a:latin typeface="Times New Roman" panose="02020603050405020304" pitchFamily="18" charset="0"/>
              <a:ea typeface="굴림체" pitchFamily="49" charset="-127"/>
              <a:cs typeface="Times New Roman" panose="02020603050405020304" pitchFamily="18" charset="0"/>
            </a:endParaRPr>
          </a:p>
        </p:txBody>
      </p:sp>
      <p:cxnSp>
        <p:nvCxnSpPr>
          <p:cNvPr id="173085" name="AutoShape 34"/>
          <p:cNvCxnSpPr>
            <a:cxnSpLocks noChangeShapeType="1"/>
            <a:stCxn id="173066" idx="1"/>
            <a:endCxn id="173083" idx="6"/>
          </p:cNvCxnSpPr>
          <p:nvPr/>
        </p:nvCxnSpPr>
        <p:spPr bwMode="auto">
          <a:xfrm rot="10800000">
            <a:off x="1765300" y="3465513"/>
            <a:ext cx="1431925" cy="0"/>
          </a:xfrm>
          <a:prstGeom prst="straightConnector1">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cxnSp>
      <p:cxnSp>
        <p:nvCxnSpPr>
          <p:cNvPr id="173086" name="AutoShape 35"/>
          <p:cNvCxnSpPr>
            <a:cxnSpLocks noChangeShapeType="1"/>
            <a:stCxn id="173067" idx="1"/>
            <a:endCxn id="173084" idx="6"/>
          </p:cNvCxnSpPr>
          <p:nvPr/>
        </p:nvCxnSpPr>
        <p:spPr bwMode="auto">
          <a:xfrm rot="10800000">
            <a:off x="1765300" y="4581525"/>
            <a:ext cx="1431925" cy="0"/>
          </a:xfrm>
          <a:prstGeom prst="straightConnector1">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cxnSp>
      <p:cxnSp>
        <p:nvCxnSpPr>
          <p:cNvPr id="173087" name="AutoShape 36"/>
          <p:cNvCxnSpPr>
            <a:cxnSpLocks noChangeShapeType="1"/>
            <a:stCxn id="173064" idx="2"/>
            <a:endCxn id="173065" idx="0"/>
          </p:cNvCxnSpPr>
          <p:nvPr/>
        </p:nvCxnSpPr>
        <p:spPr bwMode="auto">
          <a:xfrm rot="5400000">
            <a:off x="4425950" y="2051050"/>
            <a:ext cx="234950"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3088" name="AutoShape 37"/>
          <p:cNvCxnSpPr>
            <a:cxnSpLocks noChangeShapeType="1"/>
            <a:stCxn id="173069" idx="2"/>
            <a:endCxn id="173066" idx="0"/>
          </p:cNvCxnSpPr>
          <p:nvPr/>
        </p:nvCxnSpPr>
        <p:spPr bwMode="auto">
          <a:xfrm rot="5400000">
            <a:off x="4425950" y="3132138"/>
            <a:ext cx="234950"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3089" name="AutoShape 38"/>
          <p:cNvCxnSpPr>
            <a:cxnSpLocks noChangeShapeType="1"/>
            <a:stCxn id="173070" idx="2"/>
            <a:endCxn id="173067" idx="0"/>
          </p:cNvCxnSpPr>
          <p:nvPr/>
        </p:nvCxnSpPr>
        <p:spPr bwMode="auto">
          <a:xfrm rot="5400000">
            <a:off x="4425156" y="4247357"/>
            <a:ext cx="236537"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3090" name="AutoShape 39"/>
          <p:cNvCxnSpPr>
            <a:cxnSpLocks noChangeShapeType="1"/>
            <a:stCxn id="173071" idx="2"/>
            <a:endCxn id="173068" idx="0"/>
          </p:cNvCxnSpPr>
          <p:nvPr/>
        </p:nvCxnSpPr>
        <p:spPr bwMode="auto">
          <a:xfrm rot="5400000">
            <a:off x="4462462" y="5435601"/>
            <a:ext cx="1619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73091" name="AutoShape 42"/>
          <p:cNvSpPr>
            <a:spLocks noChangeArrowheads="1"/>
          </p:cNvSpPr>
          <p:nvPr/>
        </p:nvSpPr>
        <p:spPr bwMode="auto">
          <a:xfrm>
            <a:off x="6437313" y="1709738"/>
            <a:ext cx="2689225" cy="179387"/>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Đổi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nguồn</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3092" name="AutoShape 43"/>
          <p:cNvSpPr>
            <a:spLocks noChangeArrowheads="1"/>
          </p:cNvSpPr>
          <p:nvPr/>
        </p:nvSpPr>
        <p:spPr bwMode="auto">
          <a:xfrm>
            <a:off x="6437313" y="2178050"/>
            <a:ext cx="2689225" cy="431800"/>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Power </a:t>
            </a:r>
            <a:r>
              <a:rPr lang="en-US" altLang="ko-KR" sz="1000" dirty="0" smtClean="0">
                <a:latin typeface="Times New Roman" panose="02020603050405020304" pitchFamily="18" charset="0"/>
                <a:ea typeface="굴림체" pitchFamily="49" charset="-127"/>
                <a:cs typeface="Times New Roman" panose="02020603050405020304" pitchFamily="18" charset="0"/>
              </a:rPr>
              <a:t>LED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đã</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sáng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chưa</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cxnSp>
        <p:nvCxnSpPr>
          <p:cNvPr id="173093" name="AutoShape 44"/>
          <p:cNvCxnSpPr>
            <a:cxnSpLocks noChangeShapeType="1"/>
            <a:stCxn id="173091" idx="2"/>
            <a:endCxn id="173092" idx="0"/>
          </p:cNvCxnSpPr>
          <p:nvPr/>
        </p:nvCxnSpPr>
        <p:spPr bwMode="auto">
          <a:xfrm rot="5400000">
            <a:off x="7637462" y="2033588"/>
            <a:ext cx="2889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73094" name="AutoShape 45"/>
          <p:cNvSpPr>
            <a:spLocks noChangeArrowheads="1"/>
          </p:cNvSpPr>
          <p:nvPr/>
        </p:nvSpPr>
        <p:spPr bwMode="auto">
          <a:xfrm>
            <a:off x="6824663" y="2889250"/>
            <a:ext cx="1912937" cy="323850"/>
          </a:xfrm>
          <a:prstGeom prst="flowChartProcess">
            <a:avLst/>
          </a:prstGeom>
          <a:noFill/>
          <a:ln w="28575">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2000" b="1">
                <a:latin typeface="Times New Roman" panose="02020603050405020304" pitchFamily="18" charset="0"/>
                <a:ea typeface="굴림체" pitchFamily="49" charset="-127"/>
                <a:cs typeface="Times New Roman" panose="02020603050405020304" pitchFamily="18" charset="0"/>
              </a:rPr>
              <a:t>Service Call</a:t>
            </a:r>
          </a:p>
        </p:txBody>
      </p:sp>
      <p:sp>
        <p:nvSpPr>
          <p:cNvPr id="173095" name="AutoShape 46"/>
          <p:cNvSpPr>
            <a:spLocks noChangeArrowheads="1"/>
          </p:cNvSpPr>
          <p:nvPr/>
        </p:nvSpPr>
        <p:spPr bwMode="auto">
          <a:xfrm>
            <a:off x="3451225" y="6200775"/>
            <a:ext cx="2184400" cy="288925"/>
          </a:xfrm>
          <a:prstGeom prst="flowChartTerminator">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2000" b="1" dirty="0" err="1" smtClean="0">
                <a:latin typeface="Times New Roman" panose="02020603050405020304" pitchFamily="18" charset="0"/>
                <a:ea typeface="굴림체" pitchFamily="49" charset="-127"/>
                <a:cs typeface="Times New Roman" panose="02020603050405020304" pitchFamily="18" charset="0"/>
              </a:rPr>
              <a:t>Hoàn</a:t>
            </a:r>
            <a:r>
              <a:rPr lang="en-US" altLang="ko-KR" sz="2000" b="1" dirty="0" smtClean="0">
                <a:latin typeface="Times New Roman" panose="02020603050405020304" pitchFamily="18" charset="0"/>
                <a:ea typeface="굴림체" pitchFamily="49" charset="-127"/>
                <a:cs typeface="Times New Roman" panose="02020603050405020304" pitchFamily="18" charset="0"/>
              </a:rPr>
              <a:t> </a:t>
            </a:r>
            <a:r>
              <a:rPr lang="en-US" altLang="ko-KR" sz="2000" b="1" dirty="0" err="1" smtClean="0">
                <a:latin typeface="Times New Roman" panose="02020603050405020304" pitchFamily="18" charset="0"/>
                <a:ea typeface="굴림체" pitchFamily="49" charset="-127"/>
                <a:cs typeface="Times New Roman" panose="02020603050405020304" pitchFamily="18" charset="0"/>
              </a:rPr>
              <a:t>thành</a:t>
            </a:r>
            <a:endParaRPr lang="ko-KR" altLang="en-US" sz="2000" b="1" dirty="0">
              <a:latin typeface="Times New Roman" panose="02020603050405020304" pitchFamily="18" charset="0"/>
              <a:ea typeface="굴림체" pitchFamily="49" charset="-127"/>
              <a:cs typeface="Times New Roman" panose="02020603050405020304" pitchFamily="18" charset="0"/>
            </a:endParaRPr>
          </a:p>
        </p:txBody>
      </p:sp>
      <p:cxnSp>
        <p:nvCxnSpPr>
          <p:cNvPr id="173096" name="AutoShape 47"/>
          <p:cNvCxnSpPr>
            <a:cxnSpLocks noChangeShapeType="1"/>
            <a:stCxn id="173068" idx="2"/>
            <a:endCxn id="173095" idx="0"/>
          </p:cNvCxnSpPr>
          <p:nvPr/>
        </p:nvCxnSpPr>
        <p:spPr bwMode="auto">
          <a:xfrm rot="5400000">
            <a:off x="4424362" y="6067426"/>
            <a:ext cx="238125" cy="0"/>
          </a:xfrm>
          <a:prstGeom prst="straightConnector1">
            <a:avLst/>
          </a:prstGeom>
          <a:noFill/>
          <a:ln w="12700">
            <a:solidFill>
              <a:srgbClr val="0000FF"/>
            </a:solidFill>
            <a:round/>
            <a:headEnd/>
            <a:tailEnd type="triangle" w="med" len="med"/>
          </a:ln>
          <a:extLst>
            <a:ext uri="{909E8E84-426E-40DD-AFC4-6F175D3DCCD1}">
              <a14:hiddenFill xmlns:a14="http://schemas.microsoft.com/office/drawing/2010/main">
                <a:noFill/>
              </a14:hiddenFill>
            </a:ext>
          </a:extLst>
        </p:spPr>
      </p:cxnSp>
      <p:cxnSp>
        <p:nvCxnSpPr>
          <p:cNvPr id="173097" name="AutoShape 48"/>
          <p:cNvCxnSpPr>
            <a:cxnSpLocks noChangeShapeType="1"/>
            <a:stCxn id="173068" idx="3"/>
            <a:endCxn id="173091" idx="1"/>
          </p:cNvCxnSpPr>
          <p:nvPr/>
        </p:nvCxnSpPr>
        <p:spPr bwMode="auto">
          <a:xfrm flipV="1">
            <a:off x="5888038" y="1800225"/>
            <a:ext cx="549275" cy="3932238"/>
          </a:xfrm>
          <a:prstGeom prst="bentConnector3">
            <a:avLst>
              <a:gd name="adj1" fmla="val 59245"/>
            </a:avLst>
          </a:prstGeom>
          <a:noFill/>
          <a:ln w="9525">
            <a:solidFill>
              <a:srgbClr val="FF3300"/>
            </a:solidFill>
            <a:miter lim="800000"/>
            <a:headEnd/>
            <a:tailEnd type="triangle" w="med" len="med"/>
          </a:ln>
          <a:extLst>
            <a:ext uri="{909E8E84-426E-40DD-AFC4-6F175D3DCCD1}">
              <a14:hiddenFill xmlns:a14="http://schemas.microsoft.com/office/drawing/2010/main">
                <a:noFill/>
              </a14:hiddenFill>
            </a:ext>
          </a:extLst>
        </p:spPr>
      </p:cxnSp>
      <p:cxnSp>
        <p:nvCxnSpPr>
          <p:cNvPr id="173098" name="AutoShape 49"/>
          <p:cNvCxnSpPr>
            <a:cxnSpLocks noChangeShapeType="1"/>
            <a:stCxn id="173067" idx="3"/>
            <a:endCxn id="173095" idx="3"/>
          </p:cNvCxnSpPr>
          <p:nvPr/>
        </p:nvCxnSpPr>
        <p:spPr bwMode="auto">
          <a:xfrm flipH="1">
            <a:off x="5649913" y="4581525"/>
            <a:ext cx="238125" cy="1763713"/>
          </a:xfrm>
          <a:prstGeom prst="bentConnector3">
            <a:avLst>
              <a:gd name="adj1" fmla="val -104347"/>
            </a:avLst>
          </a:prstGeom>
          <a:noFill/>
          <a:ln w="12700">
            <a:solidFill>
              <a:srgbClr val="0000FF"/>
            </a:solidFill>
            <a:miter lim="800000"/>
            <a:headEnd/>
            <a:tailEnd type="triangle" w="med" len="med"/>
          </a:ln>
          <a:extLst>
            <a:ext uri="{909E8E84-426E-40DD-AFC4-6F175D3DCCD1}">
              <a14:hiddenFill xmlns:a14="http://schemas.microsoft.com/office/drawing/2010/main">
                <a:noFill/>
              </a14:hiddenFill>
            </a:ext>
          </a:extLst>
        </p:spPr>
      </p:cxnSp>
      <p:cxnSp>
        <p:nvCxnSpPr>
          <p:cNvPr id="173099" name="AutoShape 50"/>
          <p:cNvCxnSpPr>
            <a:cxnSpLocks noChangeShapeType="1"/>
            <a:stCxn id="173066" idx="3"/>
            <a:endCxn id="173095" idx="3"/>
          </p:cNvCxnSpPr>
          <p:nvPr/>
        </p:nvCxnSpPr>
        <p:spPr bwMode="auto">
          <a:xfrm flipH="1">
            <a:off x="5649913" y="3465513"/>
            <a:ext cx="238125" cy="2879725"/>
          </a:xfrm>
          <a:prstGeom prst="bentConnector3">
            <a:avLst>
              <a:gd name="adj1" fmla="val -104347"/>
            </a:avLst>
          </a:prstGeom>
          <a:noFill/>
          <a:ln w="12700">
            <a:solidFill>
              <a:srgbClr val="0000FF"/>
            </a:solidFill>
            <a:miter lim="800000"/>
            <a:headEnd/>
            <a:tailEnd type="triangle" w="med" len="med"/>
          </a:ln>
          <a:extLst>
            <a:ext uri="{909E8E84-426E-40DD-AFC4-6F175D3DCCD1}">
              <a14:hiddenFill xmlns:a14="http://schemas.microsoft.com/office/drawing/2010/main">
                <a:noFill/>
              </a14:hiddenFill>
            </a:ext>
          </a:extLst>
        </p:spPr>
      </p:cxnSp>
      <p:cxnSp>
        <p:nvCxnSpPr>
          <p:cNvPr id="173100" name="AutoShape 51"/>
          <p:cNvCxnSpPr>
            <a:cxnSpLocks noChangeShapeType="1"/>
            <a:stCxn id="173065" idx="3"/>
            <a:endCxn id="173095" idx="3"/>
          </p:cNvCxnSpPr>
          <p:nvPr/>
        </p:nvCxnSpPr>
        <p:spPr bwMode="auto">
          <a:xfrm flipH="1">
            <a:off x="5649913" y="2384425"/>
            <a:ext cx="238125" cy="3960813"/>
          </a:xfrm>
          <a:prstGeom prst="bentConnector3">
            <a:avLst>
              <a:gd name="adj1" fmla="val -104347"/>
            </a:avLst>
          </a:prstGeom>
          <a:noFill/>
          <a:ln w="12700">
            <a:solidFill>
              <a:srgbClr val="0000FF"/>
            </a:solidFill>
            <a:miter lim="800000"/>
            <a:headEnd/>
            <a:tailEnd type="triangle" w="med" len="med"/>
          </a:ln>
          <a:extLst>
            <a:ext uri="{909E8E84-426E-40DD-AFC4-6F175D3DCCD1}">
              <a14:hiddenFill xmlns:a14="http://schemas.microsoft.com/office/drawing/2010/main">
                <a:noFill/>
              </a14:hiddenFill>
            </a:ext>
          </a:extLst>
        </p:spPr>
      </p:cxnSp>
      <p:cxnSp>
        <p:nvCxnSpPr>
          <p:cNvPr id="173101" name="AutoShape 53"/>
          <p:cNvCxnSpPr>
            <a:cxnSpLocks noChangeShapeType="1"/>
            <a:stCxn id="173092" idx="2"/>
            <a:endCxn id="173094" idx="0"/>
          </p:cNvCxnSpPr>
          <p:nvPr/>
        </p:nvCxnSpPr>
        <p:spPr bwMode="auto">
          <a:xfrm rot="5400000">
            <a:off x="7649368" y="2742407"/>
            <a:ext cx="265113" cy="0"/>
          </a:xfrm>
          <a:prstGeom prst="straightConnector1">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cxnSp>
      <p:cxnSp>
        <p:nvCxnSpPr>
          <p:cNvPr id="173102" name="AutoShape 54"/>
          <p:cNvCxnSpPr>
            <a:cxnSpLocks noChangeShapeType="1"/>
            <a:stCxn id="173092" idx="3"/>
            <a:endCxn id="173095" idx="3"/>
          </p:cNvCxnSpPr>
          <p:nvPr/>
        </p:nvCxnSpPr>
        <p:spPr bwMode="auto">
          <a:xfrm flipH="1">
            <a:off x="5649913" y="2393950"/>
            <a:ext cx="3476625" cy="3951288"/>
          </a:xfrm>
          <a:prstGeom prst="bentConnector3">
            <a:avLst>
              <a:gd name="adj1" fmla="val -4356"/>
            </a:avLst>
          </a:prstGeom>
          <a:noFill/>
          <a:ln w="12700">
            <a:solidFill>
              <a:srgbClr val="0000FF"/>
            </a:solidFill>
            <a:miter lim="800000"/>
            <a:headEnd/>
            <a:tailEnd type="triangle" w="med" len="med"/>
          </a:ln>
          <a:extLst>
            <a:ext uri="{909E8E84-426E-40DD-AFC4-6F175D3DCCD1}">
              <a14:hiddenFill xmlns:a14="http://schemas.microsoft.com/office/drawing/2010/main">
                <a:noFill/>
              </a14:hiddenFill>
            </a:ext>
          </a:extLst>
        </p:spPr>
      </p:cxnSp>
      <p:sp>
        <p:nvSpPr>
          <p:cNvPr id="173103" name="Text Box 55"/>
          <p:cNvSpPr txBox="1">
            <a:spLocks noChangeArrowheads="1"/>
          </p:cNvSpPr>
          <p:nvPr/>
        </p:nvSpPr>
        <p:spPr bwMode="auto">
          <a:xfrm>
            <a:off x="7472363" y="260032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73104" name="Text Box 56"/>
          <p:cNvSpPr txBox="1">
            <a:spLocks noChangeArrowheads="1"/>
          </p:cNvSpPr>
          <p:nvPr/>
        </p:nvSpPr>
        <p:spPr bwMode="auto">
          <a:xfrm>
            <a:off x="1327150" y="2105025"/>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73105" name="Text Box 57"/>
          <p:cNvSpPr txBox="1">
            <a:spLocks noChangeArrowheads="1"/>
          </p:cNvSpPr>
          <p:nvPr/>
        </p:nvSpPr>
        <p:spPr bwMode="auto">
          <a:xfrm>
            <a:off x="1327150" y="3194050"/>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73106" name="Text Box 58"/>
          <p:cNvSpPr txBox="1">
            <a:spLocks noChangeArrowheads="1"/>
          </p:cNvSpPr>
          <p:nvPr/>
        </p:nvSpPr>
        <p:spPr bwMode="auto">
          <a:xfrm>
            <a:off x="1327150" y="4298950"/>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73107" name="Text Box 59"/>
          <p:cNvSpPr txBox="1">
            <a:spLocks noChangeArrowheads="1"/>
          </p:cNvSpPr>
          <p:nvPr/>
        </p:nvSpPr>
        <p:spPr bwMode="auto">
          <a:xfrm>
            <a:off x="1327150" y="5448300"/>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73108" name="Text Box 60"/>
          <p:cNvSpPr txBox="1">
            <a:spLocks noChangeArrowheads="1"/>
          </p:cNvSpPr>
          <p:nvPr/>
        </p:nvSpPr>
        <p:spPr bwMode="auto">
          <a:xfrm>
            <a:off x="5734050" y="2157413"/>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73109" name="Text Box 61"/>
          <p:cNvSpPr txBox="1">
            <a:spLocks noChangeArrowheads="1"/>
          </p:cNvSpPr>
          <p:nvPr/>
        </p:nvSpPr>
        <p:spPr bwMode="auto">
          <a:xfrm>
            <a:off x="5734050" y="3265488"/>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73110" name="Text Box 62"/>
          <p:cNvSpPr txBox="1">
            <a:spLocks noChangeArrowheads="1"/>
          </p:cNvSpPr>
          <p:nvPr/>
        </p:nvSpPr>
        <p:spPr bwMode="auto">
          <a:xfrm>
            <a:off x="5734050" y="4381500"/>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73111" name="Text Box 63"/>
          <p:cNvSpPr txBox="1">
            <a:spLocks noChangeArrowheads="1"/>
          </p:cNvSpPr>
          <p:nvPr/>
        </p:nvSpPr>
        <p:spPr bwMode="auto">
          <a:xfrm>
            <a:off x="4141788" y="5913438"/>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73112" name="Text Box 64"/>
          <p:cNvSpPr txBox="1">
            <a:spLocks noChangeArrowheads="1"/>
          </p:cNvSpPr>
          <p:nvPr/>
        </p:nvSpPr>
        <p:spPr bwMode="auto">
          <a:xfrm>
            <a:off x="8880475" y="2168525"/>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73113" name="Text Box 65"/>
          <p:cNvSpPr txBox="1">
            <a:spLocks noChangeArrowheads="1"/>
          </p:cNvSpPr>
          <p:nvPr/>
        </p:nvSpPr>
        <p:spPr bwMode="auto">
          <a:xfrm>
            <a:off x="2938463" y="218757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73114" name="Text Box 66"/>
          <p:cNvSpPr txBox="1">
            <a:spLocks noChangeArrowheads="1"/>
          </p:cNvSpPr>
          <p:nvPr/>
        </p:nvSpPr>
        <p:spPr bwMode="auto">
          <a:xfrm>
            <a:off x="2938463" y="327501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73115" name="Text Box 67"/>
          <p:cNvSpPr txBox="1">
            <a:spLocks noChangeArrowheads="1"/>
          </p:cNvSpPr>
          <p:nvPr/>
        </p:nvSpPr>
        <p:spPr bwMode="auto">
          <a:xfrm>
            <a:off x="2936875" y="437991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73116" name="Text Box 68"/>
          <p:cNvSpPr txBox="1">
            <a:spLocks noChangeArrowheads="1"/>
          </p:cNvSpPr>
          <p:nvPr/>
        </p:nvSpPr>
        <p:spPr bwMode="auto">
          <a:xfrm>
            <a:off x="5794375" y="553878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73117" name="Text Box 69"/>
          <p:cNvSpPr txBox="1">
            <a:spLocks noChangeArrowheads="1"/>
          </p:cNvSpPr>
          <p:nvPr/>
        </p:nvSpPr>
        <p:spPr bwMode="auto">
          <a:xfrm>
            <a:off x="2698750" y="164782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73118" name="Text Box 70"/>
          <p:cNvSpPr txBox="1">
            <a:spLocks noChangeArrowheads="1"/>
          </p:cNvSpPr>
          <p:nvPr/>
        </p:nvSpPr>
        <p:spPr bwMode="auto">
          <a:xfrm>
            <a:off x="2697163" y="273050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73119" name="Text Box 71"/>
          <p:cNvSpPr txBox="1">
            <a:spLocks noChangeArrowheads="1"/>
          </p:cNvSpPr>
          <p:nvPr/>
        </p:nvSpPr>
        <p:spPr bwMode="auto">
          <a:xfrm>
            <a:off x="2697163" y="384333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73120" name="Text Box 72"/>
          <p:cNvSpPr txBox="1">
            <a:spLocks noChangeArrowheads="1"/>
          </p:cNvSpPr>
          <p:nvPr/>
        </p:nvSpPr>
        <p:spPr bwMode="auto">
          <a:xfrm>
            <a:off x="2697163" y="499586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73121" name="Text Box 8"/>
          <p:cNvSpPr txBox="1">
            <a:spLocks noChangeArrowheads="1"/>
          </p:cNvSpPr>
          <p:nvPr/>
        </p:nvSpPr>
        <p:spPr bwMode="auto">
          <a:xfrm>
            <a:off x="7653300"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73122"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956667996"/>
      </p:ext>
    </p:extLst>
  </p:cSld>
  <p:clrMapOvr>
    <a:masterClrMapping/>
  </p:clrMapOvr>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3"/>
          <p:cNvSpPr>
            <a:spLocks noChangeArrowheads="1"/>
          </p:cNvSpPr>
          <p:nvPr/>
        </p:nvSpPr>
        <p:spPr bwMode="auto">
          <a:xfrm>
            <a:off x="631825" y="744538"/>
            <a:ext cx="854233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7) </a:t>
            </a:r>
            <a:r>
              <a:rPr lang="en-US" altLang="ko-KR" sz="1200" b="1" dirty="0" smtClean="0">
                <a:latin typeface="Times New Roman" panose="02020603050405020304" pitchFamily="18" charset="0"/>
                <a:cs typeface="Times New Roman" panose="02020603050405020304" pitchFamily="18" charset="0"/>
              </a:rPr>
              <a:t>Trouble Shooting </a:t>
            </a:r>
            <a:r>
              <a:rPr lang="en-US" altLang="ko-KR" sz="1200" b="1" dirty="0" err="1" smtClean="0">
                <a:latin typeface="Times New Roman" panose="02020603050405020304" pitchFamily="18" charset="0"/>
                <a:cs typeface="Times New Roman" panose="02020603050405020304" pitchFamily="18" charset="0"/>
              </a:rPr>
              <a:t>của</a:t>
            </a:r>
            <a:r>
              <a:rPr lang="en-US" altLang="ko-KR" sz="1200" b="1" dirty="0" smtClean="0">
                <a:latin typeface="Times New Roman" panose="02020603050405020304" pitchFamily="18" charset="0"/>
                <a:cs typeface="Times New Roman" panose="02020603050405020304" pitchFamily="18" charset="0"/>
              </a:rPr>
              <a:t> CPU</a:t>
            </a:r>
            <a:endParaRPr lang="en-US" altLang="ko-KR" sz="1200" b="1"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Trouble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Hardware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Program.</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b="1" dirty="0">
                <a:solidFill>
                  <a:srgbClr val="000000"/>
                </a:solidFill>
                <a:latin typeface="Times New Roman" panose="02020603050405020304" pitchFamily="18" charset="0"/>
                <a:cs typeface="Times New Roman" panose="02020603050405020304" pitchFamily="18" charset="0"/>
              </a:rPr>
              <a:t>▷</a:t>
            </a:r>
            <a:r>
              <a:rPr lang="en-US" altLang="ko-KR"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Hardware </a:t>
            </a:r>
            <a:r>
              <a:rPr lang="en-US" altLang="ko-KR" sz="1200" b="1" dirty="0" err="1" smtClean="0">
                <a:latin typeface="Times New Roman" panose="02020603050405020304" pitchFamily="18" charset="0"/>
                <a:cs typeface="Times New Roman" panose="02020603050405020304" pitchFamily="18" charset="0"/>
              </a:rPr>
              <a:t>bị</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hỏng</a:t>
            </a:r>
            <a:endParaRPr lang="ko-KR" altLang="en-US" sz="1200" b="1"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mỗi</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LED.</a:t>
            </a:r>
            <a:endParaRPr lang="en-US" altLang="ko-KR" sz="1200" dirty="0">
              <a:latin typeface="Times New Roman" panose="02020603050405020304" pitchFamily="18" charset="0"/>
              <a:cs typeface="Times New Roman" panose="02020603050405020304" pitchFamily="18" charset="0"/>
            </a:endParaRPr>
          </a:p>
        </p:txBody>
      </p:sp>
      <p:graphicFrame>
        <p:nvGraphicFramePr>
          <p:cNvPr id="607311" name="Group 79"/>
          <p:cNvGraphicFramePr>
            <a:graphicFrameLocks noGrp="1"/>
          </p:cNvGraphicFramePr>
          <p:nvPr>
            <p:extLst>
              <p:ext uri="{D42A27DB-BD31-4B8C-83A1-F6EECF244321}">
                <p14:modId xmlns:p14="http://schemas.microsoft.com/office/powerpoint/2010/main" val="3410817101"/>
              </p:ext>
            </p:extLst>
          </p:nvPr>
        </p:nvGraphicFramePr>
        <p:xfrm>
          <a:off x="787400" y="2328863"/>
          <a:ext cx="6604001" cy="2971800"/>
        </p:xfrm>
        <a:graphic>
          <a:graphicData uri="http://schemas.openxmlformats.org/drawingml/2006/table">
            <a:tbl>
              <a:tblPr/>
              <a:tblGrid>
                <a:gridCol w="1702594"/>
                <a:gridCol w="2808420"/>
                <a:gridCol w="2092987"/>
              </a:tblGrid>
              <a:tr h="3302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Chủng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loại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LED</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Trạng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thái</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Ghi</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chú</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0200">
                <a:tc rowSpan="2">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[MODE]  LED</a:t>
                      </a:r>
                    </a:p>
                  </a:txBody>
                  <a:tcPr marL="97500" marR="97500"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Không</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sáng</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0200">
                <a:tc vMerge="1">
                  <a:txBody>
                    <a:bodyPr/>
                    <a:lstStyle/>
                    <a:p>
                      <a:pPr latinLnBrk="1"/>
                      <a:endParaRPr lang="ko-KR" altLang="en-US"/>
                    </a:p>
                  </a:txBody>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Nhấp</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nháy</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0200">
                <a:tc rowSpan="2">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[RUN]  LED</a:t>
                      </a:r>
                    </a:p>
                  </a:txBody>
                  <a:tcPr marL="97500" marR="97500"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Tắt</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0200">
                <a:tc vMerge="1">
                  <a:txBody>
                    <a:bodyPr/>
                    <a:lstStyle/>
                    <a:p>
                      <a:pPr latinLnBrk="1"/>
                      <a:endParaRPr lang="ko-KR" altLang="en-US"/>
                    </a:p>
                  </a:txBody>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Nhấp</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nháy</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02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[ERR.]  LED</a:t>
                      </a:r>
                    </a:p>
                  </a:txBody>
                  <a:tcPr marL="97500" marR="97500"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Nhấp</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nháy</a:t>
                      </a:r>
                      <a:r>
                        <a:rPr kumimoji="1" lang="en-US"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tắt</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02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[USER]  LED</a:t>
                      </a:r>
                    </a:p>
                  </a:txBody>
                  <a:tcPr marL="97500" marR="97500"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Sáng</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02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[BAT]  LED</a:t>
                      </a:r>
                    </a:p>
                  </a:txBody>
                  <a:tcPr marL="97500" marR="97500"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Sáng</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02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[BOOT]  LED</a:t>
                      </a:r>
                    </a:p>
                  </a:txBody>
                  <a:tcPr marL="97500" marR="97500"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b="0" i="0" u="none" strike="noStrike" cap="none" normalizeH="0" baseline="0" dirty="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Sáng</a:t>
                      </a:r>
                      <a:endParaRPr kumimoji="1" lang="ko-KR" altLang="en-US"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dirty="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L="97500" marR="97500"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pic>
        <p:nvPicPr>
          <p:cNvPr id="174123" name="Picture 8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13650" y="2292350"/>
            <a:ext cx="557213" cy="181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124" name="Picture 81" descr="j043934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97850" y="2365375"/>
            <a:ext cx="50006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25"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74126"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44051403"/>
      </p:ext>
    </p:extLst>
  </p:cSld>
  <p:clrMapOvr>
    <a:masterClrMapping/>
  </p:clrMapOvr>
  <p:transition/>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Rectangle 3"/>
          <p:cNvSpPr>
            <a:spLocks noChangeArrowheads="1"/>
          </p:cNvSpPr>
          <p:nvPr/>
        </p:nvSpPr>
        <p:spPr bwMode="auto">
          <a:xfrm>
            <a:off x="119063" y="728663"/>
            <a:ext cx="8542337"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smtClean="0">
                <a:solidFill>
                  <a:srgbClr val="000000"/>
                </a:solidFill>
                <a:latin typeface="Times New Roman" panose="02020603050405020304" pitchFamily="18" charset="0"/>
                <a:cs typeface="Times New Roman" panose="02020603050405020304" pitchFamily="18" charset="0"/>
              </a:rPr>
              <a:t>▷</a:t>
            </a:r>
            <a:r>
              <a:rPr lang="en-US" altLang="ko-KR" sz="1200" b="1" dirty="0" err="1" smtClean="0">
                <a:solidFill>
                  <a:srgbClr val="000000"/>
                </a:solidFill>
                <a:latin typeface="Times New Roman" panose="02020603050405020304" pitchFamily="18" charset="0"/>
                <a:cs typeface="Times New Roman" panose="02020603050405020304" pitchFamily="18" charset="0"/>
              </a:rPr>
              <a:t>Trường</a:t>
            </a:r>
            <a:r>
              <a:rPr lang="en-US" altLang="ko-KR" sz="1200" b="1" dirty="0" smtClean="0">
                <a:solidFill>
                  <a:srgbClr val="000000"/>
                </a:solidFill>
                <a:latin typeface="Times New Roman" panose="02020603050405020304" pitchFamily="18" charset="0"/>
                <a:cs typeface="Times New Roman" panose="02020603050405020304" pitchFamily="18" charset="0"/>
              </a:rPr>
              <a:t> </a:t>
            </a:r>
            <a:r>
              <a:rPr lang="en-US" altLang="ko-KR" sz="1200" b="1" dirty="0" err="1" smtClean="0">
                <a:solidFill>
                  <a:srgbClr val="000000"/>
                </a:solidFill>
                <a:latin typeface="Times New Roman" panose="02020603050405020304" pitchFamily="18" charset="0"/>
                <a:cs typeface="Times New Roman" panose="02020603050405020304" pitchFamily="18" charset="0"/>
              </a:rPr>
              <a:t>hợp</a:t>
            </a:r>
            <a:r>
              <a:rPr lang="ko-KR" altLang="en-US" sz="1200" b="1" dirty="0" smtClean="0">
                <a:latin typeface="Times New Roman" panose="02020603050405020304" pitchFamily="18" charset="0"/>
                <a:cs typeface="Times New Roman" panose="02020603050405020304" pitchFamily="18" charset="0"/>
              </a:rPr>
              <a:t>「</a:t>
            </a:r>
            <a:r>
              <a:rPr lang="en-US" altLang="ko-KR" sz="1200" b="1" dirty="0">
                <a:latin typeface="Times New Roman" panose="02020603050405020304" pitchFamily="18" charset="0"/>
                <a:cs typeface="Times New Roman" panose="02020603050405020304" pitchFamily="18" charset="0"/>
              </a:rPr>
              <a:t>MODE</a:t>
            </a:r>
            <a:r>
              <a:rPr lang="ko-KR" altLang="en-US" sz="1200" b="1" dirty="0">
                <a:latin typeface="Times New Roman" panose="02020603050405020304" pitchFamily="18" charset="0"/>
                <a:cs typeface="Times New Roman" panose="02020603050405020304" pitchFamily="18" charset="0"/>
              </a:rPr>
              <a:t>」</a:t>
            </a:r>
            <a:r>
              <a:rPr lang="en-US" altLang="ko-KR" sz="1200" b="1" dirty="0" smtClean="0">
                <a:latin typeface="Times New Roman" panose="02020603050405020304" pitchFamily="18" charset="0"/>
                <a:cs typeface="Times New Roman" panose="02020603050405020304" pitchFamily="18" charset="0"/>
              </a:rPr>
              <a:t>LED </a:t>
            </a:r>
            <a:r>
              <a:rPr lang="en-US" altLang="ko-KR" sz="1200" b="1" dirty="0" err="1" smtClean="0">
                <a:latin typeface="Times New Roman" panose="02020603050405020304" pitchFamily="18" charset="0"/>
                <a:cs typeface="Times New Roman" panose="02020603050405020304" pitchFamily="18" charset="0"/>
              </a:rPr>
              <a:t>không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sáng</a:t>
            </a:r>
            <a:endParaRPr lang="ko-KR" altLang="en-US" sz="1200" b="1"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MODE</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LED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a:t>
            </a:r>
          </a:p>
        </p:txBody>
      </p:sp>
      <p:sp>
        <p:nvSpPr>
          <p:cNvPr id="175107" name="Rectangle 7"/>
          <p:cNvSpPr>
            <a:spLocks noChangeArrowheads="1"/>
          </p:cNvSpPr>
          <p:nvPr/>
        </p:nvSpPr>
        <p:spPr bwMode="auto">
          <a:xfrm>
            <a:off x="803275" y="4662488"/>
            <a:ext cx="3456395" cy="15696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khả</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năng</a:t>
            </a:r>
            <a:r>
              <a:rPr lang="en-US" altLang="ko-KR" sz="1000" dirty="0" smtClean="0">
                <a:latin typeface="Times New Roman" panose="02020603050405020304" pitchFamily="18" charset="0"/>
                <a:ea typeface="굴림체" pitchFamily="49" charset="-127"/>
                <a:cs typeface="Times New Roman" panose="02020603050405020304" pitchFamily="18" charset="0"/>
              </a:rPr>
              <a:t> Hardware </a:t>
            </a:r>
            <a:r>
              <a:rPr lang="en-US" altLang="ko-KR" sz="1000" dirty="0" err="1" smtClean="0">
                <a:latin typeface="Times New Roman" panose="02020603050405020304" pitchFamily="18" charset="0"/>
                <a:ea typeface="굴림체" pitchFamily="49" charset="-127"/>
                <a:cs typeface="Times New Roman" panose="02020603050405020304" pitchFamily="18" charset="0"/>
              </a:rPr>
              <a:t>của</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sau</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vấn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đề</a:t>
            </a:r>
            <a:endParaRPr lang="en-US" altLang="ko-KR"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①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CPU</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ko-KR" altLang="en-US" sz="1000" dirty="0">
                <a:latin typeface="Times New Roman" panose="02020603050405020304" pitchFamily="18" charset="0"/>
                <a:ea typeface="굴림체" pitchFamily="49" charset="-127"/>
                <a:cs typeface="Times New Roman" panose="02020603050405020304" pitchFamily="18" charset="0"/>
              </a:rPr>
              <a:t>②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Base </a:t>
            </a:r>
            <a:r>
              <a:rPr lang="en-US" altLang="ko-KR" sz="1000" dirty="0" err="1" smtClean="0">
                <a:latin typeface="Times New Roman" panose="02020603050405020304" pitchFamily="18" charset="0"/>
                <a:ea typeface="굴림체" pitchFamily="49" charset="-127"/>
                <a:cs typeface="Times New Roman" panose="02020603050405020304" pitchFamily="18" charset="0"/>
              </a:rPr>
              <a:t>cơ</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bản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Base </a:t>
            </a:r>
            <a:r>
              <a:rPr lang="en-US" altLang="ko-KR" sz="1000" dirty="0" err="1" smtClean="0">
                <a:latin typeface="Times New Roman" panose="02020603050405020304" pitchFamily="18" charset="0"/>
                <a:ea typeface="굴림체" pitchFamily="49" charset="-127"/>
                <a:cs typeface="Times New Roman" panose="02020603050405020304" pitchFamily="18" charset="0"/>
              </a:rPr>
              <a:t>mở</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rộng</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ko-KR" altLang="en-US" sz="1000" dirty="0">
                <a:latin typeface="Times New Roman" panose="02020603050405020304" pitchFamily="18" charset="0"/>
                <a:ea typeface="굴림체" pitchFamily="49" charset="-127"/>
                <a:cs typeface="Times New Roman" panose="02020603050405020304" pitchFamily="18" charset="0"/>
              </a:rPr>
              <a:t>③ </a:t>
            </a:r>
            <a:r>
              <a:rPr lang="en-US" altLang="ko-KR" sz="1000" dirty="0" err="1" smtClean="0">
                <a:latin typeface="Times New Roman" panose="02020603050405020304" pitchFamily="18" charset="0"/>
                <a:ea typeface="굴림체" pitchFamily="49" charset="-127"/>
                <a:cs typeface="Times New Roman" panose="02020603050405020304" pitchFamily="18" charset="0"/>
              </a:rPr>
              <a:t>Dây</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cáp</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mở</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rộng</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ko-KR" altLang="en-US" sz="1000" dirty="0" smtClean="0">
                <a:latin typeface="Times New Roman" panose="02020603050405020304" pitchFamily="18" charset="0"/>
                <a:ea typeface="굴림체" pitchFamily="49" charset="-127"/>
                <a:cs typeface="Times New Roman" panose="02020603050405020304" pitchFamily="18" charset="0"/>
              </a:rPr>
              <a:t>④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Network</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Khởi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động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theo</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thứ</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tự</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nguồn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và</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a:latin typeface="Times New Roman" panose="02020603050405020304" pitchFamily="18" charset="0"/>
                <a:ea typeface="굴림체" pitchFamily="49" charset="-127"/>
                <a:cs typeface="Times New Roman" panose="02020603050405020304" pitchFamily="18" charset="0"/>
              </a:rPr>
              <a:t> </a:t>
            </a:r>
            <a:r>
              <a:rPr lang="en-US" altLang="ko-KR" sz="1000" dirty="0" smtClean="0">
                <a:latin typeface="Times New Roman" panose="02020603050405020304" pitchFamily="18" charset="0"/>
                <a:ea typeface="굴림체" pitchFamily="49" charset="-127"/>
                <a:cs typeface="Times New Roman" panose="02020603050405020304" pitchFamily="18" charset="0"/>
              </a:rPr>
              <a:t>CPU </a:t>
            </a:r>
          </a:p>
          <a:p>
            <a:pP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ở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Base </a:t>
            </a:r>
            <a:r>
              <a:rPr lang="en-US" altLang="ko-KR" sz="1000" dirty="0" err="1" smtClean="0">
                <a:latin typeface="Times New Roman" panose="02020603050405020304" pitchFamily="18" charset="0"/>
                <a:ea typeface="굴림체" pitchFamily="49" charset="-127"/>
                <a:cs typeface="Times New Roman" panose="02020603050405020304" pitchFamily="18" charset="0"/>
              </a:rPr>
              <a:t>cơ</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bản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bắt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từ</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hệ</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thống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nhỏ</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nhất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đã</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trang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bị</a:t>
            </a:r>
            <a:r>
              <a:rPr lang="en-US" altLang="ko-KR" sz="1000" dirty="0">
                <a:latin typeface="Times New Roman" panose="02020603050405020304" pitchFamily="18" charset="0"/>
                <a:ea typeface="굴림체" pitchFamily="49" charset="-127"/>
                <a:cs typeface="Times New Roman" panose="02020603050405020304" pitchFamily="18" charset="0"/>
              </a:rPr>
              <a:t>.</a:t>
            </a:r>
          </a:p>
          <a:p>
            <a:pP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Thay</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thế</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hoạt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động</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5108" name="AutoShape 8"/>
          <p:cNvSpPr>
            <a:spLocks noChangeArrowheads="1"/>
          </p:cNvSpPr>
          <p:nvPr/>
        </p:nvSpPr>
        <p:spPr bwMode="auto">
          <a:xfrm>
            <a:off x="663575" y="1395413"/>
            <a:ext cx="936625" cy="539750"/>
          </a:xfrm>
          <a:prstGeom prst="flowChartTerminator">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MODE</a:t>
            </a:r>
            <a:r>
              <a:rPr lang="ko-KR" altLang="en-US" sz="1000" dirty="0">
                <a:latin typeface="Times New Roman" panose="02020603050405020304" pitchFamily="18" charset="0"/>
                <a:ea typeface="굴림체" pitchFamily="49" charset="-127"/>
                <a:cs typeface="Times New Roman" panose="02020603050405020304" pitchFamily="18" charset="0"/>
              </a:rPr>
              <a:t>」</a:t>
            </a:r>
            <a:r>
              <a:rPr lang="en-US" altLang="ko-KR" sz="1000" dirty="0">
                <a:latin typeface="Times New Roman" panose="02020603050405020304" pitchFamily="18" charset="0"/>
                <a:ea typeface="굴림체" pitchFamily="49" charset="-127"/>
                <a:cs typeface="Times New Roman" panose="02020603050405020304" pitchFamily="18" charset="0"/>
              </a:rPr>
              <a:t>LED </a:t>
            </a:r>
            <a:r>
              <a:rPr lang="en-US" altLang="ko-KR" sz="1000" dirty="0" err="1" smtClean="0">
                <a:latin typeface="Times New Roman" panose="02020603050405020304" pitchFamily="18" charset="0"/>
                <a:ea typeface="굴림체" pitchFamily="49" charset="-127"/>
                <a:cs typeface="Times New Roman" panose="02020603050405020304" pitchFamily="18" charset="0"/>
              </a:rPr>
              <a:t>tắt</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75109" name="AutoShape 9"/>
          <p:cNvSpPr>
            <a:spLocks noChangeArrowheads="1"/>
          </p:cNvSpPr>
          <p:nvPr/>
        </p:nvSpPr>
        <p:spPr bwMode="auto">
          <a:xfrm>
            <a:off x="1833563" y="1268413"/>
            <a:ext cx="1714500" cy="792162"/>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Power LED</a:t>
            </a:r>
            <a:r>
              <a:rPr lang="ko-KR" altLang="en-US"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a:latin typeface="Times New Roman" panose="02020603050405020304" pitchFamily="18" charset="0"/>
                <a:ea typeface="굴림체" pitchFamily="49" charset="-127"/>
                <a:cs typeface="Times New Roman" panose="02020603050405020304" pitchFamily="18" charset="0"/>
              </a:rPr>
              <a:t> </a:t>
            </a:r>
            <a:endParaRPr lang="en-US" altLang="ko-KR" sz="10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nguồn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đã</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từng</a:t>
            </a:r>
            <a:r>
              <a:rPr lang="en-US" altLang="ko-KR" sz="1000" dirty="0">
                <a:latin typeface="Times New Roman" panose="02020603050405020304" pitchFamily="18" charset="0"/>
                <a:ea typeface="굴림체" pitchFamily="49" charset="-127"/>
                <a:cs typeface="Times New Roman" panose="02020603050405020304" pitchFamily="18" charset="0"/>
              </a:rPr>
              <a:t> </a:t>
            </a:r>
            <a:endParaRPr lang="en-US" altLang="ko-KR" sz="10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sáng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chưa</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75110" name="AutoShape 10"/>
          <p:cNvSpPr>
            <a:spLocks noChangeArrowheads="1"/>
          </p:cNvSpPr>
          <p:nvPr/>
        </p:nvSpPr>
        <p:spPr bwMode="auto">
          <a:xfrm>
            <a:off x="2027238" y="2366963"/>
            <a:ext cx="1327150" cy="468312"/>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Tham</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khảoTrouble</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a:latin typeface="Times New Roman" panose="02020603050405020304" pitchFamily="18" charset="0"/>
                <a:ea typeface="굴림체" pitchFamily="49" charset="-127"/>
                <a:cs typeface="Times New Roman" panose="02020603050405020304" pitchFamily="18" charset="0"/>
              </a:rPr>
              <a:t>Shooting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nguồn</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5111" name="AutoShape 11"/>
          <p:cNvSpPr>
            <a:spLocks noChangeArrowheads="1"/>
          </p:cNvSpPr>
          <p:nvPr/>
        </p:nvSpPr>
        <p:spPr bwMode="auto">
          <a:xfrm>
            <a:off x="3824288" y="1430338"/>
            <a:ext cx="1325562" cy="468312"/>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Kết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nối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CPU </a:t>
            </a:r>
            <a:r>
              <a:rPr lang="en-US" altLang="ko-KR" sz="1000" dirty="0" err="1" smtClean="0">
                <a:latin typeface="Times New Roman" panose="02020603050405020304" pitchFamily="18" charset="0"/>
                <a:ea typeface="굴림체" pitchFamily="49" charset="-127"/>
                <a:cs typeface="Times New Roman" panose="02020603050405020304" pitchFamily="18" charset="0"/>
              </a:rPr>
              <a:t>với</a:t>
            </a:r>
            <a:r>
              <a:rPr lang="en-US" altLang="ko-KR" sz="1000" dirty="0" smtClean="0">
                <a:latin typeface="Times New Roman" panose="02020603050405020304" pitchFamily="18" charset="0"/>
                <a:ea typeface="굴림체" pitchFamily="49" charset="-127"/>
                <a:cs typeface="Times New Roman" panose="02020603050405020304" pitchFamily="18" charset="0"/>
              </a:rPr>
              <a:t> GX Developer</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75112" name="AutoShape 12"/>
          <p:cNvSpPr>
            <a:spLocks noChangeArrowheads="1"/>
          </p:cNvSpPr>
          <p:nvPr/>
        </p:nvSpPr>
        <p:spPr bwMode="auto">
          <a:xfrm>
            <a:off x="5502275" y="1268413"/>
            <a:ext cx="1714500" cy="792162"/>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thể</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thông</a:t>
            </a:r>
            <a:r>
              <a:rPr lang="en-US" altLang="ko-KR" sz="1000" dirty="0" smtClean="0">
                <a:latin typeface="Times New Roman" panose="02020603050405020304" pitchFamily="18" charset="0"/>
                <a:ea typeface="굴림체" pitchFamily="49" charset="-127"/>
                <a:cs typeface="Times New Roman" panose="02020603050405020304" pitchFamily="18" charset="0"/>
              </a:rPr>
              <a:t> tin </a:t>
            </a:r>
            <a:r>
              <a:rPr lang="en-US" altLang="ko-KR" sz="1000" dirty="0" err="1" smtClean="0">
                <a:latin typeface="Times New Roman" panose="02020603050405020304" pitchFamily="18" charset="0"/>
                <a:ea typeface="굴림체" pitchFamily="49" charset="-127"/>
                <a:cs typeface="Times New Roman" panose="02020603050405020304" pitchFamily="18" charset="0"/>
              </a:rPr>
              <a:t>với</a:t>
            </a:r>
            <a:endParaRPr lang="en-US" altLang="ko-KR" sz="10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 GX </a:t>
            </a:r>
            <a:r>
              <a:rPr lang="en-US" altLang="ko-KR" sz="1000" dirty="0">
                <a:latin typeface="Times New Roman" panose="02020603050405020304" pitchFamily="18" charset="0"/>
                <a:ea typeface="굴림체" pitchFamily="49" charset="-127"/>
                <a:cs typeface="Times New Roman" panose="02020603050405020304" pitchFamily="18" charset="0"/>
              </a:rPr>
              <a:t>Developer</a:t>
            </a:r>
          </a:p>
          <a:p>
            <a:pPr algn="ct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h</a:t>
            </a:r>
            <a:r>
              <a:rPr lang="en-US" altLang="ko-KR" sz="1000" dirty="0" smtClean="0">
                <a:latin typeface="Times New Roman" panose="02020603050405020304" pitchFamily="18" charset="0"/>
                <a:ea typeface="굴림체" pitchFamily="49" charset="-127"/>
                <a:cs typeface="Times New Roman" panose="02020603050405020304" pitchFamily="18" charset="0"/>
              </a:rPr>
              <a:t>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5113" name="AutoShape 13"/>
          <p:cNvSpPr>
            <a:spLocks noChangeArrowheads="1"/>
          </p:cNvSpPr>
          <p:nvPr/>
        </p:nvSpPr>
        <p:spPr bwMode="auto">
          <a:xfrm>
            <a:off x="5502275" y="2347913"/>
            <a:ext cx="1714500" cy="649287"/>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Thực</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hiện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chẩn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đoán</a:t>
            </a:r>
            <a:r>
              <a:rPr lang="en-US" altLang="ko-KR" sz="1000" dirty="0" smtClean="0">
                <a:latin typeface="Times New Roman" panose="02020603050405020304" pitchFamily="18" charset="0"/>
                <a:ea typeface="굴림체" pitchFamily="49" charset="-127"/>
                <a:cs typeface="Times New Roman" panose="02020603050405020304" pitchFamily="18" charset="0"/>
              </a:rPr>
              <a:t> PLC </a:t>
            </a:r>
            <a:r>
              <a:rPr lang="en-US" altLang="ko-KR" sz="1000" dirty="0" err="1" smtClean="0">
                <a:latin typeface="Times New Roman" panose="02020603050405020304" pitchFamily="18" charset="0"/>
                <a:ea typeface="굴림체" pitchFamily="49" charset="-127"/>
                <a:cs typeface="Times New Roman" panose="02020603050405020304" pitchFamily="18" charset="0"/>
              </a:rPr>
              <a:t>và</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thực</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hiện</a:t>
            </a:r>
            <a:r>
              <a:rPr lang="en-US" altLang="ko-KR" sz="1000" dirty="0" smtClean="0">
                <a:latin typeface="Times New Roman" panose="02020603050405020304" pitchFamily="18" charset="0"/>
                <a:ea typeface="굴림체" pitchFamily="49" charset="-127"/>
                <a:cs typeface="Times New Roman" panose="02020603050405020304" pitchFamily="18" charset="0"/>
              </a:rPr>
              <a:t> Trouble Shooting</a:t>
            </a:r>
            <a:r>
              <a:rPr lang="ko-KR" altLang="en-US"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theo</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kết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quả</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chẩn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đoán</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75114" name="AutoShape 14"/>
          <p:cNvSpPr>
            <a:spLocks noChangeArrowheads="1"/>
          </p:cNvSpPr>
          <p:nvPr/>
        </p:nvSpPr>
        <p:spPr bwMode="auto">
          <a:xfrm>
            <a:off x="7567613" y="1339850"/>
            <a:ext cx="1327150" cy="649288"/>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Thay</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thế</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nguồn</a:t>
            </a:r>
            <a:r>
              <a:rPr lang="ko-KR"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và</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kiểm</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tra</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xem</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ko-KR" altLang="en-US" sz="1000" dirty="0">
                <a:latin typeface="Times New Roman" panose="02020603050405020304" pitchFamily="18" charset="0"/>
                <a:ea typeface="굴림체" pitchFamily="49" charset="-127"/>
                <a:cs typeface="Times New Roman" panose="02020603050405020304" pitchFamily="18" charset="0"/>
              </a:rPr>
              <a:t>「</a:t>
            </a:r>
            <a:r>
              <a:rPr lang="en-US" altLang="ko-KR" sz="1000" dirty="0">
                <a:latin typeface="Times New Roman" panose="02020603050405020304" pitchFamily="18" charset="0"/>
                <a:ea typeface="굴림체" pitchFamily="49" charset="-127"/>
                <a:cs typeface="Times New Roman" panose="02020603050405020304" pitchFamily="18" charset="0"/>
              </a:rPr>
              <a:t>POWER</a:t>
            </a:r>
            <a:r>
              <a:rPr lang="ko-KR" altLang="en-US" sz="1000" dirty="0">
                <a:latin typeface="Times New Roman" panose="02020603050405020304" pitchFamily="18" charset="0"/>
                <a:ea typeface="굴림체" pitchFamily="49" charset="-127"/>
                <a:cs typeface="Times New Roman" panose="02020603050405020304" pitchFamily="18" charset="0"/>
              </a:rPr>
              <a:t>」</a:t>
            </a:r>
            <a:r>
              <a:rPr lang="en-US" altLang="ko-KR" sz="1000" dirty="0" smtClean="0">
                <a:latin typeface="Times New Roman" panose="02020603050405020304" pitchFamily="18" charset="0"/>
                <a:ea typeface="굴림체" pitchFamily="49" charset="-127"/>
                <a:cs typeface="Times New Roman" panose="02020603050405020304" pitchFamily="18" charset="0"/>
              </a:rPr>
              <a:t>LED</a:t>
            </a:r>
            <a:r>
              <a:rPr lang="ko-KR"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sáng</a:t>
            </a:r>
            <a:r>
              <a:rPr lang="en-US" altLang="ko-KR" sz="1000" dirty="0" smtClean="0">
                <a:latin typeface="Times New Roman" panose="02020603050405020304" pitchFamily="18" charset="0"/>
                <a:ea typeface="굴림체" pitchFamily="49" charset="-127"/>
                <a:cs typeface="Times New Roman" panose="02020603050405020304" pitchFamily="18" charset="0"/>
              </a:rPr>
              <a:t> 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75115" name="AutoShape 15"/>
          <p:cNvSpPr>
            <a:spLocks noChangeArrowheads="1"/>
          </p:cNvSpPr>
          <p:nvPr/>
        </p:nvSpPr>
        <p:spPr bwMode="auto">
          <a:xfrm>
            <a:off x="976313" y="3482975"/>
            <a:ext cx="1716087" cy="792163"/>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Kiểm</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tra</a:t>
            </a:r>
            <a:r>
              <a:rPr lang="en-US" altLang="ko-KR" sz="1000" dirty="0" smtClean="0">
                <a:latin typeface="Times New Roman" panose="02020603050405020304" pitchFamily="18" charset="0"/>
                <a:ea typeface="굴림체" pitchFamily="49" charset="-127"/>
                <a:cs typeface="Times New Roman" panose="02020603050405020304" pitchFamily="18" charset="0"/>
              </a:rPr>
              <a:t> MODE LED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sáng</a:t>
            </a:r>
            <a:r>
              <a:rPr lang="en-US" altLang="ko-KR" sz="1000" dirty="0" smtClean="0">
                <a:latin typeface="Times New Roman" panose="02020603050405020304" pitchFamily="18" charset="0"/>
                <a:ea typeface="굴림체" pitchFamily="49" charset="-127"/>
                <a:cs typeface="Times New Roman" panose="02020603050405020304" pitchFamily="18" charset="0"/>
              </a:rPr>
              <a:t> 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5116" name="AutoShape 17"/>
          <p:cNvSpPr>
            <a:spLocks noChangeArrowheads="1"/>
          </p:cNvSpPr>
          <p:nvPr/>
        </p:nvSpPr>
        <p:spPr bwMode="auto">
          <a:xfrm>
            <a:off x="3082925" y="3644900"/>
            <a:ext cx="1325563" cy="468313"/>
          </a:xfrm>
          <a:prstGeom prst="flowChartTerminator">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Hoàn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thành</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cxnSp>
        <p:nvCxnSpPr>
          <p:cNvPr id="175117" name="AutoShape 19"/>
          <p:cNvCxnSpPr>
            <a:cxnSpLocks noChangeShapeType="1"/>
            <a:stCxn id="175108" idx="3"/>
            <a:endCxn id="175109" idx="1"/>
          </p:cNvCxnSpPr>
          <p:nvPr/>
        </p:nvCxnSpPr>
        <p:spPr bwMode="auto">
          <a:xfrm>
            <a:off x="1600200" y="1665288"/>
            <a:ext cx="233363"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5118" name="AutoShape 20"/>
          <p:cNvCxnSpPr>
            <a:cxnSpLocks noChangeShapeType="1"/>
            <a:stCxn id="175109" idx="3"/>
            <a:endCxn id="175111" idx="1"/>
          </p:cNvCxnSpPr>
          <p:nvPr/>
        </p:nvCxnSpPr>
        <p:spPr bwMode="auto">
          <a:xfrm>
            <a:off x="3548063" y="1665288"/>
            <a:ext cx="2762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5119" name="AutoShape 21"/>
          <p:cNvCxnSpPr>
            <a:cxnSpLocks noChangeShapeType="1"/>
            <a:stCxn id="175111" idx="3"/>
            <a:endCxn id="175112" idx="1"/>
          </p:cNvCxnSpPr>
          <p:nvPr/>
        </p:nvCxnSpPr>
        <p:spPr bwMode="auto">
          <a:xfrm>
            <a:off x="5149850" y="1665288"/>
            <a:ext cx="3524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5120" name="AutoShape 22"/>
          <p:cNvCxnSpPr>
            <a:cxnSpLocks noChangeShapeType="1"/>
            <a:stCxn id="175112" idx="3"/>
            <a:endCxn id="175114" idx="1"/>
          </p:cNvCxnSpPr>
          <p:nvPr/>
        </p:nvCxnSpPr>
        <p:spPr bwMode="auto">
          <a:xfrm>
            <a:off x="7216775" y="1665288"/>
            <a:ext cx="350838"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5121" name="AutoShape 23"/>
          <p:cNvCxnSpPr>
            <a:cxnSpLocks noChangeShapeType="1"/>
            <a:stCxn id="175114" idx="3"/>
            <a:endCxn id="175115" idx="1"/>
          </p:cNvCxnSpPr>
          <p:nvPr/>
        </p:nvCxnSpPr>
        <p:spPr bwMode="auto">
          <a:xfrm flipH="1">
            <a:off x="976313" y="1665288"/>
            <a:ext cx="7918450" cy="2214562"/>
          </a:xfrm>
          <a:prstGeom prst="bentConnector5">
            <a:avLst>
              <a:gd name="adj1" fmla="val -3106"/>
              <a:gd name="adj2" fmla="val 71106"/>
              <a:gd name="adj3" fmla="val 10313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75122" name="AutoShape 24"/>
          <p:cNvCxnSpPr>
            <a:cxnSpLocks noChangeShapeType="1"/>
            <a:stCxn id="175115" idx="3"/>
            <a:endCxn id="175116" idx="1"/>
          </p:cNvCxnSpPr>
          <p:nvPr/>
        </p:nvCxnSpPr>
        <p:spPr bwMode="auto">
          <a:xfrm>
            <a:off x="2692400" y="3879850"/>
            <a:ext cx="3905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5123" name="AutoShape 25"/>
          <p:cNvCxnSpPr>
            <a:cxnSpLocks noChangeShapeType="1"/>
            <a:stCxn id="175115" idx="2"/>
            <a:endCxn id="175107" idx="0"/>
          </p:cNvCxnSpPr>
          <p:nvPr/>
        </p:nvCxnSpPr>
        <p:spPr bwMode="auto">
          <a:xfrm rot="16200000" flipH="1">
            <a:off x="1989240" y="4120255"/>
            <a:ext cx="387350" cy="697116"/>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75124" name="AutoShape 26"/>
          <p:cNvCxnSpPr>
            <a:cxnSpLocks noChangeShapeType="1"/>
            <a:stCxn id="175109" idx="2"/>
            <a:endCxn id="175110" idx="0"/>
          </p:cNvCxnSpPr>
          <p:nvPr/>
        </p:nvCxnSpPr>
        <p:spPr bwMode="auto">
          <a:xfrm rot="5400000">
            <a:off x="2539206" y="2213769"/>
            <a:ext cx="306388"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5125" name="AutoShape 27"/>
          <p:cNvCxnSpPr>
            <a:cxnSpLocks noChangeShapeType="1"/>
            <a:stCxn id="175112" idx="2"/>
            <a:endCxn id="175113" idx="0"/>
          </p:cNvCxnSpPr>
          <p:nvPr/>
        </p:nvCxnSpPr>
        <p:spPr bwMode="auto">
          <a:xfrm>
            <a:off x="6359525" y="2060575"/>
            <a:ext cx="0" cy="287338"/>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75126" name="Text Box 28"/>
          <p:cNvSpPr txBox="1">
            <a:spLocks noChangeArrowheads="1"/>
          </p:cNvSpPr>
          <p:nvPr/>
        </p:nvSpPr>
        <p:spPr bwMode="auto">
          <a:xfrm>
            <a:off x="3430588" y="1449388"/>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75127" name="Text Box 29"/>
          <p:cNvSpPr txBox="1">
            <a:spLocks noChangeArrowheads="1"/>
          </p:cNvSpPr>
          <p:nvPr/>
        </p:nvSpPr>
        <p:spPr bwMode="auto">
          <a:xfrm>
            <a:off x="2635250" y="204311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75128" name="Text Box 30"/>
          <p:cNvSpPr txBox="1">
            <a:spLocks noChangeArrowheads="1"/>
          </p:cNvSpPr>
          <p:nvPr/>
        </p:nvSpPr>
        <p:spPr bwMode="auto">
          <a:xfrm>
            <a:off x="6319838" y="2060575"/>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75129" name="Text Box 31"/>
          <p:cNvSpPr txBox="1">
            <a:spLocks noChangeArrowheads="1"/>
          </p:cNvSpPr>
          <p:nvPr/>
        </p:nvSpPr>
        <p:spPr bwMode="auto">
          <a:xfrm>
            <a:off x="7169150" y="146843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75130" name="Text Box 32"/>
          <p:cNvSpPr txBox="1">
            <a:spLocks noChangeArrowheads="1"/>
          </p:cNvSpPr>
          <p:nvPr/>
        </p:nvSpPr>
        <p:spPr bwMode="auto">
          <a:xfrm>
            <a:off x="2614613" y="3663950"/>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75131" name="Text Box 33"/>
          <p:cNvSpPr txBox="1">
            <a:spLocks noChangeArrowheads="1"/>
          </p:cNvSpPr>
          <p:nvPr/>
        </p:nvSpPr>
        <p:spPr bwMode="auto">
          <a:xfrm>
            <a:off x="1782763" y="424021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pic>
        <p:nvPicPr>
          <p:cNvPr id="175132" name="Picture 34" descr="j0432507"/>
          <p:cNvPicPr>
            <a:picLocks noChangeAspect="1" noChangeArrowheads="1"/>
          </p:cNvPicPr>
          <p:nvPr/>
        </p:nvPicPr>
        <p:blipFill>
          <a:blip r:embed="rId3">
            <a:lum bright="48000"/>
            <a:extLst>
              <a:ext uri="{28A0092B-C50C-407E-A947-70E740481C1C}">
                <a14:useLocalDpi xmlns:a14="http://schemas.microsoft.com/office/drawing/2010/main" val="0"/>
              </a:ext>
            </a:extLst>
          </a:blip>
          <a:srcRect/>
          <a:stretch>
            <a:fillRect/>
          </a:stretch>
        </p:blipFill>
        <p:spPr bwMode="auto">
          <a:xfrm>
            <a:off x="5500688" y="4148138"/>
            <a:ext cx="3121025"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133"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7513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223124436"/>
      </p:ext>
    </p:extLst>
  </p:cSld>
  <p:clrMapOvr>
    <a:masterClrMapping/>
  </p:clrMapOvr>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3"/>
          <p:cNvSpPr>
            <a:spLocks noChangeArrowheads="1"/>
          </p:cNvSpPr>
          <p:nvPr/>
        </p:nvSpPr>
        <p:spPr bwMode="auto">
          <a:xfrm>
            <a:off x="20638" y="692150"/>
            <a:ext cx="8467725" cy="812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30000"/>
              </a:lnSpc>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smtClean="0">
                <a:solidFill>
                  <a:srgbClr val="000000"/>
                </a:solidFill>
                <a:latin typeface="Times New Roman" panose="02020603050405020304" pitchFamily="18" charset="0"/>
                <a:cs typeface="Times New Roman" panose="02020603050405020304" pitchFamily="18" charset="0"/>
              </a:rPr>
              <a:t>▷</a:t>
            </a:r>
            <a:r>
              <a:rPr lang="en-US" altLang="ko-KR" sz="1200" b="1" dirty="0" err="1" smtClean="0">
                <a:solidFill>
                  <a:srgbClr val="000000"/>
                </a:solidFill>
                <a:latin typeface="Times New Roman" panose="02020603050405020304" pitchFamily="18" charset="0"/>
                <a:cs typeface="Times New Roman" panose="02020603050405020304" pitchFamily="18" charset="0"/>
              </a:rPr>
              <a:t>Trường</a:t>
            </a:r>
            <a:r>
              <a:rPr lang="en-US" altLang="ko-KR" sz="1200" b="1" dirty="0" smtClean="0">
                <a:solidFill>
                  <a:srgbClr val="000000"/>
                </a:solidFill>
                <a:latin typeface="Times New Roman" panose="02020603050405020304" pitchFamily="18" charset="0"/>
                <a:cs typeface="Times New Roman" panose="02020603050405020304" pitchFamily="18" charset="0"/>
              </a:rPr>
              <a:t> </a:t>
            </a:r>
            <a:r>
              <a:rPr lang="en-US" altLang="ko-KR" sz="1200" b="1" dirty="0" err="1" smtClean="0">
                <a:solidFill>
                  <a:srgbClr val="000000"/>
                </a:solidFill>
                <a:latin typeface="Times New Roman" panose="02020603050405020304" pitchFamily="18" charset="0"/>
                <a:cs typeface="Times New Roman" panose="02020603050405020304" pitchFamily="18" charset="0"/>
              </a:rPr>
              <a:t>hợp</a:t>
            </a:r>
            <a:r>
              <a:rPr lang="en-US" altLang="en-US" sz="1200" b="1" dirty="0" err="1" smtClean="0">
                <a:latin typeface="Times New Roman" panose="02020603050405020304" pitchFamily="18" charset="0"/>
                <a:cs typeface="Times New Roman" panose="02020603050405020304" pitchFamily="18" charset="0"/>
              </a:rPr>
              <a:t>「RUN」LED</a:t>
            </a:r>
            <a:r>
              <a:rPr lang="en-US" altLang="en-US" sz="1200" b="1" dirty="0" smtClean="0">
                <a:latin typeface="Times New Roman" panose="02020603050405020304" pitchFamily="18" charset="0"/>
                <a:cs typeface="Times New Roman" panose="02020603050405020304" pitchFamily="18" charset="0"/>
              </a:rPr>
              <a:t> </a:t>
            </a:r>
            <a:r>
              <a:rPr lang="en-US" altLang="en-US" sz="1200" b="1" dirty="0" err="1" smtClean="0">
                <a:latin typeface="Times New Roman" panose="02020603050405020304" pitchFamily="18" charset="0"/>
                <a:cs typeface="Times New Roman" panose="02020603050405020304" pitchFamily="18" charset="0"/>
              </a:rPr>
              <a:t>nhấp</a:t>
            </a:r>
            <a:r>
              <a:rPr lang="en-US" altLang="en-US" sz="1200" b="1" dirty="0" smtClean="0">
                <a:latin typeface="Times New Roman" panose="02020603050405020304" pitchFamily="18" charset="0"/>
                <a:cs typeface="Times New Roman" panose="02020603050405020304" pitchFamily="18" charset="0"/>
              </a:rPr>
              <a:t> </a:t>
            </a:r>
            <a:r>
              <a:rPr lang="en-US" altLang="en-US" sz="1200" b="1" dirty="0" err="1" smtClean="0">
                <a:latin typeface="Times New Roman" panose="02020603050405020304" pitchFamily="18" charset="0"/>
                <a:cs typeface="Times New Roman" panose="02020603050405020304" pitchFamily="18" charset="0"/>
              </a:rPr>
              <a:t>nháy</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ko-KR" altLang="en-US" sz="1200" b="1" dirty="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ko-KR" altLang="ko-KR" sz="1200" dirty="0" smtClean="0">
                <a:latin typeface="Times New Roman" panose="02020603050405020304" pitchFamily="18" charset="0"/>
                <a:cs typeface="Times New Roman" panose="02020603050405020304" pitchFamily="18" charset="0"/>
              </a:rPr>
              <a:t> </a:t>
            </a:r>
            <a:r>
              <a:rPr lang="ko-KR" altLang="ko-KR" sz="1200" dirty="0">
                <a:latin typeface="Times New Roman" panose="02020603050405020304" pitchFamily="18" charset="0"/>
                <a:cs typeface="Times New Roman" panose="02020603050405020304" pitchFamily="18" charset="0"/>
              </a:rPr>
              <a:t>「</a:t>
            </a:r>
            <a:r>
              <a:rPr lang="ko-KR" altLang="ko-KR" sz="1200" dirty="0" smtClean="0">
                <a:latin typeface="Times New Roman" panose="02020603050405020304" pitchFamily="18" charset="0"/>
                <a:cs typeface="Times New Roman" panose="02020603050405020304" pitchFamily="18" charset="0"/>
              </a:rPr>
              <a:t>RUN」LED</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nháy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luận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Parameter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Program ở</a:t>
            </a: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ngừng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pic>
        <p:nvPicPr>
          <p:cNvPr id="176131" name="Picture 29" descr="j0432507"/>
          <p:cNvPicPr>
            <a:picLocks noChangeAspect="1" noChangeArrowheads="1"/>
          </p:cNvPicPr>
          <p:nvPr/>
        </p:nvPicPr>
        <p:blipFill>
          <a:blip r:embed="rId3">
            <a:lum bright="48000"/>
            <a:extLst>
              <a:ext uri="{28A0092B-C50C-407E-A947-70E740481C1C}">
                <a14:useLocalDpi xmlns:a14="http://schemas.microsoft.com/office/drawing/2010/main" val="0"/>
              </a:ext>
            </a:extLst>
          </a:blip>
          <a:srcRect/>
          <a:stretch>
            <a:fillRect/>
          </a:stretch>
        </p:blipFill>
        <p:spPr bwMode="auto">
          <a:xfrm>
            <a:off x="5187950" y="4184650"/>
            <a:ext cx="3119438"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132" name="Rectangle 30"/>
          <p:cNvSpPr>
            <a:spLocks noChangeArrowheads="1"/>
          </p:cNvSpPr>
          <p:nvPr/>
        </p:nvSpPr>
        <p:spPr bwMode="auto">
          <a:xfrm>
            <a:off x="1119188" y="1501775"/>
            <a:ext cx="8189912" cy="1717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err="1" smtClean="0">
                <a:latin typeface="Times New Roman" panose="02020603050405020304" pitchFamily="18" charset="0"/>
                <a:cs typeface="Times New Roman" panose="02020603050405020304" pitchFamily="18" charset="0"/>
              </a:rPr>
              <a:t>ㆍ</a:t>
            </a:r>
            <a:r>
              <a:rPr lang="en-US" altLang="ko-KR" sz="1200" dirty="0" smtClean="0">
                <a:latin typeface="Times New Roman" panose="02020603050405020304" pitchFamily="18" charset="0"/>
                <a:cs typeface="Times New Roman" panose="02020603050405020304" pitchFamily="18" charset="0"/>
              </a:rPr>
              <a:t>Reset CPU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en-US" altLang="ko-KR" sz="1200" dirty="0" smtClean="0">
                <a:latin typeface="Times New Roman" panose="02020603050405020304" pitchFamily="18" charset="0"/>
                <a:cs typeface="Times New Roman" panose="02020603050405020304" pitchFamily="18" charset="0"/>
              </a:rPr>
              <a:t> RESET/L.CLR </a:t>
            </a:r>
          </a:p>
          <a:p>
            <a:pPr eaLnBrk="1" hangingPunct="1">
              <a:lnSpc>
                <a:spcPct val="110000"/>
              </a:lnSpc>
              <a:spcBef>
                <a:spcPct val="0"/>
              </a:spcBef>
              <a:buFontTx/>
              <a:buNone/>
            </a:pPr>
            <a:r>
              <a:rPr lang="ko-KR" altLang="en-US" sz="1200" dirty="0" err="1" smtClean="0">
                <a:latin typeface="Times New Roman" panose="02020603050405020304" pitchFamily="18" charset="0"/>
                <a:cs typeface="Times New Roman" panose="02020603050405020304" pitchFamily="18" charset="0"/>
              </a:rPr>
              <a:t>ㆍ</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RUN/STOP </a:t>
            </a:r>
            <a:r>
              <a:rPr lang="en-US" altLang="ko-KR" sz="1200" dirty="0" smtClean="0">
                <a:latin typeface="Times New Roman" panose="02020603050405020304" pitchFamily="18" charset="0"/>
                <a:cs typeface="Times New Roman" panose="02020603050405020304" pitchFamily="18" charset="0"/>
              </a:rPr>
              <a:t>sang Parameter</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STOP→</a:t>
            </a:r>
            <a:r>
              <a:rPr lang="en-US" altLang="ko-KR" sz="1200" dirty="0" smtClean="0">
                <a:latin typeface="Times New Roman" panose="02020603050405020304" pitchFamily="18" charset="0"/>
                <a:cs typeface="Times New Roman" panose="02020603050405020304" pitchFamily="18" charset="0"/>
              </a:rPr>
              <a:t>RUN,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err="1" smtClean="0">
                <a:latin typeface="Times New Roman" panose="02020603050405020304" pitchFamily="18" charset="0"/>
                <a:cs typeface="Times New Roman" panose="02020603050405020304" pitchFamily="18" charset="0"/>
              </a:rPr>
              <a:t>ㆍ</a:t>
            </a:r>
            <a:r>
              <a:rPr lang="en-US" altLang="ko-KR" sz="1200" dirty="0" smtClean="0">
                <a:latin typeface="Times New Roman" panose="02020603050405020304" pitchFamily="18" charset="0"/>
                <a:cs typeface="Times New Roman" panose="02020603050405020304" pitchFamily="18" charset="0"/>
              </a:rPr>
              <a:t>Reset CPU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en-US" altLang="ko-KR" sz="1200" dirty="0" smtClean="0">
                <a:latin typeface="Times New Roman" panose="02020603050405020304" pitchFamily="18" charset="0"/>
                <a:cs typeface="Times New Roman" panose="02020603050405020304" pitchFamily="18" charset="0"/>
              </a:rPr>
              <a:t> RESET/L.CLR</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a:t>
            </a:r>
            <a:r>
              <a:rPr lang="en-US" altLang="ko-KR" sz="1200" dirty="0" err="1" smtClean="0">
                <a:latin typeface="Times New Roman" panose="02020603050405020304" pitchFamily="18" charset="0"/>
                <a:cs typeface="Times New Roman" panose="02020603050405020304" pitchFamily="18" charset="0"/>
              </a:rPr>
              <a:t>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RUN</a:t>
            </a:r>
            <a:r>
              <a:rPr lang="ko-KR" altLang="en-US"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LED </a:t>
            </a:r>
            <a:r>
              <a:rPr lang="en-US" altLang="ko-KR" sz="1200" dirty="0" err="1" smtClean="0">
                <a:latin typeface="Times New Roman" panose="02020603050405020304" pitchFamily="18" charset="0"/>
                <a:cs typeface="Times New Roman" panose="02020603050405020304" pitchFamily="18" charset="0"/>
              </a:rPr>
              <a:t>vẫn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nháy</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Hardware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endParaRPr lang="ko-KR" altLang="en-US" sz="1200" dirty="0">
              <a:latin typeface="Times New Roman" panose="02020603050405020304" pitchFamily="18" charset="0"/>
              <a:cs typeface="Times New Roman" panose="02020603050405020304" pitchFamily="18" charset="0"/>
            </a:endParaRPr>
          </a:p>
        </p:txBody>
      </p:sp>
      <p:sp>
        <p:nvSpPr>
          <p:cNvPr id="176133" name="Rectangle 31"/>
          <p:cNvSpPr>
            <a:spLocks noChangeArrowheads="1"/>
          </p:cNvSpPr>
          <p:nvPr/>
        </p:nvSpPr>
        <p:spPr bwMode="auto">
          <a:xfrm>
            <a:off x="1247775" y="3251200"/>
            <a:ext cx="7059613" cy="904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Ở QCPU,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STOP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Parameter, </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RUN/STOP sang</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STOP→</a:t>
            </a:r>
            <a:r>
              <a:rPr lang="en-US" altLang="ko-KR" sz="1200" dirty="0" smtClean="0">
                <a:latin typeface="Times New Roman" panose="02020603050405020304" pitchFamily="18" charset="0"/>
                <a:cs typeface="Times New Roman" panose="02020603050405020304" pitchFamily="18" charset="0"/>
              </a:rPr>
              <a:t>RUN</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Program.</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Ở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này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dừng</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CPU.(</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phải</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nhưng</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RUN</a:t>
            </a:r>
            <a:r>
              <a:rPr lang="ko-KR" altLang="en-US"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LED </a:t>
            </a:r>
            <a:r>
              <a:rPr lang="en-US" altLang="ko-KR" sz="1200" dirty="0" err="1" smtClean="0">
                <a:latin typeface="Times New Roman" panose="02020603050405020304" pitchFamily="18" charset="0"/>
                <a:cs typeface="Times New Roman" panose="02020603050405020304" pitchFamily="18" charset="0"/>
              </a:rPr>
              <a:t>nhấp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nháy</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RUN/STOP </a:t>
            </a:r>
            <a:r>
              <a:rPr lang="en-US" altLang="ko-KR" sz="1200" dirty="0" smtClean="0">
                <a:latin typeface="Times New Roman" panose="02020603050405020304" pitchFamily="18" charset="0"/>
                <a:cs typeface="Times New Roman" panose="02020603050405020304" pitchFamily="18" charset="0"/>
              </a:rPr>
              <a:t>sang STOP</a:t>
            </a: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RUN</a:t>
            </a:r>
            <a:endParaRPr lang="ko-KR" altLang="en-US" sz="1200" dirty="0">
              <a:latin typeface="Times New Roman" panose="02020603050405020304" pitchFamily="18" charset="0"/>
              <a:cs typeface="Times New Roman" panose="02020603050405020304" pitchFamily="18" charset="0"/>
            </a:endParaRPr>
          </a:p>
        </p:txBody>
      </p:sp>
      <p:pic>
        <p:nvPicPr>
          <p:cNvPr id="176134" name="Picture 3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74813" y="4222750"/>
            <a:ext cx="557212" cy="181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5" name="Picture 33" descr="j04393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22500" y="4221163"/>
            <a:ext cx="4984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136"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7613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863496887"/>
      </p:ext>
    </p:extLst>
  </p:cSld>
  <p:clrMapOvr>
    <a:masterClrMapping/>
  </p:clrMapOvr>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763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03687" y="4450350"/>
            <a:ext cx="2708276" cy="1929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835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13025" y="1811337"/>
            <a:ext cx="4034113" cy="24733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7154" name="Rectangle 3"/>
          <p:cNvSpPr>
            <a:spLocks noChangeArrowheads="1"/>
          </p:cNvSpPr>
          <p:nvPr/>
        </p:nvSpPr>
        <p:spPr bwMode="auto">
          <a:xfrm>
            <a:off x="71438" y="692150"/>
            <a:ext cx="9166225" cy="812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30000"/>
              </a:lnSpc>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smtClean="0">
                <a:solidFill>
                  <a:srgbClr val="000000"/>
                </a:solidFill>
                <a:latin typeface="Times New Roman" panose="02020603050405020304" pitchFamily="18" charset="0"/>
                <a:cs typeface="Times New Roman" panose="02020603050405020304" pitchFamily="18" charset="0"/>
              </a:rPr>
              <a:t>▷</a:t>
            </a:r>
            <a:r>
              <a:rPr lang="en-US" altLang="ko-KR" sz="1200" b="1" dirty="0" err="1" smtClean="0">
                <a:solidFill>
                  <a:srgbClr val="000000"/>
                </a:solidFill>
                <a:latin typeface="Times New Roman" panose="02020603050405020304" pitchFamily="18" charset="0"/>
                <a:cs typeface="Times New Roman" panose="02020603050405020304" pitchFamily="18" charset="0"/>
              </a:rPr>
              <a:t>Trường</a:t>
            </a:r>
            <a:r>
              <a:rPr lang="en-US" altLang="ko-KR" sz="1200" b="1" dirty="0" smtClean="0">
                <a:solidFill>
                  <a:srgbClr val="000000"/>
                </a:solidFill>
                <a:latin typeface="Times New Roman" panose="02020603050405020304" pitchFamily="18" charset="0"/>
                <a:cs typeface="Times New Roman" panose="02020603050405020304" pitchFamily="18" charset="0"/>
              </a:rPr>
              <a:t> </a:t>
            </a:r>
            <a:r>
              <a:rPr lang="en-US" altLang="ko-KR" sz="1200" b="1" dirty="0" err="1" smtClean="0">
                <a:solidFill>
                  <a:srgbClr val="000000"/>
                </a:solidFill>
                <a:latin typeface="Times New Roman" panose="02020603050405020304" pitchFamily="18" charset="0"/>
                <a:cs typeface="Times New Roman" panose="02020603050405020304" pitchFamily="18" charset="0"/>
              </a:rPr>
              <a:t>hợp</a:t>
            </a:r>
            <a:r>
              <a:rPr lang="ko-KR" altLang="en-US" sz="1200" b="1" dirty="0" smtClean="0">
                <a:latin typeface="Times New Roman" panose="02020603050405020304" pitchFamily="18" charset="0"/>
                <a:cs typeface="Times New Roman" panose="02020603050405020304" pitchFamily="18" charset="0"/>
              </a:rPr>
              <a:t>「</a:t>
            </a:r>
            <a:r>
              <a:rPr lang="en-US" altLang="ko-KR" sz="1200" b="1" dirty="0">
                <a:latin typeface="Times New Roman" panose="02020603050405020304" pitchFamily="18" charset="0"/>
                <a:cs typeface="Times New Roman" panose="02020603050405020304" pitchFamily="18" charset="0"/>
              </a:rPr>
              <a:t>ERR.</a:t>
            </a:r>
            <a:r>
              <a:rPr lang="ko-KR" altLang="en-US" sz="1200" b="1" dirty="0">
                <a:latin typeface="Times New Roman" panose="02020603050405020304" pitchFamily="18" charset="0"/>
                <a:cs typeface="Times New Roman" panose="02020603050405020304" pitchFamily="18" charset="0"/>
              </a:rPr>
              <a:t>」</a:t>
            </a:r>
            <a:r>
              <a:rPr lang="en-US" altLang="ko-KR" sz="1200" b="1" dirty="0" smtClean="0">
                <a:latin typeface="Times New Roman" panose="02020603050405020304" pitchFamily="18" charset="0"/>
                <a:cs typeface="Times New Roman" panose="02020603050405020304" pitchFamily="18" charset="0"/>
              </a:rPr>
              <a:t>LED </a:t>
            </a:r>
            <a:r>
              <a:rPr lang="en-US" altLang="ko-KR" sz="1200" b="1" dirty="0" err="1" smtClean="0">
                <a:latin typeface="Times New Roman" panose="02020603050405020304" pitchFamily="18" charset="0"/>
                <a:cs typeface="Times New Roman" panose="02020603050405020304" pitchFamily="18" charset="0"/>
              </a:rPr>
              <a:t>sáng</a:t>
            </a:r>
            <a:r>
              <a:rPr lang="en-US" altLang="ko-KR" sz="1200" b="1" dirty="0" smtClean="0">
                <a:latin typeface="Times New Roman" panose="02020603050405020304" pitchFamily="18" charset="0"/>
                <a:cs typeface="Times New Roman" panose="02020603050405020304" pitchFamily="18" charset="0"/>
              </a:rPr>
              <a:t>/</a:t>
            </a:r>
            <a:r>
              <a:rPr lang="en-US" altLang="ko-KR" sz="1200" b="1" dirty="0" err="1" smtClean="0">
                <a:latin typeface="Times New Roman" panose="02020603050405020304" pitchFamily="18" charset="0"/>
                <a:cs typeface="Times New Roman" panose="02020603050405020304" pitchFamily="18" charset="0"/>
              </a:rPr>
              <a:t>nhấp</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nháy</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ko-KR" altLang="en-US" sz="1200" b="1" dirty="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ERR.</a:t>
            </a:r>
            <a:r>
              <a:rPr lang="ko-KR" altLang="en-US"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LED </a:t>
            </a:r>
            <a:r>
              <a:rPr lang="en-US" altLang="ko-KR" sz="1200" dirty="0" err="1" smtClean="0">
                <a:latin typeface="Times New Roman" panose="02020603050405020304" pitchFamily="18" charset="0"/>
                <a:cs typeface="Times New Roman" panose="02020603050405020304" pitchFamily="18" charset="0"/>
              </a:rPr>
              <a:t>sáng</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nhấp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nháy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GX </a:t>
            </a:r>
            <a:r>
              <a:rPr lang="en-US" altLang="ko-KR" sz="1200" dirty="0" smtClean="0">
                <a:latin typeface="Times New Roman" panose="02020603050405020304" pitchFamily="18" charset="0"/>
                <a:cs typeface="Times New Roman" panose="02020603050405020304" pitchFamily="18" charset="0"/>
              </a:rPr>
              <a:t>Developer</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nội</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bất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ko-KR" altLang="en-US" sz="1200" dirty="0" smtClean="0">
                <a:latin typeface="Times New Roman" panose="02020603050405020304" pitchFamily="18" charset="0"/>
                <a:cs typeface="Times New Roman" panose="02020603050405020304" pitchFamily="18" charset="0"/>
              </a:rPr>
              <a:t> </a:t>
            </a:r>
            <a:endParaRPr lang="ko-KR" altLang="en-US"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Trouble Shooting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Error </a:t>
            </a:r>
            <a:r>
              <a:rPr lang="en-US" altLang="ko-KR" sz="1200" dirty="0" err="1" smtClean="0">
                <a:latin typeface="Times New Roman" panose="02020603050405020304" pitchFamily="18" charset="0"/>
                <a:cs typeface="Times New Roman" panose="02020603050405020304" pitchFamily="18" charset="0"/>
              </a:rPr>
              <a:t>liên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a:t>
            </a:r>
            <a:endParaRPr lang="ko-KR" altLang="en-US" sz="1200" dirty="0">
              <a:latin typeface="Times New Roman" panose="02020603050405020304" pitchFamily="18" charset="0"/>
              <a:cs typeface="Times New Roman" panose="02020603050405020304" pitchFamily="18" charset="0"/>
            </a:endParaRPr>
          </a:p>
        </p:txBody>
      </p:sp>
      <p:sp>
        <p:nvSpPr>
          <p:cNvPr id="177158" name="Rectangle 9"/>
          <p:cNvSpPr>
            <a:spLocks noChangeArrowheads="1"/>
          </p:cNvSpPr>
          <p:nvPr/>
        </p:nvSpPr>
        <p:spPr bwMode="auto">
          <a:xfrm>
            <a:off x="2339975" y="1493838"/>
            <a:ext cx="5501827" cy="3508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Menu [</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Open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đoán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PLC.</a:t>
            </a:r>
            <a:endParaRPr lang="en-US" altLang="ko-KR" sz="1200" dirty="0">
              <a:latin typeface="Times New Roman" panose="02020603050405020304" pitchFamily="18" charset="0"/>
              <a:cs typeface="Times New Roman" panose="02020603050405020304" pitchFamily="18" charset="0"/>
            </a:endParaRPr>
          </a:p>
        </p:txBody>
      </p:sp>
      <p:sp>
        <p:nvSpPr>
          <p:cNvPr id="177159" name="Rectangle 10"/>
          <p:cNvSpPr>
            <a:spLocks noChangeArrowheads="1"/>
          </p:cNvSpPr>
          <p:nvPr/>
        </p:nvSpPr>
        <p:spPr bwMode="auto">
          <a:xfrm>
            <a:off x="6864350" y="4906963"/>
            <a:ext cx="228940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Nếu</a:t>
            </a:r>
            <a:r>
              <a:rPr lang="en-US" altLang="ko-KR" sz="1000" dirty="0" smtClean="0">
                <a:latin typeface="Times New Roman" panose="02020603050405020304" pitchFamily="18" charset="0"/>
                <a:ea typeface="굴림체" pitchFamily="49" charset="-127"/>
                <a:cs typeface="Times New Roman" panose="02020603050405020304" pitchFamily="18" charset="0"/>
              </a:rPr>
              <a:t> Click </a:t>
            </a:r>
            <a:r>
              <a:rPr lang="en-US" altLang="ko-KR" sz="1000" dirty="0" err="1" smtClean="0">
                <a:latin typeface="Times New Roman" panose="02020603050405020304" pitchFamily="18" charset="0"/>
                <a:ea typeface="굴림체" pitchFamily="49" charset="-127"/>
                <a:cs typeface="Times New Roman" panose="02020603050405020304" pitchFamily="18" charset="0"/>
              </a:rPr>
              <a:t>vào</a:t>
            </a:r>
            <a:r>
              <a:rPr lang="en-US" altLang="ko-KR" sz="1000" dirty="0" smtClean="0">
                <a:latin typeface="Times New Roman" panose="02020603050405020304" pitchFamily="18" charset="0"/>
                <a:ea typeface="굴림체" pitchFamily="49" charset="-127"/>
                <a:cs typeface="Times New Roman" panose="02020603050405020304" pitchFamily="18" charset="0"/>
              </a:rPr>
              <a:t> [Help],</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1000" dirty="0" err="1">
                <a:latin typeface="Times New Roman" panose="02020603050405020304" pitchFamily="18" charset="0"/>
                <a:ea typeface="굴림체" pitchFamily="49" charset="-127"/>
                <a:cs typeface="Times New Roman" panose="02020603050405020304" pitchFamily="18" charset="0"/>
              </a:rPr>
              <a:t>c</a:t>
            </a:r>
            <a:r>
              <a:rPr lang="en-US" altLang="ko-KR" sz="1000" dirty="0" err="1" smtClean="0">
                <a:latin typeface="Times New Roman" panose="02020603050405020304" pitchFamily="18" charset="0"/>
                <a:ea typeface="굴림체" pitchFamily="49" charset="-127"/>
                <a:cs typeface="Times New Roman" panose="02020603050405020304" pitchFamily="18" charset="0"/>
              </a:rPr>
              <a:t>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thể</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tìm</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được</a:t>
            </a:r>
            <a:r>
              <a:rPr lang="en-US" altLang="ko-KR" sz="1000" dirty="0" smtClean="0">
                <a:latin typeface="Times New Roman" panose="02020603050405020304" pitchFamily="18" charset="0"/>
                <a:ea typeface="굴림체" pitchFamily="49" charset="-127"/>
                <a:cs typeface="Times New Roman" panose="02020603050405020304" pitchFamily="18" charset="0"/>
              </a:rPr>
              <a:t> Error Code </a:t>
            </a:r>
            <a:r>
              <a:rPr lang="en-US" altLang="ko-KR" sz="1000" dirty="0" err="1" smtClean="0">
                <a:latin typeface="Times New Roman" panose="02020603050405020304" pitchFamily="18" charset="0"/>
                <a:ea typeface="굴림체" pitchFamily="49" charset="-127"/>
                <a:cs typeface="Times New Roman" panose="02020603050405020304" pitchFamily="18" charset="0"/>
              </a:rPr>
              <a:t>và</a:t>
            </a:r>
            <a:r>
              <a:rPr lang="en-US" altLang="ko-KR" sz="1000" dirty="0" smtClean="0">
                <a:latin typeface="Times New Roman" panose="02020603050405020304" pitchFamily="18" charset="0"/>
                <a:ea typeface="굴림체" pitchFamily="49" charset="-127"/>
                <a:cs typeface="Times New Roman" panose="02020603050405020304" pitchFamily="18" charset="0"/>
              </a:rPr>
              <a:t> tin </a:t>
            </a:r>
            <a:r>
              <a:rPr lang="en-US" altLang="ko-KR" sz="1000" dirty="0" err="1" smtClean="0">
                <a:latin typeface="Times New Roman" panose="02020603050405020304" pitchFamily="18" charset="0"/>
                <a:ea typeface="굴림체" pitchFamily="49" charset="-127"/>
                <a:cs typeface="Times New Roman" panose="02020603050405020304" pitchFamily="18" charset="0"/>
              </a:rPr>
              <a:t>nhắn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1000" dirty="0" err="1">
                <a:latin typeface="Times New Roman" panose="02020603050405020304" pitchFamily="18" charset="0"/>
                <a:ea typeface="굴림체" pitchFamily="49" charset="-127"/>
                <a:cs typeface="Times New Roman" panose="02020603050405020304" pitchFamily="18" charset="0"/>
              </a:rPr>
              <a:t>n</a:t>
            </a:r>
            <a:r>
              <a:rPr lang="en-US" altLang="ko-KR" sz="1000" dirty="0" err="1" smtClean="0">
                <a:latin typeface="Times New Roman" panose="02020603050405020304" pitchFamily="18" charset="0"/>
                <a:ea typeface="굴림체" pitchFamily="49" charset="-127"/>
                <a:cs typeface="Times New Roman" panose="02020603050405020304" pitchFamily="18" charset="0"/>
              </a:rPr>
              <a:t>ội</a:t>
            </a:r>
            <a:r>
              <a:rPr lang="en-US" altLang="ko-KR" sz="1000" dirty="0" smtClean="0">
                <a:latin typeface="Times New Roman" panose="02020603050405020304" pitchFamily="18" charset="0"/>
                <a:ea typeface="굴림체" pitchFamily="49" charset="-127"/>
                <a:cs typeface="Times New Roman" panose="02020603050405020304" pitchFamily="18" charset="0"/>
              </a:rPr>
              <a:t> dung </a:t>
            </a:r>
            <a:r>
              <a:rPr lang="en-US" altLang="ko-KR" sz="1000" dirty="0" err="1" smtClean="0">
                <a:latin typeface="Times New Roman" panose="02020603050405020304" pitchFamily="18" charset="0"/>
                <a:ea typeface="굴림체" pitchFamily="49" charset="-127"/>
                <a:cs typeface="Times New Roman" panose="02020603050405020304" pitchFamily="18" charset="0"/>
              </a:rPr>
              <a:t>bất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thường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và</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nguyên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nhân</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1000" dirty="0" err="1">
                <a:latin typeface="Times New Roman" panose="02020603050405020304" pitchFamily="18" charset="0"/>
                <a:ea typeface="굴림체" pitchFamily="49" charset="-127"/>
                <a:cs typeface="Times New Roman" panose="02020603050405020304" pitchFamily="18" charset="0"/>
              </a:rPr>
              <a:t>p</a:t>
            </a:r>
            <a:r>
              <a:rPr lang="en-US" altLang="ko-KR" sz="1000" dirty="0" err="1" smtClean="0">
                <a:latin typeface="Times New Roman" panose="02020603050405020304" pitchFamily="18" charset="0"/>
                <a:ea typeface="굴림체" pitchFamily="49" charset="-127"/>
                <a:cs typeface="Times New Roman" panose="02020603050405020304" pitchFamily="18" charset="0"/>
              </a:rPr>
              <a:t>hương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pháp</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xử</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lý</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về</a:t>
            </a:r>
            <a:r>
              <a:rPr lang="en-US" altLang="ko-KR" sz="1000" dirty="0" smtClean="0">
                <a:latin typeface="Times New Roman" panose="02020603050405020304" pitchFamily="18" charset="0"/>
                <a:ea typeface="굴림체" pitchFamily="49" charset="-127"/>
                <a:cs typeface="Times New Roman" panose="02020603050405020304" pitchFamily="18" charset="0"/>
              </a:rPr>
              <a:t> Error </a:t>
            </a:r>
            <a:r>
              <a:rPr lang="en-US" altLang="ko-KR" sz="1000" dirty="0" err="1" smtClean="0">
                <a:latin typeface="Times New Roman" panose="02020603050405020304" pitchFamily="18" charset="0"/>
                <a:ea typeface="굴림체" pitchFamily="49" charset="-127"/>
                <a:cs typeface="Times New Roman" panose="02020603050405020304" pitchFamily="18" charset="0"/>
              </a:rPr>
              <a:t>liên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quan</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77161" name="Line 12"/>
          <p:cNvSpPr>
            <a:spLocks noChangeShapeType="1"/>
          </p:cNvSpPr>
          <p:nvPr/>
        </p:nvSpPr>
        <p:spPr bwMode="auto">
          <a:xfrm flipH="1">
            <a:off x="5357018" y="3313113"/>
            <a:ext cx="233363" cy="1187450"/>
          </a:xfrm>
          <a:prstGeom prst="line">
            <a:avLst/>
          </a:prstGeom>
          <a:noFill/>
          <a:ln w="2857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77162" name="Text Box 13"/>
          <p:cNvSpPr txBox="1">
            <a:spLocks noChangeArrowheads="1"/>
          </p:cNvSpPr>
          <p:nvPr/>
        </p:nvSpPr>
        <p:spPr bwMode="auto">
          <a:xfrm>
            <a:off x="719138" y="5878513"/>
            <a:ext cx="30636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Nếu</a:t>
            </a:r>
            <a:r>
              <a:rPr lang="en-US" altLang="ko-KR" sz="1000" dirty="0" smtClean="0">
                <a:latin typeface="Times New Roman" panose="02020603050405020304" pitchFamily="18" charset="0"/>
                <a:ea typeface="굴림체" pitchFamily="49" charset="-127"/>
                <a:cs typeface="Times New Roman" panose="02020603050405020304" pitchFamily="18" charset="0"/>
              </a:rPr>
              <a:t> Click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đúp</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vào</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nội</a:t>
            </a:r>
            <a:r>
              <a:rPr lang="en-US" altLang="ko-KR" sz="1000" dirty="0" smtClean="0">
                <a:latin typeface="Times New Roman" panose="02020603050405020304" pitchFamily="18" charset="0"/>
                <a:ea typeface="굴림체" pitchFamily="49" charset="-127"/>
                <a:cs typeface="Times New Roman" panose="02020603050405020304" pitchFamily="18" charset="0"/>
              </a:rPr>
              <a:t> dung Error,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thể</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kiểm</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1000" dirty="0" err="1">
                <a:latin typeface="Times New Roman" panose="02020603050405020304" pitchFamily="18" charset="0"/>
                <a:ea typeface="굴림체" pitchFamily="49" charset="-127"/>
                <a:cs typeface="Times New Roman" panose="02020603050405020304" pitchFamily="18" charset="0"/>
              </a:rPr>
              <a:t>t</a:t>
            </a:r>
            <a:r>
              <a:rPr lang="en-US" altLang="ko-KR" sz="1000" dirty="0" err="1" smtClean="0">
                <a:latin typeface="Times New Roman" panose="02020603050405020304" pitchFamily="18" charset="0"/>
                <a:ea typeface="굴림체" pitchFamily="49" charset="-127"/>
                <a:cs typeface="Times New Roman" panose="02020603050405020304" pitchFamily="18" charset="0"/>
              </a:rPr>
              <a:t>ra</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được</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thông</a:t>
            </a:r>
            <a:r>
              <a:rPr lang="en-US" altLang="ko-KR" sz="1000" dirty="0" smtClean="0">
                <a:latin typeface="Times New Roman" panose="02020603050405020304" pitchFamily="18" charset="0"/>
                <a:ea typeface="굴림체" pitchFamily="49" charset="-127"/>
                <a:cs typeface="Times New Roman" panose="02020603050405020304" pitchFamily="18" charset="0"/>
              </a:rPr>
              <a:t> tin chi </a:t>
            </a:r>
            <a:r>
              <a:rPr lang="en-US" altLang="ko-KR" sz="1000" dirty="0" err="1" smtClean="0">
                <a:latin typeface="Times New Roman" panose="02020603050405020304" pitchFamily="18" charset="0"/>
                <a:ea typeface="굴림체" pitchFamily="49" charset="-127"/>
                <a:cs typeface="Times New Roman" panose="02020603050405020304" pitchFamily="18" charset="0"/>
              </a:rPr>
              <a:t>tiết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liên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quan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đến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nội</a:t>
            </a:r>
            <a:r>
              <a:rPr lang="en-US" altLang="ko-KR" sz="1000" dirty="0" smtClean="0">
                <a:latin typeface="Times New Roman" panose="02020603050405020304" pitchFamily="18" charset="0"/>
                <a:ea typeface="굴림체" pitchFamily="49" charset="-127"/>
                <a:cs typeface="Times New Roman" panose="02020603050405020304" pitchFamily="18" charset="0"/>
              </a:rPr>
              <a:t> dung Error. </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77163" name="Text Box 8"/>
          <p:cNvSpPr txBox="1">
            <a:spLocks noChangeArrowheads="1"/>
          </p:cNvSpPr>
          <p:nvPr/>
        </p:nvSpPr>
        <p:spPr bwMode="auto">
          <a:xfrm>
            <a:off x="7684561"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7716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pic>
        <p:nvPicPr>
          <p:cNvPr id="228355"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8310" y="4429124"/>
            <a:ext cx="2159082" cy="139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7160" name="Line 11"/>
          <p:cNvSpPr>
            <a:spLocks noChangeShapeType="1"/>
          </p:cNvSpPr>
          <p:nvPr/>
        </p:nvSpPr>
        <p:spPr bwMode="auto">
          <a:xfrm flipH="1">
            <a:off x="1641474" y="2628900"/>
            <a:ext cx="1362075" cy="1871663"/>
          </a:xfrm>
          <a:prstGeom prst="line">
            <a:avLst/>
          </a:prstGeom>
          <a:noFill/>
          <a:ln w="2857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787036780"/>
      </p:ext>
    </p:extLst>
  </p:cSld>
  <p:clrMapOvr>
    <a:masterClrMapping/>
  </p:clrMapOvr>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86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54187" y="3330575"/>
            <a:ext cx="3705225" cy="25191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65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54188" y="2350058"/>
            <a:ext cx="2034767" cy="8989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8178" name="Rectangle 4"/>
          <p:cNvSpPr>
            <a:spLocks noChangeArrowheads="1"/>
          </p:cNvSpPr>
          <p:nvPr/>
        </p:nvSpPr>
        <p:spPr bwMode="auto">
          <a:xfrm>
            <a:off x="157163" y="731838"/>
            <a:ext cx="8972550" cy="1292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30000"/>
              </a:lnSpc>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a:solidFill>
                  <a:srgbClr val="000000"/>
                </a:solidFill>
                <a:latin typeface="Times New Roman" panose="02020603050405020304" pitchFamily="18" charset="0"/>
                <a:cs typeface="Times New Roman" panose="02020603050405020304" pitchFamily="18" charset="0"/>
              </a:rPr>
              <a:t>▷</a:t>
            </a:r>
            <a:r>
              <a:rPr lang="en-US" altLang="ko-KR" sz="1200" b="1"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Phán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định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hàng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đạt</a:t>
            </a:r>
            <a:r>
              <a:rPr lang="en-US" altLang="ko-KR" sz="1200" b="1" dirty="0" smtClean="0">
                <a:latin typeface="Times New Roman" panose="02020603050405020304" pitchFamily="18" charset="0"/>
                <a:cs typeface="Times New Roman" panose="02020603050405020304" pitchFamily="18" charset="0"/>
              </a:rPr>
              <a:t>/</a:t>
            </a:r>
            <a:r>
              <a:rPr lang="en-US" altLang="ko-KR" sz="1200" b="1" dirty="0" err="1" smtClean="0">
                <a:latin typeface="Times New Roman" panose="02020603050405020304" pitchFamily="18" charset="0"/>
                <a:cs typeface="Times New Roman" panose="02020603050405020304" pitchFamily="18" charset="0"/>
              </a:rPr>
              <a:t>hàng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lỗi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của</a:t>
            </a:r>
            <a:r>
              <a:rPr lang="en-US" altLang="ko-KR" sz="1200" b="1" dirty="0" smtClean="0">
                <a:latin typeface="Times New Roman" panose="02020603050405020304" pitchFamily="18" charset="0"/>
                <a:cs typeface="Times New Roman" panose="02020603050405020304" pitchFamily="18" charset="0"/>
              </a:rPr>
              <a:t> CPU</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PLC CPU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đạt</a:t>
            </a:r>
            <a:r>
              <a:rPr lang="en-US" altLang="ko-KR" sz="1200" dirty="0" smtClean="0">
                <a:latin typeface="Times New Roman" panose="02020603050405020304" pitchFamily="18" charset="0"/>
                <a:cs typeface="Times New Roman" panose="02020603050405020304" pitchFamily="18" charset="0"/>
              </a:rPr>
              <a:t> hay </a:t>
            </a:r>
            <a:r>
              <a:rPr lang="en-US" altLang="ko-KR" sz="1200" dirty="0" err="1" smtClean="0">
                <a:latin typeface="Times New Roman" panose="02020603050405020304" pitchFamily="18" charset="0"/>
                <a:cs typeface="Times New Roman" panose="02020603050405020304" pitchFamily="18" charset="0"/>
              </a:rPr>
              <a:t>hàng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lỗi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Sequence Program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endParaRPr lang="ko-KR" altLang="en-US"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bình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Sequence Program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END ở</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0</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Step,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RUN,</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RUN</a:t>
            </a:r>
            <a:r>
              <a:rPr lang="ko-KR" altLang="en-US"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LED </a:t>
            </a: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đạt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(1)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Parameter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PLC CPU ở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quanh</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78180" name="Rectangle 6"/>
          <p:cNvSpPr>
            <a:spLocks noChangeArrowheads="1"/>
          </p:cNvSpPr>
          <p:nvPr/>
        </p:nvSpPr>
        <p:spPr bwMode="auto">
          <a:xfrm>
            <a:off x="3938588" y="2565400"/>
            <a:ext cx="3902075" cy="332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①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Menu [Online]</a:t>
            </a: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[Read from PLC].</a:t>
            </a:r>
            <a:endParaRPr lang="en-US" altLang="ko-KR" sz="1200" b="1" dirty="0">
              <a:latin typeface="Times New Roman" panose="02020603050405020304" pitchFamily="18" charset="0"/>
              <a:cs typeface="Times New Roman" panose="02020603050405020304" pitchFamily="18" charset="0"/>
            </a:endParaRPr>
          </a:p>
        </p:txBody>
      </p:sp>
      <p:sp>
        <p:nvSpPr>
          <p:cNvPr id="178182" name="Rectangle 8"/>
          <p:cNvSpPr>
            <a:spLocks noChangeArrowheads="1"/>
          </p:cNvSpPr>
          <p:nvPr/>
        </p:nvSpPr>
        <p:spPr bwMode="auto">
          <a:xfrm>
            <a:off x="5654675" y="3367088"/>
            <a:ext cx="3473450" cy="498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②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Param</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Prog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③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Execute.</a:t>
            </a:r>
            <a:endParaRPr lang="en-US" altLang="ko-KR" sz="1200" dirty="0">
              <a:latin typeface="Times New Roman" panose="02020603050405020304" pitchFamily="18" charset="0"/>
              <a:cs typeface="Times New Roman" panose="02020603050405020304" pitchFamily="18" charset="0"/>
            </a:endParaRPr>
          </a:p>
        </p:txBody>
      </p:sp>
      <p:sp>
        <p:nvSpPr>
          <p:cNvPr id="178183" name="Text Box 8"/>
          <p:cNvSpPr txBox="1">
            <a:spLocks noChangeArrowheads="1"/>
          </p:cNvSpPr>
          <p:nvPr/>
        </p:nvSpPr>
        <p:spPr bwMode="auto">
          <a:xfrm>
            <a:off x="7653300"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7818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1837606" y="2759437"/>
            <a:ext cx="1224136" cy="455503"/>
          </a:xfrm>
          <a:prstGeom prst="rect">
            <a:avLst/>
          </a:prstGeom>
          <a:noFill/>
          <a:ln w="12700" cap="flat" cmpd="sng" algn="ctr">
            <a:solidFill>
              <a:srgbClr val="FF0000"/>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3" name="직사각형 12"/>
          <p:cNvSpPr/>
          <p:nvPr/>
        </p:nvSpPr>
        <p:spPr bwMode="auto">
          <a:xfrm>
            <a:off x="1892660" y="3912842"/>
            <a:ext cx="612068" cy="455503"/>
          </a:xfrm>
          <a:prstGeom prst="rect">
            <a:avLst/>
          </a:prstGeom>
          <a:noFill/>
          <a:ln w="12700" cap="flat" cmpd="sng" algn="ctr">
            <a:solidFill>
              <a:srgbClr val="FF0000"/>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4" name="직사각형 13"/>
          <p:cNvSpPr/>
          <p:nvPr/>
        </p:nvSpPr>
        <p:spPr bwMode="auto">
          <a:xfrm>
            <a:off x="4708401" y="3785780"/>
            <a:ext cx="612068" cy="455503"/>
          </a:xfrm>
          <a:prstGeom prst="rect">
            <a:avLst/>
          </a:prstGeom>
          <a:noFill/>
          <a:ln w="12700" cap="flat" cmpd="sng" algn="ctr">
            <a:solidFill>
              <a:srgbClr val="FF0000"/>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864634338"/>
      </p:ext>
    </p:extLst>
  </p:cSld>
  <p:clrMapOvr>
    <a:masterClrMapping/>
  </p:clrMapOvr>
  <p:transition/>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9684" name="Picture 4"/>
          <p:cNvPicPr>
            <a:picLocks noChangeAspect="1" noChangeArrowheads="1"/>
          </p:cNvPicPr>
          <p:nvPr/>
        </p:nvPicPr>
        <p:blipFill rotWithShape="1">
          <a:blip r:embed="rId3">
            <a:extLst>
              <a:ext uri="{28A0092B-C50C-407E-A947-70E740481C1C}">
                <a14:useLocalDpi xmlns:a14="http://schemas.microsoft.com/office/drawing/2010/main" val="0"/>
              </a:ext>
            </a:extLst>
          </a:blip>
          <a:srcRect b="34505"/>
          <a:stretch/>
        </p:blipFill>
        <p:spPr bwMode="auto">
          <a:xfrm>
            <a:off x="1874838" y="1552575"/>
            <a:ext cx="1677592" cy="1716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9202" name="Rectangle 3"/>
          <p:cNvSpPr>
            <a:spLocks noChangeArrowheads="1"/>
          </p:cNvSpPr>
          <p:nvPr/>
        </p:nvSpPr>
        <p:spPr bwMode="auto">
          <a:xfrm>
            <a:off x="85725" y="708025"/>
            <a:ext cx="9439275" cy="812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END ở Step 0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nhắc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muốn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Program, </a:t>
            </a:r>
            <a:r>
              <a:rPr lang="en-US" altLang="ko-KR" sz="1200" dirty="0" err="1" smtClean="0">
                <a:latin typeface="Times New Roman" panose="02020603050405020304" pitchFamily="18" charset="0"/>
                <a:cs typeface="Times New Roman" panose="02020603050405020304" pitchFamily="18" charset="0"/>
              </a:rPr>
              <a:t>ghi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nhớ</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List Program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Step 0</a:t>
            </a:r>
            <a:endParaRPr lang="ko-KR" altLang="en-US"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gộp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END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79203" name="Rectangle 4"/>
          <p:cNvSpPr>
            <a:spLocks noChangeArrowheads="1"/>
          </p:cNvSpPr>
          <p:nvPr/>
        </p:nvSpPr>
        <p:spPr bwMode="auto">
          <a:xfrm>
            <a:off x="4097338" y="1587500"/>
            <a:ext cx="495300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① </a:t>
            </a:r>
            <a:r>
              <a:rPr lang="en-US" altLang="ko-KR" sz="1200" dirty="0" err="1" smtClean="0">
                <a:latin typeface="Times New Roman" panose="02020603050405020304" pitchFamily="18" charset="0"/>
                <a:cs typeface="Times New Roman" panose="02020603050405020304" pitchFamily="18" charset="0"/>
              </a:rPr>
              <a:t>Nhấn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Alt+F1 ở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sang List Mode.</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② </a:t>
            </a:r>
            <a:r>
              <a:rPr lang="en-US" altLang="ko-KR" sz="1200" dirty="0" err="1" smtClean="0">
                <a:latin typeface="Times New Roman" panose="02020603050405020304" pitchFamily="18" charset="0"/>
                <a:cs typeface="Times New Roman" panose="02020603050405020304" pitchFamily="18" charset="0"/>
              </a:rPr>
              <a:t>Nhấn</a:t>
            </a:r>
            <a:r>
              <a:rPr lang="en-US" altLang="ko-KR" sz="1200" dirty="0" smtClean="0">
                <a:latin typeface="Times New Roman" panose="02020603050405020304" pitchFamily="18" charset="0"/>
                <a:cs typeface="Times New Roman" panose="02020603050405020304" pitchFamily="18" charset="0"/>
              </a:rPr>
              <a:t> F2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sang Edit Mode. </a:t>
            </a:r>
            <a:endParaRPr lang="en-US" altLang="ko-KR" sz="1200" dirty="0">
              <a:latin typeface="Times New Roman" panose="02020603050405020304" pitchFamily="18" charset="0"/>
              <a:cs typeface="Times New Roman" panose="02020603050405020304" pitchFamily="18" charset="0"/>
            </a:endParaRPr>
          </a:p>
        </p:txBody>
      </p:sp>
      <p:sp>
        <p:nvSpPr>
          <p:cNvPr id="179206" name="Rectangle 7"/>
          <p:cNvSpPr>
            <a:spLocks noChangeArrowheads="1"/>
          </p:cNvSpPr>
          <p:nvPr/>
        </p:nvSpPr>
        <p:spPr bwMode="auto">
          <a:xfrm>
            <a:off x="5540375" y="3532188"/>
            <a:ext cx="142859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③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0 Step.</a:t>
            </a:r>
            <a:endParaRPr lang="en-US" altLang="ko-KR" sz="1200" dirty="0">
              <a:latin typeface="Times New Roman" panose="02020603050405020304" pitchFamily="18" charset="0"/>
              <a:cs typeface="Times New Roman" panose="02020603050405020304" pitchFamily="18" charset="0"/>
            </a:endParaRPr>
          </a:p>
        </p:txBody>
      </p:sp>
      <p:sp>
        <p:nvSpPr>
          <p:cNvPr id="179208" name="Rectangle 9"/>
          <p:cNvSpPr>
            <a:spLocks noChangeArrowheads="1"/>
          </p:cNvSpPr>
          <p:nvPr/>
        </p:nvSpPr>
        <p:spPr bwMode="auto">
          <a:xfrm>
            <a:off x="5540375" y="5043488"/>
            <a:ext cx="4016375"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④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Enter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phím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END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ô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OK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179209"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838" y="5800725"/>
            <a:ext cx="279717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210" name="Rectangle 11"/>
          <p:cNvSpPr>
            <a:spLocks noChangeArrowheads="1"/>
          </p:cNvSpPr>
          <p:nvPr/>
        </p:nvSpPr>
        <p:spPr bwMode="auto">
          <a:xfrm>
            <a:off x="5540375" y="5980113"/>
            <a:ext cx="385921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⑤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xem</a:t>
            </a:r>
            <a:r>
              <a:rPr lang="en-US" altLang="ko-KR" sz="1200" dirty="0" smtClean="0">
                <a:latin typeface="Times New Roman" panose="02020603050405020304" pitchFamily="18" charset="0"/>
                <a:cs typeface="Times New Roman" panose="02020603050405020304" pitchFamily="18" charset="0"/>
              </a:rPr>
              <a:t> END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0 Step hay </a:t>
            </a:r>
            <a:r>
              <a:rPr lang="en-US" altLang="ko-KR" sz="1200" dirty="0" err="1" smtClean="0">
                <a:latin typeface="Times New Roman" panose="02020603050405020304" pitchFamily="18" charset="0"/>
                <a:cs typeface="Times New Roman" panose="02020603050405020304" pitchFamily="18" charset="0"/>
              </a:rPr>
              <a:t>chưa</a:t>
            </a:r>
            <a:endParaRPr lang="ko-KR" altLang="en-US" sz="1200" dirty="0">
              <a:latin typeface="Times New Roman" panose="02020603050405020304" pitchFamily="18" charset="0"/>
              <a:cs typeface="Times New Roman" panose="02020603050405020304" pitchFamily="18" charset="0"/>
            </a:endParaRPr>
          </a:p>
        </p:txBody>
      </p:sp>
      <p:sp>
        <p:nvSpPr>
          <p:cNvPr id="179211"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79212"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pic>
        <p:nvPicPr>
          <p:cNvPr id="199685" name="Picture 5"/>
          <p:cNvPicPr>
            <a:picLocks noChangeAspect="1" noChangeArrowheads="1"/>
          </p:cNvPicPr>
          <p:nvPr/>
        </p:nvPicPr>
        <p:blipFill rotWithShape="1">
          <a:blip r:embed="rId5">
            <a:extLst>
              <a:ext uri="{28A0092B-C50C-407E-A947-70E740481C1C}">
                <a14:useLocalDpi xmlns:a14="http://schemas.microsoft.com/office/drawing/2010/main" val="0"/>
              </a:ext>
            </a:extLst>
          </a:blip>
          <a:srcRect b="50000"/>
          <a:stretch/>
        </p:blipFill>
        <p:spPr bwMode="auto">
          <a:xfrm>
            <a:off x="1874838" y="3460751"/>
            <a:ext cx="3219450" cy="1071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968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74838" y="4605338"/>
            <a:ext cx="3248025" cy="1095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9688" name="Picture 8"/>
          <p:cNvPicPr>
            <a:picLocks noChangeAspect="1" noChangeArrowheads="1"/>
          </p:cNvPicPr>
          <p:nvPr/>
        </p:nvPicPr>
        <p:blipFill rotWithShape="1">
          <a:blip r:embed="rId7">
            <a:extLst>
              <a:ext uri="{28A0092B-C50C-407E-A947-70E740481C1C}">
                <a14:useLocalDpi xmlns:a14="http://schemas.microsoft.com/office/drawing/2010/main" val="0"/>
              </a:ext>
            </a:extLst>
          </a:blip>
          <a:srcRect r="9549" b="17046"/>
          <a:stretch/>
        </p:blipFill>
        <p:spPr bwMode="auto">
          <a:xfrm>
            <a:off x="1874838" y="5800725"/>
            <a:ext cx="3248025" cy="695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95542454"/>
      </p:ext>
    </p:extLst>
  </p:cSld>
  <p:clrMapOvr>
    <a:masterClrMapping/>
  </p:clrMapOvr>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070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91369" y="2292349"/>
            <a:ext cx="2983756" cy="187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0227" name="Rectangle 5"/>
          <p:cNvSpPr>
            <a:spLocks noChangeArrowheads="1"/>
          </p:cNvSpPr>
          <p:nvPr/>
        </p:nvSpPr>
        <p:spPr bwMode="auto">
          <a:xfrm>
            <a:off x="3262027" y="1346200"/>
            <a:ext cx="3959225" cy="332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①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[Online]→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Click [Write to PLC ].</a:t>
            </a:r>
            <a:endParaRPr lang="en-US" altLang="ko-KR" sz="1200" b="1" dirty="0">
              <a:latin typeface="Times New Roman" panose="02020603050405020304" pitchFamily="18" charset="0"/>
              <a:cs typeface="Times New Roman" panose="02020603050405020304" pitchFamily="18" charset="0"/>
            </a:endParaRPr>
          </a:p>
        </p:txBody>
      </p:sp>
      <p:sp>
        <p:nvSpPr>
          <p:cNvPr id="180229" name="Rectangle 7"/>
          <p:cNvSpPr>
            <a:spLocks noChangeArrowheads="1"/>
          </p:cNvSpPr>
          <p:nvPr/>
        </p:nvSpPr>
        <p:spPr bwMode="auto">
          <a:xfrm>
            <a:off x="1209675" y="869950"/>
            <a:ext cx="3392275" cy="276999"/>
          </a:xfrm>
          <a:prstGeom prst="rect">
            <a:avLst/>
          </a:prstGeom>
          <a:solidFill>
            <a:schemeClr val="bg1"/>
          </a:solidFill>
          <a:ln w="19050">
            <a:solidFill>
              <a:srgbClr val="FF3300"/>
            </a:solidFill>
            <a:miter lim="800000"/>
            <a:headEnd/>
            <a:tailEnd/>
          </a:ln>
          <a:effectLst>
            <a:outerShdw dist="35921" dir="2700000" algn="ctr" rotWithShape="0">
              <a:schemeClr val="bg2"/>
            </a:outerShdw>
          </a:effec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dirty="0" err="1" smtClean="0">
                <a:latin typeface="Times New Roman" panose="02020603050405020304" pitchFamily="18" charset="0"/>
                <a:ea typeface="굴림체" pitchFamily="49" charset="-127"/>
                <a:cs typeface="Times New Roman" panose="02020603050405020304" pitchFamily="18" charset="0"/>
              </a:rPr>
              <a:t>Chuyển</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công</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tắc</a:t>
            </a:r>
            <a:r>
              <a:rPr lang="ko-KR" altLang="en-US" sz="1000" b="1" dirty="0" smtClean="0">
                <a:latin typeface="Times New Roman" panose="02020603050405020304" pitchFamily="18" charset="0"/>
                <a:ea typeface="굴림체" pitchFamily="49" charset="-127"/>
                <a:cs typeface="Times New Roman" panose="02020603050405020304" pitchFamily="18" charset="0"/>
              </a:rPr>
              <a:t>「</a:t>
            </a:r>
            <a:r>
              <a:rPr lang="en-US" altLang="ko-KR" sz="1000" b="1" dirty="0">
                <a:latin typeface="Times New Roman" panose="02020603050405020304" pitchFamily="18" charset="0"/>
                <a:ea typeface="굴림체" pitchFamily="49" charset="-127"/>
                <a:cs typeface="Times New Roman" panose="02020603050405020304" pitchFamily="18" charset="0"/>
              </a:rPr>
              <a:t>RUN/STOP</a:t>
            </a:r>
            <a:r>
              <a:rPr lang="ko-KR" altLang="en-US" sz="1000" b="1" dirty="0" smtClean="0">
                <a:latin typeface="Times New Roman" panose="02020603050405020304" pitchFamily="18" charset="0"/>
                <a:ea typeface="굴림체" pitchFamily="49" charset="-127"/>
                <a:cs typeface="Times New Roman" panose="02020603050405020304" pitchFamily="18" charset="0"/>
              </a:rPr>
              <a:t>」</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của</a:t>
            </a:r>
            <a:r>
              <a:rPr lang="en-US" altLang="ko-KR" sz="1000" b="1" dirty="0" smtClean="0">
                <a:latin typeface="Times New Roman" panose="02020603050405020304" pitchFamily="18" charset="0"/>
                <a:ea typeface="굴림체" pitchFamily="49" charset="-127"/>
                <a:cs typeface="Times New Roman" panose="02020603050405020304" pitchFamily="18" charset="0"/>
              </a:rPr>
              <a:t> CPU sang</a:t>
            </a:r>
            <a:r>
              <a:rPr lang="ko-KR" altLang="en-US" sz="1000" b="1" dirty="0" smtClean="0">
                <a:latin typeface="Times New Roman" panose="02020603050405020304" pitchFamily="18" charset="0"/>
                <a:ea typeface="굴림체" pitchFamily="49" charset="-127"/>
                <a:cs typeface="Times New Roman" panose="02020603050405020304" pitchFamily="18" charset="0"/>
              </a:rPr>
              <a:t>「</a:t>
            </a:r>
            <a:r>
              <a:rPr lang="en-US" altLang="ko-KR" sz="1000" b="1" dirty="0" smtClean="0">
                <a:latin typeface="Times New Roman" panose="02020603050405020304" pitchFamily="18" charset="0"/>
                <a:ea typeface="굴림체" pitchFamily="49" charset="-127"/>
                <a:cs typeface="Times New Roman" panose="02020603050405020304" pitchFamily="18" charset="0"/>
              </a:rPr>
              <a:t>STOP</a:t>
            </a:r>
            <a:r>
              <a:rPr lang="ko-KR" altLang="en-US" sz="1000" b="1" dirty="0" smtClean="0">
                <a:latin typeface="Times New Roman" panose="02020603050405020304" pitchFamily="18" charset="0"/>
                <a:ea typeface="굴림체" pitchFamily="49" charset="-127"/>
                <a:cs typeface="Times New Roman" panose="02020603050405020304" pitchFamily="18" charset="0"/>
              </a:rPr>
              <a:t>」</a:t>
            </a:r>
            <a:r>
              <a:rPr lang="en-US" altLang="ko-KR" sz="1000" b="1" dirty="0" smtClean="0">
                <a:latin typeface="Times New Roman" panose="02020603050405020304" pitchFamily="18" charset="0"/>
                <a:ea typeface="굴림체" pitchFamily="49" charset="-127"/>
                <a:cs typeface="Times New Roman" panose="02020603050405020304" pitchFamily="18" charset="0"/>
              </a:rPr>
              <a:t>.</a:t>
            </a:r>
            <a:endParaRPr lang="en-US" altLang="ko-KR" sz="1000" b="1" dirty="0">
              <a:latin typeface="Times New Roman" panose="02020603050405020304" pitchFamily="18" charset="0"/>
              <a:ea typeface="굴림체" pitchFamily="49" charset="-127"/>
              <a:cs typeface="Times New Roman" panose="02020603050405020304" pitchFamily="18" charset="0"/>
            </a:endParaRPr>
          </a:p>
        </p:txBody>
      </p:sp>
      <p:pic>
        <p:nvPicPr>
          <p:cNvPr id="180231" name="Picture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49363" y="4181475"/>
            <a:ext cx="2600325" cy="2343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232" name="Rectangle 10"/>
          <p:cNvSpPr>
            <a:spLocks noChangeArrowheads="1"/>
          </p:cNvSpPr>
          <p:nvPr/>
        </p:nvSpPr>
        <p:spPr bwMode="auto">
          <a:xfrm>
            <a:off x="4095750" y="4397375"/>
            <a:ext cx="5227638" cy="1514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④ </a:t>
            </a:r>
            <a:r>
              <a:rPr lang="en-US" altLang="ko-KR" sz="1200" dirty="0" smtClean="0">
                <a:latin typeface="Times New Roman" panose="02020603050405020304" pitchFamily="18" charset="0"/>
                <a:cs typeface="Times New Roman" panose="02020603050405020304" pitchFamily="18" charset="0"/>
              </a:rPr>
              <a:t>RESET CPU.</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r>
              <a:rPr lang="en-US" altLang="ko-KR" sz="1200" dirty="0" smtClean="0">
                <a:latin typeface="Times New Roman" panose="02020603050405020304" pitchFamily="18" charset="0"/>
                <a:cs typeface="Times New Roman" panose="02020603050405020304" pitchFamily="18" charset="0"/>
              </a:rPr>
              <a:t> Reset</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buộc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en-US" altLang="ko-KR" sz="1200" dirty="0" smtClean="0">
                <a:latin typeface="Times New Roman" panose="02020603050405020304" pitchFamily="18" charset="0"/>
                <a:cs typeface="Times New Roman" panose="02020603050405020304" pitchFamily="18" charset="0"/>
              </a:rPr>
              <a:t> sang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a:latin typeface="Times New Roman" panose="02020603050405020304" pitchFamily="18" charset="0"/>
                <a:cs typeface="Times New Roman" panose="02020603050405020304" pitchFamily="18" charset="0"/>
              </a:rPr>
              <a:t>.</a:t>
            </a: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⑤ </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tắc</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RUN/STOP</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CPU sang</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RUN</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⑥ </a:t>
            </a:r>
            <a:r>
              <a:rPr lang="en-US" altLang="ko-KR" sz="1200" dirty="0" err="1" smtClean="0">
                <a:latin typeface="Times New Roman" panose="02020603050405020304" pitchFamily="18" charset="0"/>
                <a:cs typeface="Times New Roman" panose="02020603050405020304" pitchFamily="18" charset="0"/>
              </a:rPr>
              <a:t>Nếu</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RUN</a:t>
            </a:r>
            <a:r>
              <a:rPr lang="ko-KR" altLang="en-US"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LED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sáng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đạt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Đèn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nháy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CPU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vấn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đề</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CPU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đạt</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Step 0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nhớ</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ban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CPU.</a:t>
            </a:r>
            <a:endParaRPr lang="en-US" altLang="ko-KR" sz="1200" dirty="0">
              <a:latin typeface="Times New Roman" panose="02020603050405020304" pitchFamily="18" charset="0"/>
              <a:cs typeface="Times New Roman" panose="02020603050405020304" pitchFamily="18" charset="0"/>
            </a:endParaRPr>
          </a:p>
        </p:txBody>
      </p:sp>
      <p:sp>
        <p:nvSpPr>
          <p:cNvPr id="180233"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8023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pic>
        <p:nvPicPr>
          <p:cNvPr id="1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90625" y="1198563"/>
            <a:ext cx="2034767" cy="8989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직사각형 11"/>
          <p:cNvSpPr/>
          <p:nvPr/>
        </p:nvSpPr>
        <p:spPr bwMode="auto">
          <a:xfrm>
            <a:off x="1274043" y="1762147"/>
            <a:ext cx="1224136" cy="455503"/>
          </a:xfrm>
          <a:prstGeom prst="rect">
            <a:avLst/>
          </a:prstGeom>
          <a:noFill/>
          <a:ln w="12700" cap="flat" cmpd="sng" algn="ctr">
            <a:solidFill>
              <a:srgbClr val="FF0000"/>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4" name="직사각형 13"/>
          <p:cNvSpPr/>
          <p:nvPr/>
        </p:nvSpPr>
        <p:spPr bwMode="auto">
          <a:xfrm>
            <a:off x="1287463" y="2679201"/>
            <a:ext cx="535285" cy="455503"/>
          </a:xfrm>
          <a:prstGeom prst="rect">
            <a:avLst/>
          </a:prstGeom>
          <a:noFill/>
          <a:ln w="12700" cap="flat" cmpd="sng" algn="ctr">
            <a:solidFill>
              <a:srgbClr val="FF0000"/>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5" name="직사각형 14"/>
          <p:cNvSpPr/>
          <p:nvPr/>
        </p:nvSpPr>
        <p:spPr bwMode="auto">
          <a:xfrm>
            <a:off x="3541415" y="2571169"/>
            <a:ext cx="535285" cy="455503"/>
          </a:xfrm>
          <a:prstGeom prst="rect">
            <a:avLst/>
          </a:prstGeom>
          <a:noFill/>
          <a:ln w="12700" cap="flat" cmpd="sng" algn="ctr">
            <a:solidFill>
              <a:srgbClr val="FF0000"/>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6" name="Rectangle 8"/>
          <p:cNvSpPr>
            <a:spLocks noChangeArrowheads="1"/>
          </p:cNvSpPr>
          <p:nvPr/>
        </p:nvSpPr>
        <p:spPr bwMode="auto">
          <a:xfrm>
            <a:off x="4531283" y="2747653"/>
            <a:ext cx="3473450" cy="498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②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Param</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Prog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③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Execute.</a:t>
            </a:r>
            <a:endParaRPr lang="en-US" altLang="ko-KR" sz="1200" dirty="0">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2936776" y="4762121"/>
            <a:ext cx="684076"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8" name="직사각형 17"/>
          <p:cNvSpPr/>
          <p:nvPr/>
        </p:nvSpPr>
        <p:spPr bwMode="auto">
          <a:xfrm>
            <a:off x="3123210" y="5308531"/>
            <a:ext cx="576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27729395"/>
      </p:ext>
    </p:extLst>
  </p:cSld>
  <p:clrMapOvr>
    <a:masterClrMapping/>
  </p:clrMapOvr>
  <p:transition/>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Rectangle 3"/>
          <p:cNvSpPr>
            <a:spLocks noChangeArrowheads="1"/>
          </p:cNvSpPr>
          <p:nvPr/>
        </p:nvSpPr>
        <p:spPr bwMode="auto">
          <a:xfrm>
            <a:off x="523875" y="692150"/>
            <a:ext cx="8542338"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a:solidFill>
                  <a:srgbClr val="000000"/>
                </a:solidFill>
                <a:latin typeface="Times New Roman" panose="02020603050405020304" pitchFamily="18" charset="0"/>
                <a:cs typeface="Times New Roman" panose="02020603050405020304" pitchFamily="18" charset="0"/>
              </a:rPr>
              <a:t>▷</a:t>
            </a:r>
            <a:r>
              <a:rPr lang="en-US" altLang="ko-KR" sz="1200" b="1"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Trường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hợp</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không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thể</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đọc</a:t>
            </a:r>
            <a:r>
              <a:rPr lang="en-US" altLang="ko-KR" sz="1200" b="1" dirty="0" smtClean="0">
                <a:latin typeface="Times New Roman" panose="02020603050405020304" pitchFamily="18" charset="0"/>
                <a:cs typeface="Times New Roman" panose="02020603050405020304" pitchFamily="18" charset="0"/>
              </a:rPr>
              <a:t>/</a:t>
            </a:r>
            <a:r>
              <a:rPr lang="en-US" altLang="ko-KR" sz="1200" b="1" dirty="0" err="1" smtClean="0">
                <a:latin typeface="Times New Roman" panose="02020603050405020304" pitchFamily="18" charset="0"/>
                <a:cs typeface="Times New Roman" panose="02020603050405020304" pitchFamily="18" charset="0"/>
              </a:rPr>
              <a:t>viết</a:t>
            </a:r>
            <a:r>
              <a:rPr lang="en-US" altLang="ko-KR" sz="1200" b="1" dirty="0" smtClean="0">
                <a:latin typeface="Times New Roman" panose="02020603050405020304" pitchFamily="18" charset="0"/>
                <a:cs typeface="Times New Roman" panose="02020603050405020304" pitchFamily="18" charset="0"/>
              </a:rPr>
              <a:t> Program </a:t>
            </a:r>
            <a:r>
              <a:rPr lang="en-US" altLang="ko-KR" sz="1200" b="1" dirty="0" err="1" smtClean="0">
                <a:latin typeface="Times New Roman" panose="02020603050405020304" pitchFamily="18" charset="0"/>
                <a:cs typeface="Times New Roman" panose="02020603050405020304" pitchFamily="18" charset="0"/>
              </a:rPr>
              <a:t>được</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Program</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lên</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CPU.</a:t>
            </a:r>
            <a:endParaRPr lang="en-US" altLang="ko-KR" sz="1200" dirty="0">
              <a:latin typeface="Times New Roman" panose="02020603050405020304" pitchFamily="18" charset="0"/>
              <a:cs typeface="Times New Roman" panose="02020603050405020304" pitchFamily="18" charset="0"/>
            </a:endParaRPr>
          </a:p>
        </p:txBody>
      </p:sp>
      <p:sp>
        <p:nvSpPr>
          <p:cNvPr id="181251" name="Rectangle 4"/>
          <p:cNvSpPr>
            <a:spLocks noChangeArrowheads="1"/>
          </p:cNvSpPr>
          <p:nvPr/>
        </p:nvSpPr>
        <p:spPr bwMode="auto">
          <a:xfrm>
            <a:off x="1042988" y="5373451"/>
            <a:ext cx="1460656" cy="4616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Thay</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thế</a:t>
            </a:r>
            <a:r>
              <a:rPr lang="en-US" altLang="ko-KR" sz="1000" dirty="0" smtClean="0">
                <a:latin typeface="Times New Roman" panose="02020603050405020304" pitchFamily="18" charset="0"/>
                <a:ea typeface="굴림체" pitchFamily="49" charset="-127"/>
                <a:cs typeface="Times New Roman" panose="02020603050405020304" pitchFamily="18" charset="0"/>
              </a:rPr>
              <a:t> PLC CPU </a:t>
            </a:r>
            <a:r>
              <a:rPr lang="en-US" altLang="ko-KR" sz="1000" dirty="0" err="1" smtClean="0">
                <a:latin typeface="Times New Roman" panose="02020603050405020304" pitchFamily="18" charset="0"/>
                <a:ea typeface="굴림체" pitchFamily="49" charset="-127"/>
                <a:cs typeface="Times New Roman" panose="02020603050405020304" pitchFamily="18" charset="0"/>
              </a:rPr>
              <a:t>hoặc</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1000" dirty="0" err="1">
                <a:latin typeface="Times New Roman" panose="02020603050405020304" pitchFamily="18" charset="0"/>
                <a:ea typeface="굴림체" pitchFamily="49" charset="-127"/>
                <a:cs typeface="Times New Roman" panose="02020603050405020304" pitchFamily="18" charset="0"/>
              </a:rPr>
              <a:t>g</a:t>
            </a:r>
            <a:r>
              <a:rPr lang="en-US" altLang="ko-KR" sz="1000" dirty="0" err="1" smtClean="0">
                <a:latin typeface="Times New Roman" panose="02020603050405020304" pitchFamily="18" charset="0"/>
                <a:ea typeface="굴림체" pitchFamily="49" charset="-127"/>
                <a:cs typeface="Times New Roman" panose="02020603050405020304" pitchFamily="18" charset="0"/>
              </a:rPr>
              <a:t>ọi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cho</a:t>
            </a:r>
            <a:r>
              <a:rPr lang="en-US" altLang="ko-KR" sz="1000" dirty="0" smtClean="0">
                <a:latin typeface="Times New Roman" panose="02020603050405020304" pitchFamily="18" charset="0"/>
                <a:ea typeface="굴림체" pitchFamily="49" charset="-127"/>
                <a:cs typeface="Times New Roman" panose="02020603050405020304" pitchFamily="18" charset="0"/>
              </a:rPr>
              <a:t> Service</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81252" name="AutoShape 5"/>
          <p:cNvSpPr>
            <a:spLocks noChangeArrowheads="1"/>
          </p:cNvSpPr>
          <p:nvPr/>
        </p:nvSpPr>
        <p:spPr bwMode="auto">
          <a:xfrm>
            <a:off x="663575" y="1819275"/>
            <a:ext cx="936625" cy="539750"/>
          </a:xfrm>
          <a:prstGeom prst="flowChartTerminator">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thể</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viết</a:t>
            </a:r>
            <a:endParaRPr lang="en-US" altLang="ko-KR" sz="10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 Program</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81253" name="AutoShape 6"/>
          <p:cNvSpPr>
            <a:spLocks noChangeArrowheads="1"/>
          </p:cNvSpPr>
          <p:nvPr/>
        </p:nvSpPr>
        <p:spPr bwMode="auto">
          <a:xfrm>
            <a:off x="1833563" y="1692275"/>
            <a:ext cx="1714500" cy="792163"/>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Công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tắc</a:t>
            </a:r>
            <a:r>
              <a:rPr lang="en-US" altLang="ko-KR" sz="1000" dirty="0" smtClean="0">
                <a:latin typeface="Times New Roman" panose="02020603050405020304" pitchFamily="18" charset="0"/>
                <a:ea typeface="굴림체" pitchFamily="49" charset="-127"/>
                <a:cs typeface="Times New Roman" panose="02020603050405020304" pitchFamily="18" charset="0"/>
              </a:rPr>
              <a:t> TIP 1</a:t>
            </a:r>
            <a:r>
              <a:rPr lang="ko-KR" altLang="en-US"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đang</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OFF 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81254" name="AutoShape 7"/>
          <p:cNvSpPr>
            <a:spLocks noChangeArrowheads="1"/>
          </p:cNvSpPr>
          <p:nvPr/>
        </p:nvSpPr>
        <p:spPr bwMode="auto">
          <a:xfrm>
            <a:off x="1682750" y="2790825"/>
            <a:ext cx="2012950" cy="522288"/>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OFF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công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tắc</a:t>
            </a:r>
            <a:r>
              <a:rPr lang="en-US" altLang="ko-KR" sz="1000" dirty="0" smtClean="0">
                <a:latin typeface="Times New Roman" panose="02020603050405020304" pitchFamily="18" charset="0"/>
                <a:ea typeface="굴림체" pitchFamily="49" charset="-127"/>
                <a:cs typeface="Times New Roman" panose="02020603050405020304" pitchFamily="18" charset="0"/>
              </a:rPr>
              <a:t> TIP </a:t>
            </a:r>
            <a:r>
              <a:rPr lang="ko-KR" altLang="ko-KR" sz="1000" dirty="0" smtClean="0">
                <a:latin typeface="Times New Roman" panose="02020603050405020304" pitchFamily="18" charset="0"/>
                <a:ea typeface="굴림체" pitchFamily="49" charset="-127"/>
                <a:cs typeface="Times New Roman" panose="02020603050405020304" pitchFamily="18" charset="0"/>
              </a:rPr>
              <a:t> 1</a:t>
            </a:r>
            <a:endParaRPr lang="en-US" altLang="ko-KR" sz="10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ko-KR" altLang="ko-KR" sz="1000" dirty="0" smtClean="0">
                <a:latin typeface="Times New Roman" panose="02020603050405020304" pitchFamily="18" charset="0"/>
                <a:ea typeface="굴림체" pitchFamily="49" charset="-127"/>
                <a:cs typeface="Times New Roman" panose="02020603050405020304" pitchFamily="18" charset="0"/>
              </a:rPr>
              <a:t>(</a:t>
            </a:r>
            <a:r>
              <a:rPr lang="en-US" altLang="ko-KR" sz="1000" dirty="0" smtClean="0">
                <a:latin typeface="Times New Roman" panose="02020603050405020304" pitchFamily="18" charset="0"/>
                <a:ea typeface="굴림체" pitchFamily="49" charset="-127"/>
                <a:cs typeface="Times New Roman" panose="02020603050405020304" pitchFamily="18" charset="0"/>
              </a:rPr>
              <a:t>System Protect</a:t>
            </a:r>
            <a:r>
              <a:rPr lang="ko-KR" altLang="ko-KR" sz="1000" dirty="0" smtClean="0">
                <a:latin typeface="Times New Roman" panose="02020603050405020304" pitchFamily="18" charset="0"/>
                <a:ea typeface="굴림체" pitchFamily="49" charset="-127"/>
                <a:cs typeface="Times New Roman" panose="02020603050405020304" pitchFamily="18" charset="0"/>
              </a:rPr>
              <a:t>)</a:t>
            </a:r>
            <a:endParaRPr lang="ko-KR"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81255" name="AutoShape 9"/>
          <p:cNvSpPr>
            <a:spLocks noChangeArrowheads="1"/>
          </p:cNvSpPr>
          <p:nvPr/>
        </p:nvSpPr>
        <p:spPr bwMode="auto">
          <a:xfrm>
            <a:off x="3784600" y="1692275"/>
            <a:ext cx="1714500" cy="792163"/>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đang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cài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đặt</a:t>
            </a:r>
            <a:endParaRPr lang="en-US" altLang="ko-KR" sz="10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 Password 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81256" name="AutoShape 10"/>
          <p:cNvSpPr>
            <a:spLocks noChangeArrowheads="1"/>
          </p:cNvSpPr>
          <p:nvPr/>
        </p:nvSpPr>
        <p:spPr bwMode="auto">
          <a:xfrm>
            <a:off x="3978275" y="2771775"/>
            <a:ext cx="1327150" cy="541338"/>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en-US" sz="1000" dirty="0" err="1" smtClean="0">
                <a:latin typeface="Times New Roman" panose="02020603050405020304" pitchFamily="18" charset="0"/>
                <a:ea typeface="굴림체" pitchFamily="49" charset="-127"/>
                <a:cs typeface="Times New Roman" panose="02020603050405020304" pitchFamily="18" charset="0"/>
              </a:rPr>
              <a:t>Gỡ</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bỏ</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Pasword</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bằngGX</a:t>
            </a:r>
            <a:r>
              <a:rPr lang="en-US" altLang="en-US" sz="1000" dirty="0" smtClean="0">
                <a:latin typeface="Times New Roman" panose="02020603050405020304" pitchFamily="18" charset="0"/>
                <a:ea typeface="굴림체" pitchFamily="49" charset="-127"/>
                <a:cs typeface="Times New Roman" panose="02020603050405020304" pitchFamily="18" charset="0"/>
              </a:rPr>
              <a:t> Developer</a:t>
            </a:r>
          </a:p>
        </p:txBody>
      </p:sp>
      <p:sp>
        <p:nvSpPr>
          <p:cNvPr id="181257" name="AutoShape 12"/>
          <p:cNvSpPr>
            <a:spLocks noChangeArrowheads="1"/>
          </p:cNvSpPr>
          <p:nvPr/>
        </p:nvSpPr>
        <p:spPr bwMode="auto">
          <a:xfrm>
            <a:off x="976313" y="4193939"/>
            <a:ext cx="1716087" cy="792162"/>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viết</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được</a:t>
            </a:r>
            <a:r>
              <a:rPr lang="en-US" altLang="ko-KR" sz="1000" dirty="0" smtClean="0">
                <a:latin typeface="Times New Roman" panose="02020603050405020304" pitchFamily="18" charset="0"/>
                <a:ea typeface="굴림체" pitchFamily="49" charset="-127"/>
                <a:cs typeface="Times New Roman" panose="02020603050405020304" pitchFamily="18" charset="0"/>
              </a:rPr>
              <a:t> Program</a:t>
            </a:r>
          </a:p>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 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81258" name="AutoShape 13"/>
          <p:cNvSpPr>
            <a:spLocks noChangeArrowheads="1"/>
          </p:cNvSpPr>
          <p:nvPr/>
        </p:nvSpPr>
        <p:spPr bwMode="auto">
          <a:xfrm>
            <a:off x="3082925" y="4355864"/>
            <a:ext cx="1325563" cy="468312"/>
          </a:xfrm>
          <a:prstGeom prst="flowChartTerminator">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Hoàn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thành</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cxnSp>
        <p:nvCxnSpPr>
          <p:cNvPr id="181259" name="AutoShape 14"/>
          <p:cNvCxnSpPr>
            <a:cxnSpLocks noChangeShapeType="1"/>
            <a:stCxn id="181252" idx="3"/>
            <a:endCxn id="181253" idx="1"/>
          </p:cNvCxnSpPr>
          <p:nvPr/>
        </p:nvCxnSpPr>
        <p:spPr bwMode="auto">
          <a:xfrm>
            <a:off x="1600200" y="2089150"/>
            <a:ext cx="233363"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1260" name="AutoShape 15"/>
          <p:cNvCxnSpPr>
            <a:cxnSpLocks noChangeShapeType="1"/>
            <a:stCxn id="181253" idx="3"/>
            <a:endCxn id="181255" idx="1"/>
          </p:cNvCxnSpPr>
          <p:nvPr/>
        </p:nvCxnSpPr>
        <p:spPr bwMode="auto">
          <a:xfrm>
            <a:off x="3548063" y="2089150"/>
            <a:ext cx="236537"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1261" name="AutoShape 17"/>
          <p:cNvCxnSpPr>
            <a:cxnSpLocks noChangeShapeType="1"/>
            <a:stCxn id="181255" idx="3"/>
            <a:endCxn id="181274" idx="1"/>
          </p:cNvCxnSpPr>
          <p:nvPr/>
        </p:nvCxnSpPr>
        <p:spPr bwMode="auto">
          <a:xfrm>
            <a:off x="5499100" y="2089150"/>
            <a:ext cx="2000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1262" name="AutoShape 18"/>
          <p:cNvCxnSpPr>
            <a:cxnSpLocks noChangeShapeType="1"/>
            <a:stCxn id="181280" idx="3"/>
            <a:endCxn id="181257" idx="1"/>
          </p:cNvCxnSpPr>
          <p:nvPr/>
        </p:nvCxnSpPr>
        <p:spPr bwMode="auto">
          <a:xfrm flipH="1">
            <a:off x="976313" y="2088357"/>
            <a:ext cx="8035925" cy="2501663"/>
          </a:xfrm>
          <a:prstGeom prst="bentConnector5">
            <a:avLst>
              <a:gd name="adj1" fmla="val -2845"/>
              <a:gd name="adj2" fmla="val 73003"/>
              <a:gd name="adj3" fmla="val 102845"/>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81263" name="AutoShape 19"/>
          <p:cNvCxnSpPr>
            <a:cxnSpLocks noChangeShapeType="1"/>
            <a:stCxn id="181257" idx="3"/>
            <a:endCxn id="181258" idx="1"/>
          </p:cNvCxnSpPr>
          <p:nvPr/>
        </p:nvCxnSpPr>
        <p:spPr bwMode="auto">
          <a:xfrm>
            <a:off x="2692400" y="4590814"/>
            <a:ext cx="3905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1264" name="AutoShape 20"/>
          <p:cNvCxnSpPr>
            <a:cxnSpLocks noChangeShapeType="1"/>
            <a:stCxn id="181257" idx="2"/>
            <a:endCxn id="181251" idx="0"/>
          </p:cNvCxnSpPr>
          <p:nvPr/>
        </p:nvCxnSpPr>
        <p:spPr bwMode="auto">
          <a:xfrm rot="5400000">
            <a:off x="1610162" y="5149256"/>
            <a:ext cx="387350" cy="61041"/>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81265" name="AutoShape 21"/>
          <p:cNvCxnSpPr>
            <a:cxnSpLocks noChangeShapeType="1"/>
            <a:stCxn id="181253" idx="2"/>
            <a:endCxn id="181254" idx="0"/>
          </p:cNvCxnSpPr>
          <p:nvPr/>
        </p:nvCxnSpPr>
        <p:spPr bwMode="auto">
          <a:xfrm rot="5400000">
            <a:off x="2536825" y="2636838"/>
            <a:ext cx="306387" cy="1588"/>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81266" name="AutoShape 22"/>
          <p:cNvCxnSpPr>
            <a:cxnSpLocks noChangeShapeType="1"/>
            <a:stCxn id="181255" idx="2"/>
            <a:endCxn id="181256" idx="0"/>
          </p:cNvCxnSpPr>
          <p:nvPr/>
        </p:nvCxnSpPr>
        <p:spPr bwMode="auto">
          <a:xfrm rot="5400000">
            <a:off x="4498181" y="2628107"/>
            <a:ext cx="287337"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81267" name="Text Box 23"/>
          <p:cNvSpPr txBox="1">
            <a:spLocks noChangeArrowheads="1"/>
          </p:cNvSpPr>
          <p:nvPr/>
        </p:nvSpPr>
        <p:spPr bwMode="auto">
          <a:xfrm>
            <a:off x="3430588" y="18732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No</a:t>
            </a:r>
          </a:p>
        </p:txBody>
      </p:sp>
      <p:sp>
        <p:nvSpPr>
          <p:cNvPr id="181268" name="Text Box 24"/>
          <p:cNvSpPr txBox="1">
            <a:spLocks noChangeArrowheads="1"/>
          </p:cNvSpPr>
          <p:nvPr/>
        </p:nvSpPr>
        <p:spPr bwMode="auto">
          <a:xfrm>
            <a:off x="2635250" y="2466975"/>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Yes</a:t>
            </a:r>
          </a:p>
        </p:txBody>
      </p:sp>
      <p:sp>
        <p:nvSpPr>
          <p:cNvPr id="181269" name="Text Box 25"/>
          <p:cNvSpPr txBox="1">
            <a:spLocks noChangeArrowheads="1"/>
          </p:cNvSpPr>
          <p:nvPr/>
        </p:nvSpPr>
        <p:spPr bwMode="auto">
          <a:xfrm>
            <a:off x="4600575" y="2484438"/>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Yes</a:t>
            </a:r>
          </a:p>
        </p:txBody>
      </p:sp>
      <p:sp>
        <p:nvSpPr>
          <p:cNvPr id="181270" name="Text Box 26"/>
          <p:cNvSpPr txBox="1">
            <a:spLocks noChangeArrowheads="1"/>
          </p:cNvSpPr>
          <p:nvPr/>
        </p:nvSpPr>
        <p:spPr bwMode="auto">
          <a:xfrm>
            <a:off x="5373688" y="18732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No</a:t>
            </a:r>
          </a:p>
        </p:txBody>
      </p:sp>
      <p:sp>
        <p:nvSpPr>
          <p:cNvPr id="181271" name="Text Box 27"/>
          <p:cNvSpPr txBox="1">
            <a:spLocks noChangeArrowheads="1"/>
          </p:cNvSpPr>
          <p:nvPr/>
        </p:nvSpPr>
        <p:spPr bwMode="auto">
          <a:xfrm>
            <a:off x="2614613" y="4374914"/>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81272" name="Text Box 28"/>
          <p:cNvSpPr txBox="1">
            <a:spLocks noChangeArrowheads="1"/>
          </p:cNvSpPr>
          <p:nvPr/>
        </p:nvSpPr>
        <p:spPr bwMode="auto">
          <a:xfrm>
            <a:off x="1782763" y="495117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pic>
        <p:nvPicPr>
          <p:cNvPr id="181273" name="Picture 29" descr="j0432507"/>
          <p:cNvPicPr>
            <a:picLocks noChangeAspect="1" noChangeArrowheads="1"/>
          </p:cNvPicPr>
          <p:nvPr/>
        </p:nvPicPr>
        <p:blipFill>
          <a:blip r:embed="rId3">
            <a:lum bright="48000"/>
            <a:extLst>
              <a:ext uri="{28A0092B-C50C-407E-A947-70E740481C1C}">
                <a14:useLocalDpi xmlns:a14="http://schemas.microsoft.com/office/drawing/2010/main" val="0"/>
              </a:ext>
            </a:extLst>
          </a:blip>
          <a:srcRect/>
          <a:stretch>
            <a:fillRect/>
          </a:stretch>
        </p:blipFill>
        <p:spPr bwMode="auto">
          <a:xfrm>
            <a:off x="5500688" y="4293096"/>
            <a:ext cx="3121025"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274" name="AutoShape 36"/>
          <p:cNvSpPr>
            <a:spLocks noChangeArrowheads="1"/>
          </p:cNvSpPr>
          <p:nvPr/>
        </p:nvSpPr>
        <p:spPr bwMode="auto">
          <a:xfrm>
            <a:off x="5699125" y="1692275"/>
            <a:ext cx="1714500" cy="792163"/>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Thẻ</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nhớ</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phải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là</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bộ</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nhớ</a:t>
            </a:r>
            <a:r>
              <a:rPr lang="en-US" altLang="ko-KR" sz="1000" dirty="0" smtClean="0">
                <a:latin typeface="Times New Roman" panose="02020603050405020304" pitchFamily="18" charset="0"/>
                <a:ea typeface="굴림체" pitchFamily="49" charset="-127"/>
                <a:cs typeface="Times New Roman" panose="02020603050405020304" pitchFamily="18" charset="0"/>
              </a:rPr>
              <a:t> Program</a:t>
            </a:r>
          </a:p>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 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81275" name="AutoShape 37"/>
          <p:cNvSpPr>
            <a:spLocks noChangeArrowheads="1"/>
          </p:cNvSpPr>
          <p:nvPr/>
        </p:nvSpPr>
        <p:spPr bwMode="auto">
          <a:xfrm>
            <a:off x="5578475" y="2771775"/>
            <a:ext cx="2362857" cy="873249"/>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Kiểm</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tra</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công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tắc</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chặn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việc</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ghi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p>
          <a:p>
            <a:pP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đang</a:t>
            </a:r>
            <a:r>
              <a:rPr lang="en-US" altLang="ko-KR" sz="1000" dirty="0" smtClean="0">
                <a:latin typeface="Times New Roman" panose="02020603050405020304" pitchFamily="18" charset="0"/>
                <a:ea typeface="굴림체" pitchFamily="49" charset="-127"/>
                <a:cs typeface="Times New Roman" panose="02020603050405020304" pitchFamily="18" charset="0"/>
              </a:rPr>
              <a:t> OFF 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Kiểm</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tra</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xem</a:t>
            </a:r>
            <a:r>
              <a:rPr lang="en-US" altLang="ko-KR"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đang</a:t>
            </a:r>
            <a:r>
              <a:rPr lang="en-US" altLang="ko-KR" sz="1000" dirty="0" smtClean="0">
                <a:latin typeface="Times New Roman" panose="02020603050405020304" pitchFamily="18" charset="0"/>
                <a:ea typeface="굴림체" pitchFamily="49" charset="-127"/>
                <a:cs typeface="Times New Roman" panose="02020603050405020304" pitchFamily="18" charset="0"/>
              </a:rPr>
              <a:t> Format 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Kiểm</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tra</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việc</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chỉ</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định</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đối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tượng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ghi</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cxnSp>
        <p:nvCxnSpPr>
          <p:cNvPr id="181276" name="AutoShape 38"/>
          <p:cNvCxnSpPr>
            <a:cxnSpLocks noChangeShapeType="1"/>
            <a:stCxn id="181274" idx="3"/>
            <a:endCxn id="181280" idx="1"/>
          </p:cNvCxnSpPr>
          <p:nvPr/>
        </p:nvCxnSpPr>
        <p:spPr bwMode="auto">
          <a:xfrm>
            <a:off x="7413625" y="2089150"/>
            <a:ext cx="271463"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1277" name="AutoShape 39"/>
          <p:cNvCxnSpPr>
            <a:cxnSpLocks noChangeShapeType="1"/>
            <a:stCxn id="181274" idx="2"/>
            <a:endCxn id="181275" idx="0"/>
          </p:cNvCxnSpPr>
          <p:nvPr/>
        </p:nvCxnSpPr>
        <p:spPr bwMode="auto">
          <a:xfrm rot="16200000" flipH="1">
            <a:off x="6514471" y="2526341"/>
            <a:ext cx="287337" cy="203529"/>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81278" name="Text Box 40"/>
          <p:cNvSpPr txBox="1">
            <a:spLocks noChangeArrowheads="1"/>
          </p:cNvSpPr>
          <p:nvPr/>
        </p:nvSpPr>
        <p:spPr bwMode="auto">
          <a:xfrm>
            <a:off x="6515100" y="2420888"/>
            <a:ext cx="385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dirty="0">
                <a:solidFill>
                  <a:srgbClr val="FF3300"/>
                </a:solidFill>
                <a:latin typeface="Times New Roman" panose="02020603050405020304" pitchFamily="18" charset="0"/>
                <a:ea typeface="굴림체" pitchFamily="49" charset="-127"/>
                <a:cs typeface="Times New Roman" panose="02020603050405020304" pitchFamily="18" charset="0"/>
              </a:rPr>
              <a:t>Yes</a:t>
            </a:r>
          </a:p>
        </p:txBody>
      </p:sp>
      <p:sp>
        <p:nvSpPr>
          <p:cNvPr id="181279" name="Text Box 41"/>
          <p:cNvSpPr txBox="1">
            <a:spLocks noChangeArrowheads="1"/>
          </p:cNvSpPr>
          <p:nvPr/>
        </p:nvSpPr>
        <p:spPr bwMode="auto">
          <a:xfrm>
            <a:off x="7313613" y="189230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rgbClr val="0000FF"/>
                </a:solidFill>
                <a:latin typeface="Times New Roman" panose="02020603050405020304" pitchFamily="18" charset="0"/>
                <a:ea typeface="굴림체" pitchFamily="49" charset="-127"/>
                <a:cs typeface="Times New Roman" panose="02020603050405020304" pitchFamily="18" charset="0"/>
              </a:rPr>
              <a:t>No</a:t>
            </a:r>
          </a:p>
        </p:txBody>
      </p:sp>
      <p:sp>
        <p:nvSpPr>
          <p:cNvPr id="181280" name="AutoShape 43"/>
          <p:cNvSpPr>
            <a:spLocks noChangeArrowheads="1"/>
          </p:cNvSpPr>
          <p:nvPr/>
        </p:nvSpPr>
        <p:spPr bwMode="auto">
          <a:xfrm>
            <a:off x="7685088" y="1817688"/>
            <a:ext cx="1327150" cy="541337"/>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Format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các</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ghi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nhớ</a:t>
            </a:r>
            <a:r>
              <a:rPr lang="en-US" altLang="ko-KR" sz="1000" dirty="0" smtClean="0">
                <a:latin typeface="Times New Roman" panose="02020603050405020304" pitchFamily="18" charset="0"/>
                <a:ea typeface="굴림체" pitchFamily="49" charset="-127"/>
                <a:cs typeface="Times New Roman" panose="02020603050405020304" pitchFamily="18" charset="0"/>
              </a:rPr>
              <a:t>(Memory)</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81281"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81282"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753066651"/>
      </p:ext>
    </p:extLst>
  </p:cSld>
  <p:clrMapOvr>
    <a:masterClrMapping/>
  </p:clrMapOvr>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3"/>
          <p:cNvSpPr>
            <a:spLocks noChangeArrowheads="1"/>
          </p:cNvSpPr>
          <p:nvPr/>
        </p:nvSpPr>
        <p:spPr bwMode="auto">
          <a:xfrm>
            <a:off x="1330325" y="4978400"/>
            <a:ext cx="1332416" cy="41024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dirty="0" err="1">
                <a:latin typeface="Times New Roman" panose="02020603050405020304" pitchFamily="18" charset="0"/>
                <a:ea typeface="굴림체" pitchFamily="49" charset="-127"/>
                <a:cs typeface="Times New Roman" panose="02020603050405020304" pitchFamily="18" charset="0"/>
              </a:rPr>
              <a:t>Thay</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thế</a:t>
            </a:r>
            <a:r>
              <a:rPr lang="en-US" altLang="ko-KR" sz="900" dirty="0">
                <a:latin typeface="Times New Roman" panose="02020603050405020304" pitchFamily="18" charset="0"/>
                <a:ea typeface="굴림체" pitchFamily="49" charset="-127"/>
                <a:cs typeface="Times New Roman" panose="02020603050405020304" pitchFamily="18" charset="0"/>
              </a:rPr>
              <a:t> PLC CPU </a:t>
            </a:r>
            <a:r>
              <a:rPr lang="en-US" altLang="ko-KR" sz="900" dirty="0" err="1">
                <a:latin typeface="Times New Roman" panose="02020603050405020304" pitchFamily="18" charset="0"/>
                <a:ea typeface="굴림체" pitchFamily="49" charset="-127"/>
                <a:cs typeface="Times New Roman" panose="02020603050405020304" pitchFamily="18" charset="0"/>
              </a:rPr>
              <a:t>hoặc</a:t>
            </a:r>
            <a:endParaRPr lang="ko-KR" altLang="en-US" sz="9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900" dirty="0" err="1">
                <a:latin typeface="Times New Roman" panose="02020603050405020304" pitchFamily="18" charset="0"/>
                <a:ea typeface="굴림체" pitchFamily="49" charset="-127"/>
                <a:cs typeface="Times New Roman" panose="02020603050405020304" pitchFamily="18" charset="0"/>
              </a:rPr>
              <a:t>gọi</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cho</a:t>
            </a:r>
            <a:r>
              <a:rPr lang="en-US" altLang="ko-KR" sz="900" dirty="0">
                <a:latin typeface="Times New Roman" panose="02020603050405020304" pitchFamily="18" charset="0"/>
                <a:ea typeface="굴림체" pitchFamily="49" charset="-127"/>
                <a:cs typeface="Times New Roman" panose="02020603050405020304" pitchFamily="18" charset="0"/>
              </a:rPr>
              <a:t> Service</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2275" name="AutoShape 4"/>
          <p:cNvSpPr>
            <a:spLocks noChangeArrowheads="1"/>
          </p:cNvSpPr>
          <p:nvPr/>
        </p:nvSpPr>
        <p:spPr bwMode="auto">
          <a:xfrm>
            <a:off x="882650" y="1711325"/>
            <a:ext cx="935038" cy="539750"/>
          </a:xfrm>
          <a:prstGeom prst="flowChartTerminator">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thể</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đọc</a:t>
            </a:r>
            <a:endParaRPr lang="en-US" altLang="ko-KR" sz="9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được</a:t>
            </a:r>
            <a:r>
              <a:rPr lang="en-US" altLang="ko-KR" sz="900" dirty="0" smtClean="0">
                <a:latin typeface="Times New Roman" panose="02020603050405020304" pitchFamily="18" charset="0"/>
                <a:ea typeface="굴림체" pitchFamily="49" charset="-127"/>
                <a:cs typeface="Times New Roman" panose="02020603050405020304" pitchFamily="18" charset="0"/>
              </a:rPr>
              <a:t> Program</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2276" name="AutoShape 5"/>
          <p:cNvSpPr>
            <a:spLocks noChangeArrowheads="1"/>
          </p:cNvSpPr>
          <p:nvPr/>
        </p:nvSpPr>
        <p:spPr bwMode="auto">
          <a:xfrm>
            <a:off x="2324100" y="1584325"/>
            <a:ext cx="1714500" cy="792163"/>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Dây</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cáp</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kết</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nối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có</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đang</a:t>
            </a:r>
            <a:endParaRPr lang="en-US" altLang="ko-KR" sz="9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được</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kết</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nối</a:t>
            </a:r>
            <a:r>
              <a:rPr lang="en-US" altLang="ko-KR" sz="900" dirty="0" smtClean="0">
                <a:latin typeface="Times New Roman" panose="02020603050405020304" pitchFamily="18" charset="0"/>
                <a:ea typeface="굴림체" pitchFamily="49" charset="-127"/>
                <a:cs typeface="Times New Roman" panose="02020603050405020304" pitchFamily="18" charset="0"/>
              </a:rPr>
              <a:t> ở </a:t>
            </a:r>
            <a:r>
              <a:rPr lang="en-US" altLang="ko-KR" sz="900" dirty="0" err="1" smtClean="0">
                <a:latin typeface="Times New Roman" panose="02020603050405020304" pitchFamily="18" charset="0"/>
                <a:ea typeface="굴림체" pitchFamily="49" charset="-127"/>
                <a:cs typeface="Times New Roman" panose="02020603050405020304" pitchFamily="18" charset="0"/>
              </a:rPr>
              <a:t>trạng</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thái</a:t>
            </a:r>
            <a:endParaRPr lang="en-US" altLang="ko-KR" sz="9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bình</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thường</a:t>
            </a:r>
            <a:r>
              <a:rPr lang="en-US" altLang="ko-KR" sz="900" dirty="0" smtClean="0">
                <a:latin typeface="Times New Roman" panose="02020603050405020304" pitchFamily="18" charset="0"/>
                <a:ea typeface="굴림체" pitchFamily="49" charset="-127"/>
                <a:cs typeface="Times New Roman" panose="02020603050405020304" pitchFamily="18" charset="0"/>
              </a:rPr>
              <a:t> hay </a:t>
            </a:r>
            <a:r>
              <a:rPr lang="en-US" altLang="ko-KR" sz="9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900" dirty="0" smtClean="0">
                <a:latin typeface="Times New Roman" panose="02020603050405020304" pitchFamily="18" charset="0"/>
                <a:ea typeface="굴림체" pitchFamily="49" charset="-127"/>
                <a:cs typeface="Times New Roman" panose="02020603050405020304" pitchFamily="18" charset="0"/>
              </a:rPr>
              <a:t>?</a:t>
            </a:r>
            <a:endParaRPr lang="en-US" altLang="ko-KR" sz="900" dirty="0">
              <a:latin typeface="Times New Roman" panose="02020603050405020304" pitchFamily="18" charset="0"/>
              <a:ea typeface="굴림체" pitchFamily="49" charset="-127"/>
              <a:cs typeface="Times New Roman" panose="02020603050405020304" pitchFamily="18" charset="0"/>
            </a:endParaRPr>
          </a:p>
        </p:txBody>
      </p:sp>
      <p:sp>
        <p:nvSpPr>
          <p:cNvPr id="182277" name="AutoShape 6"/>
          <p:cNvSpPr>
            <a:spLocks noChangeArrowheads="1"/>
          </p:cNvSpPr>
          <p:nvPr/>
        </p:nvSpPr>
        <p:spPr bwMode="auto">
          <a:xfrm>
            <a:off x="2400300" y="2682875"/>
            <a:ext cx="1560513" cy="468313"/>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Kết</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nối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bình</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thường</a:t>
            </a:r>
            <a:r>
              <a:rPr lang="en-US" altLang="ko-KR" sz="9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dây</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cáp</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kết</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nối</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2278" name="AutoShape 7"/>
          <p:cNvSpPr>
            <a:spLocks noChangeArrowheads="1"/>
          </p:cNvSpPr>
          <p:nvPr/>
        </p:nvSpPr>
        <p:spPr bwMode="auto">
          <a:xfrm>
            <a:off x="4584700" y="1584325"/>
            <a:ext cx="1714500" cy="792163"/>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Hình</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thức</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kết</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nối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có</a:t>
            </a:r>
            <a:endParaRPr lang="ko-KR" altLang="en-US" sz="900" dirty="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900" dirty="0" err="1">
                <a:latin typeface="Times New Roman" panose="02020603050405020304" pitchFamily="18" charset="0"/>
                <a:ea typeface="굴림체" pitchFamily="49" charset="-127"/>
                <a:cs typeface="Times New Roman" panose="02020603050405020304" pitchFamily="18" charset="0"/>
              </a:rPr>
              <a:t>c</a:t>
            </a:r>
            <a:r>
              <a:rPr lang="en-US" altLang="ko-KR" sz="900" dirty="0" err="1" smtClean="0">
                <a:latin typeface="Times New Roman" panose="02020603050405020304" pitchFamily="18" charset="0"/>
                <a:ea typeface="굴림체" pitchFamily="49" charset="-127"/>
                <a:cs typeface="Times New Roman" panose="02020603050405020304" pitchFamily="18" charset="0"/>
              </a:rPr>
              <a:t>ó</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phải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là</a:t>
            </a:r>
            <a:r>
              <a:rPr lang="en-US" altLang="ko-KR" sz="900" dirty="0" smtClean="0">
                <a:latin typeface="Times New Roman" panose="02020603050405020304" pitchFamily="18" charset="0"/>
                <a:ea typeface="굴림체" pitchFamily="49" charset="-127"/>
                <a:cs typeface="Times New Roman" panose="02020603050405020304" pitchFamily="18" charset="0"/>
              </a:rPr>
              <a:t> RS-232</a:t>
            </a:r>
            <a:r>
              <a:rPr lang="ko-KR" altLang="en-US"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900" dirty="0" smtClean="0">
                <a:latin typeface="Times New Roman" panose="02020603050405020304" pitchFamily="18" charset="0"/>
                <a:ea typeface="굴림체" pitchFamily="49" charset="-127"/>
                <a:cs typeface="Times New Roman" panose="02020603050405020304" pitchFamily="18" charset="0"/>
              </a:rPr>
              <a:t>?</a:t>
            </a:r>
            <a:endParaRPr lang="en-US" altLang="ko-KR" sz="900" dirty="0">
              <a:latin typeface="Times New Roman" panose="02020603050405020304" pitchFamily="18" charset="0"/>
              <a:ea typeface="굴림체" pitchFamily="49" charset="-127"/>
              <a:cs typeface="Times New Roman" panose="02020603050405020304" pitchFamily="18" charset="0"/>
            </a:endParaRPr>
          </a:p>
        </p:txBody>
      </p:sp>
      <p:sp>
        <p:nvSpPr>
          <p:cNvPr id="182279" name="AutoShape 8"/>
          <p:cNvSpPr>
            <a:spLocks noChangeArrowheads="1"/>
          </p:cNvSpPr>
          <p:nvPr/>
        </p:nvSpPr>
        <p:spPr bwMode="auto">
          <a:xfrm>
            <a:off x="4778375" y="2663825"/>
            <a:ext cx="1325563" cy="541338"/>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Cài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đặt</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lại</a:t>
            </a:r>
            <a:r>
              <a:rPr lang="en-US" altLang="ko-KR" sz="900" dirty="0" smtClean="0">
                <a:latin typeface="Times New Roman" panose="02020603050405020304" pitchFamily="18" charset="0"/>
                <a:ea typeface="굴림체" pitchFamily="49" charset="-127"/>
                <a:cs typeface="Times New Roman" panose="02020603050405020304" pitchFamily="18" charset="0"/>
              </a:rPr>
              <a:t> COM </a:t>
            </a:r>
            <a:r>
              <a:rPr lang="en-US" altLang="ko-KR" sz="900" dirty="0">
                <a:latin typeface="Times New Roman" panose="02020603050405020304" pitchFamily="18" charset="0"/>
                <a:ea typeface="굴림체" pitchFamily="49" charset="-127"/>
                <a:cs typeface="Times New Roman" panose="02020603050405020304" pitchFamily="18" charset="0"/>
              </a:rPr>
              <a:t>Port  </a:t>
            </a:r>
            <a:endParaRPr lang="en-US" altLang="ko-KR" sz="9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và</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tốc</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độ</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thông</a:t>
            </a:r>
            <a:r>
              <a:rPr lang="en-US" altLang="ko-KR" sz="900" dirty="0" smtClean="0">
                <a:latin typeface="Times New Roman" panose="02020603050405020304" pitchFamily="18" charset="0"/>
                <a:ea typeface="굴림체" pitchFamily="49" charset="-127"/>
                <a:cs typeface="Times New Roman" panose="02020603050405020304" pitchFamily="18" charset="0"/>
              </a:rPr>
              <a:t> tin</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2280" name="AutoShape 9"/>
          <p:cNvSpPr>
            <a:spLocks noChangeArrowheads="1"/>
          </p:cNvSpPr>
          <p:nvPr/>
        </p:nvSpPr>
        <p:spPr bwMode="auto">
          <a:xfrm>
            <a:off x="1195388" y="3798888"/>
            <a:ext cx="1714500" cy="792162"/>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thể</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thông</a:t>
            </a:r>
            <a:r>
              <a:rPr lang="en-US" altLang="ko-KR" sz="1000" dirty="0" smtClean="0">
                <a:latin typeface="Times New Roman" panose="02020603050405020304" pitchFamily="18" charset="0"/>
                <a:ea typeface="굴림체" pitchFamily="49" charset="-127"/>
                <a:cs typeface="Times New Roman" panose="02020603050405020304" pitchFamily="18" charset="0"/>
              </a:rPr>
              <a:t> tin</a:t>
            </a:r>
          </a:p>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với</a:t>
            </a:r>
            <a:r>
              <a:rPr lang="en-US" altLang="ko-KR" sz="1000" dirty="0" smtClean="0">
                <a:latin typeface="Times New Roman" panose="02020603050405020304" pitchFamily="18" charset="0"/>
                <a:ea typeface="굴림체" pitchFamily="49" charset="-127"/>
                <a:cs typeface="Times New Roman" panose="02020603050405020304" pitchFamily="18" charset="0"/>
              </a:rPr>
              <a:t> GX Developer</a:t>
            </a:r>
          </a:p>
          <a:p>
            <a:pPr algn="ctr" eaLnBrk="1" hangingPunct="1">
              <a:spcBef>
                <a:spcPct val="0"/>
              </a:spcBef>
              <a:buFontTx/>
              <a:buNone/>
            </a:pPr>
            <a:r>
              <a:rPr lang="ko-KR"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smtClean="0">
                <a:latin typeface="Times New Roman" panose="02020603050405020304" pitchFamily="18" charset="0"/>
                <a:ea typeface="굴림체" pitchFamily="49" charset="-127"/>
                <a:cs typeface="Times New Roman" panose="02020603050405020304" pitchFamily="18" charset="0"/>
              </a:rPr>
              <a:t>hay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82281" name="AutoShape 10"/>
          <p:cNvSpPr>
            <a:spLocks noChangeArrowheads="1"/>
          </p:cNvSpPr>
          <p:nvPr/>
        </p:nvSpPr>
        <p:spPr bwMode="auto">
          <a:xfrm>
            <a:off x="3300413" y="3960813"/>
            <a:ext cx="1327150" cy="468312"/>
          </a:xfrm>
          <a:prstGeom prst="flowChartTerminator">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Hoàn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thành</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cxnSp>
        <p:nvCxnSpPr>
          <p:cNvPr id="182282" name="AutoShape 11"/>
          <p:cNvCxnSpPr>
            <a:cxnSpLocks noChangeShapeType="1"/>
            <a:stCxn id="182275" idx="3"/>
            <a:endCxn id="182276" idx="1"/>
          </p:cNvCxnSpPr>
          <p:nvPr/>
        </p:nvCxnSpPr>
        <p:spPr bwMode="auto">
          <a:xfrm>
            <a:off x="1817688" y="1981200"/>
            <a:ext cx="506412"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2283" name="AutoShape 12"/>
          <p:cNvCxnSpPr>
            <a:cxnSpLocks noChangeShapeType="1"/>
            <a:stCxn id="182276" idx="3"/>
            <a:endCxn id="182278" idx="1"/>
          </p:cNvCxnSpPr>
          <p:nvPr/>
        </p:nvCxnSpPr>
        <p:spPr bwMode="auto">
          <a:xfrm>
            <a:off x="4038600" y="1981200"/>
            <a:ext cx="546100"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2284" name="AutoShape 13"/>
          <p:cNvCxnSpPr>
            <a:cxnSpLocks noChangeShapeType="1"/>
            <a:stCxn id="182278" idx="3"/>
            <a:endCxn id="182297" idx="1"/>
          </p:cNvCxnSpPr>
          <p:nvPr/>
        </p:nvCxnSpPr>
        <p:spPr bwMode="auto">
          <a:xfrm>
            <a:off x="6299200" y="1981200"/>
            <a:ext cx="512763"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2285" name="AutoShape 14"/>
          <p:cNvCxnSpPr>
            <a:cxnSpLocks noChangeShapeType="1"/>
            <a:stCxn id="182297" idx="3"/>
            <a:endCxn id="182280" idx="1"/>
          </p:cNvCxnSpPr>
          <p:nvPr/>
        </p:nvCxnSpPr>
        <p:spPr bwMode="auto">
          <a:xfrm flipH="1">
            <a:off x="1195388" y="1981200"/>
            <a:ext cx="7331075" cy="2214563"/>
          </a:xfrm>
          <a:prstGeom prst="bentConnector5">
            <a:avLst>
              <a:gd name="adj1" fmla="val -3356"/>
              <a:gd name="adj2" fmla="val 70106"/>
              <a:gd name="adj3" fmla="val 10338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82286" name="AutoShape 15"/>
          <p:cNvCxnSpPr>
            <a:cxnSpLocks noChangeShapeType="1"/>
            <a:stCxn id="182280" idx="3"/>
            <a:endCxn id="182281" idx="1"/>
          </p:cNvCxnSpPr>
          <p:nvPr/>
        </p:nvCxnSpPr>
        <p:spPr bwMode="auto">
          <a:xfrm>
            <a:off x="2909888" y="4195763"/>
            <a:ext cx="3905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2287" name="AutoShape 16"/>
          <p:cNvCxnSpPr>
            <a:cxnSpLocks noChangeShapeType="1"/>
            <a:stCxn id="182280" idx="2"/>
            <a:endCxn id="182274" idx="0"/>
          </p:cNvCxnSpPr>
          <p:nvPr/>
        </p:nvCxnSpPr>
        <p:spPr bwMode="auto">
          <a:xfrm rot="5400000">
            <a:off x="1830911" y="4756673"/>
            <a:ext cx="387350" cy="56105"/>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82288" name="AutoShape 17"/>
          <p:cNvCxnSpPr>
            <a:cxnSpLocks noChangeShapeType="1"/>
            <a:stCxn id="182276" idx="2"/>
            <a:endCxn id="182277" idx="0"/>
          </p:cNvCxnSpPr>
          <p:nvPr/>
        </p:nvCxnSpPr>
        <p:spPr bwMode="auto">
          <a:xfrm rot="5400000">
            <a:off x="3028157" y="2528094"/>
            <a:ext cx="306387" cy="3175"/>
          </a:xfrm>
          <a:prstGeom prst="bentConnector3">
            <a:avLst>
              <a:gd name="adj1" fmla="val 49741"/>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82289" name="AutoShape 18"/>
          <p:cNvCxnSpPr>
            <a:cxnSpLocks noChangeShapeType="1"/>
            <a:stCxn id="182278" idx="2"/>
            <a:endCxn id="182279" idx="0"/>
          </p:cNvCxnSpPr>
          <p:nvPr/>
        </p:nvCxnSpPr>
        <p:spPr bwMode="auto">
          <a:xfrm rot="5400000">
            <a:off x="5298281" y="2520157"/>
            <a:ext cx="287337"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82290" name="Text Box 19"/>
          <p:cNvSpPr txBox="1">
            <a:spLocks noChangeArrowheads="1"/>
          </p:cNvSpPr>
          <p:nvPr/>
        </p:nvSpPr>
        <p:spPr bwMode="auto">
          <a:xfrm>
            <a:off x="4011613" y="1778000"/>
            <a:ext cx="36420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82291" name="Text Box 20"/>
          <p:cNvSpPr txBox="1">
            <a:spLocks noChangeArrowheads="1"/>
          </p:cNvSpPr>
          <p:nvPr/>
        </p:nvSpPr>
        <p:spPr bwMode="auto">
          <a:xfrm>
            <a:off x="3152775" y="2371725"/>
            <a:ext cx="338138"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82292" name="Text Box 21"/>
          <p:cNvSpPr txBox="1">
            <a:spLocks noChangeArrowheads="1"/>
          </p:cNvSpPr>
          <p:nvPr/>
        </p:nvSpPr>
        <p:spPr bwMode="auto">
          <a:xfrm>
            <a:off x="5416550" y="2389188"/>
            <a:ext cx="36420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3300"/>
                </a:solidFill>
                <a:latin typeface="Times New Roman" panose="02020603050405020304" pitchFamily="18" charset="0"/>
                <a:ea typeface="굴림체" pitchFamily="49" charset="-127"/>
                <a:cs typeface="Times New Roman" panose="02020603050405020304" pitchFamily="18" charset="0"/>
              </a:rPr>
              <a:t>Yes</a:t>
            </a:r>
          </a:p>
        </p:txBody>
      </p:sp>
      <p:sp>
        <p:nvSpPr>
          <p:cNvPr id="182293" name="Text Box 22"/>
          <p:cNvSpPr txBox="1">
            <a:spLocks noChangeArrowheads="1"/>
          </p:cNvSpPr>
          <p:nvPr/>
        </p:nvSpPr>
        <p:spPr bwMode="auto">
          <a:xfrm>
            <a:off x="6251575" y="1778000"/>
            <a:ext cx="338138"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0000FF"/>
                </a:solidFill>
                <a:latin typeface="Times New Roman" panose="02020603050405020304" pitchFamily="18" charset="0"/>
                <a:ea typeface="굴림체" pitchFamily="49" charset="-127"/>
                <a:cs typeface="Times New Roman" panose="02020603050405020304" pitchFamily="18" charset="0"/>
              </a:rPr>
              <a:t>No</a:t>
            </a:r>
          </a:p>
        </p:txBody>
      </p:sp>
      <p:sp>
        <p:nvSpPr>
          <p:cNvPr id="182294" name="Text Box 23"/>
          <p:cNvSpPr txBox="1">
            <a:spLocks noChangeArrowheads="1"/>
          </p:cNvSpPr>
          <p:nvPr/>
        </p:nvSpPr>
        <p:spPr bwMode="auto">
          <a:xfrm>
            <a:off x="2833688" y="3992563"/>
            <a:ext cx="36420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82295" name="Text Box 24"/>
          <p:cNvSpPr txBox="1">
            <a:spLocks noChangeArrowheads="1"/>
          </p:cNvSpPr>
          <p:nvPr/>
        </p:nvSpPr>
        <p:spPr bwMode="auto">
          <a:xfrm>
            <a:off x="2000250" y="4568825"/>
            <a:ext cx="338138"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pic>
        <p:nvPicPr>
          <p:cNvPr id="182296" name="Picture 25" descr="j0432507"/>
          <p:cNvPicPr>
            <a:picLocks noChangeAspect="1" noChangeArrowheads="1"/>
          </p:cNvPicPr>
          <p:nvPr/>
        </p:nvPicPr>
        <p:blipFill>
          <a:blip r:embed="rId3">
            <a:lum bright="48000"/>
            <a:extLst>
              <a:ext uri="{28A0092B-C50C-407E-A947-70E740481C1C}">
                <a14:useLocalDpi xmlns:a14="http://schemas.microsoft.com/office/drawing/2010/main" val="0"/>
              </a:ext>
            </a:extLst>
          </a:blip>
          <a:srcRect/>
          <a:stretch>
            <a:fillRect/>
          </a:stretch>
        </p:blipFill>
        <p:spPr bwMode="auto">
          <a:xfrm>
            <a:off x="5500688" y="4364038"/>
            <a:ext cx="3121025"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297" name="AutoShape 26"/>
          <p:cNvSpPr>
            <a:spLocks noChangeArrowheads="1"/>
          </p:cNvSpPr>
          <p:nvPr/>
        </p:nvSpPr>
        <p:spPr bwMode="auto">
          <a:xfrm>
            <a:off x="6811963" y="1584325"/>
            <a:ext cx="1714500" cy="792163"/>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USB Driver </a:t>
            </a:r>
            <a:r>
              <a:rPr lang="en-US" altLang="ko-KR" sz="900" dirty="0" err="1" smtClean="0">
                <a:latin typeface="Times New Roman" panose="02020603050405020304" pitchFamily="18" charset="0"/>
                <a:ea typeface="굴림체" pitchFamily="49" charset="-127"/>
                <a:cs typeface="Times New Roman" panose="02020603050405020304" pitchFamily="18" charset="0"/>
              </a:rPr>
              <a:t>có</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được</a:t>
            </a:r>
            <a:endParaRPr lang="en-US" altLang="ko-KR" sz="9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cài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lên</a:t>
            </a:r>
            <a:r>
              <a:rPr lang="en-US" altLang="ko-KR" sz="900" dirty="0" smtClean="0">
                <a:latin typeface="Times New Roman" panose="02020603050405020304" pitchFamily="18" charset="0"/>
                <a:ea typeface="굴림체" pitchFamily="49" charset="-127"/>
                <a:cs typeface="Times New Roman" panose="02020603050405020304" pitchFamily="18" charset="0"/>
              </a:rPr>
              <a:t> PC hay </a:t>
            </a:r>
            <a:r>
              <a:rPr lang="en-US" altLang="ko-KR" sz="9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900" dirty="0" smtClean="0">
                <a:latin typeface="Times New Roman" panose="02020603050405020304" pitchFamily="18" charset="0"/>
                <a:ea typeface="굴림체" pitchFamily="49" charset="-127"/>
                <a:cs typeface="Times New Roman" panose="02020603050405020304" pitchFamily="18" charset="0"/>
              </a:rPr>
              <a:t>?</a:t>
            </a:r>
            <a:endParaRPr lang="en-US" altLang="ko-KR" sz="900" dirty="0">
              <a:latin typeface="Times New Roman" panose="02020603050405020304" pitchFamily="18" charset="0"/>
              <a:ea typeface="굴림체" pitchFamily="49" charset="-127"/>
              <a:cs typeface="Times New Roman" panose="02020603050405020304" pitchFamily="18" charset="0"/>
            </a:endParaRPr>
          </a:p>
        </p:txBody>
      </p:sp>
      <p:sp>
        <p:nvSpPr>
          <p:cNvPr id="182298" name="AutoShape 27"/>
          <p:cNvSpPr>
            <a:spLocks noChangeArrowheads="1"/>
          </p:cNvSpPr>
          <p:nvPr/>
        </p:nvSpPr>
        <p:spPr bwMode="auto">
          <a:xfrm>
            <a:off x="6924675" y="2663825"/>
            <a:ext cx="1485900" cy="512763"/>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Cài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đặt</a:t>
            </a:r>
            <a:r>
              <a:rPr lang="en-US" altLang="ko-KR" sz="900" dirty="0" smtClean="0">
                <a:latin typeface="Times New Roman" panose="02020603050405020304" pitchFamily="18" charset="0"/>
                <a:ea typeface="굴림체" pitchFamily="49" charset="-127"/>
                <a:cs typeface="Times New Roman" panose="02020603050405020304" pitchFamily="18" charset="0"/>
              </a:rPr>
              <a:t> USB Driver </a:t>
            </a:r>
            <a:r>
              <a:rPr lang="en-US" altLang="ko-KR" sz="900" dirty="0" err="1" smtClean="0">
                <a:latin typeface="Times New Roman" panose="02020603050405020304" pitchFamily="18" charset="0"/>
                <a:ea typeface="굴림체" pitchFamily="49" charset="-127"/>
                <a:cs typeface="Times New Roman" panose="02020603050405020304" pitchFamily="18" charset="0"/>
              </a:rPr>
              <a:t>lên</a:t>
            </a:r>
            <a:r>
              <a:rPr lang="en-US" altLang="ko-KR" sz="900" dirty="0" smtClean="0">
                <a:latin typeface="Times New Roman" panose="02020603050405020304" pitchFamily="18" charset="0"/>
                <a:ea typeface="굴림체" pitchFamily="49" charset="-127"/>
                <a:cs typeface="Times New Roman" panose="02020603050405020304" pitchFamily="18" charset="0"/>
              </a:rPr>
              <a:t> PC</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cxnSp>
        <p:nvCxnSpPr>
          <p:cNvPr id="182299" name="AutoShape 29"/>
          <p:cNvCxnSpPr>
            <a:cxnSpLocks noChangeShapeType="1"/>
            <a:stCxn id="182297" idx="2"/>
            <a:endCxn id="182298" idx="0"/>
          </p:cNvCxnSpPr>
          <p:nvPr/>
        </p:nvCxnSpPr>
        <p:spPr bwMode="auto">
          <a:xfrm rot="5400000">
            <a:off x="7524750" y="2519363"/>
            <a:ext cx="287337" cy="1588"/>
          </a:xfrm>
          <a:prstGeom prst="bentConnector3">
            <a:avLst>
              <a:gd name="adj1" fmla="val 49722"/>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82300" name="Text Box 30"/>
          <p:cNvSpPr txBox="1">
            <a:spLocks noChangeArrowheads="1"/>
          </p:cNvSpPr>
          <p:nvPr/>
        </p:nvSpPr>
        <p:spPr bwMode="auto">
          <a:xfrm>
            <a:off x="7639050" y="2389188"/>
            <a:ext cx="338138" cy="25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82301" name="Text Box 31"/>
          <p:cNvSpPr txBox="1">
            <a:spLocks noChangeArrowheads="1"/>
          </p:cNvSpPr>
          <p:nvPr/>
        </p:nvSpPr>
        <p:spPr bwMode="auto">
          <a:xfrm>
            <a:off x="8435975" y="1797050"/>
            <a:ext cx="36420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82302" name="Rectangle 34"/>
          <p:cNvSpPr>
            <a:spLocks noChangeArrowheads="1"/>
          </p:cNvSpPr>
          <p:nvPr/>
        </p:nvSpPr>
        <p:spPr bwMode="auto">
          <a:xfrm>
            <a:off x="550863" y="728663"/>
            <a:ext cx="8542337"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Program</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GX Developer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PLC</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ON.</a:t>
            </a:r>
            <a:endParaRPr lang="en-US" altLang="ko-KR" sz="1200" dirty="0">
              <a:latin typeface="Times New Roman" panose="02020603050405020304" pitchFamily="18" charset="0"/>
              <a:cs typeface="Times New Roman" panose="02020603050405020304" pitchFamily="18" charset="0"/>
            </a:endParaRPr>
          </a:p>
        </p:txBody>
      </p:sp>
      <p:sp>
        <p:nvSpPr>
          <p:cNvPr id="182303"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8230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81265631"/>
      </p:ext>
    </p:extLst>
  </p:cSld>
  <p:clrMapOvr>
    <a:masterClrMapping/>
  </p:clrMapOvr>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Rectangle 5"/>
          <p:cNvSpPr>
            <a:spLocks noChangeArrowheads="1"/>
          </p:cNvSpPr>
          <p:nvPr/>
        </p:nvSpPr>
        <p:spPr bwMode="auto">
          <a:xfrm>
            <a:off x="560388" y="703263"/>
            <a:ext cx="8972550"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(3)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cố</a:t>
            </a:r>
            <a:r>
              <a:rPr lang="en-US" altLang="ko-KR" sz="1200" dirty="0" smtClean="0">
                <a:latin typeface="Times New Roman" panose="02020603050405020304" pitchFamily="18" charset="0"/>
                <a:cs typeface="Times New Roman" panose="02020603050405020304" pitchFamily="18" charset="0"/>
              </a:rPr>
              <a:t> ý</a:t>
            </a: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sách</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a:t>
            </a:r>
            <a:r>
              <a:rPr lang="en-US" altLang="ko-KR" sz="1200" dirty="0" err="1" smtClean="0">
                <a:latin typeface="Times New Roman" panose="02020603050405020304" pitchFamily="18" charset="0"/>
                <a:cs typeface="Times New Roman" panose="02020603050405020304" pitchFamily="18" charset="0"/>
              </a:rPr>
              <a:t>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tác</a:t>
            </a:r>
            <a:r>
              <a:rPr lang="en-US" altLang="ko-KR" sz="1200" dirty="0" smtClean="0">
                <a:latin typeface="Times New Roman" panose="02020603050405020304" pitchFamily="18" charset="0"/>
                <a:cs typeface="Times New Roman" panose="02020603050405020304" pitchFamily="18" charset="0"/>
              </a:rPr>
              <a:t> Reset</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cố</a:t>
            </a:r>
            <a:r>
              <a:rPr lang="en-US" altLang="ko-KR" sz="1200" dirty="0" smtClean="0">
                <a:latin typeface="Times New Roman" panose="02020603050405020304" pitchFamily="18" charset="0"/>
                <a:cs typeface="Times New Roman" panose="02020603050405020304" pitchFamily="18" charset="0"/>
              </a:rPr>
              <a:t> ý</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nhưng</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83299" name="Rectangle 6"/>
          <p:cNvSpPr>
            <a:spLocks noChangeArrowheads="1"/>
          </p:cNvSpPr>
          <p:nvPr/>
        </p:nvSpPr>
        <p:spPr bwMode="auto">
          <a:xfrm>
            <a:off x="5402263" y="5060950"/>
            <a:ext cx="1332416" cy="41024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dirty="0" err="1">
                <a:latin typeface="Times New Roman" panose="02020603050405020304" pitchFamily="18" charset="0"/>
                <a:ea typeface="굴림체" pitchFamily="49" charset="-127"/>
                <a:cs typeface="Times New Roman" panose="02020603050405020304" pitchFamily="18" charset="0"/>
              </a:rPr>
              <a:t>Thay</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thế</a:t>
            </a:r>
            <a:r>
              <a:rPr lang="en-US" altLang="ko-KR" sz="900" dirty="0">
                <a:latin typeface="Times New Roman" panose="02020603050405020304" pitchFamily="18" charset="0"/>
                <a:ea typeface="굴림체" pitchFamily="49" charset="-127"/>
                <a:cs typeface="Times New Roman" panose="02020603050405020304" pitchFamily="18" charset="0"/>
              </a:rPr>
              <a:t> PLC CPU </a:t>
            </a:r>
            <a:r>
              <a:rPr lang="en-US" altLang="ko-KR" sz="900" dirty="0" err="1">
                <a:latin typeface="Times New Roman" panose="02020603050405020304" pitchFamily="18" charset="0"/>
                <a:ea typeface="굴림체" pitchFamily="49" charset="-127"/>
                <a:cs typeface="Times New Roman" panose="02020603050405020304" pitchFamily="18" charset="0"/>
              </a:rPr>
              <a:t>hoặc</a:t>
            </a:r>
            <a:endParaRPr lang="ko-KR" altLang="en-US" sz="9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900" dirty="0" err="1">
                <a:latin typeface="Times New Roman" panose="02020603050405020304" pitchFamily="18" charset="0"/>
                <a:ea typeface="굴림체" pitchFamily="49" charset="-127"/>
                <a:cs typeface="Times New Roman" panose="02020603050405020304" pitchFamily="18" charset="0"/>
              </a:rPr>
              <a:t>gọi</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cho</a:t>
            </a:r>
            <a:r>
              <a:rPr lang="en-US" altLang="ko-KR" sz="900" dirty="0">
                <a:latin typeface="Times New Roman" panose="02020603050405020304" pitchFamily="18" charset="0"/>
                <a:ea typeface="굴림체" pitchFamily="49" charset="-127"/>
                <a:cs typeface="Times New Roman" panose="02020603050405020304" pitchFamily="18" charset="0"/>
              </a:rPr>
              <a:t> Service</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3300" name="AutoShape 7"/>
          <p:cNvSpPr>
            <a:spLocks noChangeArrowheads="1"/>
          </p:cNvSpPr>
          <p:nvPr/>
        </p:nvSpPr>
        <p:spPr bwMode="auto">
          <a:xfrm>
            <a:off x="779463" y="1938338"/>
            <a:ext cx="1038225" cy="539750"/>
          </a:xfrm>
          <a:prstGeom prst="flowChartTerminator">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Program </a:t>
            </a:r>
            <a:r>
              <a:rPr lang="en-US" altLang="ko-KR" sz="1000" dirty="0" err="1" smtClean="0">
                <a:latin typeface="Times New Roman" panose="02020603050405020304" pitchFamily="18" charset="0"/>
                <a:ea typeface="굴림체" pitchFamily="49" charset="-127"/>
                <a:cs typeface="Times New Roman" panose="02020603050405020304" pitchFamily="18" charset="0"/>
              </a:rPr>
              <a:t>bị</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thay</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đổi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cố</a:t>
            </a:r>
            <a:r>
              <a:rPr lang="en-US" altLang="ko-KR" sz="1000" dirty="0" smtClean="0">
                <a:latin typeface="Times New Roman" panose="02020603050405020304" pitchFamily="18" charset="0"/>
                <a:ea typeface="굴림체" pitchFamily="49" charset="-127"/>
                <a:cs typeface="Times New Roman" panose="02020603050405020304" pitchFamily="18" charset="0"/>
              </a:rPr>
              <a:t> ý</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83301" name="AutoShape 8"/>
          <p:cNvSpPr>
            <a:spLocks noChangeArrowheads="1"/>
          </p:cNvSpPr>
          <p:nvPr/>
        </p:nvSpPr>
        <p:spPr bwMode="auto">
          <a:xfrm>
            <a:off x="2324100" y="1811338"/>
            <a:ext cx="1714500" cy="792162"/>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SM660</a:t>
            </a:r>
            <a:r>
              <a:rPr lang="ko-KR" altLang="en-US"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đang</a:t>
            </a:r>
            <a:r>
              <a:rPr lang="en-US" altLang="ko-KR" sz="1000" dirty="0" smtClean="0">
                <a:latin typeface="Times New Roman" panose="02020603050405020304" pitchFamily="18" charset="0"/>
                <a:ea typeface="굴림체" pitchFamily="49" charset="-127"/>
                <a:cs typeface="Times New Roman" panose="02020603050405020304" pitchFamily="18" charset="0"/>
              </a:rPr>
              <a:t> ở </a:t>
            </a:r>
            <a:endParaRPr lang="ko-KR" altLang="en-US" sz="1000" dirty="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1000" dirty="0" err="1">
                <a:latin typeface="Times New Roman" panose="02020603050405020304" pitchFamily="18" charset="0"/>
                <a:ea typeface="굴림체" pitchFamily="49" charset="-127"/>
                <a:cs typeface="Times New Roman" panose="02020603050405020304" pitchFamily="18" charset="0"/>
              </a:rPr>
              <a:t>t</a:t>
            </a:r>
            <a:r>
              <a:rPr lang="en-US" altLang="ko-KR" sz="1000" dirty="0" err="1" smtClean="0">
                <a:latin typeface="Times New Roman" panose="02020603050405020304" pitchFamily="18" charset="0"/>
                <a:ea typeface="굴림체" pitchFamily="49" charset="-127"/>
                <a:cs typeface="Times New Roman" panose="02020603050405020304" pitchFamily="18" charset="0"/>
              </a:rPr>
              <a:t>rạng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thái</a:t>
            </a:r>
            <a:r>
              <a:rPr lang="en-US" altLang="ko-KR" sz="1000" dirty="0" smtClean="0">
                <a:latin typeface="Times New Roman" panose="02020603050405020304" pitchFamily="18" charset="0"/>
                <a:ea typeface="굴림체" pitchFamily="49" charset="-127"/>
                <a:cs typeface="Times New Roman" panose="02020603050405020304" pitchFamily="18" charset="0"/>
              </a:rPr>
              <a:t> ON </a:t>
            </a:r>
            <a:r>
              <a:rPr lang="en-US" altLang="ko-KR" sz="10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83302" name="AutoShape 9"/>
          <p:cNvSpPr>
            <a:spLocks noChangeArrowheads="1"/>
          </p:cNvSpPr>
          <p:nvPr/>
        </p:nvSpPr>
        <p:spPr bwMode="auto">
          <a:xfrm>
            <a:off x="2400300" y="2909888"/>
            <a:ext cx="1560513" cy="468312"/>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dirty="0" err="1">
                <a:latin typeface="Times New Roman" panose="02020603050405020304" pitchFamily="18" charset="0"/>
                <a:ea typeface="굴림체" pitchFamily="49" charset="-127"/>
                <a:cs typeface="Times New Roman" panose="02020603050405020304" pitchFamily="18" charset="0"/>
              </a:rPr>
              <a:t>Thay</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thế</a:t>
            </a:r>
            <a:r>
              <a:rPr lang="en-US" altLang="ko-KR" sz="900" dirty="0">
                <a:latin typeface="Times New Roman" panose="02020603050405020304" pitchFamily="18" charset="0"/>
                <a:ea typeface="굴림체" pitchFamily="49" charset="-127"/>
                <a:cs typeface="Times New Roman" panose="02020603050405020304" pitchFamily="18" charset="0"/>
              </a:rPr>
              <a:t> PLC CPU </a:t>
            </a:r>
            <a:r>
              <a:rPr lang="en-US" altLang="ko-KR" sz="900" dirty="0" err="1">
                <a:latin typeface="Times New Roman" panose="02020603050405020304" pitchFamily="18" charset="0"/>
                <a:ea typeface="굴림체" pitchFamily="49" charset="-127"/>
                <a:cs typeface="Times New Roman" panose="02020603050405020304" pitchFamily="18" charset="0"/>
              </a:rPr>
              <a:t>hoặc</a:t>
            </a:r>
            <a:endParaRPr lang="ko-KR" altLang="en-US" sz="900" dirty="0">
              <a:latin typeface="Times New Roman" panose="02020603050405020304" pitchFamily="18" charset="0"/>
              <a:ea typeface="굴림체" pitchFamily="49" charset="-127"/>
              <a:cs typeface="Times New Roman" panose="02020603050405020304" pitchFamily="18" charset="0"/>
            </a:endParaRPr>
          </a:p>
          <a:p>
            <a:pPr eaLnBrk="1" hangingPunct="1">
              <a:spcBef>
                <a:spcPct val="0"/>
              </a:spcBef>
              <a:buFontTx/>
              <a:buNone/>
            </a:pPr>
            <a:r>
              <a:rPr lang="en-US" altLang="ko-KR" sz="900" dirty="0" err="1">
                <a:latin typeface="Times New Roman" panose="02020603050405020304" pitchFamily="18" charset="0"/>
                <a:ea typeface="굴림체" pitchFamily="49" charset="-127"/>
                <a:cs typeface="Times New Roman" panose="02020603050405020304" pitchFamily="18" charset="0"/>
              </a:rPr>
              <a:t>gọi</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cho</a:t>
            </a:r>
            <a:r>
              <a:rPr lang="en-US" altLang="ko-KR" sz="900" dirty="0">
                <a:latin typeface="Times New Roman" panose="02020603050405020304" pitchFamily="18" charset="0"/>
                <a:ea typeface="굴림체" pitchFamily="49" charset="-127"/>
                <a:cs typeface="Times New Roman" panose="02020603050405020304" pitchFamily="18" charset="0"/>
              </a:rPr>
              <a:t> Service</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3303" name="AutoShape 10"/>
          <p:cNvSpPr>
            <a:spLocks noChangeArrowheads="1"/>
          </p:cNvSpPr>
          <p:nvPr/>
        </p:nvSpPr>
        <p:spPr bwMode="auto">
          <a:xfrm>
            <a:off x="4584700" y="1811338"/>
            <a:ext cx="1714500" cy="792162"/>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Format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bộ</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nhớ</a:t>
            </a:r>
            <a:r>
              <a:rPr lang="en-US" altLang="ko-KR" sz="900" dirty="0" smtClean="0">
                <a:latin typeface="Times New Roman" panose="02020603050405020304" pitchFamily="18" charset="0"/>
                <a:ea typeface="굴림체" pitchFamily="49" charset="-127"/>
                <a:cs typeface="Times New Roman" panose="02020603050405020304" pitchFamily="18" charset="0"/>
              </a:rPr>
              <a:t> Program </a:t>
            </a:r>
            <a:r>
              <a:rPr lang="en-US" altLang="ko-KR" sz="900" dirty="0" err="1" smtClean="0">
                <a:latin typeface="Times New Roman" panose="02020603050405020304" pitchFamily="18" charset="0"/>
                <a:ea typeface="굴림체" pitchFamily="49" charset="-127"/>
                <a:cs typeface="Times New Roman" panose="02020603050405020304" pitchFamily="18" charset="0"/>
              </a:rPr>
              <a:t>đang</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thực</a:t>
            </a:r>
            <a:r>
              <a:rPr lang="en-US" altLang="ko-KR" sz="9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hiện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vận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hành</a:t>
            </a:r>
            <a:r>
              <a:rPr lang="en-US" altLang="ko-KR" sz="900" dirty="0" smtClean="0">
                <a:latin typeface="Times New Roman" panose="02020603050405020304" pitchFamily="18" charset="0"/>
                <a:ea typeface="굴림체" pitchFamily="49" charset="-127"/>
                <a:cs typeface="Times New Roman" panose="02020603050405020304" pitchFamily="18" charset="0"/>
              </a:rPr>
              <a:t> Boot ở</a:t>
            </a:r>
            <a:r>
              <a:rPr lang="ko-KR"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smtClean="0">
                <a:latin typeface="Times New Roman" panose="02020603050405020304" pitchFamily="18" charset="0"/>
                <a:ea typeface="굴림체" pitchFamily="49" charset="-127"/>
                <a:cs typeface="Times New Roman" panose="02020603050405020304" pitchFamily="18" charset="0"/>
              </a:rPr>
              <a:t>ROM </a:t>
            </a:r>
            <a:r>
              <a:rPr lang="en-US" altLang="ko-KR" sz="900" dirty="0" err="1" smtClean="0">
                <a:latin typeface="Times New Roman" panose="02020603050405020304" pitchFamily="18" charset="0"/>
                <a:ea typeface="굴림체" pitchFamily="49" charset="-127"/>
                <a:cs typeface="Times New Roman" panose="02020603050405020304" pitchFamily="18" charset="0"/>
              </a:rPr>
              <a:t>tiêu</a:t>
            </a:r>
            <a:endParaRPr lang="en-US" altLang="ko-KR" sz="9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chuẩn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sau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đó</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ghi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lên</a:t>
            </a:r>
            <a:r>
              <a:rPr lang="en-US" altLang="ko-KR" sz="900" dirty="0" smtClean="0">
                <a:latin typeface="Times New Roman" panose="02020603050405020304" pitchFamily="18" charset="0"/>
                <a:ea typeface="굴림체" pitchFamily="49" charset="-127"/>
                <a:cs typeface="Times New Roman" panose="02020603050405020304" pitchFamily="18" charset="0"/>
              </a:rPr>
              <a:t> ROM </a:t>
            </a:r>
            <a:r>
              <a:rPr lang="en-US" altLang="ko-KR" sz="900" dirty="0" err="1" smtClean="0">
                <a:latin typeface="Times New Roman" panose="02020603050405020304" pitchFamily="18" charset="0"/>
                <a:ea typeface="굴림체" pitchFamily="49" charset="-127"/>
                <a:cs typeface="Times New Roman" panose="02020603050405020304" pitchFamily="18" charset="0"/>
              </a:rPr>
              <a:t>tiêu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chuẩn</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3304" name="AutoShape 12"/>
          <p:cNvSpPr>
            <a:spLocks noChangeArrowheads="1"/>
          </p:cNvSpPr>
          <p:nvPr/>
        </p:nvSpPr>
        <p:spPr bwMode="auto">
          <a:xfrm>
            <a:off x="5267325" y="3967163"/>
            <a:ext cx="1714500" cy="792162"/>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en-US" sz="1000" dirty="0" smtClean="0">
                <a:latin typeface="Times New Roman" panose="02020603050405020304" pitchFamily="18" charset="0"/>
                <a:ea typeface="굴림체" pitchFamily="49" charset="-127"/>
                <a:cs typeface="Times New Roman" panose="02020603050405020304" pitchFamily="18" charset="0"/>
              </a:rPr>
              <a:t>Program </a:t>
            </a:r>
            <a:r>
              <a:rPr lang="en-US" altLang="en-US" sz="1000" dirty="0" err="1" smtClean="0">
                <a:latin typeface="Times New Roman" panose="02020603050405020304" pitchFamily="18" charset="0"/>
                <a:ea typeface="굴림체" pitchFamily="49" charset="-127"/>
                <a:cs typeface="Times New Roman" panose="02020603050405020304" pitchFamily="18" charset="0"/>
              </a:rPr>
              <a:t>đã</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được</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en-US" sz="1000" dirty="0" err="1" smtClean="0">
                <a:latin typeface="Times New Roman" panose="02020603050405020304" pitchFamily="18" charset="0"/>
                <a:ea typeface="굴림체" pitchFamily="49" charset="-127"/>
                <a:cs typeface="Times New Roman" panose="02020603050405020304" pitchFamily="18" charset="0"/>
              </a:rPr>
              <a:t>thay</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đổi</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chưa</a:t>
            </a:r>
            <a:r>
              <a:rPr lang="en-US" altLang="en-US" sz="1000" dirty="0" smtClean="0">
                <a:latin typeface="Times New Roman" panose="02020603050405020304" pitchFamily="18" charset="0"/>
                <a:ea typeface="굴림체" pitchFamily="49" charset="-127"/>
                <a:cs typeface="Times New Roman" panose="02020603050405020304" pitchFamily="18" charset="0"/>
              </a:rPr>
              <a:t>?</a:t>
            </a:r>
            <a:endParaRPr lang="en-US" altLang="ko-KR" sz="1000" dirty="0">
              <a:latin typeface="Times New Roman" panose="02020603050405020304" pitchFamily="18" charset="0"/>
              <a:ea typeface="굴림체" pitchFamily="49" charset="-127"/>
              <a:cs typeface="Times New Roman" panose="02020603050405020304" pitchFamily="18" charset="0"/>
            </a:endParaRPr>
          </a:p>
        </p:txBody>
      </p:sp>
      <p:sp>
        <p:nvSpPr>
          <p:cNvPr id="183305" name="AutoShape 13"/>
          <p:cNvSpPr>
            <a:spLocks noChangeArrowheads="1"/>
          </p:cNvSpPr>
          <p:nvPr/>
        </p:nvSpPr>
        <p:spPr bwMode="auto">
          <a:xfrm>
            <a:off x="7372350" y="4129088"/>
            <a:ext cx="1325563" cy="468312"/>
          </a:xfrm>
          <a:prstGeom prst="flowChartTerminator">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Hoàn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thành</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cxnSp>
        <p:nvCxnSpPr>
          <p:cNvPr id="183306" name="AutoShape 14"/>
          <p:cNvCxnSpPr>
            <a:cxnSpLocks noChangeShapeType="1"/>
            <a:stCxn id="183300" idx="3"/>
            <a:endCxn id="183301" idx="1"/>
          </p:cNvCxnSpPr>
          <p:nvPr/>
        </p:nvCxnSpPr>
        <p:spPr bwMode="auto">
          <a:xfrm>
            <a:off x="1817688" y="2208213"/>
            <a:ext cx="506412"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3307" name="AutoShape 15"/>
          <p:cNvCxnSpPr>
            <a:cxnSpLocks noChangeShapeType="1"/>
            <a:stCxn id="183301" idx="3"/>
            <a:endCxn id="183303" idx="1"/>
          </p:cNvCxnSpPr>
          <p:nvPr/>
        </p:nvCxnSpPr>
        <p:spPr bwMode="auto">
          <a:xfrm>
            <a:off x="4038600" y="2208213"/>
            <a:ext cx="546100"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3308" name="AutoShape 16"/>
          <p:cNvCxnSpPr>
            <a:cxnSpLocks noChangeShapeType="1"/>
            <a:stCxn id="183303" idx="3"/>
            <a:endCxn id="183318" idx="1"/>
          </p:cNvCxnSpPr>
          <p:nvPr/>
        </p:nvCxnSpPr>
        <p:spPr bwMode="auto">
          <a:xfrm>
            <a:off x="6299200" y="2208213"/>
            <a:ext cx="512763"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3309" name="AutoShape 17"/>
          <p:cNvCxnSpPr>
            <a:cxnSpLocks noChangeShapeType="1"/>
            <a:stCxn id="183318" idx="3"/>
            <a:endCxn id="183321" idx="1"/>
          </p:cNvCxnSpPr>
          <p:nvPr/>
        </p:nvCxnSpPr>
        <p:spPr bwMode="auto">
          <a:xfrm flipH="1">
            <a:off x="1014413" y="2208213"/>
            <a:ext cx="7918450" cy="2155825"/>
          </a:xfrm>
          <a:prstGeom prst="bentConnector5">
            <a:avLst>
              <a:gd name="adj1" fmla="val -3106"/>
              <a:gd name="adj2" fmla="val 65977"/>
              <a:gd name="adj3" fmla="val 10313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83310" name="AutoShape 18"/>
          <p:cNvCxnSpPr>
            <a:cxnSpLocks noChangeShapeType="1"/>
            <a:stCxn id="183304" idx="3"/>
            <a:endCxn id="183305" idx="1"/>
          </p:cNvCxnSpPr>
          <p:nvPr/>
        </p:nvCxnSpPr>
        <p:spPr bwMode="auto">
          <a:xfrm>
            <a:off x="6981825" y="4364038"/>
            <a:ext cx="3905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3311" name="AutoShape 19"/>
          <p:cNvCxnSpPr>
            <a:cxnSpLocks noChangeShapeType="1"/>
            <a:stCxn id="183304" idx="2"/>
            <a:endCxn id="183299" idx="0"/>
          </p:cNvCxnSpPr>
          <p:nvPr/>
        </p:nvCxnSpPr>
        <p:spPr bwMode="auto">
          <a:xfrm rot="5400000">
            <a:off x="5945711" y="4882085"/>
            <a:ext cx="301625" cy="56104"/>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83312" name="AutoShape 20"/>
          <p:cNvCxnSpPr>
            <a:cxnSpLocks noChangeShapeType="1"/>
            <a:stCxn id="183301" idx="2"/>
            <a:endCxn id="183302" idx="0"/>
          </p:cNvCxnSpPr>
          <p:nvPr/>
        </p:nvCxnSpPr>
        <p:spPr bwMode="auto">
          <a:xfrm rot="5400000">
            <a:off x="3028157" y="2755106"/>
            <a:ext cx="306388" cy="3175"/>
          </a:xfrm>
          <a:prstGeom prst="bentConnector3">
            <a:avLst>
              <a:gd name="adj1" fmla="val 49741"/>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83313" name="Text Box 22"/>
          <p:cNvSpPr txBox="1">
            <a:spLocks noChangeArrowheads="1"/>
          </p:cNvSpPr>
          <p:nvPr/>
        </p:nvSpPr>
        <p:spPr bwMode="auto">
          <a:xfrm>
            <a:off x="4011613" y="2005013"/>
            <a:ext cx="36420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83314" name="Text Box 23"/>
          <p:cNvSpPr txBox="1">
            <a:spLocks noChangeArrowheads="1"/>
          </p:cNvSpPr>
          <p:nvPr/>
        </p:nvSpPr>
        <p:spPr bwMode="auto">
          <a:xfrm>
            <a:off x="2768600" y="2611438"/>
            <a:ext cx="325730"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83315" name="Text Box 26"/>
          <p:cNvSpPr txBox="1">
            <a:spLocks noChangeArrowheads="1"/>
          </p:cNvSpPr>
          <p:nvPr/>
        </p:nvSpPr>
        <p:spPr bwMode="auto">
          <a:xfrm>
            <a:off x="6969125" y="4183063"/>
            <a:ext cx="325730"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0000FF"/>
                </a:solidFill>
                <a:latin typeface="Times New Roman" panose="02020603050405020304" pitchFamily="18" charset="0"/>
                <a:ea typeface="굴림체" pitchFamily="49" charset="-127"/>
                <a:cs typeface="Times New Roman" panose="02020603050405020304" pitchFamily="18" charset="0"/>
              </a:rPr>
              <a:t>No</a:t>
            </a:r>
          </a:p>
        </p:txBody>
      </p:sp>
      <p:sp>
        <p:nvSpPr>
          <p:cNvPr id="183316" name="Text Box 27"/>
          <p:cNvSpPr txBox="1">
            <a:spLocks noChangeArrowheads="1"/>
          </p:cNvSpPr>
          <p:nvPr/>
        </p:nvSpPr>
        <p:spPr bwMode="auto">
          <a:xfrm>
            <a:off x="6072188" y="4795838"/>
            <a:ext cx="36420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3300"/>
                </a:solidFill>
                <a:latin typeface="Times New Roman" panose="02020603050405020304" pitchFamily="18" charset="0"/>
                <a:ea typeface="굴림체" pitchFamily="49" charset="-127"/>
                <a:cs typeface="Times New Roman" panose="02020603050405020304" pitchFamily="18" charset="0"/>
              </a:rPr>
              <a:t>Yes</a:t>
            </a:r>
          </a:p>
        </p:txBody>
      </p:sp>
      <p:pic>
        <p:nvPicPr>
          <p:cNvPr id="183317" name="Picture 28" descr="j0432507"/>
          <p:cNvPicPr>
            <a:picLocks noChangeAspect="1" noChangeArrowheads="1"/>
          </p:cNvPicPr>
          <p:nvPr/>
        </p:nvPicPr>
        <p:blipFill>
          <a:blip r:embed="rId3" cstate="print">
            <a:lum bright="48000"/>
            <a:extLst>
              <a:ext uri="{28A0092B-C50C-407E-A947-70E740481C1C}">
                <a14:useLocalDpi xmlns:a14="http://schemas.microsoft.com/office/drawing/2010/main" val="0"/>
              </a:ext>
            </a:extLst>
          </a:blip>
          <a:srcRect/>
          <a:stretch>
            <a:fillRect/>
          </a:stretch>
        </p:blipFill>
        <p:spPr bwMode="auto">
          <a:xfrm>
            <a:off x="1092200" y="5095875"/>
            <a:ext cx="1911350" cy="121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18" name="AutoShape 29"/>
          <p:cNvSpPr>
            <a:spLocks noChangeArrowheads="1"/>
          </p:cNvSpPr>
          <p:nvPr/>
        </p:nvSpPr>
        <p:spPr bwMode="auto">
          <a:xfrm>
            <a:off x="6811963" y="1811338"/>
            <a:ext cx="2120900" cy="792162"/>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Vô</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hiệu</a:t>
            </a:r>
            <a:r>
              <a:rPr lang="en-US" altLang="ko-KR" sz="900" dirty="0" smtClean="0">
                <a:latin typeface="Times New Roman" panose="02020603050405020304" pitchFamily="18" charset="0"/>
                <a:ea typeface="굴림체" pitchFamily="49" charset="-127"/>
                <a:cs typeface="Times New Roman" panose="02020603050405020304" pitchFamily="18" charset="0"/>
              </a:rPr>
              <a:t> ổ Check </a:t>
            </a:r>
            <a:r>
              <a:rPr lang="en-US" altLang="ko-KR" sz="900" dirty="0" err="1" smtClean="0">
                <a:latin typeface="Times New Roman" panose="02020603050405020304" pitchFamily="18" charset="0"/>
                <a:ea typeface="굴림체" pitchFamily="49" charset="-127"/>
                <a:cs typeface="Times New Roman" panose="02020603050405020304" pitchFamily="18" charset="0"/>
              </a:rPr>
              <a:t>của</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thực</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hiện</a:t>
            </a:r>
            <a:r>
              <a:rPr lang="en-US" altLang="ko-KR" sz="900" dirty="0" smtClean="0">
                <a:latin typeface="Times New Roman" panose="02020603050405020304" pitchFamily="18" charset="0"/>
                <a:ea typeface="굴림체" pitchFamily="49" charset="-127"/>
                <a:cs typeface="Times New Roman" panose="02020603050405020304" pitchFamily="18" charset="0"/>
              </a:rPr>
              <a:t> Boot </a:t>
            </a: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ở ROM </a:t>
            </a:r>
            <a:r>
              <a:rPr lang="en-US" altLang="ko-KR" sz="900" dirty="0" err="1" smtClean="0">
                <a:latin typeface="Times New Roman" panose="02020603050405020304" pitchFamily="18" charset="0"/>
                <a:ea typeface="굴림체" pitchFamily="49" charset="-127"/>
                <a:cs typeface="Times New Roman" panose="02020603050405020304" pitchFamily="18" charset="0"/>
              </a:rPr>
              <a:t>tiêu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chuẩn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của</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cài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đặt</a:t>
            </a:r>
            <a:r>
              <a:rPr lang="en-US" altLang="ko-KR" sz="900" dirty="0" smtClean="0">
                <a:latin typeface="Times New Roman" panose="02020603050405020304" pitchFamily="18" charset="0"/>
                <a:ea typeface="굴림체" pitchFamily="49" charset="-127"/>
                <a:cs typeface="Times New Roman" panose="02020603050405020304" pitchFamily="18" charset="0"/>
              </a:rPr>
              <a:t> Boot File</a:t>
            </a: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của</a:t>
            </a:r>
            <a:r>
              <a:rPr lang="en-US" altLang="ko-KR" sz="900" dirty="0" smtClean="0">
                <a:latin typeface="Times New Roman" panose="02020603050405020304" pitchFamily="18" charset="0"/>
                <a:ea typeface="굴림체" pitchFamily="49" charset="-127"/>
                <a:cs typeface="Times New Roman" panose="02020603050405020304" pitchFamily="18" charset="0"/>
              </a:rPr>
              <a:t> PLC Parameter </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3319" name="Rectangle 34"/>
          <p:cNvSpPr>
            <a:spLocks noChangeArrowheads="1"/>
          </p:cNvSpPr>
          <p:nvPr/>
        </p:nvSpPr>
        <p:spPr bwMode="auto">
          <a:xfrm>
            <a:off x="3584848" y="2166938"/>
            <a:ext cx="1122423" cy="387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dirty="0">
                <a:latin typeface="Times New Roman" panose="02020603050405020304" pitchFamily="18" charset="0"/>
                <a:ea typeface="굴림체" pitchFamily="49" charset="-127"/>
                <a:cs typeface="Times New Roman" panose="02020603050405020304" pitchFamily="18" charset="0"/>
              </a:rPr>
              <a:t>ON</a:t>
            </a:r>
          </a:p>
          <a:p>
            <a:pPr algn="ctr" eaLnBrk="1" hangingPunct="1">
              <a:spcBef>
                <a:spcPct val="0"/>
              </a:spcBef>
              <a:buFontTx/>
              <a:buNone/>
            </a:pPr>
            <a:r>
              <a:rPr lang="en-US" altLang="ko-KR" sz="800" dirty="0">
                <a:latin typeface="Times New Roman" panose="02020603050405020304" pitchFamily="18" charset="0"/>
                <a:ea typeface="굴림체" pitchFamily="49" charset="-127"/>
                <a:cs typeface="Times New Roman" panose="02020603050405020304" pitchFamily="18" charset="0"/>
              </a:rPr>
              <a:t> </a:t>
            </a:r>
            <a:r>
              <a:rPr lang="en-US" altLang="ko-KR" sz="800" dirty="0" smtClean="0">
                <a:latin typeface="Times New Roman" panose="02020603050405020304" pitchFamily="18" charset="0"/>
                <a:ea typeface="굴림체" pitchFamily="49" charset="-127"/>
                <a:cs typeface="Times New Roman" panose="02020603050405020304" pitchFamily="18" charset="0"/>
              </a:rPr>
              <a:t>(</a:t>
            </a:r>
            <a:r>
              <a:rPr lang="en-US" altLang="ko-KR" sz="800" dirty="0" err="1" smtClean="0">
                <a:latin typeface="Times New Roman" panose="02020603050405020304" pitchFamily="18" charset="0"/>
                <a:ea typeface="굴림체" pitchFamily="49" charset="-127"/>
                <a:cs typeface="Times New Roman" panose="02020603050405020304" pitchFamily="18" charset="0"/>
              </a:rPr>
              <a:t>Đang</a:t>
            </a:r>
            <a:r>
              <a:rPr lang="en-US" altLang="ko-KR" sz="800" dirty="0" smtClean="0">
                <a:latin typeface="Times New Roman" panose="02020603050405020304" pitchFamily="18" charset="0"/>
                <a:ea typeface="굴림체" pitchFamily="49" charset="-127"/>
                <a:cs typeface="Times New Roman" panose="02020603050405020304" pitchFamily="18" charset="0"/>
              </a:rPr>
              <a:t> </a:t>
            </a:r>
            <a:r>
              <a:rPr lang="en-US" altLang="ko-KR" sz="800" dirty="0" err="1" smtClean="0">
                <a:latin typeface="Times New Roman" panose="02020603050405020304" pitchFamily="18" charset="0"/>
                <a:ea typeface="굴림체" pitchFamily="49" charset="-127"/>
                <a:cs typeface="Times New Roman" panose="02020603050405020304" pitchFamily="18" charset="0"/>
              </a:rPr>
              <a:t>vận</a:t>
            </a:r>
            <a:r>
              <a:rPr lang="en-US" altLang="ko-KR" sz="800" dirty="0" smtClean="0">
                <a:latin typeface="Times New Roman" panose="02020603050405020304" pitchFamily="18" charset="0"/>
                <a:ea typeface="굴림체" pitchFamily="49" charset="-127"/>
                <a:cs typeface="Times New Roman" panose="02020603050405020304" pitchFamily="18" charset="0"/>
              </a:rPr>
              <a:t> </a:t>
            </a:r>
            <a:r>
              <a:rPr lang="en-US" altLang="ko-KR" sz="800" dirty="0" err="1" smtClean="0">
                <a:latin typeface="Times New Roman" panose="02020603050405020304" pitchFamily="18" charset="0"/>
                <a:ea typeface="굴림체" pitchFamily="49" charset="-127"/>
                <a:cs typeface="Times New Roman" panose="02020603050405020304" pitchFamily="18" charset="0"/>
              </a:rPr>
              <a:t>hành</a:t>
            </a:r>
            <a:r>
              <a:rPr lang="en-US" altLang="ko-KR" sz="800" dirty="0" smtClean="0">
                <a:latin typeface="Times New Roman" panose="02020603050405020304" pitchFamily="18" charset="0"/>
                <a:ea typeface="굴림체" pitchFamily="49" charset="-127"/>
                <a:cs typeface="Times New Roman" panose="02020603050405020304" pitchFamily="18" charset="0"/>
              </a:rPr>
              <a:t> Boot)</a:t>
            </a:r>
            <a:endParaRPr lang="en-US" altLang="ko-KR" sz="800" dirty="0">
              <a:latin typeface="Times New Roman" panose="02020603050405020304" pitchFamily="18" charset="0"/>
              <a:ea typeface="굴림체" pitchFamily="49" charset="-127"/>
              <a:cs typeface="Times New Roman" panose="02020603050405020304" pitchFamily="18" charset="0"/>
            </a:endParaRPr>
          </a:p>
        </p:txBody>
      </p:sp>
      <p:sp>
        <p:nvSpPr>
          <p:cNvPr id="183320" name="Rectangle 35"/>
          <p:cNvSpPr>
            <a:spLocks noChangeArrowheads="1"/>
          </p:cNvSpPr>
          <p:nvPr/>
        </p:nvSpPr>
        <p:spPr bwMode="auto">
          <a:xfrm>
            <a:off x="3152775" y="2563813"/>
            <a:ext cx="1358064" cy="387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800" dirty="0">
                <a:latin typeface="Times New Roman" panose="02020603050405020304" pitchFamily="18" charset="0"/>
                <a:ea typeface="굴림체" pitchFamily="49" charset="-127"/>
                <a:cs typeface="Times New Roman" panose="02020603050405020304" pitchFamily="18" charset="0"/>
              </a:rPr>
              <a:t>OFF</a:t>
            </a:r>
          </a:p>
          <a:p>
            <a:pPr eaLnBrk="1" hangingPunct="1">
              <a:spcBef>
                <a:spcPct val="0"/>
              </a:spcBef>
              <a:buFontTx/>
              <a:buNone/>
            </a:pPr>
            <a:r>
              <a:rPr lang="en-US" altLang="ko-KR" sz="800" dirty="0" smtClean="0">
                <a:latin typeface="Times New Roman" panose="02020603050405020304" pitchFamily="18" charset="0"/>
                <a:ea typeface="굴림체" pitchFamily="49" charset="-127"/>
                <a:cs typeface="Times New Roman" panose="02020603050405020304" pitchFamily="18" charset="0"/>
              </a:rPr>
              <a:t>(</a:t>
            </a:r>
            <a:r>
              <a:rPr lang="en-US" altLang="ko-KR" sz="800" dirty="0" err="1" smtClean="0">
                <a:latin typeface="Times New Roman" panose="02020603050405020304" pitchFamily="18" charset="0"/>
                <a:ea typeface="굴림체" pitchFamily="49" charset="-127"/>
                <a:cs typeface="Times New Roman" panose="02020603050405020304" pitchFamily="18" charset="0"/>
              </a:rPr>
              <a:t>Thực</a:t>
            </a:r>
            <a:r>
              <a:rPr lang="en-US" altLang="ko-KR" sz="800" dirty="0" smtClean="0">
                <a:latin typeface="Times New Roman" panose="02020603050405020304" pitchFamily="18" charset="0"/>
                <a:ea typeface="굴림체" pitchFamily="49" charset="-127"/>
                <a:cs typeface="Times New Roman" panose="02020603050405020304" pitchFamily="18" charset="0"/>
              </a:rPr>
              <a:t> </a:t>
            </a:r>
            <a:r>
              <a:rPr lang="en-US" altLang="ko-KR" sz="800" dirty="0" err="1" smtClean="0">
                <a:latin typeface="Times New Roman" panose="02020603050405020304" pitchFamily="18" charset="0"/>
                <a:ea typeface="굴림체" pitchFamily="49" charset="-127"/>
                <a:cs typeface="Times New Roman" panose="02020603050405020304" pitchFamily="18" charset="0"/>
              </a:rPr>
              <a:t>hiện</a:t>
            </a:r>
            <a:r>
              <a:rPr lang="en-US" altLang="ko-KR" sz="800" dirty="0" smtClean="0">
                <a:latin typeface="Times New Roman" panose="02020603050405020304" pitchFamily="18" charset="0"/>
                <a:ea typeface="굴림체" pitchFamily="49" charset="-127"/>
                <a:cs typeface="Times New Roman" panose="02020603050405020304" pitchFamily="18" charset="0"/>
              </a:rPr>
              <a:t> </a:t>
            </a:r>
            <a:r>
              <a:rPr lang="en-US" altLang="ko-KR" sz="800" dirty="0" err="1" smtClean="0">
                <a:latin typeface="Times New Roman" panose="02020603050405020304" pitchFamily="18" charset="0"/>
                <a:ea typeface="굴림체" pitchFamily="49" charset="-127"/>
                <a:cs typeface="Times New Roman" panose="02020603050405020304" pitchFamily="18" charset="0"/>
              </a:rPr>
              <a:t>bộ</a:t>
            </a:r>
            <a:r>
              <a:rPr lang="en-US" altLang="ko-KR" sz="800" dirty="0" smtClean="0">
                <a:latin typeface="Times New Roman" panose="02020603050405020304" pitchFamily="18" charset="0"/>
                <a:ea typeface="굴림체" pitchFamily="49" charset="-127"/>
                <a:cs typeface="Times New Roman" panose="02020603050405020304" pitchFamily="18" charset="0"/>
              </a:rPr>
              <a:t> </a:t>
            </a:r>
            <a:r>
              <a:rPr lang="en-US" altLang="ko-KR" sz="800" dirty="0" err="1" smtClean="0">
                <a:latin typeface="Times New Roman" panose="02020603050405020304" pitchFamily="18" charset="0"/>
                <a:ea typeface="굴림체" pitchFamily="49" charset="-127"/>
                <a:cs typeface="Times New Roman" panose="02020603050405020304" pitchFamily="18" charset="0"/>
              </a:rPr>
              <a:t>nhớ</a:t>
            </a:r>
            <a:r>
              <a:rPr lang="en-US" altLang="ko-KR" sz="800" dirty="0" smtClean="0">
                <a:latin typeface="Times New Roman" panose="02020603050405020304" pitchFamily="18" charset="0"/>
                <a:ea typeface="굴림체" pitchFamily="49" charset="-127"/>
                <a:cs typeface="Times New Roman" panose="02020603050405020304" pitchFamily="18" charset="0"/>
              </a:rPr>
              <a:t> Program)</a:t>
            </a:r>
            <a:endParaRPr lang="en-US" altLang="ko-KR" sz="800" dirty="0">
              <a:latin typeface="Times New Roman" panose="02020603050405020304" pitchFamily="18" charset="0"/>
              <a:ea typeface="굴림체" pitchFamily="49" charset="-127"/>
              <a:cs typeface="Times New Roman" panose="02020603050405020304" pitchFamily="18" charset="0"/>
            </a:endParaRPr>
          </a:p>
        </p:txBody>
      </p:sp>
      <p:sp>
        <p:nvSpPr>
          <p:cNvPr id="183321" name="AutoShape 36"/>
          <p:cNvSpPr>
            <a:spLocks noChangeArrowheads="1"/>
          </p:cNvSpPr>
          <p:nvPr/>
        </p:nvSpPr>
        <p:spPr bwMode="auto">
          <a:xfrm>
            <a:off x="1014413" y="3967163"/>
            <a:ext cx="1716087" cy="792162"/>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Ghi</a:t>
            </a:r>
            <a:r>
              <a:rPr lang="en-US" altLang="ko-KR" sz="900" dirty="0" smtClean="0">
                <a:latin typeface="Times New Roman" panose="02020603050405020304" pitchFamily="18" charset="0"/>
                <a:ea typeface="굴림체" pitchFamily="49" charset="-127"/>
                <a:cs typeface="Times New Roman" panose="02020603050405020304" pitchFamily="18" charset="0"/>
              </a:rPr>
              <a:t> Parameter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a:t>
            </a:r>
            <a:r>
              <a:rPr lang="en-US" altLang="ko-KR" sz="900" dirty="0" smtClean="0">
                <a:latin typeface="Times New Roman" panose="02020603050405020304" pitchFamily="18" charset="0"/>
                <a:ea typeface="굴림체" pitchFamily="49" charset="-127"/>
                <a:cs typeface="Times New Roman" panose="02020603050405020304" pitchFamily="18" charset="0"/>
              </a:rPr>
              <a:t> Sequence </a:t>
            </a: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Program </a:t>
            </a:r>
            <a:r>
              <a:rPr lang="en-US" altLang="ko-KR" sz="900" dirty="0" err="1" smtClean="0">
                <a:latin typeface="Times New Roman" panose="02020603050405020304" pitchFamily="18" charset="0"/>
                <a:ea typeface="굴림체" pitchFamily="49" charset="-127"/>
                <a:cs typeface="Times New Roman" panose="02020603050405020304" pitchFamily="18" charset="0"/>
              </a:rPr>
              <a:t>lên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bộ</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nhớ</a:t>
            </a:r>
            <a:r>
              <a:rPr lang="en-US" altLang="ko-KR" sz="900" dirty="0" smtClean="0">
                <a:latin typeface="Times New Roman" panose="02020603050405020304" pitchFamily="18" charset="0"/>
                <a:ea typeface="굴림체" pitchFamily="49" charset="-127"/>
                <a:cs typeface="Times New Roman" panose="02020603050405020304" pitchFamily="18" charset="0"/>
              </a:rPr>
              <a:t> Program</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3322" name="AutoShape 37"/>
          <p:cNvSpPr>
            <a:spLocks noChangeArrowheads="1"/>
          </p:cNvSpPr>
          <p:nvPr/>
        </p:nvSpPr>
        <p:spPr bwMode="auto">
          <a:xfrm>
            <a:off x="3162300" y="3967163"/>
            <a:ext cx="1714500" cy="792162"/>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Khởi</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động</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lại</a:t>
            </a:r>
            <a:r>
              <a:rPr lang="en-US" altLang="ko-KR" sz="1000" dirty="0" smtClean="0">
                <a:latin typeface="Times New Roman" panose="02020603050405020304" pitchFamily="18" charset="0"/>
                <a:ea typeface="굴림체" pitchFamily="49" charset="-127"/>
                <a:cs typeface="Times New Roman" panose="02020603050405020304" pitchFamily="18" charset="0"/>
              </a:rPr>
              <a:t>/Reset</a:t>
            </a:r>
          </a:p>
          <a:p>
            <a:pPr algn="ctr" eaLnBrk="1" hangingPunct="1">
              <a:spcBef>
                <a:spcPct val="0"/>
              </a:spcBef>
              <a:buFontTx/>
              <a:buNone/>
            </a:pP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nguồn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của</a:t>
            </a:r>
            <a:r>
              <a:rPr lang="en-US" altLang="ko-KR" sz="1000" dirty="0" smtClean="0">
                <a:latin typeface="Times New Roman" panose="02020603050405020304" pitchFamily="18" charset="0"/>
                <a:ea typeface="굴림체" pitchFamily="49" charset="-127"/>
                <a:cs typeface="Times New Roman" panose="02020603050405020304" pitchFamily="18" charset="0"/>
              </a:rPr>
              <a:t> PLC</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cxnSp>
        <p:nvCxnSpPr>
          <p:cNvPr id="183323" name="AutoShape 38"/>
          <p:cNvCxnSpPr>
            <a:cxnSpLocks noChangeShapeType="1"/>
            <a:stCxn id="183321" idx="3"/>
            <a:endCxn id="183322" idx="1"/>
          </p:cNvCxnSpPr>
          <p:nvPr/>
        </p:nvCxnSpPr>
        <p:spPr bwMode="auto">
          <a:xfrm>
            <a:off x="2730500" y="4364038"/>
            <a:ext cx="431800"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3324" name="AutoShape 39"/>
          <p:cNvCxnSpPr>
            <a:cxnSpLocks noChangeShapeType="1"/>
            <a:stCxn id="183322" idx="3"/>
            <a:endCxn id="183304" idx="1"/>
          </p:cNvCxnSpPr>
          <p:nvPr/>
        </p:nvCxnSpPr>
        <p:spPr bwMode="auto">
          <a:xfrm>
            <a:off x="4876800" y="4364038"/>
            <a:ext cx="3905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83325"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83326"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826057587"/>
      </p:ext>
    </p:extLst>
  </p:cSld>
  <p:clrMapOvr>
    <a:masterClrMapping/>
  </p:clrMapOvr>
  <p:transition/>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3"/>
          <p:cNvSpPr>
            <a:spLocks noChangeArrowheads="1"/>
          </p:cNvSpPr>
          <p:nvPr/>
        </p:nvSpPr>
        <p:spPr bwMode="auto">
          <a:xfrm>
            <a:off x="674688" y="642938"/>
            <a:ext cx="8542337" cy="112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b="1" dirty="0">
                <a:latin typeface="Times New Roman" panose="02020603050405020304" pitchFamily="18" charset="0"/>
                <a:cs typeface="Times New Roman" panose="02020603050405020304" pitchFamily="18" charset="0"/>
              </a:rPr>
              <a:t>8) </a:t>
            </a:r>
            <a:r>
              <a:rPr lang="en-US" altLang="ko-KR" sz="1200" b="1" dirty="0">
                <a:latin typeface="Times New Roman" panose="02020603050405020304" pitchFamily="18" charset="0"/>
                <a:ea typeface="굴림체" pitchFamily="49" charset="-127"/>
                <a:cs typeface="Times New Roman" panose="02020603050405020304" pitchFamily="18" charset="0"/>
              </a:rPr>
              <a:t>Trouble Shooting </a:t>
            </a:r>
            <a:r>
              <a:rPr lang="en-US" altLang="ko-KR" sz="1200" b="1" dirty="0" err="1" smtClean="0">
                <a:latin typeface="Times New Roman" panose="02020603050405020304" pitchFamily="18" charset="0"/>
                <a:ea typeface="굴림체" pitchFamily="49" charset="-127"/>
                <a:cs typeface="Times New Roman" panose="02020603050405020304" pitchFamily="18" charset="0"/>
              </a:rPr>
              <a:t>của</a:t>
            </a:r>
            <a:r>
              <a:rPr lang="en-US" altLang="ko-KR" sz="1200" b="1" dirty="0" smtClean="0">
                <a:latin typeface="Times New Roman" panose="02020603050405020304" pitchFamily="18" charset="0"/>
                <a:ea typeface="굴림체" pitchFamily="49" charset="-127"/>
                <a:cs typeface="Times New Roman" panose="02020603050405020304" pitchFamily="18" charset="0"/>
              </a:rPr>
              <a:t> </a:t>
            </a:r>
            <a:r>
              <a:rPr lang="en-US" altLang="ko-KR" sz="1200" b="1" dirty="0" err="1" smtClean="0">
                <a:latin typeface="Times New Roman" panose="02020603050405020304" pitchFamily="18" charset="0"/>
                <a:ea typeface="굴림체" pitchFamily="49" charset="-127"/>
                <a:cs typeface="Times New Roman" panose="02020603050405020304" pitchFamily="18" charset="0"/>
              </a:rPr>
              <a:t>Mô</a:t>
            </a:r>
            <a:r>
              <a:rPr lang="en-US" altLang="ko-KR" sz="1200" b="1" dirty="0" smtClean="0">
                <a:latin typeface="Times New Roman" panose="02020603050405020304" pitchFamily="18" charset="0"/>
                <a:ea typeface="굴림체" pitchFamily="49" charset="-127"/>
                <a:cs typeface="Times New Roman" panose="02020603050405020304" pitchFamily="18" charset="0"/>
              </a:rPr>
              <a:t> </a:t>
            </a:r>
            <a:r>
              <a:rPr lang="en-US" altLang="ko-KR" sz="1200" b="1" dirty="0" err="1" smtClean="0">
                <a:latin typeface="Times New Roman" panose="02020603050405020304" pitchFamily="18" charset="0"/>
                <a:ea typeface="굴림체" pitchFamily="49" charset="-127"/>
                <a:cs typeface="Times New Roman" panose="02020603050405020304" pitchFamily="18" charset="0"/>
              </a:rPr>
              <a:t>đun</a:t>
            </a:r>
            <a:r>
              <a:rPr lang="en-US" altLang="ko-KR" sz="1200" b="1" dirty="0" smtClean="0">
                <a:latin typeface="Times New Roman" panose="02020603050405020304" pitchFamily="18" charset="0"/>
                <a:ea typeface="굴림체" pitchFamily="49" charset="-127"/>
                <a:cs typeface="Times New Roman" panose="02020603050405020304" pitchFamily="18" charset="0"/>
              </a:rPr>
              <a:t> </a:t>
            </a:r>
            <a:r>
              <a:rPr lang="en-US" altLang="ko-KR" sz="1200" b="1" dirty="0" err="1" smtClean="0">
                <a:latin typeface="Times New Roman" panose="02020603050405020304" pitchFamily="18" charset="0"/>
                <a:ea typeface="굴림체" pitchFamily="49" charset="-127"/>
                <a:cs typeface="Times New Roman" panose="02020603050405020304" pitchFamily="18" charset="0"/>
              </a:rPr>
              <a:t>đầu</a:t>
            </a:r>
            <a:r>
              <a:rPr lang="en-US" altLang="ko-KR" sz="1200" b="1" dirty="0" smtClean="0">
                <a:latin typeface="Times New Roman" panose="02020603050405020304" pitchFamily="18" charset="0"/>
                <a:ea typeface="굴림체" pitchFamily="49" charset="-127"/>
                <a:cs typeface="Times New Roman" panose="02020603050405020304" pitchFamily="18" charset="0"/>
              </a:rPr>
              <a:t> </a:t>
            </a:r>
            <a:r>
              <a:rPr lang="en-US" altLang="ko-KR" sz="1200" b="1" dirty="0" err="1" smtClean="0">
                <a:latin typeface="Times New Roman" panose="02020603050405020304" pitchFamily="18" charset="0"/>
                <a:ea typeface="굴림체" pitchFamily="49" charset="-127"/>
                <a:cs typeface="Times New Roman" panose="02020603050405020304" pitchFamily="18" charset="0"/>
              </a:rPr>
              <a:t>vào</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ko-KR" altLang="en-US" sz="1200" b="1" dirty="0">
                <a:solidFill>
                  <a:srgbClr val="000000"/>
                </a:solidFill>
                <a:latin typeface="Times New Roman" panose="02020603050405020304" pitchFamily="18" charset="0"/>
                <a:cs typeface="Times New Roman" panose="02020603050405020304" pitchFamily="18" charset="0"/>
              </a:rPr>
              <a:t>▷</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Hardware</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ngoài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đang</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OFF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vẫn</a:t>
            </a:r>
            <a:r>
              <a:rPr lang="en-US" altLang="ko-KR" sz="1200" dirty="0" smtClean="0">
                <a:latin typeface="Times New Roman" panose="02020603050405020304" pitchFamily="18" charset="0"/>
                <a:cs typeface="Times New Roman" panose="02020603050405020304" pitchFamily="18" charset="0"/>
              </a:rPr>
              <a:t> ON, </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nghĩ</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rò</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a:latin typeface="Times New Roman" panose="02020603050405020304" pitchFamily="18" charset="0"/>
                <a:cs typeface="Times New Roman" panose="02020603050405020304" pitchFamily="18" charset="0"/>
              </a:rPr>
              <a:t>.</a:t>
            </a:r>
          </a:p>
        </p:txBody>
      </p:sp>
      <p:sp>
        <p:nvSpPr>
          <p:cNvPr id="184323" name="AutoShape 4"/>
          <p:cNvSpPr>
            <a:spLocks noChangeArrowheads="1"/>
          </p:cNvSpPr>
          <p:nvPr/>
        </p:nvSpPr>
        <p:spPr bwMode="auto">
          <a:xfrm>
            <a:off x="758825" y="1711325"/>
            <a:ext cx="2224088" cy="349250"/>
          </a:xfrm>
          <a:prstGeom prst="flowChartTerminator">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Dù</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các</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thiết</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bị</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ở </a:t>
            </a:r>
            <a:r>
              <a:rPr lang="en-US" altLang="ko-KR" sz="900" dirty="0" err="1" smtClean="0">
                <a:latin typeface="Times New Roman" panose="02020603050405020304" pitchFamily="18" charset="0"/>
                <a:ea typeface="굴림체" pitchFamily="49" charset="-127"/>
                <a:cs typeface="Times New Roman" panose="02020603050405020304" pitchFamily="18" charset="0"/>
              </a:rPr>
              <a:t>bên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ngoài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có</a:t>
            </a:r>
            <a:r>
              <a:rPr lang="en-US" altLang="ko-KR" sz="900" dirty="0" smtClean="0">
                <a:latin typeface="Times New Roman" panose="02020603050405020304" pitchFamily="18" charset="0"/>
                <a:ea typeface="굴림체" pitchFamily="49" charset="-127"/>
                <a:cs typeface="Times New Roman" panose="02020603050405020304" pitchFamily="18" charset="0"/>
              </a:rPr>
              <a:t> ở</a:t>
            </a: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trạng</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thái</a:t>
            </a:r>
            <a:r>
              <a:rPr lang="en-US" altLang="ko-KR" sz="900" dirty="0" smtClean="0">
                <a:latin typeface="Times New Roman" panose="02020603050405020304" pitchFamily="18" charset="0"/>
                <a:ea typeface="굴림체" pitchFamily="49" charset="-127"/>
                <a:cs typeface="Times New Roman" panose="02020603050405020304" pitchFamily="18" charset="0"/>
              </a:rPr>
              <a:t> OFF </a:t>
            </a:r>
            <a:r>
              <a:rPr lang="en-US" altLang="ko-KR" sz="900" dirty="0" err="1" smtClean="0">
                <a:latin typeface="Times New Roman" panose="02020603050405020304" pitchFamily="18" charset="0"/>
                <a:ea typeface="굴림체" pitchFamily="49" charset="-127"/>
                <a:cs typeface="Times New Roman" panose="02020603050405020304" pitchFamily="18" charset="0"/>
              </a:rPr>
              <a:t>thì</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tín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hiệu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vẫn</a:t>
            </a:r>
            <a:r>
              <a:rPr lang="en-US" altLang="ko-KR" sz="900" dirty="0" smtClean="0">
                <a:latin typeface="Times New Roman" panose="02020603050405020304" pitchFamily="18" charset="0"/>
                <a:ea typeface="굴림체" pitchFamily="49" charset="-127"/>
                <a:cs typeface="Times New Roman" panose="02020603050405020304" pitchFamily="18" charset="0"/>
              </a:rPr>
              <a:t> ON</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4324" name="AutoShape 5"/>
          <p:cNvSpPr>
            <a:spLocks noChangeArrowheads="1"/>
          </p:cNvSpPr>
          <p:nvPr/>
        </p:nvSpPr>
        <p:spPr bwMode="auto">
          <a:xfrm>
            <a:off x="1012825" y="2349500"/>
            <a:ext cx="1714500" cy="646113"/>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en-US" sz="900" dirty="0" smtClean="0">
                <a:latin typeface="Times New Roman" panose="02020603050405020304" pitchFamily="18" charset="0"/>
                <a:ea typeface="굴림체" pitchFamily="49" charset="-127"/>
                <a:cs typeface="Times New Roman" panose="02020603050405020304" pitchFamily="18" charset="0"/>
              </a:rPr>
              <a:t>LED </a:t>
            </a:r>
            <a:r>
              <a:rPr lang="en-US" altLang="en-US" sz="900" dirty="0" err="1" smtClean="0">
                <a:latin typeface="Times New Roman" panose="02020603050405020304" pitchFamily="18" charset="0"/>
                <a:ea typeface="굴림체" pitchFamily="49" charset="-127"/>
                <a:cs typeface="Times New Roman" panose="02020603050405020304" pitchFamily="18" charset="0"/>
              </a:rPr>
              <a:t>của</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Mô</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đun</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đầu</a:t>
            </a:r>
            <a:r>
              <a:rPr lang="en-US" altLang="en-US" sz="9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en-US" sz="900" dirty="0" err="1" smtClean="0">
                <a:latin typeface="Times New Roman" panose="02020603050405020304" pitchFamily="18" charset="0"/>
                <a:ea typeface="굴림체" pitchFamily="49" charset="-127"/>
                <a:cs typeface="Times New Roman" panose="02020603050405020304" pitchFamily="18" charset="0"/>
              </a:rPr>
              <a:t>vào</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có</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đang</a:t>
            </a:r>
            <a:r>
              <a:rPr lang="en-US" altLang="en-US" sz="900" dirty="0">
                <a:latin typeface="Times New Roman" panose="02020603050405020304" pitchFamily="18" charset="0"/>
                <a:ea typeface="굴림체" pitchFamily="49" charset="-127"/>
                <a:cs typeface="Times New Roman" panose="02020603050405020304" pitchFamily="18" charset="0"/>
              </a:rPr>
              <a:t> </a:t>
            </a:r>
            <a:r>
              <a:rPr lang="en-US" altLang="en-US" sz="900" dirty="0" smtClean="0">
                <a:latin typeface="Times New Roman" panose="02020603050405020304" pitchFamily="18" charset="0"/>
                <a:ea typeface="굴림체" pitchFamily="49" charset="-127"/>
                <a:cs typeface="Times New Roman" panose="02020603050405020304" pitchFamily="18" charset="0"/>
              </a:rPr>
              <a:t>ON </a:t>
            </a:r>
            <a:r>
              <a:rPr lang="en-US" altLang="en-US" sz="900" dirty="0" err="1" smtClean="0">
                <a:latin typeface="Times New Roman" panose="02020603050405020304" pitchFamily="18" charset="0"/>
                <a:ea typeface="굴림체" pitchFamily="49" charset="-127"/>
                <a:cs typeface="Times New Roman" panose="02020603050405020304" pitchFamily="18" charset="0"/>
              </a:rPr>
              <a:t>không</a:t>
            </a:r>
            <a:r>
              <a:rPr lang="en-US" altLang="en-US" sz="900" dirty="0" smtClean="0">
                <a:latin typeface="Times New Roman" panose="02020603050405020304" pitchFamily="18" charset="0"/>
                <a:ea typeface="굴림체" pitchFamily="49" charset="-127"/>
                <a:cs typeface="Times New Roman" panose="02020603050405020304" pitchFamily="18" charset="0"/>
              </a:rPr>
              <a:t>?</a:t>
            </a:r>
            <a:endParaRPr lang="en-US" altLang="ko-KR" sz="900" dirty="0">
              <a:latin typeface="Times New Roman" panose="02020603050405020304" pitchFamily="18" charset="0"/>
              <a:ea typeface="굴림체" pitchFamily="49" charset="-127"/>
              <a:cs typeface="Times New Roman" panose="02020603050405020304" pitchFamily="18" charset="0"/>
            </a:endParaRPr>
          </a:p>
        </p:txBody>
      </p:sp>
      <p:sp>
        <p:nvSpPr>
          <p:cNvPr id="184325" name="AutoShape 6"/>
          <p:cNvSpPr>
            <a:spLocks noChangeArrowheads="1"/>
          </p:cNvSpPr>
          <p:nvPr/>
        </p:nvSpPr>
        <p:spPr bwMode="auto">
          <a:xfrm>
            <a:off x="1012825" y="3321050"/>
            <a:ext cx="1714500" cy="466725"/>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Phân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tách</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dây</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cáp</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tín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hiệu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bên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ngoài</a:t>
            </a:r>
            <a:r>
              <a:rPr lang="en-US" altLang="ko-KR" sz="900" dirty="0" smtClean="0">
                <a:latin typeface="Times New Roman" panose="02020603050405020304" pitchFamily="18" charset="0"/>
                <a:ea typeface="굴림체" pitchFamily="49" charset="-127"/>
                <a:cs typeface="Times New Roman" panose="02020603050405020304" pitchFamily="18" charset="0"/>
              </a:rPr>
              <a:t> ở </a:t>
            </a:r>
            <a:r>
              <a:rPr lang="en-US" altLang="ko-KR" sz="900" dirty="0" err="1" smtClean="0">
                <a:latin typeface="Times New Roman" panose="02020603050405020304" pitchFamily="18" charset="0"/>
                <a:ea typeface="굴림체" pitchFamily="49" charset="-127"/>
                <a:cs typeface="Times New Roman" panose="02020603050405020304" pitchFamily="18" charset="0"/>
              </a:rPr>
              <a:t>Mô</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đun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cxnSp>
        <p:nvCxnSpPr>
          <p:cNvPr id="184326" name="AutoShape 8"/>
          <p:cNvCxnSpPr>
            <a:cxnSpLocks noChangeShapeType="1"/>
            <a:stCxn id="184323" idx="2"/>
            <a:endCxn id="184324" idx="0"/>
          </p:cNvCxnSpPr>
          <p:nvPr/>
        </p:nvCxnSpPr>
        <p:spPr bwMode="auto">
          <a:xfrm rot="5400000">
            <a:off x="1727200" y="2205038"/>
            <a:ext cx="2889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4327" name="AutoShape 9"/>
          <p:cNvCxnSpPr>
            <a:cxnSpLocks noChangeShapeType="1"/>
            <a:stCxn id="184324" idx="3"/>
            <a:endCxn id="184337" idx="1"/>
          </p:cNvCxnSpPr>
          <p:nvPr/>
        </p:nvCxnSpPr>
        <p:spPr bwMode="auto">
          <a:xfrm>
            <a:off x="2727325" y="2673350"/>
            <a:ext cx="395288"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4328" name="AutoShape 10"/>
          <p:cNvCxnSpPr>
            <a:cxnSpLocks noChangeShapeType="1"/>
            <a:stCxn id="184324" idx="2"/>
            <a:endCxn id="184325" idx="0"/>
          </p:cNvCxnSpPr>
          <p:nvPr/>
        </p:nvCxnSpPr>
        <p:spPr bwMode="auto">
          <a:xfrm rot="5400000">
            <a:off x="1708944" y="3158332"/>
            <a:ext cx="325437"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84329" name="Text Box 11"/>
          <p:cNvSpPr txBox="1">
            <a:spLocks noChangeArrowheads="1"/>
          </p:cNvSpPr>
          <p:nvPr/>
        </p:nvSpPr>
        <p:spPr bwMode="auto">
          <a:xfrm>
            <a:off x="1833563" y="3032125"/>
            <a:ext cx="36420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84330" name="Text Box 12"/>
          <p:cNvSpPr txBox="1">
            <a:spLocks noChangeArrowheads="1"/>
          </p:cNvSpPr>
          <p:nvPr/>
        </p:nvSpPr>
        <p:spPr bwMode="auto">
          <a:xfrm>
            <a:off x="2652713" y="2455863"/>
            <a:ext cx="338137" cy="25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84331" name="AutoShape 13"/>
          <p:cNvSpPr>
            <a:spLocks noChangeArrowheads="1"/>
          </p:cNvSpPr>
          <p:nvPr/>
        </p:nvSpPr>
        <p:spPr bwMode="auto">
          <a:xfrm>
            <a:off x="1014413" y="4111625"/>
            <a:ext cx="1716087" cy="612775"/>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en-US" sz="900" dirty="0" smtClean="0">
                <a:latin typeface="Times New Roman" panose="02020603050405020304" pitchFamily="18" charset="0"/>
                <a:ea typeface="굴림체" pitchFamily="49" charset="-127"/>
                <a:cs typeface="Times New Roman" panose="02020603050405020304" pitchFamily="18" charset="0"/>
              </a:rPr>
              <a:t>LED </a:t>
            </a:r>
            <a:r>
              <a:rPr lang="en-US" altLang="en-US" sz="900" dirty="0" err="1" smtClean="0">
                <a:latin typeface="Times New Roman" panose="02020603050405020304" pitchFamily="18" charset="0"/>
                <a:ea typeface="굴림체" pitchFamily="49" charset="-127"/>
                <a:cs typeface="Times New Roman" panose="02020603050405020304" pitchFamily="18" charset="0"/>
              </a:rPr>
              <a:t>của</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Mô</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đun</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đầu</a:t>
            </a:r>
            <a:endParaRPr lang="en-US" altLang="en-US" sz="9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vào</a:t>
            </a:r>
            <a:r>
              <a:rPr lang="en-US" altLang="en-US" sz="900" dirty="0">
                <a:latin typeface="Times New Roman" panose="02020603050405020304" pitchFamily="18" charset="0"/>
                <a:ea typeface="굴림체" pitchFamily="49" charset="-127"/>
                <a:cs typeface="Times New Roman" panose="02020603050405020304" pitchFamily="18" charset="0"/>
              </a:rPr>
              <a:t> </a:t>
            </a:r>
            <a:r>
              <a:rPr lang="en-US" altLang="en-US" sz="900" dirty="0" err="1">
                <a:latin typeface="Times New Roman" panose="02020603050405020304" pitchFamily="18" charset="0"/>
                <a:ea typeface="굴림체" pitchFamily="49" charset="-127"/>
                <a:cs typeface="Times New Roman" panose="02020603050405020304" pitchFamily="18" charset="0"/>
              </a:rPr>
              <a:t>c</a:t>
            </a:r>
            <a:r>
              <a:rPr lang="en-US" altLang="en-US" sz="900" dirty="0" err="1" smtClean="0">
                <a:latin typeface="Times New Roman" panose="02020603050405020304" pitchFamily="18" charset="0"/>
                <a:ea typeface="굴림체" pitchFamily="49" charset="-127"/>
                <a:cs typeface="Times New Roman" panose="02020603050405020304" pitchFamily="18" charset="0"/>
              </a:rPr>
              <a:t>ó</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đang</a:t>
            </a:r>
            <a:r>
              <a:rPr lang="en-US" altLang="en-US" sz="900" dirty="0" smtClean="0">
                <a:latin typeface="Times New Roman" panose="02020603050405020304" pitchFamily="18" charset="0"/>
                <a:ea typeface="굴림체" pitchFamily="49" charset="-127"/>
                <a:cs typeface="Times New Roman" panose="02020603050405020304" pitchFamily="18" charset="0"/>
              </a:rPr>
              <a:t> ON </a:t>
            </a:r>
            <a:r>
              <a:rPr lang="en-US" altLang="en-US" sz="900" dirty="0" err="1" smtClean="0">
                <a:latin typeface="Times New Roman" panose="02020603050405020304" pitchFamily="18" charset="0"/>
                <a:ea typeface="굴림체" pitchFamily="49" charset="-127"/>
                <a:cs typeface="Times New Roman" panose="02020603050405020304" pitchFamily="18" charset="0"/>
              </a:rPr>
              <a:t>không</a:t>
            </a:r>
            <a:r>
              <a:rPr lang="en-US" altLang="en-US" sz="900" dirty="0" smtClean="0">
                <a:latin typeface="Times New Roman" panose="02020603050405020304" pitchFamily="18" charset="0"/>
                <a:ea typeface="굴림체" pitchFamily="49" charset="-127"/>
                <a:cs typeface="Times New Roman" panose="02020603050405020304" pitchFamily="18" charset="0"/>
              </a:rPr>
              <a:t>?</a:t>
            </a:r>
            <a:endParaRPr lang="en-US" altLang="ko-KR" sz="900" dirty="0">
              <a:latin typeface="Times New Roman" panose="02020603050405020304" pitchFamily="18" charset="0"/>
              <a:ea typeface="굴림체" pitchFamily="49" charset="-127"/>
              <a:cs typeface="Times New Roman" panose="02020603050405020304" pitchFamily="18" charset="0"/>
            </a:endParaRPr>
          </a:p>
        </p:txBody>
      </p:sp>
      <p:cxnSp>
        <p:nvCxnSpPr>
          <p:cNvPr id="184332" name="AutoShape 14"/>
          <p:cNvCxnSpPr>
            <a:cxnSpLocks noChangeShapeType="1"/>
            <a:stCxn id="184325" idx="2"/>
            <a:endCxn id="184331" idx="0"/>
          </p:cNvCxnSpPr>
          <p:nvPr/>
        </p:nvCxnSpPr>
        <p:spPr bwMode="auto">
          <a:xfrm rot="16200000" flipH="1">
            <a:off x="1710532" y="3948906"/>
            <a:ext cx="323850" cy="1587"/>
          </a:xfrm>
          <a:prstGeom prst="bentConnector3">
            <a:avLst>
              <a:gd name="adj1" fmla="val 5000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84333" name="Text Box 15"/>
          <p:cNvSpPr txBox="1">
            <a:spLocks noChangeArrowheads="1"/>
          </p:cNvSpPr>
          <p:nvPr/>
        </p:nvSpPr>
        <p:spPr bwMode="auto">
          <a:xfrm>
            <a:off x="2768600" y="4208463"/>
            <a:ext cx="36420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84334" name="Text Box 16"/>
          <p:cNvSpPr txBox="1">
            <a:spLocks noChangeArrowheads="1"/>
          </p:cNvSpPr>
          <p:nvPr/>
        </p:nvSpPr>
        <p:spPr bwMode="auto">
          <a:xfrm>
            <a:off x="1911350" y="4795838"/>
            <a:ext cx="338138" cy="25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84335" name="AutoShape 17"/>
          <p:cNvSpPr>
            <a:spLocks noChangeArrowheads="1"/>
          </p:cNvSpPr>
          <p:nvPr/>
        </p:nvSpPr>
        <p:spPr bwMode="auto">
          <a:xfrm>
            <a:off x="1012825" y="5084763"/>
            <a:ext cx="1714500" cy="720725"/>
          </a:xfrm>
          <a:prstGeom prst="flowChartProcess">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Hãy</a:t>
            </a:r>
            <a:r>
              <a:rPr lang="en-US" altLang="ko-KR" sz="900" dirty="0" smtClean="0">
                <a:latin typeface="Times New Roman" panose="02020603050405020304" pitchFamily="18" charset="0"/>
                <a:ea typeface="굴림체" pitchFamily="49" charset="-127"/>
                <a:cs typeface="Times New Roman" panose="02020603050405020304" pitchFamily="18" charset="0"/>
              </a:rPr>
              <a:t> Check </a:t>
            </a:r>
            <a:r>
              <a:rPr lang="en-US" altLang="ko-KR" sz="900" dirty="0" err="1" smtClean="0">
                <a:latin typeface="Times New Roman" panose="02020603050405020304" pitchFamily="18" charset="0"/>
                <a:ea typeface="굴림체" pitchFamily="49" charset="-127"/>
                <a:cs typeface="Times New Roman" panose="02020603050405020304" pitchFamily="18" charset="0"/>
              </a:rPr>
              <a:t>sự</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hỏng</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hóc</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thiết</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bị</a:t>
            </a:r>
            <a:r>
              <a:rPr lang="en-US" altLang="ko-KR" sz="900" dirty="0" smtClean="0">
                <a:latin typeface="Times New Roman" panose="02020603050405020304" pitchFamily="18" charset="0"/>
                <a:ea typeface="굴림체" pitchFamily="49" charset="-127"/>
                <a:cs typeface="Times New Roman" panose="02020603050405020304" pitchFamily="18" charset="0"/>
              </a:rPr>
              <a:t>,</a:t>
            </a: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lỗi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nguồn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bên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ngoài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dây</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sai</a:t>
            </a:r>
            <a:r>
              <a:rPr lang="en-US" altLang="ko-KR" sz="900" dirty="0" smtClean="0">
                <a:latin typeface="Times New Roman" panose="02020603050405020304" pitchFamily="18" charset="0"/>
                <a:ea typeface="굴림체" pitchFamily="49" charset="-127"/>
                <a:cs typeface="Times New Roman" panose="02020603050405020304" pitchFamily="18" charset="0"/>
              </a:rPr>
              <a:t>,</a:t>
            </a: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tiếng</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ồn</a:t>
            </a:r>
            <a:r>
              <a:rPr lang="en-US" altLang="ko-KR" sz="900" dirty="0" smtClean="0">
                <a:latin typeface="Times New Roman" panose="02020603050405020304" pitchFamily="18" charset="0"/>
                <a:ea typeface="굴림체" pitchFamily="49" charset="-127"/>
                <a:cs typeface="Times New Roman" panose="02020603050405020304" pitchFamily="18" charset="0"/>
              </a:rPr>
              <a:t>… do </a:t>
            </a:r>
            <a:r>
              <a:rPr lang="en-US" altLang="ko-KR" sz="900" dirty="0" err="1" smtClean="0">
                <a:latin typeface="Times New Roman" panose="02020603050405020304" pitchFamily="18" charset="0"/>
                <a:ea typeface="굴림체" pitchFamily="49" charset="-127"/>
                <a:cs typeface="Times New Roman" panose="02020603050405020304" pitchFamily="18" charset="0"/>
              </a:rPr>
              <a:t>yếu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nhân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bên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ngoài</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cxnSp>
        <p:nvCxnSpPr>
          <p:cNvPr id="184336" name="AutoShape 18"/>
          <p:cNvCxnSpPr>
            <a:cxnSpLocks noChangeShapeType="1"/>
            <a:stCxn id="184331" idx="2"/>
            <a:endCxn id="184335" idx="0"/>
          </p:cNvCxnSpPr>
          <p:nvPr/>
        </p:nvCxnSpPr>
        <p:spPr bwMode="auto">
          <a:xfrm rot="5400000">
            <a:off x="1699419" y="4896644"/>
            <a:ext cx="346075" cy="1587"/>
          </a:xfrm>
          <a:prstGeom prst="bentConnector3">
            <a:avLst>
              <a:gd name="adj1" fmla="val 51833"/>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84337" name="AutoShape 19"/>
          <p:cNvSpPr>
            <a:spLocks noChangeArrowheads="1"/>
          </p:cNvSpPr>
          <p:nvPr/>
        </p:nvSpPr>
        <p:spPr bwMode="auto">
          <a:xfrm>
            <a:off x="3122613" y="2422525"/>
            <a:ext cx="1519237" cy="501650"/>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Sau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khi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phân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tách</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Mô</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đun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ở Base </a:t>
            </a:r>
            <a:r>
              <a:rPr lang="en-US" altLang="ko-KR" sz="900" dirty="0" err="1" smtClean="0">
                <a:latin typeface="Times New Roman" panose="02020603050405020304" pitchFamily="18" charset="0"/>
                <a:ea typeface="굴림체" pitchFamily="49" charset="-127"/>
                <a:cs typeface="Times New Roman" panose="02020603050405020304" pitchFamily="18" charset="0"/>
              </a:rPr>
              <a:t>thì</a:t>
            </a:r>
            <a:r>
              <a:rPr lang="en-US" altLang="ko-KR" sz="900" dirty="0" smtClean="0">
                <a:latin typeface="Times New Roman" panose="02020603050405020304" pitchFamily="18" charset="0"/>
                <a:ea typeface="굴림체" pitchFamily="49" charset="-127"/>
                <a:cs typeface="Times New Roman" panose="02020603050405020304" pitchFamily="18" charset="0"/>
              </a:rPr>
              <a:t> Reset PLC</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4338" name="AutoShape 21"/>
          <p:cNvSpPr>
            <a:spLocks noChangeArrowheads="1"/>
          </p:cNvSpPr>
          <p:nvPr/>
        </p:nvSpPr>
        <p:spPr bwMode="auto">
          <a:xfrm>
            <a:off x="5030788" y="2312988"/>
            <a:ext cx="1795462" cy="720725"/>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en-US" sz="900" dirty="0" err="1" smtClean="0">
                <a:latin typeface="Times New Roman" panose="02020603050405020304" pitchFamily="18" charset="0"/>
                <a:ea typeface="굴림체" pitchFamily="49" charset="-127"/>
                <a:cs typeface="Times New Roman" panose="02020603050405020304" pitchFamily="18" charset="0"/>
              </a:rPr>
              <a:t>Khi</a:t>
            </a:r>
            <a:r>
              <a:rPr lang="en-US" altLang="en-US" sz="900" dirty="0" smtClean="0">
                <a:latin typeface="Times New Roman" panose="02020603050405020304" pitchFamily="18" charset="0"/>
                <a:ea typeface="굴림체" pitchFamily="49" charset="-127"/>
                <a:cs typeface="Times New Roman" panose="02020603050405020304" pitchFamily="18" charset="0"/>
              </a:rPr>
              <a:t> Monitor </a:t>
            </a:r>
            <a:r>
              <a:rPr lang="en-US" altLang="en-US" sz="900" dirty="0" err="1" smtClean="0">
                <a:latin typeface="Times New Roman" panose="02020603050405020304" pitchFamily="18" charset="0"/>
                <a:ea typeface="굴림체" pitchFamily="49" charset="-127"/>
                <a:cs typeface="Times New Roman" panose="02020603050405020304" pitchFamily="18" charset="0"/>
              </a:rPr>
              <a:t>bằng</a:t>
            </a:r>
            <a:r>
              <a:rPr lang="en-US" altLang="en-US" sz="9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en-US" sz="900" dirty="0" smtClean="0">
                <a:latin typeface="Times New Roman" panose="02020603050405020304" pitchFamily="18" charset="0"/>
                <a:ea typeface="굴림체" pitchFamily="49" charset="-127"/>
                <a:cs typeface="Times New Roman" panose="02020603050405020304" pitchFamily="18" charset="0"/>
              </a:rPr>
              <a:t>GX </a:t>
            </a:r>
            <a:r>
              <a:rPr lang="en-US" altLang="en-US" sz="900" dirty="0">
                <a:latin typeface="Times New Roman" panose="02020603050405020304" pitchFamily="18" charset="0"/>
                <a:ea typeface="굴림체" pitchFamily="49" charset="-127"/>
                <a:cs typeface="Times New Roman" panose="02020603050405020304" pitchFamily="18" charset="0"/>
              </a:rPr>
              <a:t>Developer</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thì</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tín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hiệu</a:t>
            </a:r>
            <a:endParaRPr lang="en-US" altLang="ko-KR" sz="9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có</a:t>
            </a:r>
            <a:r>
              <a:rPr lang="en-US" altLang="ko-KR" sz="900" dirty="0" smtClean="0">
                <a:latin typeface="Times New Roman" panose="02020603050405020304" pitchFamily="18" charset="0"/>
                <a:ea typeface="굴림체" pitchFamily="49" charset="-127"/>
                <a:cs typeface="Times New Roman" panose="02020603050405020304" pitchFamily="18" charset="0"/>
              </a:rPr>
              <a:t> ON </a:t>
            </a:r>
            <a:r>
              <a:rPr lang="en-US" altLang="ko-KR" sz="900" dirty="0" err="1" smtClean="0">
                <a:latin typeface="Times New Roman" panose="02020603050405020304" pitchFamily="18" charset="0"/>
                <a:ea typeface="굴림체" pitchFamily="49" charset="-127"/>
                <a:cs typeface="Times New Roman" panose="02020603050405020304" pitchFamily="18" charset="0"/>
              </a:rPr>
              <a:t>không</a:t>
            </a:r>
            <a:endParaRPr lang="en-US" altLang="en-US" sz="900" dirty="0">
              <a:latin typeface="Times New Roman" panose="02020603050405020304" pitchFamily="18" charset="0"/>
              <a:ea typeface="굴림체" pitchFamily="49" charset="-127"/>
              <a:cs typeface="Times New Roman" panose="02020603050405020304" pitchFamily="18" charset="0"/>
            </a:endParaRPr>
          </a:p>
        </p:txBody>
      </p:sp>
      <p:cxnSp>
        <p:nvCxnSpPr>
          <p:cNvPr id="184339" name="AutoShape 22"/>
          <p:cNvCxnSpPr>
            <a:cxnSpLocks noChangeShapeType="1"/>
            <a:stCxn id="184337" idx="3"/>
            <a:endCxn id="184338" idx="1"/>
          </p:cNvCxnSpPr>
          <p:nvPr/>
        </p:nvCxnSpPr>
        <p:spPr bwMode="auto">
          <a:xfrm>
            <a:off x="4641850" y="2673350"/>
            <a:ext cx="388938"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84340" name="AutoShape 23"/>
          <p:cNvSpPr>
            <a:spLocks noChangeArrowheads="1"/>
          </p:cNvSpPr>
          <p:nvPr/>
        </p:nvSpPr>
        <p:spPr bwMode="auto">
          <a:xfrm>
            <a:off x="7256463" y="2347913"/>
            <a:ext cx="1520825" cy="647700"/>
          </a:xfrm>
          <a:prstGeom prst="flowChartProcess">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Do PLC CPU </a:t>
            </a:r>
            <a:r>
              <a:rPr lang="en-US" altLang="ko-KR" sz="900" dirty="0" err="1" smtClean="0">
                <a:latin typeface="Times New Roman" panose="02020603050405020304" pitchFamily="18" charset="0"/>
                <a:ea typeface="굴림체" pitchFamily="49" charset="-127"/>
                <a:cs typeface="Times New Roman" panose="02020603050405020304" pitchFamily="18" charset="0"/>
              </a:rPr>
              <a:t>có</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vấn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đề</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nên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hãy</a:t>
            </a:r>
            <a:r>
              <a:rPr lang="en-US" altLang="ko-KR" sz="9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thay</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thế</a:t>
            </a:r>
            <a:r>
              <a:rPr lang="en-US" altLang="ko-KR" sz="900" dirty="0" smtClean="0">
                <a:latin typeface="Times New Roman" panose="02020603050405020304" pitchFamily="18" charset="0"/>
                <a:ea typeface="굴림체" pitchFamily="49" charset="-127"/>
                <a:cs typeface="Times New Roman" panose="02020603050405020304" pitchFamily="18" charset="0"/>
              </a:rPr>
              <a:t> CPU </a:t>
            </a:r>
            <a:r>
              <a:rPr lang="en-US" altLang="ko-KR" sz="900" dirty="0" err="1" smtClean="0">
                <a:latin typeface="Times New Roman" panose="02020603050405020304" pitchFamily="18" charset="0"/>
                <a:ea typeface="굴림체" pitchFamily="49" charset="-127"/>
                <a:cs typeface="Times New Roman" panose="02020603050405020304" pitchFamily="18" charset="0"/>
              </a:rPr>
              <a:t>hoặc</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gọi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cho</a:t>
            </a:r>
            <a:endParaRPr lang="ko-KR" altLang="en-US" sz="900" dirty="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Service</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4341" name="AutoShape 24"/>
          <p:cNvSpPr>
            <a:spLocks noChangeArrowheads="1"/>
          </p:cNvSpPr>
          <p:nvPr/>
        </p:nvSpPr>
        <p:spPr bwMode="auto">
          <a:xfrm>
            <a:off x="5168900" y="3687763"/>
            <a:ext cx="1520825" cy="501650"/>
          </a:xfrm>
          <a:prstGeom prst="flowChartProcess">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Thay</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thế</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Mô</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đun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do </a:t>
            </a:r>
          </a:p>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bất</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thường</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của</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Mô</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đun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cxnSp>
        <p:nvCxnSpPr>
          <p:cNvPr id="184342" name="AutoShape 25"/>
          <p:cNvCxnSpPr>
            <a:cxnSpLocks noChangeShapeType="1"/>
            <a:stCxn id="184338" idx="2"/>
            <a:endCxn id="184341" idx="0"/>
          </p:cNvCxnSpPr>
          <p:nvPr/>
        </p:nvCxnSpPr>
        <p:spPr bwMode="auto">
          <a:xfrm rot="5400000">
            <a:off x="5609432" y="3353594"/>
            <a:ext cx="639762"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4343" name="AutoShape 26"/>
          <p:cNvCxnSpPr>
            <a:cxnSpLocks noChangeShapeType="1"/>
            <a:stCxn id="184338" idx="3"/>
            <a:endCxn id="184340" idx="1"/>
          </p:cNvCxnSpPr>
          <p:nvPr/>
        </p:nvCxnSpPr>
        <p:spPr bwMode="auto">
          <a:xfrm flipV="1">
            <a:off x="6826250" y="2671763"/>
            <a:ext cx="415925" cy="1587"/>
          </a:xfrm>
          <a:prstGeom prst="bentConnector3">
            <a:avLst>
              <a:gd name="adj1" fmla="val 51866"/>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84344" name="Text Box 27"/>
          <p:cNvSpPr txBox="1">
            <a:spLocks noChangeArrowheads="1"/>
          </p:cNvSpPr>
          <p:nvPr/>
        </p:nvSpPr>
        <p:spPr bwMode="auto">
          <a:xfrm>
            <a:off x="5889625" y="3055938"/>
            <a:ext cx="338138" cy="25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84345" name="Text Box 28"/>
          <p:cNvSpPr txBox="1">
            <a:spLocks noChangeArrowheads="1"/>
          </p:cNvSpPr>
          <p:nvPr/>
        </p:nvSpPr>
        <p:spPr bwMode="auto">
          <a:xfrm>
            <a:off x="6757988" y="2479675"/>
            <a:ext cx="36420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cxnSp>
        <p:nvCxnSpPr>
          <p:cNvPr id="184346" name="AutoShape 29"/>
          <p:cNvCxnSpPr>
            <a:cxnSpLocks noChangeShapeType="1"/>
            <a:stCxn id="184331" idx="3"/>
            <a:endCxn id="184341" idx="1"/>
          </p:cNvCxnSpPr>
          <p:nvPr/>
        </p:nvCxnSpPr>
        <p:spPr bwMode="auto">
          <a:xfrm flipV="1">
            <a:off x="2730500" y="3938588"/>
            <a:ext cx="2422525" cy="479425"/>
          </a:xfrm>
          <a:prstGeom prst="bentConnector3">
            <a:avLst>
              <a:gd name="adj1" fmla="val 50250"/>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pic>
        <p:nvPicPr>
          <p:cNvPr id="184347" name="Picture 3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23188" y="3579813"/>
            <a:ext cx="1485900" cy="1520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348" name="Text Box 33"/>
          <p:cNvSpPr txBox="1">
            <a:spLocks noChangeArrowheads="1"/>
          </p:cNvSpPr>
          <p:nvPr/>
        </p:nvSpPr>
        <p:spPr bwMode="auto">
          <a:xfrm>
            <a:off x="8153400" y="5049838"/>
            <a:ext cx="3127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ko-KR" altLang="en-US" sz="1000" b="1">
                <a:latin typeface="Times New Roman" panose="02020603050405020304" pitchFamily="18" charset="0"/>
                <a:ea typeface="굴림체" pitchFamily="49" charset="-127"/>
                <a:cs typeface="Times New Roman" panose="02020603050405020304" pitchFamily="18" charset="0"/>
              </a:rPr>
              <a:t>＋</a:t>
            </a:r>
          </a:p>
        </p:txBody>
      </p:sp>
      <p:sp>
        <p:nvSpPr>
          <p:cNvPr id="184349" name="Text Box 34"/>
          <p:cNvSpPr txBox="1">
            <a:spLocks noChangeArrowheads="1"/>
          </p:cNvSpPr>
          <p:nvPr/>
        </p:nvSpPr>
        <p:spPr bwMode="auto">
          <a:xfrm>
            <a:off x="7412038" y="4768850"/>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COM</a:t>
            </a:r>
          </a:p>
        </p:txBody>
      </p:sp>
      <p:pic>
        <p:nvPicPr>
          <p:cNvPr id="184350" name="Picture 35" descr="InCard"/>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69000" y="4479925"/>
            <a:ext cx="1258888" cy="168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351" name="Text Box 36"/>
          <p:cNvSpPr txBox="1">
            <a:spLocks noChangeArrowheads="1"/>
          </p:cNvSpPr>
          <p:nvPr/>
        </p:nvSpPr>
        <p:spPr bwMode="auto">
          <a:xfrm>
            <a:off x="6084888" y="6208713"/>
            <a:ext cx="12891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vào</a:t>
            </a:r>
            <a:r>
              <a:rPr lang="en-US" altLang="ko-KR" sz="1000" dirty="0" smtClean="0">
                <a:latin typeface="Times New Roman" panose="02020603050405020304" pitchFamily="18" charset="0"/>
                <a:ea typeface="굴림체" pitchFamily="49" charset="-127"/>
                <a:cs typeface="Times New Roman" panose="02020603050405020304" pitchFamily="18" charset="0"/>
              </a:rPr>
              <a:t> PLC</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pic>
        <p:nvPicPr>
          <p:cNvPr id="184352" name="Picture 38" descr="Senso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81338" y="5056188"/>
            <a:ext cx="2574925" cy="103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353" name="Freeform 39"/>
          <p:cNvSpPr>
            <a:spLocks/>
          </p:cNvSpPr>
          <p:nvPr/>
        </p:nvSpPr>
        <p:spPr bwMode="auto">
          <a:xfrm>
            <a:off x="6630988" y="4911725"/>
            <a:ext cx="1639887" cy="500063"/>
          </a:xfrm>
          <a:custGeom>
            <a:avLst/>
            <a:gdLst>
              <a:gd name="T0" fmla="*/ 2147483647 w 953"/>
              <a:gd name="T1" fmla="*/ 0 h 315"/>
              <a:gd name="T2" fmla="*/ 2147483647 w 953"/>
              <a:gd name="T3" fmla="*/ 2147483647 h 315"/>
              <a:gd name="T4" fmla="*/ 2147483647 w 953"/>
              <a:gd name="T5" fmla="*/ 2147483647 h 315"/>
              <a:gd name="T6" fmla="*/ 0 w 953"/>
              <a:gd name="T7" fmla="*/ 2147483647 h 315"/>
              <a:gd name="T8" fmla="*/ 0 60000 65536"/>
              <a:gd name="T9" fmla="*/ 0 60000 65536"/>
              <a:gd name="T10" fmla="*/ 0 60000 65536"/>
              <a:gd name="T11" fmla="*/ 0 60000 65536"/>
              <a:gd name="T12" fmla="*/ 0 w 953"/>
              <a:gd name="T13" fmla="*/ 0 h 315"/>
              <a:gd name="T14" fmla="*/ 953 w 953"/>
              <a:gd name="T15" fmla="*/ 315 h 315"/>
            </a:gdLst>
            <a:ahLst/>
            <a:cxnLst>
              <a:cxn ang="T8">
                <a:pos x="T0" y="T1"/>
              </a:cxn>
              <a:cxn ang="T9">
                <a:pos x="T2" y="T3"/>
              </a:cxn>
              <a:cxn ang="T10">
                <a:pos x="T4" y="T5"/>
              </a:cxn>
              <a:cxn ang="T11">
                <a:pos x="T6" y="T7"/>
              </a:cxn>
            </a:cxnLst>
            <a:rect l="T12" t="T13" r="T14" b="T15"/>
            <a:pathLst>
              <a:path w="953" h="315">
                <a:moveTo>
                  <a:pt x="953" y="0"/>
                </a:moveTo>
                <a:cubicBezTo>
                  <a:pt x="932" y="115"/>
                  <a:pt x="911" y="231"/>
                  <a:pt x="817" y="273"/>
                </a:cubicBezTo>
                <a:cubicBezTo>
                  <a:pt x="723" y="315"/>
                  <a:pt x="522" y="250"/>
                  <a:pt x="386" y="250"/>
                </a:cubicBezTo>
                <a:cubicBezTo>
                  <a:pt x="250" y="250"/>
                  <a:pt x="125" y="261"/>
                  <a:pt x="0" y="273"/>
                </a:cubicBezTo>
              </a:path>
            </a:pathLst>
          </a:custGeom>
          <a:noFill/>
          <a:ln w="57150">
            <a:solidFill>
              <a:srgbClr val="FF33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354" name="Freeform 41"/>
          <p:cNvSpPr>
            <a:spLocks/>
          </p:cNvSpPr>
          <p:nvPr/>
        </p:nvSpPr>
        <p:spPr bwMode="auto">
          <a:xfrm>
            <a:off x="5618163" y="4803775"/>
            <a:ext cx="2535237" cy="612775"/>
          </a:xfrm>
          <a:custGeom>
            <a:avLst/>
            <a:gdLst>
              <a:gd name="T0" fmla="*/ 2147483647 w 1474"/>
              <a:gd name="T1" fmla="*/ 0 h 386"/>
              <a:gd name="T2" fmla="*/ 2147483647 w 1474"/>
              <a:gd name="T3" fmla="*/ 2147483647 h 386"/>
              <a:gd name="T4" fmla="*/ 2147483647 w 1474"/>
              <a:gd name="T5" fmla="*/ 2147483647 h 386"/>
              <a:gd name="T6" fmla="*/ 0 w 1474"/>
              <a:gd name="T7" fmla="*/ 2147483647 h 386"/>
              <a:gd name="T8" fmla="*/ 0 60000 65536"/>
              <a:gd name="T9" fmla="*/ 0 60000 65536"/>
              <a:gd name="T10" fmla="*/ 0 60000 65536"/>
              <a:gd name="T11" fmla="*/ 0 60000 65536"/>
              <a:gd name="T12" fmla="*/ 0 w 1474"/>
              <a:gd name="T13" fmla="*/ 0 h 386"/>
              <a:gd name="T14" fmla="*/ 1474 w 1474"/>
              <a:gd name="T15" fmla="*/ 386 h 386"/>
            </a:gdLst>
            <a:ahLst/>
            <a:cxnLst>
              <a:cxn ang="T8">
                <a:pos x="T0" y="T1"/>
              </a:cxn>
              <a:cxn ang="T9">
                <a:pos x="T2" y="T3"/>
              </a:cxn>
              <a:cxn ang="T10">
                <a:pos x="T4" y="T5"/>
              </a:cxn>
              <a:cxn ang="T11">
                <a:pos x="T6" y="T7"/>
              </a:cxn>
            </a:cxnLst>
            <a:rect l="T12" t="T13" r="T14" b="T15"/>
            <a:pathLst>
              <a:path w="1474" h="386">
                <a:moveTo>
                  <a:pt x="1474" y="0"/>
                </a:moveTo>
                <a:cubicBezTo>
                  <a:pt x="1408" y="64"/>
                  <a:pt x="1342" y="129"/>
                  <a:pt x="1202" y="159"/>
                </a:cubicBezTo>
                <a:cubicBezTo>
                  <a:pt x="1062" y="189"/>
                  <a:pt x="835" y="144"/>
                  <a:pt x="635" y="182"/>
                </a:cubicBezTo>
                <a:cubicBezTo>
                  <a:pt x="435" y="220"/>
                  <a:pt x="217" y="303"/>
                  <a:pt x="0" y="386"/>
                </a:cubicBezTo>
              </a:path>
            </a:pathLst>
          </a:custGeom>
          <a:noFill/>
          <a:ln w="5715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4355" name="Text Box 42"/>
          <p:cNvSpPr txBox="1">
            <a:spLocks noChangeArrowheads="1"/>
          </p:cNvSpPr>
          <p:nvPr/>
        </p:nvSpPr>
        <p:spPr bwMode="auto">
          <a:xfrm>
            <a:off x="5227638" y="4984750"/>
            <a:ext cx="3914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P24</a:t>
            </a:r>
          </a:p>
        </p:txBody>
      </p:sp>
      <p:sp>
        <p:nvSpPr>
          <p:cNvPr id="184356" name="Text Box 31"/>
          <p:cNvSpPr txBox="1">
            <a:spLocks noChangeArrowheads="1"/>
          </p:cNvSpPr>
          <p:nvPr/>
        </p:nvSpPr>
        <p:spPr bwMode="auto">
          <a:xfrm>
            <a:off x="5245100" y="5927725"/>
            <a:ext cx="4175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N24</a:t>
            </a:r>
          </a:p>
        </p:txBody>
      </p:sp>
      <p:sp>
        <p:nvSpPr>
          <p:cNvPr id="184357" name="Text Box 43"/>
          <p:cNvSpPr txBox="1">
            <a:spLocks noChangeArrowheads="1"/>
          </p:cNvSpPr>
          <p:nvPr/>
        </p:nvSpPr>
        <p:spPr bwMode="auto">
          <a:xfrm>
            <a:off x="5265738" y="5453063"/>
            <a:ext cx="4619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OUT</a:t>
            </a:r>
          </a:p>
        </p:txBody>
      </p:sp>
      <p:sp>
        <p:nvSpPr>
          <p:cNvPr id="184358" name="Text Box 32"/>
          <p:cNvSpPr txBox="1">
            <a:spLocks noChangeArrowheads="1"/>
          </p:cNvSpPr>
          <p:nvPr/>
        </p:nvSpPr>
        <p:spPr bwMode="auto">
          <a:xfrm>
            <a:off x="4525963" y="4984750"/>
            <a:ext cx="7413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DC + 24V</a:t>
            </a:r>
          </a:p>
        </p:txBody>
      </p:sp>
      <p:sp>
        <p:nvSpPr>
          <p:cNvPr id="184359" name="Text Box 8"/>
          <p:cNvSpPr txBox="1">
            <a:spLocks noChangeArrowheads="1"/>
          </p:cNvSpPr>
          <p:nvPr/>
        </p:nvSpPr>
        <p:spPr bwMode="auto">
          <a:xfrm>
            <a:off x="7653300"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84360"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849792166"/>
      </p:ext>
    </p:extLst>
  </p:cSld>
  <p:clrMapOvr>
    <a:masterClrMapping/>
  </p:clrMapOvr>
  <p:transition/>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Rectangle 3"/>
          <p:cNvSpPr>
            <a:spLocks noChangeArrowheads="1"/>
          </p:cNvSpPr>
          <p:nvPr/>
        </p:nvSpPr>
        <p:spPr bwMode="auto">
          <a:xfrm>
            <a:off x="658813" y="728663"/>
            <a:ext cx="8542337"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ngoài</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ON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vẫn</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OFF, </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nghĩ</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đứt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dây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nhân</a:t>
            </a:r>
            <a:r>
              <a:rPr lang="en-US" altLang="ko-KR" sz="1200" dirty="0">
                <a:latin typeface="Times New Roman" panose="02020603050405020304" pitchFamily="18" charset="0"/>
                <a:cs typeface="Times New Roman" panose="02020603050405020304" pitchFamily="18" charset="0"/>
              </a:rPr>
              <a:t>.</a:t>
            </a:r>
          </a:p>
        </p:txBody>
      </p:sp>
      <p:sp>
        <p:nvSpPr>
          <p:cNvPr id="185347" name="AutoShape 4"/>
          <p:cNvSpPr>
            <a:spLocks noChangeArrowheads="1"/>
          </p:cNvSpPr>
          <p:nvPr/>
        </p:nvSpPr>
        <p:spPr bwMode="auto">
          <a:xfrm>
            <a:off x="758825" y="1592263"/>
            <a:ext cx="2224088" cy="349250"/>
          </a:xfrm>
          <a:prstGeom prst="flowChartTerminator">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Cho </a:t>
            </a:r>
            <a:r>
              <a:rPr lang="en-US" altLang="ko-KR" sz="900" dirty="0" err="1" smtClean="0">
                <a:latin typeface="Times New Roman" panose="02020603050405020304" pitchFamily="18" charset="0"/>
                <a:ea typeface="굴림체" pitchFamily="49" charset="-127"/>
                <a:cs typeface="Times New Roman" panose="02020603050405020304" pitchFamily="18" charset="0"/>
              </a:rPr>
              <a:t>dù</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thiết</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bị</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bên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ngoài</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đang</a:t>
            </a:r>
            <a:r>
              <a:rPr lang="en-US" altLang="ko-KR" sz="900" dirty="0" smtClean="0">
                <a:latin typeface="Times New Roman" panose="02020603050405020304" pitchFamily="18" charset="0"/>
                <a:ea typeface="굴림체" pitchFamily="49" charset="-127"/>
                <a:cs typeface="Times New Roman" panose="02020603050405020304" pitchFamily="18" charset="0"/>
              </a:rPr>
              <a:t> ở</a:t>
            </a: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trạng</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thái</a:t>
            </a:r>
            <a:r>
              <a:rPr lang="en-US" altLang="ko-KR" sz="900" dirty="0" smtClean="0">
                <a:latin typeface="Times New Roman" panose="02020603050405020304" pitchFamily="18" charset="0"/>
                <a:ea typeface="굴림체" pitchFamily="49" charset="-127"/>
                <a:cs typeface="Times New Roman" panose="02020603050405020304" pitchFamily="18" charset="0"/>
              </a:rPr>
              <a:t> ON </a:t>
            </a:r>
            <a:r>
              <a:rPr lang="en-US" altLang="ko-KR" sz="900" dirty="0" err="1" smtClean="0">
                <a:latin typeface="Times New Roman" panose="02020603050405020304" pitchFamily="18" charset="0"/>
                <a:ea typeface="굴림체" pitchFamily="49" charset="-127"/>
                <a:cs typeface="Times New Roman" panose="02020603050405020304" pitchFamily="18" charset="0"/>
              </a:rPr>
              <a:t>thì</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tín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hiệu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vẫn</a:t>
            </a:r>
            <a:r>
              <a:rPr lang="en-US" altLang="ko-KR" sz="900" dirty="0" smtClean="0">
                <a:latin typeface="Times New Roman" panose="02020603050405020304" pitchFamily="18" charset="0"/>
                <a:ea typeface="굴림체" pitchFamily="49" charset="-127"/>
                <a:cs typeface="Times New Roman" panose="02020603050405020304" pitchFamily="18" charset="0"/>
              </a:rPr>
              <a:t> OFF</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5348" name="AutoShape 5"/>
          <p:cNvSpPr>
            <a:spLocks noChangeArrowheads="1"/>
          </p:cNvSpPr>
          <p:nvPr/>
        </p:nvSpPr>
        <p:spPr bwMode="auto">
          <a:xfrm>
            <a:off x="1012825" y="2241550"/>
            <a:ext cx="1714500" cy="646113"/>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en-US" sz="900" dirty="0" smtClean="0">
                <a:latin typeface="Times New Roman" panose="02020603050405020304" pitchFamily="18" charset="0"/>
                <a:ea typeface="굴림체" pitchFamily="49" charset="-127"/>
                <a:cs typeface="Times New Roman" panose="02020603050405020304" pitchFamily="18" charset="0"/>
              </a:rPr>
              <a:t>LED </a:t>
            </a:r>
            <a:r>
              <a:rPr lang="en-US" altLang="en-US" sz="900" dirty="0" err="1" smtClean="0">
                <a:latin typeface="Times New Roman" panose="02020603050405020304" pitchFamily="18" charset="0"/>
                <a:ea typeface="굴림체" pitchFamily="49" charset="-127"/>
                <a:cs typeface="Times New Roman" panose="02020603050405020304" pitchFamily="18" charset="0"/>
              </a:rPr>
              <a:t>của</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Mô</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đun</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đầu</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vào</a:t>
            </a:r>
            <a:endParaRPr lang="en-US" altLang="en-US" sz="900" dirty="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en-US" sz="900" dirty="0" err="1">
                <a:latin typeface="Times New Roman" panose="02020603050405020304" pitchFamily="18" charset="0"/>
                <a:ea typeface="굴림체" pitchFamily="49" charset="-127"/>
                <a:cs typeface="Times New Roman" panose="02020603050405020304" pitchFamily="18" charset="0"/>
              </a:rPr>
              <a:t>c</a:t>
            </a:r>
            <a:r>
              <a:rPr lang="en-US" altLang="en-US" sz="900" dirty="0" err="1" smtClean="0">
                <a:latin typeface="Times New Roman" panose="02020603050405020304" pitchFamily="18" charset="0"/>
                <a:ea typeface="굴림체" pitchFamily="49" charset="-127"/>
                <a:cs typeface="Times New Roman" panose="02020603050405020304" pitchFamily="18" charset="0"/>
              </a:rPr>
              <a:t>ó</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đang</a:t>
            </a:r>
            <a:r>
              <a:rPr lang="en-US" altLang="en-US" sz="900" dirty="0" smtClean="0">
                <a:latin typeface="Times New Roman" panose="02020603050405020304" pitchFamily="18" charset="0"/>
                <a:ea typeface="굴림체" pitchFamily="49" charset="-127"/>
                <a:cs typeface="Times New Roman" panose="02020603050405020304" pitchFamily="18" charset="0"/>
              </a:rPr>
              <a:t> O</a:t>
            </a:r>
            <a:r>
              <a:rPr lang="en-US" altLang="ko-KR" sz="900" dirty="0" smtClean="0">
                <a:latin typeface="Times New Roman" panose="02020603050405020304" pitchFamily="18" charset="0"/>
                <a:ea typeface="굴림체" pitchFamily="49" charset="-127"/>
                <a:cs typeface="Times New Roman" panose="02020603050405020304" pitchFamily="18" charset="0"/>
              </a:rPr>
              <a:t>FF </a:t>
            </a:r>
            <a:r>
              <a:rPr lang="en-US" altLang="ko-KR" sz="9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smtClean="0">
                <a:latin typeface="Times New Roman" panose="02020603050405020304" pitchFamily="18" charset="0"/>
                <a:ea typeface="굴림체" pitchFamily="49" charset="-127"/>
                <a:cs typeface="Times New Roman" panose="02020603050405020304" pitchFamily="18" charset="0"/>
              </a:rPr>
              <a:t>?</a:t>
            </a:r>
            <a:endParaRPr lang="en-US" altLang="ko-KR" sz="900" dirty="0">
              <a:latin typeface="Times New Roman" panose="02020603050405020304" pitchFamily="18" charset="0"/>
              <a:ea typeface="굴림체" pitchFamily="49" charset="-127"/>
              <a:cs typeface="Times New Roman" panose="02020603050405020304" pitchFamily="18" charset="0"/>
            </a:endParaRPr>
          </a:p>
        </p:txBody>
      </p:sp>
      <p:sp>
        <p:nvSpPr>
          <p:cNvPr id="185349" name="AutoShape 6"/>
          <p:cNvSpPr>
            <a:spLocks noChangeArrowheads="1"/>
          </p:cNvSpPr>
          <p:nvPr/>
        </p:nvSpPr>
        <p:spPr bwMode="auto">
          <a:xfrm>
            <a:off x="1012825" y="3178175"/>
            <a:ext cx="1714500" cy="466725"/>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Phân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tách</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dây</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cáp</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tín</a:t>
            </a:r>
            <a:endParaRPr lang="en-US" altLang="ko-KR" sz="9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hiệu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bên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ngoài</a:t>
            </a:r>
            <a:r>
              <a:rPr lang="en-US" altLang="ko-KR" sz="900" dirty="0" smtClean="0">
                <a:latin typeface="Times New Roman" panose="02020603050405020304" pitchFamily="18" charset="0"/>
                <a:ea typeface="굴림체" pitchFamily="49" charset="-127"/>
                <a:cs typeface="Times New Roman" panose="02020603050405020304" pitchFamily="18" charset="0"/>
              </a:rPr>
              <a:t> ở </a:t>
            </a:r>
            <a:r>
              <a:rPr lang="en-US" altLang="ko-KR" sz="900" dirty="0" err="1" smtClean="0">
                <a:latin typeface="Times New Roman" panose="02020603050405020304" pitchFamily="18" charset="0"/>
                <a:ea typeface="굴림체" pitchFamily="49" charset="-127"/>
                <a:cs typeface="Times New Roman" panose="02020603050405020304" pitchFamily="18" charset="0"/>
              </a:rPr>
              <a:t>Mô</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đun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5350" name="Text Box 10"/>
          <p:cNvSpPr txBox="1">
            <a:spLocks noChangeArrowheads="1"/>
          </p:cNvSpPr>
          <p:nvPr/>
        </p:nvSpPr>
        <p:spPr bwMode="auto">
          <a:xfrm>
            <a:off x="1833563" y="2889250"/>
            <a:ext cx="36420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dirty="0">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sp>
        <p:nvSpPr>
          <p:cNvPr id="185351" name="Text Box 11"/>
          <p:cNvSpPr txBox="1">
            <a:spLocks noChangeArrowheads="1"/>
          </p:cNvSpPr>
          <p:nvPr/>
        </p:nvSpPr>
        <p:spPr bwMode="auto">
          <a:xfrm>
            <a:off x="2692400" y="2349500"/>
            <a:ext cx="338138"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85352" name="AutoShape 12"/>
          <p:cNvSpPr>
            <a:spLocks noChangeArrowheads="1"/>
          </p:cNvSpPr>
          <p:nvPr/>
        </p:nvSpPr>
        <p:spPr bwMode="auto">
          <a:xfrm>
            <a:off x="1012825" y="4725988"/>
            <a:ext cx="1714500" cy="647700"/>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áp</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có</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trong</a:t>
            </a:r>
            <a:r>
              <a:rPr lang="en-US" altLang="ko-KR" sz="9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phạm</a:t>
            </a:r>
            <a:r>
              <a:rPr lang="en-US" altLang="ko-KR" sz="900" dirty="0" smtClean="0">
                <a:latin typeface="Times New Roman" panose="02020603050405020304" pitchFamily="18" charset="0"/>
                <a:ea typeface="굴림체" pitchFamily="49" charset="-127"/>
                <a:cs typeface="Times New Roman" panose="02020603050405020304" pitchFamily="18" charset="0"/>
              </a:rPr>
              <a:t> vi </a:t>
            </a:r>
            <a:r>
              <a:rPr lang="en-US" altLang="ko-KR" sz="900" dirty="0" err="1" smtClean="0">
                <a:latin typeface="Times New Roman" panose="02020603050405020304" pitchFamily="18" charset="0"/>
                <a:ea typeface="굴림체" pitchFamily="49" charset="-127"/>
                <a:cs typeface="Times New Roman" panose="02020603050405020304" pitchFamily="18" charset="0"/>
              </a:rPr>
              <a:t>tín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hiệu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endParaRPr lang="en-US" altLang="ko-KR" sz="9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hay </a:t>
            </a:r>
            <a:r>
              <a:rPr lang="en-US" altLang="ko-KR" sz="900" dirty="0" err="1" smtClean="0">
                <a:latin typeface="Times New Roman" panose="02020603050405020304" pitchFamily="18" charset="0"/>
                <a:ea typeface="굴림체" pitchFamily="49" charset="-127"/>
                <a:cs typeface="Times New Roman" panose="02020603050405020304" pitchFamily="18" charset="0"/>
              </a:rPr>
              <a:t>không</a:t>
            </a:r>
            <a:r>
              <a:rPr lang="en-US" altLang="ko-KR" sz="900" dirty="0" smtClean="0">
                <a:latin typeface="Times New Roman" panose="02020603050405020304" pitchFamily="18" charset="0"/>
                <a:ea typeface="굴림체" pitchFamily="49" charset="-127"/>
                <a:cs typeface="Times New Roman" panose="02020603050405020304" pitchFamily="18" charset="0"/>
              </a:rPr>
              <a:t>?</a:t>
            </a:r>
            <a:r>
              <a:rPr lang="en-US" altLang="en-US" sz="900" dirty="0" smtClean="0">
                <a:latin typeface="Times New Roman" panose="02020603050405020304" pitchFamily="18" charset="0"/>
                <a:ea typeface="굴림체" pitchFamily="49" charset="-127"/>
                <a:cs typeface="Times New Roman" panose="02020603050405020304" pitchFamily="18" charset="0"/>
              </a:rPr>
              <a:t> </a:t>
            </a:r>
            <a:endParaRPr lang="en-US" altLang="ko-KR" sz="900" dirty="0">
              <a:latin typeface="Times New Roman" panose="02020603050405020304" pitchFamily="18" charset="0"/>
              <a:ea typeface="굴림체" pitchFamily="49" charset="-127"/>
              <a:cs typeface="Times New Roman" panose="02020603050405020304" pitchFamily="18" charset="0"/>
            </a:endParaRPr>
          </a:p>
        </p:txBody>
      </p:sp>
      <p:sp>
        <p:nvSpPr>
          <p:cNvPr id="185353" name="AutoShape 16"/>
          <p:cNvSpPr>
            <a:spLocks noChangeArrowheads="1"/>
          </p:cNvSpPr>
          <p:nvPr/>
        </p:nvSpPr>
        <p:spPr bwMode="auto">
          <a:xfrm>
            <a:off x="1012825" y="5624513"/>
            <a:ext cx="1714500" cy="720725"/>
          </a:xfrm>
          <a:prstGeom prst="flowChartProcess">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a:latin typeface="Times New Roman" panose="02020603050405020304" pitchFamily="18" charset="0"/>
                <a:ea typeface="굴림체" pitchFamily="49" charset="-127"/>
                <a:cs typeface="Times New Roman" panose="02020603050405020304" pitchFamily="18" charset="0"/>
              </a:rPr>
              <a:t>Hãy</a:t>
            </a:r>
            <a:r>
              <a:rPr lang="en-US" altLang="ko-KR" sz="900" dirty="0">
                <a:latin typeface="Times New Roman" panose="02020603050405020304" pitchFamily="18" charset="0"/>
                <a:ea typeface="굴림체" pitchFamily="49" charset="-127"/>
                <a:cs typeface="Times New Roman" panose="02020603050405020304" pitchFamily="18" charset="0"/>
              </a:rPr>
              <a:t> Check </a:t>
            </a:r>
            <a:r>
              <a:rPr lang="en-US" altLang="ko-KR" sz="900" dirty="0" err="1">
                <a:latin typeface="Times New Roman" panose="02020603050405020304" pitchFamily="18" charset="0"/>
                <a:ea typeface="굴림체" pitchFamily="49" charset="-127"/>
                <a:cs typeface="Times New Roman" panose="02020603050405020304" pitchFamily="18" charset="0"/>
              </a:rPr>
              <a:t>sự</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hỏng</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hóc</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thiết</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bị</a:t>
            </a:r>
            <a:r>
              <a:rPr lang="en-US" altLang="ko-KR" sz="900" dirty="0">
                <a:latin typeface="Times New Roman" panose="02020603050405020304" pitchFamily="18" charset="0"/>
                <a:ea typeface="굴림체" pitchFamily="49" charset="-127"/>
                <a:cs typeface="Times New Roman" panose="02020603050405020304" pitchFamily="18" charset="0"/>
              </a:rPr>
              <a:t>,</a:t>
            </a:r>
          </a:p>
          <a:p>
            <a:pPr algn="ctr" eaLnBrk="1" hangingPunct="1">
              <a:spcBef>
                <a:spcPct val="0"/>
              </a:spcBef>
              <a:buFontTx/>
              <a:buNone/>
            </a:pP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lỗi</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nguồn</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điện</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bên</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ngoài</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đi</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dây</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sai</a:t>
            </a:r>
            <a:r>
              <a:rPr lang="en-US" altLang="ko-KR" sz="900" dirty="0">
                <a:latin typeface="Times New Roman" panose="02020603050405020304" pitchFamily="18" charset="0"/>
                <a:ea typeface="굴림체" pitchFamily="49" charset="-127"/>
                <a:cs typeface="Times New Roman" panose="02020603050405020304" pitchFamily="18" charset="0"/>
              </a:rPr>
              <a:t>,</a:t>
            </a:r>
          </a:p>
          <a:p>
            <a:pPr algn="ctr" eaLnBrk="1" hangingPunct="1">
              <a:spcBef>
                <a:spcPct val="0"/>
              </a:spcBef>
              <a:buFontTx/>
              <a:buNone/>
            </a:pP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tiếng</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ồn</a:t>
            </a:r>
            <a:r>
              <a:rPr lang="en-US" altLang="ko-KR" sz="900" dirty="0">
                <a:latin typeface="Times New Roman" panose="02020603050405020304" pitchFamily="18" charset="0"/>
                <a:ea typeface="굴림체" pitchFamily="49" charset="-127"/>
                <a:cs typeface="Times New Roman" panose="02020603050405020304" pitchFamily="18" charset="0"/>
              </a:rPr>
              <a:t>… do </a:t>
            </a:r>
            <a:r>
              <a:rPr lang="en-US" altLang="ko-KR" sz="900" dirty="0" err="1">
                <a:latin typeface="Times New Roman" panose="02020603050405020304" pitchFamily="18" charset="0"/>
                <a:ea typeface="굴림체" pitchFamily="49" charset="-127"/>
                <a:cs typeface="Times New Roman" panose="02020603050405020304" pitchFamily="18" charset="0"/>
              </a:rPr>
              <a:t>yếu</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nhân</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bên</a:t>
            </a:r>
            <a:r>
              <a:rPr lang="en-US" altLang="ko-KR" sz="900" dirty="0">
                <a:latin typeface="Times New Roman" panose="02020603050405020304" pitchFamily="18" charset="0"/>
                <a:ea typeface="굴림체" pitchFamily="49" charset="-127"/>
                <a:cs typeface="Times New Roman" panose="02020603050405020304" pitchFamily="18" charset="0"/>
              </a:rPr>
              <a:t> </a:t>
            </a:r>
            <a:r>
              <a:rPr lang="en-US" altLang="ko-KR" sz="900" dirty="0" err="1">
                <a:latin typeface="Times New Roman" panose="02020603050405020304" pitchFamily="18" charset="0"/>
                <a:ea typeface="굴림체" pitchFamily="49" charset="-127"/>
                <a:cs typeface="Times New Roman" panose="02020603050405020304" pitchFamily="18" charset="0"/>
              </a:rPr>
              <a:t>ngoài</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cxnSp>
        <p:nvCxnSpPr>
          <p:cNvPr id="185354" name="AutoShape 17"/>
          <p:cNvCxnSpPr>
            <a:cxnSpLocks noChangeShapeType="1"/>
            <a:stCxn id="185352" idx="2"/>
            <a:endCxn id="185353" idx="0"/>
          </p:cNvCxnSpPr>
          <p:nvPr/>
        </p:nvCxnSpPr>
        <p:spPr bwMode="auto">
          <a:xfrm rot="5400000">
            <a:off x="1753394" y="5491957"/>
            <a:ext cx="236537"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85355" name="AutoShape 18"/>
          <p:cNvSpPr>
            <a:spLocks noChangeArrowheads="1"/>
          </p:cNvSpPr>
          <p:nvPr/>
        </p:nvSpPr>
        <p:spPr bwMode="auto">
          <a:xfrm>
            <a:off x="3122613" y="2314575"/>
            <a:ext cx="1519237" cy="501650"/>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Kiểm</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tra</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ko-KR" altLang="en-US" sz="900" dirty="0" smtClean="0">
                <a:latin typeface="Times New Roman" panose="02020603050405020304" pitchFamily="18" charset="0"/>
                <a:ea typeface="굴림체" pitchFamily="49" charset="-127"/>
                <a:cs typeface="Times New Roman" panose="02020603050405020304" pitchFamily="18" charset="0"/>
              </a:rPr>
              <a:t> </a:t>
            </a:r>
            <a:r>
              <a:rPr lang="ko-KR" altLang="en-US" sz="900" dirty="0">
                <a:latin typeface="Times New Roman" panose="02020603050405020304" pitchFamily="18" charset="0"/>
                <a:ea typeface="굴림체" pitchFamily="49" charset="-127"/>
                <a:cs typeface="Times New Roman" panose="02020603050405020304" pitchFamily="18" charset="0"/>
              </a:rPr>
              <a:t>「</a:t>
            </a:r>
            <a:r>
              <a:rPr lang="en-US" altLang="ko-KR" sz="900" dirty="0">
                <a:latin typeface="Times New Roman" panose="02020603050405020304" pitchFamily="18" charset="0"/>
                <a:ea typeface="굴림체" pitchFamily="49" charset="-127"/>
                <a:cs typeface="Times New Roman" panose="02020603050405020304" pitchFamily="18" charset="0"/>
              </a:rPr>
              <a:t>POWER</a:t>
            </a:r>
            <a:r>
              <a:rPr lang="ko-KR" altLang="en-US" sz="900" dirty="0">
                <a:latin typeface="Times New Roman" panose="02020603050405020304" pitchFamily="18" charset="0"/>
                <a:ea typeface="굴림체" pitchFamily="49" charset="-127"/>
                <a:cs typeface="Times New Roman" panose="02020603050405020304" pitchFamily="18" charset="0"/>
              </a:rPr>
              <a:t>」</a:t>
            </a: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LED </a:t>
            </a:r>
            <a:r>
              <a:rPr lang="en-US" altLang="ko-KR" sz="900" dirty="0" err="1" smtClean="0">
                <a:latin typeface="Times New Roman" panose="02020603050405020304" pitchFamily="18" charset="0"/>
                <a:ea typeface="굴림체" pitchFamily="49" charset="-127"/>
                <a:cs typeface="Times New Roman" panose="02020603050405020304" pitchFamily="18" charset="0"/>
              </a:rPr>
              <a:t>của</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Mô</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đun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nguồn</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5356" name="AutoShape 19"/>
          <p:cNvSpPr>
            <a:spLocks noChangeArrowheads="1"/>
          </p:cNvSpPr>
          <p:nvPr/>
        </p:nvSpPr>
        <p:spPr bwMode="auto">
          <a:xfrm>
            <a:off x="5030788" y="2205038"/>
            <a:ext cx="1795462" cy="720725"/>
          </a:xfrm>
          <a:prstGeom prst="flowChartDecision">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en-US" sz="900" dirty="0">
                <a:latin typeface="Times New Roman" panose="02020603050405020304" pitchFamily="18" charset="0"/>
                <a:ea typeface="굴림체" pitchFamily="49" charset="-127"/>
                <a:cs typeface="Times New Roman" panose="02020603050405020304" pitchFamily="18" charset="0"/>
              </a:rPr>
              <a:t>「</a:t>
            </a:r>
            <a:r>
              <a:rPr lang="en-US" altLang="en-US" sz="900" dirty="0" smtClean="0">
                <a:latin typeface="Times New Roman" panose="02020603050405020304" pitchFamily="18" charset="0"/>
                <a:ea typeface="굴림체" pitchFamily="49" charset="-127"/>
                <a:cs typeface="Times New Roman" panose="02020603050405020304" pitchFamily="18" charset="0"/>
              </a:rPr>
              <a:t>POWER」LED </a:t>
            </a:r>
            <a:r>
              <a:rPr lang="en-US" altLang="en-US" sz="900" dirty="0" err="1" smtClean="0">
                <a:latin typeface="Times New Roman" panose="02020603050405020304" pitchFamily="18" charset="0"/>
                <a:ea typeface="굴림체" pitchFamily="49" charset="-127"/>
                <a:cs typeface="Times New Roman" panose="02020603050405020304" pitchFamily="18" charset="0"/>
              </a:rPr>
              <a:t>có</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sáng</a:t>
            </a:r>
            <a:r>
              <a:rPr lang="en-US" altLang="en-US" sz="900" dirty="0" smtClean="0">
                <a:latin typeface="Times New Roman" panose="02020603050405020304" pitchFamily="18" charset="0"/>
                <a:ea typeface="굴림체" pitchFamily="49" charset="-127"/>
                <a:cs typeface="Times New Roman" panose="02020603050405020304" pitchFamily="18" charset="0"/>
              </a:rPr>
              <a:t> </a:t>
            </a:r>
            <a:r>
              <a:rPr lang="en-US" altLang="en-US" sz="900" dirty="0" err="1" smtClean="0">
                <a:latin typeface="Times New Roman" panose="02020603050405020304" pitchFamily="18" charset="0"/>
                <a:ea typeface="굴림체" pitchFamily="49" charset="-127"/>
                <a:cs typeface="Times New Roman" panose="02020603050405020304" pitchFamily="18" charset="0"/>
              </a:rPr>
              <a:t>không</a:t>
            </a:r>
            <a:r>
              <a:rPr lang="en-US" altLang="en-US" sz="900" dirty="0" smtClean="0">
                <a:latin typeface="Times New Roman" panose="02020603050405020304" pitchFamily="18" charset="0"/>
                <a:ea typeface="굴림체" pitchFamily="49" charset="-127"/>
                <a:cs typeface="Times New Roman" panose="02020603050405020304" pitchFamily="18" charset="0"/>
              </a:rPr>
              <a:t>?</a:t>
            </a:r>
            <a:endParaRPr lang="en-US" altLang="ko-KR" sz="900" dirty="0">
              <a:latin typeface="Times New Roman" panose="02020603050405020304" pitchFamily="18" charset="0"/>
              <a:ea typeface="굴림체" pitchFamily="49" charset="-127"/>
              <a:cs typeface="Times New Roman" panose="02020603050405020304" pitchFamily="18" charset="0"/>
            </a:endParaRPr>
          </a:p>
        </p:txBody>
      </p:sp>
      <p:cxnSp>
        <p:nvCxnSpPr>
          <p:cNvPr id="185357" name="AutoShape 20"/>
          <p:cNvCxnSpPr>
            <a:cxnSpLocks noChangeShapeType="1"/>
            <a:stCxn id="185355" idx="3"/>
            <a:endCxn id="185356" idx="1"/>
          </p:cNvCxnSpPr>
          <p:nvPr/>
        </p:nvCxnSpPr>
        <p:spPr bwMode="auto">
          <a:xfrm>
            <a:off x="4641850" y="2565400"/>
            <a:ext cx="388938"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85358" name="AutoShape 21"/>
          <p:cNvSpPr>
            <a:spLocks noChangeArrowheads="1"/>
          </p:cNvSpPr>
          <p:nvPr/>
        </p:nvSpPr>
        <p:spPr bwMode="auto">
          <a:xfrm>
            <a:off x="7256463" y="2170113"/>
            <a:ext cx="1716087" cy="790575"/>
          </a:xfrm>
          <a:prstGeom prst="flowChartProcess">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en-US" sz="1000" dirty="0" err="1" smtClean="0">
                <a:latin typeface="Times New Roman" panose="02020603050405020304" pitchFamily="18" charset="0"/>
                <a:ea typeface="굴림체" pitchFamily="49" charset="-127"/>
                <a:cs typeface="Times New Roman" panose="02020603050405020304" pitchFamily="18" charset="0"/>
              </a:rPr>
              <a:t>Tiến</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hành</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chẩn</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đoán</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hỏng</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hóc</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en-US" sz="1000" dirty="0" smtClean="0">
                <a:latin typeface="Times New Roman" panose="02020603050405020304" pitchFamily="18" charset="0"/>
                <a:ea typeface="굴림체" pitchFamily="49" charset="-127"/>
                <a:cs typeface="Times New Roman" panose="02020603050405020304" pitchFamily="18" charset="0"/>
              </a:rPr>
              <a:t>Flow </a:t>
            </a:r>
            <a:r>
              <a:rPr lang="en-US" altLang="en-US" sz="1000" dirty="0" err="1" smtClean="0">
                <a:latin typeface="Times New Roman" panose="02020603050405020304" pitchFamily="18" charset="0"/>
                <a:ea typeface="굴림체" pitchFamily="49" charset="-127"/>
                <a:cs typeface="Times New Roman" panose="02020603050405020304" pitchFamily="18" charset="0"/>
              </a:rPr>
              <a:t>trong</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trường</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hợp</a:t>
            </a:r>
            <a:endParaRPr lang="en-US" altLang="en-US" sz="10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en-US" sz="1000" dirty="0" smtClean="0">
                <a:latin typeface="Times New Roman" panose="02020603050405020304" pitchFamily="18" charset="0"/>
                <a:ea typeface="굴림체" pitchFamily="49" charset="-127"/>
                <a:cs typeface="Times New Roman" panose="02020603050405020304" pitchFamily="18" charset="0"/>
              </a:rPr>
              <a:t>「POWER」LED </a:t>
            </a:r>
            <a:r>
              <a:rPr lang="en-US" altLang="en-US" sz="1000" dirty="0" err="1" smtClean="0">
                <a:latin typeface="Times New Roman" panose="02020603050405020304" pitchFamily="18" charset="0"/>
                <a:ea typeface="굴림체" pitchFamily="49" charset="-127"/>
                <a:cs typeface="Times New Roman" panose="02020603050405020304" pitchFamily="18" charset="0"/>
              </a:rPr>
              <a:t>không</a:t>
            </a:r>
            <a:r>
              <a:rPr lang="en-US"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en-US" sz="1000" dirty="0" err="1" smtClean="0">
                <a:latin typeface="Times New Roman" panose="02020603050405020304" pitchFamily="18" charset="0"/>
                <a:ea typeface="굴림체" pitchFamily="49" charset="-127"/>
                <a:cs typeface="Times New Roman" panose="02020603050405020304" pitchFamily="18" charset="0"/>
              </a:rPr>
              <a:t>sáng</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85359" name="AutoShape 22"/>
          <p:cNvSpPr>
            <a:spLocks noChangeArrowheads="1"/>
          </p:cNvSpPr>
          <p:nvPr/>
        </p:nvSpPr>
        <p:spPr bwMode="auto">
          <a:xfrm>
            <a:off x="5168900" y="3392488"/>
            <a:ext cx="1520825" cy="501650"/>
          </a:xfrm>
          <a:prstGeom prst="flowChartProcess">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Thay</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thế</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Mô</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đun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a:t>
            </a: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do </a:t>
            </a:r>
            <a:r>
              <a:rPr lang="en-US" altLang="ko-KR" sz="900" dirty="0" err="1" smtClean="0">
                <a:latin typeface="Times New Roman" panose="02020603050405020304" pitchFamily="18" charset="0"/>
                <a:ea typeface="굴림체" pitchFamily="49" charset="-127"/>
                <a:cs typeface="Times New Roman" panose="02020603050405020304" pitchFamily="18" charset="0"/>
              </a:rPr>
              <a:t>Mô</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đun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có</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vấn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đề</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cxnSp>
        <p:nvCxnSpPr>
          <p:cNvPr id="185360" name="AutoShape 23"/>
          <p:cNvCxnSpPr>
            <a:cxnSpLocks noChangeShapeType="1"/>
            <a:stCxn id="185356" idx="2"/>
            <a:endCxn id="185359" idx="0"/>
          </p:cNvCxnSpPr>
          <p:nvPr/>
        </p:nvCxnSpPr>
        <p:spPr bwMode="auto">
          <a:xfrm rot="5400000">
            <a:off x="5703094" y="3151982"/>
            <a:ext cx="452437"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5361" name="AutoShape 24"/>
          <p:cNvCxnSpPr>
            <a:cxnSpLocks noChangeShapeType="1"/>
            <a:stCxn id="185356" idx="3"/>
            <a:endCxn id="185358" idx="1"/>
          </p:cNvCxnSpPr>
          <p:nvPr/>
        </p:nvCxnSpPr>
        <p:spPr bwMode="auto">
          <a:xfrm>
            <a:off x="6826250" y="2565400"/>
            <a:ext cx="4159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5362" name="AutoShape 28"/>
          <p:cNvCxnSpPr>
            <a:cxnSpLocks noChangeShapeType="1"/>
            <a:stCxn id="185348" idx="3"/>
            <a:endCxn id="185355" idx="1"/>
          </p:cNvCxnSpPr>
          <p:nvPr/>
        </p:nvCxnSpPr>
        <p:spPr bwMode="auto">
          <a:xfrm>
            <a:off x="2727325" y="2565400"/>
            <a:ext cx="395288"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85363" name="AutoShape 29"/>
          <p:cNvSpPr>
            <a:spLocks noChangeArrowheads="1"/>
          </p:cNvSpPr>
          <p:nvPr/>
        </p:nvSpPr>
        <p:spPr bwMode="auto">
          <a:xfrm>
            <a:off x="1012825" y="3970338"/>
            <a:ext cx="1714500" cy="466725"/>
          </a:xfrm>
          <a:prstGeom prst="flowChartProcess">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Check </a:t>
            </a:r>
            <a:r>
              <a:rPr lang="en-US" altLang="ko-KR" sz="900" dirty="0" err="1" smtClean="0">
                <a:latin typeface="Times New Roman" panose="02020603050405020304" pitchFamily="18" charset="0"/>
                <a:ea typeface="굴림체" pitchFamily="49" charset="-127"/>
                <a:cs typeface="Times New Roman" panose="02020603050405020304" pitchFamily="18" charset="0"/>
              </a:rPr>
              <a:t>điện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áp</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của</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dây</a:t>
            </a:r>
            <a:endParaRPr lang="en-US" altLang="ko-KR" sz="900" dirty="0" smtClean="0">
              <a:latin typeface="Times New Roman" panose="02020603050405020304" pitchFamily="18" charset="0"/>
              <a:ea typeface="굴림체" pitchFamily="49" charset="-127"/>
              <a:cs typeface="Times New Roman" panose="02020603050405020304" pitchFamily="18" charset="0"/>
            </a:endParaRPr>
          </a:p>
          <a:p>
            <a:pPr algn="ctr" eaLnBrk="1" hangingPunct="1">
              <a:spcBef>
                <a:spcPct val="0"/>
              </a:spcBef>
              <a:buFontTx/>
              <a:buNone/>
            </a:pP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cáp</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tín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hiệu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bên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ngoài</a:t>
            </a:r>
            <a:endParaRPr lang="ko-KR" altLang="en-US" sz="900" dirty="0">
              <a:latin typeface="Times New Roman" panose="02020603050405020304" pitchFamily="18" charset="0"/>
              <a:ea typeface="굴림체" pitchFamily="49" charset="-127"/>
              <a:cs typeface="Times New Roman" panose="02020603050405020304" pitchFamily="18" charset="0"/>
            </a:endParaRPr>
          </a:p>
        </p:txBody>
      </p:sp>
      <p:sp>
        <p:nvSpPr>
          <p:cNvPr id="185364" name="Text Box 30"/>
          <p:cNvSpPr txBox="1">
            <a:spLocks noChangeArrowheads="1"/>
          </p:cNvSpPr>
          <p:nvPr/>
        </p:nvSpPr>
        <p:spPr bwMode="auto">
          <a:xfrm>
            <a:off x="6851650" y="2384425"/>
            <a:ext cx="338138"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85365" name="Text Box 31"/>
          <p:cNvSpPr txBox="1">
            <a:spLocks noChangeArrowheads="1"/>
          </p:cNvSpPr>
          <p:nvPr/>
        </p:nvSpPr>
        <p:spPr bwMode="auto">
          <a:xfrm>
            <a:off x="5899150" y="2997200"/>
            <a:ext cx="36420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cxnSp>
        <p:nvCxnSpPr>
          <p:cNvPr id="185366" name="AutoShape 32"/>
          <p:cNvCxnSpPr>
            <a:cxnSpLocks noChangeShapeType="1"/>
            <a:stCxn id="185347" idx="2"/>
            <a:endCxn id="185348" idx="0"/>
          </p:cNvCxnSpPr>
          <p:nvPr/>
        </p:nvCxnSpPr>
        <p:spPr bwMode="auto">
          <a:xfrm rot="5400000">
            <a:off x="1721644" y="2091532"/>
            <a:ext cx="300037"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5367" name="AutoShape 33"/>
          <p:cNvCxnSpPr>
            <a:cxnSpLocks noChangeShapeType="1"/>
            <a:stCxn id="185348" idx="2"/>
            <a:endCxn id="185349" idx="0"/>
          </p:cNvCxnSpPr>
          <p:nvPr/>
        </p:nvCxnSpPr>
        <p:spPr bwMode="auto">
          <a:xfrm rot="5400000">
            <a:off x="1726407" y="3032919"/>
            <a:ext cx="290512"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5368" name="AutoShape 34"/>
          <p:cNvCxnSpPr>
            <a:cxnSpLocks noChangeShapeType="1"/>
            <a:stCxn id="185349" idx="2"/>
            <a:endCxn id="185363" idx="0"/>
          </p:cNvCxnSpPr>
          <p:nvPr/>
        </p:nvCxnSpPr>
        <p:spPr bwMode="auto">
          <a:xfrm rot="5400000">
            <a:off x="1708944" y="3807619"/>
            <a:ext cx="325438"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5369" name="AutoShape 35"/>
          <p:cNvCxnSpPr>
            <a:cxnSpLocks noChangeShapeType="1"/>
            <a:stCxn id="185363" idx="2"/>
            <a:endCxn id="185352" idx="0"/>
          </p:cNvCxnSpPr>
          <p:nvPr/>
        </p:nvCxnSpPr>
        <p:spPr bwMode="auto">
          <a:xfrm rot="5400000">
            <a:off x="1727200" y="4581526"/>
            <a:ext cx="288925" cy="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5370" name="AutoShape 36"/>
          <p:cNvCxnSpPr>
            <a:cxnSpLocks noChangeShapeType="1"/>
            <a:stCxn id="185352" idx="3"/>
            <a:endCxn id="185359" idx="1"/>
          </p:cNvCxnSpPr>
          <p:nvPr/>
        </p:nvCxnSpPr>
        <p:spPr bwMode="auto">
          <a:xfrm flipV="1">
            <a:off x="2727325" y="3643313"/>
            <a:ext cx="2425700" cy="1406525"/>
          </a:xfrm>
          <a:prstGeom prst="bentConnector3">
            <a:avLst>
              <a:gd name="adj1" fmla="val 50282"/>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85371" name="Text Box 37"/>
          <p:cNvSpPr txBox="1">
            <a:spLocks noChangeArrowheads="1"/>
          </p:cNvSpPr>
          <p:nvPr/>
        </p:nvSpPr>
        <p:spPr bwMode="auto">
          <a:xfrm>
            <a:off x="1833563" y="5337175"/>
            <a:ext cx="338137"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3300"/>
                </a:solidFill>
                <a:latin typeface="Times New Roman" panose="02020603050405020304" pitchFamily="18" charset="0"/>
                <a:ea typeface="굴림체" pitchFamily="49" charset="-127"/>
                <a:cs typeface="Times New Roman" panose="02020603050405020304" pitchFamily="18" charset="0"/>
              </a:rPr>
              <a:t>No</a:t>
            </a:r>
          </a:p>
        </p:txBody>
      </p:sp>
      <p:sp>
        <p:nvSpPr>
          <p:cNvPr id="185372" name="Text Box 38"/>
          <p:cNvSpPr txBox="1">
            <a:spLocks noChangeArrowheads="1"/>
          </p:cNvSpPr>
          <p:nvPr/>
        </p:nvSpPr>
        <p:spPr bwMode="auto">
          <a:xfrm>
            <a:off x="2730500" y="4833938"/>
            <a:ext cx="36420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0000FF"/>
                </a:solidFill>
                <a:latin typeface="Times New Roman" panose="02020603050405020304" pitchFamily="18" charset="0"/>
                <a:ea typeface="굴림체" pitchFamily="49" charset="-127"/>
                <a:cs typeface="Times New Roman" panose="02020603050405020304" pitchFamily="18" charset="0"/>
              </a:rPr>
              <a:t>Yes</a:t>
            </a:r>
          </a:p>
        </p:txBody>
      </p:sp>
      <p:pic>
        <p:nvPicPr>
          <p:cNvPr id="185373" name="Picture 3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88238" y="3203575"/>
            <a:ext cx="1814512" cy="185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374" name="Picture 40" descr="OutCard"/>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27638" y="4149725"/>
            <a:ext cx="1419225"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375" name="Freeform 42"/>
          <p:cNvSpPr>
            <a:spLocks/>
          </p:cNvSpPr>
          <p:nvPr/>
        </p:nvSpPr>
        <p:spPr bwMode="auto">
          <a:xfrm>
            <a:off x="5889625" y="4724400"/>
            <a:ext cx="2106613" cy="438150"/>
          </a:xfrm>
          <a:custGeom>
            <a:avLst/>
            <a:gdLst>
              <a:gd name="T0" fmla="*/ 2147483647 w 1225"/>
              <a:gd name="T1" fmla="*/ 0 h 276"/>
              <a:gd name="T2" fmla="*/ 2147483647 w 1225"/>
              <a:gd name="T3" fmla="*/ 2147483647 h 276"/>
              <a:gd name="T4" fmla="*/ 2147483647 w 1225"/>
              <a:gd name="T5" fmla="*/ 2147483647 h 276"/>
              <a:gd name="T6" fmla="*/ 0 w 1225"/>
              <a:gd name="T7" fmla="*/ 2147483647 h 276"/>
              <a:gd name="T8" fmla="*/ 0 60000 65536"/>
              <a:gd name="T9" fmla="*/ 0 60000 65536"/>
              <a:gd name="T10" fmla="*/ 0 60000 65536"/>
              <a:gd name="T11" fmla="*/ 0 60000 65536"/>
              <a:gd name="T12" fmla="*/ 0 w 1225"/>
              <a:gd name="T13" fmla="*/ 0 h 276"/>
              <a:gd name="T14" fmla="*/ 1225 w 1225"/>
              <a:gd name="T15" fmla="*/ 276 h 276"/>
            </a:gdLst>
            <a:ahLst/>
            <a:cxnLst>
              <a:cxn ang="T8">
                <a:pos x="T0" y="T1"/>
              </a:cxn>
              <a:cxn ang="T9">
                <a:pos x="T2" y="T3"/>
              </a:cxn>
              <a:cxn ang="T10">
                <a:pos x="T4" y="T5"/>
              </a:cxn>
              <a:cxn ang="T11">
                <a:pos x="T6" y="T7"/>
              </a:cxn>
            </a:cxnLst>
            <a:rect l="T12" t="T13" r="T14" b="T15"/>
            <a:pathLst>
              <a:path w="1225" h="276">
                <a:moveTo>
                  <a:pt x="1225" y="0"/>
                </a:moveTo>
                <a:cubicBezTo>
                  <a:pt x="1081" y="112"/>
                  <a:pt x="938" y="224"/>
                  <a:pt x="794" y="250"/>
                </a:cubicBezTo>
                <a:cubicBezTo>
                  <a:pt x="650" y="276"/>
                  <a:pt x="495" y="163"/>
                  <a:pt x="363" y="159"/>
                </a:cubicBezTo>
                <a:cubicBezTo>
                  <a:pt x="231" y="155"/>
                  <a:pt x="115" y="191"/>
                  <a:pt x="0" y="227"/>
                </a:cubicBezTo>
              </a:path>
            </a:pathLst>
          </a:custGeom>
          <a:noFill/>
          <a:ln w="57150">
            <a:solidFill>
              <a:schemeClr val="tx1"/>
            </a:solidFill>
            <a:round/>
            <a:headEnd/>
            <a:tailEnd type="triangle" w="lg" len="lg"/>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pic>
        <p:nvPicPr>
          <p:cNvPr id="185376"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59125" y="5373688"/>
            <a:ext cx="1476375"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377" name="Freeform 44"/>
          <p:cNvSpPr>
            <a:spLocks/>
          </p:cNvSpPr>
          <p:nvPr/>
        </p:nvSpPr>
        <p:spPr bwMode="auto">
          <a:xfrm>
            <a:off x="4603750" y="4797425"/>
            <a:ext cx="3587750" cy="863600"/>
          </a:xfrm>
          <a:custGeom>
            <a:avLst/>
            <a:gdLst>
              <a:gd name="T0" fmla="*/ 2147483647 w 2086"/>
              <a:gd name="T1" fmla="*/ 0 h 544"/>
              <a:gd name="T2" fmla="*/ 2147483647 w 2086"/>
              <a:gd name="T3" fmla="*/ 2147483647 h 544"/>
              <a:gd name="T4" fmla="*/ 2147483647 w 2086"/>
              <a:gd name="T5" fmla="*/ 2147483647 h 544"/>
              <a:gd name="T6" fmla="*/ 0 w 2086"/>
              <a:gd name="T7" fmla="*/ 2147483647 h 544"/>
              <a:gd name="T8" fmla="*/ 0 60000 65536"/>
              <a:gd name="T9" fmla="*/ 0 60000 65536"/>
              <a:gd name="T10" fmla="*/ 0 60000 65536"/>
              <a:gd name="T11" fmla="*/ 0 60000 65536"/>
              <a:gd name="T12" fmla="*/ 0 w 2086"/>
              <a:gd name="T13" fmla="*/ 0 h 544"/>
              <a:gd name="T14" fmla="*/ 2086 w 2086"/>
              <a:gd name="T15" fmla="*/ 544 h 544"/>
            </a:gdLst>
            <a:ahLst/>
            <a:cxnLst>
              <a:cxn ang="T8">
                <a:pos x="T0" y="T1"/>
              </a:cxn>
              <a:cxn ang="T9">
                <a:pos x="T2" y="T3"/>
              </a:cxn>
              <a:cxn ang="T10">
                <a:pos x="T4" y="T5"/>
              </a:cxn>
              <a:cxn ang="T11">
                <a:pos x="T6" y="T7"/>
              </a:cxn>
            </a:cxnLst>
            <a:rect l="T12" t="T13" r="T14" b="T15"/>
            <a:pathLst>
              <a:path w="2086" h="544">
                <a:moveTo>
                  <a:pt x="2086" y="0"/>
                </a:moveTo>
                <a:cubicBezTo>
                  <a:pt x="1910" y="189"/>
                  <a:pt x="1735" y="378"/>
                  <a:pt x="1565" y="453"/>
                </a:cubicBezTo>
                <a:cubicBezTo>
                  <a:pt x="1395" y="528"/>
                  <a:pt x="1327" y="438"/>
                  <a:pt x="1066" y="453"/>
                </a:cubicBezTo>
                <a:cubicBezTo>
                  <a:pt x="805" y="468"/>
                  <a:pt x="402" y="506"/>
                  <a:pt x="0" y="544"/>
                </a:cubicBezTo>
              </a:path>
            </a:pathLst>
          </a:custGeom>
          <a:noFill/>
          <a:ln w="57150">
            <a:solidFill>
              <a:srgbClr val="FF3300"/>
            </a:solidFill>
            <a:round/>
            <a:headEnd/>
            <a:tailEnd type="triangle" w="lg" len="lg"/>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85378" name="Text Box 45"/>
          <p:cNvSpPr txBox="1">
            <a:spLocks noChangeArrowheads="1"/>
          </p:cNvSpPr>
          <p:nvPr/>
        </p:nvSpPr>
        <p:spPr bwMode="auto">
          <a:xfrm>
            <a:off x="5368925" y="6057900"/>
            <a:ext cx="1149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dirty="0" smtClean="0">
                <a:latin typeface="Times New Roman" panose="02020603050405020304" pitchFamily="18" charset="0"/>
                <a:ea typeface="굴림체" pitchFamily="49" charset="-127"/>
                <a:cs typeface="Times New Roman" panose="02020603050405020304" pitchFamily="18" charset="0"/>
              </a:rPr>
              <a:t> PLC OUT</a:t>
            </a:r>
            <a:endParaRPr lang="ko-KR" altLang="en-US" sz="1000" dirty="0">
              <a:latin typeface="Times New Roman" panose="02020603050405020304" pitchFamily="18" charset="0"/>
              <a:ea typeface="굴림체" pitchFamily="49" charset="-127"/>
              <a:cs typeface="Times New Roman" panose="02020603050405020304" pitchFamily="18" charset="0"/>
            </a:endParaRPr>
          </a:p>
        </p:txBody>
      </p:sp>
      <p:sp>
        <p:nvSpPr>
          <p:cNvPr id="185379" name="Text Box 46"/>
          <p:cNvSpPr txBox="1">
            <a:spLocks noChangeArrowheads="1"/>
          </p:cNvSpPr>
          <p:nvPr/>
        </p:nvSpPr>
        <p:spPr bwMode="auto">
          <a:xfrm>
            <a:off x="6537325" y="4760913"/>
            <a:ext cx="3413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0V</a:t>
            </a:r>
          </a:p>
        </p:txBody>
      </p:sp>
      <p:sp>
        <p:nvSpPr>
          <p:cNvPr id="185380" name="Text Box 47"/>
          <p:cNvSpPr txBox="1">
            <a:spLocks noChangeArrowheads="1"/>
          </p:cNvSpPr>
          <p:nvPr/>
        </p:nvSpPr>
        <p:spPr bwMode="auto">
          <a:xfrm>
            <a:off x="4213225" y="5308600"/>
            <a:ext cx="7413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DC + 24V</a:t>
            </a:r>
          </a:p>
        </p:txBody>
      </p:sp>
      <p:sp>
        <p:nvSpPr>
          <p:cNvPr id="185381" name="Text Box 48"/>
          <p:cNvSpPr txBox="1">
            <a:spLocks noChangeArrowheads="1"/>
          </p:cNvSpPr>
          <p:nvPr/>
        </p:nvSpPr>
        <p:spPr bwMode="auto">
          <a:xfrm>
            <a:off x="7920038" y="4948238"/>
            <a:ext cx="3127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ko-KR" altLang="en-US" sz="1000" b="1">
                <a:latin typeface="Times New Roman" panose="02020603050405020304" pitchFamily="18" charset="0"/>
                <a:ea typeface="굴림체" pitchFamily="49" charset="-127"/>
                <a:cs typeface="Times New Roman" panose="02020603050405020304" pitchFamily="18" charset="0"/>
              </a:rPr>
              <a:t>＋</a:t>
            </a:r>
          </a:p>
        </p:txBody>
      </p:sp>
      <p:sp>
        <p:nvSpPr>
          <p:cNvPr id="185382" name="Text Box 49"/>
          <p:cNvSpPr txBox="1">
            <a:spLocks noChangeArrowheads="1"/>
          </p:cNvSpPr>
          <p:nvPr/>
        </p:nvSpPr>
        <p:spPr bwMode="auto">
          <a:xfrm>
            <a:off x="7294563" y="4697413"/>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COM</a:t>
            </a:r>
          </a:p>
        </p:txBody>
      </p:sp>
      <p:sp>
        <p:nvSpPr>
          <p:cNvPr id="185383"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8538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3620852" y="5449291"/>
            <a:ext cx="468052"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42" name="Text Box 10"/>
          <p:cNvSpPr txBox="1">
            <a:spLocks noChangeArrowheads="1"/>
          </p:cNvSpPr>
          <p:nvPr/>
        </p:nvSpPr>
        <p:spPr bwMode="auto">
          <a:xfrm>
            <a:off x="3608827" y="5527271"/>
            <a:ext cx="599844" cy="2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50" b="1" dirty="0" err="1" smtClean="0">
                <a:solidFill>
                  <a:srgbClr val="0000FF"/>
                </a:solidFill>
                <a:latin typeface="Times New Roman" panose="02020603050405020304" pitchFamily="18" charset="0"/>
                <a:ea typeface="돋움" pitchFamily="50" charset="-127"/>
                <a:cs typeface="Times New Roman" panose="02020603050405020304" pitchFamily="18" charset="0"/>
              </a:rPr>
              <a:t>Phụ</a:t>
            </a:r>
            <a:r>
              <a:rPr lang="en-US" altLang="ko-KR" sz="1050" b="1" dirty="0" smtClean="0">
                <a:solidFill>
                  <a:srgbClr val="0000FF"/>
                </a:solidFill>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solidFill>
                  <a:srgbClr val="0000FF"/>
                </a:solidFill>
                <a:latin typeface="Times New Roman" panose="02020603050405020304" pitchFamily="18" charset="0"/>
                <a:ea typeface="돋움" pitchFamily="50" charset="-127"/>
                <a:cs typeface="Times New Roman" panose="02020603050405020304" pitchFamily="18" charset="0"/>
              </a:rPr>
              <a:t>tải</a:t>
            </a:r>
            <a:endParaRPr lang="en-US" altLang="ko-KR" sz="1050" b="1" dirty="0">
              <a:solidFill>
                <a:srgbClr val="0000FF"/>
              </a:solidFill>
              <a:latin typeface="Times New Roman" panose="02020603050405020304" pitchFamily="18" charset="0"/>
              <a:ea typeface="돋움" pitchFamily="50" charset="-127"/>
              <a:cs typeface="Times New Roman" panose="02020603050405020304" pitchFamily="18" charset="0"/>
            </a:endParaRPr>
          </a:p>
        </p:txBody>
      </p:sp>
    </p:spTree>
    <p:extLst>
      <p:ext uri="{BB962C8B-B14F-4D97-AF65-F5344CB8AC3E}">
        <p14:creationId xmlns:p14="http://schemas.microsoft.com/office/powerpoint/2010/main" val="2910584668"/>
      </p:ext>
    </p:extLst>
  </p:cSld>
  <p:clrMapOvr>
    <a:masterClrMapping/>
  </p:clrMapOvr>
  <p:transition/>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Rectangle 3"/>
          <p:cNvSpPr>
            <a:spLocks noChangeArrowheads="1"/>
          </p:cNvSpPr>
          <p:nvPr/>
        </p:nvSpPr>
        <p:spPr bwMode="auto">
          <a:xfrm>
            <a:off x="649288" y="709613"/>
            <a:ext cx="9127190"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b="1" dirty="0" smtClean="0">
                <a:latin typeface="Times New Roman" panose="02020603050405020304" pitchFamily="18" charset="0"/>
                <a:cs typeface="Times New Roman" panose="02020603050405020304" pitchFamily="18" charset="0"/>
              </a:rPr>
              <a:t>9) </a:t>
            </a:r>
            <a:r>
              <a:rPr lang="en-US" altLang="ko-KR" sz="1200" b="1" dirty="0">
                <a:latin typeface="Times New Roman" panose="02020603050405020304" pitchFamily="18" charset="0"/>
                <a:ea typeface="굴림체" pitchFamily="49" charset="-127"/>
                <a:cs typeface="Times New Roman" panose="02020603050405020304" pitchFamily="18" charset="0"/>
              </a:rPr>
              <a:t>Trouble </a:t>
            </a:r>
            <a:r>
              <a:rPr lang="en-US" altLang="ko-KR" sz="1200" b="1" dirty="0" smtClean="0">
                <a:latin typeface="Times New Roman" panose="02020603050405020304" pitchFamily="18" charset="0"/>
                <a:ea typeface="굴림체" pitchFamily="49" charset="-127"/>
                <a:cs typeface="Times New Roman" panose="02020603050405020304" pitchFamily="18" charset="0"/>
              </a:rPr>
              <a:t>Shooting </a:t>
            </a:r>
            <a:r>
              <a:rPr lang="en-US" altLang="ko-KR" sz="1200" b="1" dirty="0" err="1" smtClean="0">
                <a:latin typeface="Times New Roman" panose="02020603050405020304" pitchFamily="18" charset="0"/>
                <a:ea typeface="굴림체" pitchFamily="49" charset="-127"/>
                <a:cs typeface="Times New Roman" panose="02020603050405020304" pitchFamily="18" charset="0"/>
              </a:rPr>
              <a:t>của</a:t>
            </a:r>
            <a:r>
              <a:rPr lang="en-US" altLang="ko-KR" sz="1200" b="1" dirty="0" smtClean="0">
                <a:latin typeface="Times New Roman" panose="02020603050405020304" pitchFamily="18" charset="0"/>
                <a:ea typeface="굴림체" pitchFamily="49" charset="-127"/>
                <a:cs typeface="Times New Roman" panose="02020603050405020304" pitchFamily="18" charset="0"/>
              </a:rPr>
              <a:t> </a:t>
            </a:r>
            <a:r>
              <a:rPr lang="en-US" altLang="ko-KR" sz="1200" b="1" dirty="0" err="1" smtClean="0">
                <a:latin typeface="Times New Roman" panose="02020603050405020304" pitchFamily="18" charset="0"/>
                <a:ea typeface="굴림체" pitchFamily="49" charset="-127"/>
                <a:cs typeface="Times New Roman" panose="02020603050405020304" pitchFamily="18" charset="0"/>
              </a:rPr>
              <a:t>Mô</a:t>
            </a:r>
            <a:r>
              <a:rPr lang="en-US" altLang="ko-KR" sz="1200" b="1" dirty="0" smtClean="0">
                <a:latin typeface="Times New Roman" panose="02020603050405020304" pitchFamily="18" charset="0"/>
                <a:ea typeface="굴림체" pitchFamily="49" charset="-127"/>
                <a:cs typeface="Times New Roman" panose="02020603050405020304" pitchFamily="18" charset="0"/>
              </a:rPr>
              <a:t> </a:t>
            </a:r>
            <a:r>
              <a:rPr lang="en-US" altLang="ko-KR" sz="1200" b="1" dirty="0" err="1" smtClean="0">
                <a:latin typeface="Times New Roman" panose="02020603050405020304" pitchFamily="18" charset="0"/>
                <a:ea typeface="굴림체" pitchFamily="49" charset="-127"/>
                <a:cs typeface="Times New Roman" panose="02020603050405020304" pitchFamily="18" charset="0"/>
              </a:rPr>
              <a:t>đun</a:t>
            </a:r>
            <a:r>
              <a:rPr lang="en-US" altLang="ko-KR" sz="1200" b="1" dirty="0" smtClean="0">
                <a:latin typeface="Times New Roman" panose="02020603050405020304" pitchFamily="18" charset="0"/>
                <a:ea typeface="굴림체" pitchFamily="49" charset="-127"/>
                <a:cs typeface="Times New Roman" panose="02020603050405020304" pitchFamily="18" charset="0"/>
              </a:rPr>
              <a:t> </a:t>
            </a:r>
            <a:r>
              <a:rPr lang="en-US" altLang="ko-KR" sz="1200" b="1" dirty="0" err="1" smtClean="0">
                <a:latin typeface="Times New Roman" panose="02020603050405020304" pitchFamily="18" charset="0"/>
                <a:ea typeface="굴림체" pitchFamily="49" charset="-127"/>
                <a:cs typeface="Times New Roman" panose="02020603050405020304" pitchFamily="18" charset="0"/>
              </a:rPr>
              <a:t>chức</a:t>
            </a:r>
            <a:r>
              <a:rPr lang="en-US" altLang="ko-KR" sz="1200" b="1" dirty="0" smtClean="0">
                <a:latin typeface="Times New Roman" panose="02020603050405020304" pitchFamily="18" charset="0"/>
                <a:ea typeface="굴림체" pitchFamily="49" charset="-127"/>
                <a:cs typeface="Times New Roman" panose="02020603050405020304" pitchFamily="18" charset="0"/>
              </a:rPr>
              <a:t> </a:t>
            </a:r>
            <a:r>
              <a:rPr lang="en-US" altLang="ko-KR" sz="1200" b="1" dirty="0" err="1" smtClean="0">
                <a:latin typeface="Times New Roman" panose="02020603050405020304" pitchFamily="18" charset="0"/>
                <a:ea typeface="굴림체" pitchFamily="49" charset="-127"/>
                <a:cs typeface="Times New Roman" panose="02020603050405020304" pitchFamily="18" charset="0"/>
              </a:rPr>
              <a:t>năng</a:t>
            </a:r>
            <a:r>
              <a:rPr lang="en-US" altLang="ko-KR" sz="1200" b="1" dirty="0" smtClean="0">
                <a:latin typeface="Times New Roman" panose="02020603050405020304" pitchFamily="18" charset="0"/>
                <a:ea typeface="굴림체" pitchFamily="49" charset="-127"/>
                <a:cs typeface="Times New Roman" panose="02020603050405020304" pitchFamily="18" charset="0"/>
              </a:rPr>
              <a:t> </a:t>
            </a:r>
            <a:r>
              <a:rPr lang="en-US" altLang="ko-KR" sz="1200" b="1" dirty="0" err="1" smtClean="0">
                <a:latin typeface="Times New Roman" panose="02020603050405020304" pitchFamily="18" charset="0"/>
                <a:ea typeface="굴림체" pitchFamily="49" charset="-127"/>
                <a:cs typeface="Times New Roman" panose="02020603050405020304" pitchFamily="18" charset="0"/>
              </a:rPr>
              <a:t>thông</a:t>
            </a:r>
            <a:r>
              <a:rPr lang="en-US" altLang="ko-KR" sz="1200" b="1" dirty="0" smtClean="0">
                <a:latin typeface="Times New Roman" panose="02020603050405020304" pitchFamily="18" charset="0"/>
                <a:ea typeface="굴림체" pitchFamily="49" charset="-127"/>
                <a:cs typeface="Times New Roman" panose="02020603050405020304" pitchFamily="18" charset="0"/>
              </a:rPr>
              <a:t> minh</a:t>
            </a:r>
            <a:endParaRPr lang="ko-KR" altLang="en-US" sz="1200" b="1" dirty="0" smtClean="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Tuy</a:t>
            </a:r>
            <a:r>
              <a:rPr lang="en-US" altLang="ko-KR" sz="1200" dirty="0" smtClean="0">
                <a:latin typeface="Times New Roman" panose="02020603050405020304" pitchFamily="18" charset="0"/>
                <a:cs typeface="Times New Roman" panose="02020603050405020304" pitchFamily="18" charset="0"/>
              </a:rPr>
              <a:t> ở PLC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 </a:t>
            </a:r>
            <a:r>
              <a:rPr lang="en-US" altLang="ko-KR" sz="1200" dirty="0" err="1" smtClean="0">
                <a:latin typeface="Times New Roman" panose="02020603050405020304" pitchFamily="18" charset="0"/>
                <a:cs typeface="Times New Roman" panose="02020603050405020304" pitchFamily="18" charset="0"/>
              </a:rPr>
              <a:t>nhưng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Trouble Shooting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ích</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b="1" dirty="0" smtClean="0">
                <a:solidFill>
                  <a:srgbClr val="000000"/>
                </a:solidFill>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(1)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ở</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PLC </a:t>
            </a:r>
            <a:r>
              <a:rPr lang="en-US" altLang="ko-KR" sz="1200" dirty="0" smtClean="0">
                <a:latin typeface="Times New Roman" panose="02020603050405020304" pitchFamily="18" charset="0"/>
                <a:cs typeface="Times New Roman" panose="02020603050405020304" pitchFamily="18" charset="0"/>
              </a:rPr>
              <a:t>CPU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mục</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đích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biểu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phẩm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①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Analog</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Analog-Digital</a:t>
            </a:r>
            <a:r>
              <a:rPr lang="ko-KR" altLang="en-US"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Analog(</a:t>
            </a:r>
            <a:r>
              <a:rPr lang="en-US" altLang="ko-KR" sz="1200" dirty="0" err="1" smtClean="0">
                <a:latin typeface="Times New Roman" panose="02020603050405020304" pitchFamily="18" charset="0"/>
                <a:cs typeface="Times New Roman" panose="02020603050405020304" pitchFamily="18" charset="0"/>
              </a:rPr>
              <a:t>dòng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áp</a:t>
            </a:r>
            <a:r>
              <a:rPr lang="en-US" altLang="ko-KR" sz="1200" dirty="0" smtClean="0">
                <a:latin typeface="Times New Roman" panose="02020603050405020304" pitchFamily="18" charset="0"/>
                <a:cs typeface="Times New Roman" panose="02020603050405020304" pitchFamily="18" charset="0"/>
              </a:rPr>
              <a:t>)</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sang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Digital.</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Digital-Analog</a:t>
            </a:r>
            <a:r>
              <a:rPr lang="ko-KR" altLang="en-US"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Digital</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Analog(</a:t>
            </a:r>
            <a:r>
              <a:rPr lang="en-US" altLang="ko-KR" sz="1200" dirty="0" err="1" smtClean="0">
                <a:latin typeface="Times New Roman" panose="02020603050405020304" pitchFamily="18" charset="0"/>
                <a:cs typeface="Times New Roman" panose="02020603050405020304" pitchFamily="18" charset="0"/>
              </a:rPr>
              <a:t>dòng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áp</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nhiệt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ko-KR" altLang="en-US"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nhiệt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sang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Digital.</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nhiệt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ko-KR" altLang="en-US"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biến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nhiệt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nhiệt</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nhiệt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ổn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tượng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②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quyết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ko-KR" altLang="en-US"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Pulse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Encoder…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đếm</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quyết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ko-KR" altLang="en-US"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Pulse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Servo Amp </a:t>
            </a:r>
            <a:r>
              <a:rPr lang="en-US" altLang="ko-KR" sz="1200" dirty="0" err="1" smtClean="0">
                <a:latin typeface="Times New Roman" panose="02020603050405020304" pitchFamily="18" charset="0"/>
                <a:cs typeface="Times New Roman" panose="02020603050405020304" pitchFamily="18" charset="0"/>
              </a:rPr>
              <a:t>chuyên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dùng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quyết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p>
        </p:txBody>
      </p:sp>
      <p:sp>
        <p:nvSpPr>
          <p:cNvPr id="186371"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86372"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982694034"/>
      </p:ext>
    </p:extLst>
  </p:cSld>
  <p:clrMapOvr>
    <a:masterClrMapping/>
  </p:clrMapOvr>
  <p:transition/>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Rectangle 3"/>
          <p:cNvSpPr>
            <a:spLocks noChangeArrowheads="1"/>
          </p:cNvSpPr>
          <p:nvPr/>
        </p:nvSpPr>
        <p:spPr bwMode="auto">
          <a:xfrm>
            <a:off x="273050" y="728663"/>
            <a:ext cx="8748402"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③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Network</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ko-KR" altLang="en-US" sz="1200" dirty="0" err="1" smtClean="0">
                <a:latin typeface="Times New Roman" panose="02020603050405020304" pitchFamily="18" charset="0"/>
                <a:cs typeface="Times New Roman" panose="02020603050405020304" pitchFamily="18" charset="0"/>
              </a:rPr>
              <a:t>ㆍ</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Network MELSECNET/H</a:t>
            </a:r>
            <a:r>
              <a:rPr lang="ko-KR" altLang="en-US" sz="1200" dirty="0">
                <a:latin typeface="Times New Roman" panose="02020603050405020304" pitchFamily="18" charset="0"/>
                <a:cs typeface="Times New Roman" panose="02020603050405020304" pitchFamily="18" charset="0"/>
              </a:rPr>
              <a:t>	⇒ 	</a:t>
            </a:r>
            <a:r>
              <a:rPr lang="en-US" altLang="ko-KR" sz="1200" dirty="0" smtClean="0">
                <a:latin typeface="Times New Roman" panose="02020603050405020304" pitchFamily="18" charset="0"/>
                <a:cs typeface="Times New Roman" panose="02020603050405020304" pitchFamily="18" charset="0"/>
              </a:rPr>
              <a:t>Thu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giữa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dựa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Network.</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smtClean="0">
                <a:latin typeface="Times New Roman" panose="02020603050405020304" pitchFamily="18" charset="0"/>
                <a:cs typeface="Times New Roman" panose="02020603050405020304" pitchFamily="18" charset="0"/>
              </a:rPr>
              <a:t>ㆍ</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Interface Ethernet</a:t>
            </a:r>
            <a:r>
              <a:rPr lang="ko-KR" altLang="en-US" sz="1200" dirty="0">
                <a:latin typeface="Times New Roman" panose="02020603050405020304" pitchFamily="18" charset="0"/>
                <a:cs typeface="Times New Roman" panose="02020603050405020304" pitchFamily="18" charset="0"/>
              </a:rPr>
              <a:t>		⇒ 	</a:t>
            </a:r>
            <a:r>
              <a:rPr lang="en-US" altLang="ko-KR" sz="1200" dirty="0" smtClean="0">
                <a:latin typeface="Times New Roman" panose="02020603050405020304" pitchFamily="18" charset="0"/>
                <a:cs typeface="Times New Roman" panose="02020603050405020304" pitchFamily="18" charset="0"/>
              </a:rPr>
              <a:t>Thu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giữa</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PC </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qua Ethernet.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smtClean="0">
                <a:latin typeface="Times New Roman" panose="02020603050405020304" pitchFamily="18" charset="0"/>
                <a:cs typeface="Times New Roman" panose="02020603050405020304" pitchFamily="18" charset="0"/>
              </a:rPr>
              <a:t>ㆍ</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Server Web</a:t>
            </a:r>
            <a:r>
              <a:rPr lang="ko-KR" altLang="en-US"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Monitor PLC ở PC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qua Internet.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ko-KR" altLang="en-US" sz="1200" dirty="0" err="1" smtClean="0">
                <a:latin typeface="Times New Roman" panose="02020603050405020304" pitchFamily="18" charset="0"/>
                <a:cs typeface="Times New Roman" panose="02020603050405020304" pitchFamily="18" charset="0"/>
              </a:rPr>
              <a:t>ㆍ</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CC-Link</a:t>
            </a:r>
            <a:r>
              <a:rPr lang="ko-KR" altLang="en-US" sz="1200" dirty="0">
                <a:latin typeface="Times New Roman" panose="02020603050405020304" pitchFamily="18" charset="0"/>
                <a:cs typeface="Times New Roman" panose="02020603050405020304" pitchFamily="18" charset="0"/>
              </a:rPr>
              <a:t>							⇒	   </a:t>
            </a:r>
            <a:r>
              <a:rPr lang="en-US" altLang="ko-KR" sz="1200" dirty="0" smtClean="0">
                <a:latin typeface="Times New Roman" panose="02020603050405020304" pitchFamily="18" charset="0"/>
                <a:cs typeface="Times New Roman" panose="02020603050405020304" pitchFamily="18" charset="0"/>
              </a:rPr>
              <a:t>Thu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PLC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bị</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thống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tán</a:t>
            </a:r>
            <a:r>
              <a:rPr lang="en-US" altLang="ko-KR" sz="1200" dirty="0">
                <a:latin typeface="Times New Roman" panose="02020603050405020304" pitchFamily="18" charset="0"/>
                <a:cs typeface="Times New Roman" panose="02020603050405020304" pitchFamily="18" charset="0"/>
              </a:rPr>
              <a:t>.</a:t>
            </a: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④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Serial Communication/Modem Interface</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a:latin typeface="Times New Roman" panose="02020603050405020304" pitchFamily="18" charset="0"/>
                <a:cs typeface="Times New Roman" panose="02020603050405020304" pitchFamily="18" charset="0"/>
              </a:rPr>
              <a:t> Serial </a:t>
            </a:r>
            <a:r>
              <a:rPr lang="en-US" altLang="ko-KR" sz="1200" dirty="0" smtClean="0">
                <a:latin typeface="Times New Roman" panose="02020603050405020304" pitchFamily="18" charset="0"/>
                <a:cs typeface="Times New Roman" panose="02020603050405020304" pitchFamily="18" charset="0"/>
              </a:rPr>
              <a:t>Communication</a:t>
            </a:r>
            <a:r>
              <a:rPr lang="ko-KR" altLang="en-US"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Thu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máy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máy</a:t>
            </a:r>
            <a:r>
              <a:rPr lang="en-US" altLang="ko-KR" sz="1200" dirty="0" smtClean="0">
                <a:latin typeface="Times New Roman" panose="02020603050405020304" pitchFamily="18" charset="0"/>
                <a:cs typeface="Times New Roman" panose="02020603050405020304" pitchFamily="18" charset="0"/>
              </a:rPr>
              <a:t> in, </a:t>
            </a:r>
            <a:r>
              <a:rPr lang="en-US" altLang="ko-KR" sz="1200" dirty="0" err="1" smtClean="0">
                <a:latin typeface="Times New Roman" panose="02020603050405020304" pitchFamily="18" charset="0"/>
                <a:cs typeface="Times New Roman" panose="02020603050405020304" pitchFamily="18" charset="0"/>
              </a:rPr>
              <a:t>máy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Bar code </a:t>
            </a:r>
            <a:r>
              <a:rPr lang="en-US" altLang="ko-KR" sz="1200" dirty="0" err="1" smtClean="0">
                <a:latin typeface="Times New Roman" panose="02020603050405020304" pitchFamily="18" charset="0"/>
                <a:cs typeface="Times New Roman" panose="02020603050405020304" pitchFamily="18" charset="0"/>
              </a:rPr>
              <a:t>khác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PLC.</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None/>
            </a:pPr>
            <a:r>
              <a:rPr lang="en-US" altLang="ko-KR" sz="1200" dirty="0">
                <a:latin typeface="Times New Roman" panose="02020603050405020304" pitchFamily="18" charset="0"/>
                <a:cs typeface="Times New Roman" panose="02020603050405020304" pitchFamily="18" charset="0"/>
              </a:rPr>
              <a:t>			</a:t>
            </a: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Modem Interface</a:t>
            </a:r>
            <a:r>
              <a:rPr lang="ko-KR" altLang="en-US" sz="1200" dirty="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Thu </a:t>
            </a:r>
            <a:r>
              <a:rPr lang="en-US" altLang="ko-KR" sz="1200" dirty="0" err="1" smtClean="0">
                <a:latin typeface="Times New Roman" panose="02020603050405020304" pitchFamily="18" charset="0"/>
                <a:cs typeface="Times New Roman" panose="02020603050405020304" pitchFamily="18" charset="0"/>
              </a:rPr>
              <a:t>phát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giữa</a:t>
            </a:r>
            <a:r>
              <a:rPr lang="en-US" altLang="ko-KR" sz="1200" dirty="0">
                <a:latin typeface="Times New Roman" panose="02020603050405020304" pitchFamily="18" charset="0"/>
                <a:cs typeface="Times New Roman" panose="02020603050405020304" pitchFamily="18" charset="0"/>
              </a:rPr>
              <a:t> PC - PLC </a:t>
            </a:r>
            <a:r>
              <a:rPr lang="en-US" altLang="ko-KR" sz="1200" dirty="0" smtClean="0">
                <a:latin typeface="Times New Roman" panose="02020603050405020304" pitchFamily="18" charset="0"/>
                <a:cs typeface="Times New Roman" panose="02020603050405020304" pitchFamily="18" charset="0"/>
              </a:rPr>
              <a:t> qua </a:t>
            </a:r>
            <a:r>
              <a:rPr lang="en-US" altLang="ko-KR" sz="1200" dirty="0" err="1" smtClean="0">
                <a:latin typeface="Times New Roman" panose="02020603050405020304" pitchFamily="18" charset="0"/>
                <a:cs typeface="Times New Roman" panose="02020603050405020304" pitchFamily="18" charset="0"/>
              </a:rPr>
              <a:t>mạng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thoại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87395"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87396"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36144994"/>
      </p:ext>
    </p:extLst>
  </p:cSld>
  <p:clrMapOvr>
    <a:masterClrMapping/>
  </p:clrMapOvr>
  <p:transition/>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Rectangle 4"/>
          <p:cNvSpPr>
            <a:spLocks noChangeArrowheads="1"/>
          </p:cNvSpPr>
          <p:nvPr/>
        </p:nvSpPr>
        <p:spPr bwMode="auto">
          <a:xfrm>
            <a:off x="524508" y="692150"/>
            <a:ext cx="9550202" cy="5780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Mối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PLC CPU</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cí</a:t>
            </a:r>
            <a:r>
              <a:rPr lang="en-US" altLang="ko-KR" sz="1200" dirty="0" smtClean="0">
                <a:latin typeface="Times New Roman" panose="02020603050405020304" pitchFamily="18" charset="0"/>
                <a:cs typeface="Times New Roman" panose="02020603050405020304" pitchFamily="18" charset="0"/>
              </a:rPr>
              <a:t> Buffer Memory ở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Tùy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PLC CPU </a:t>
            </a:r>
            <a:r>
              <a:rPr lang="en-US" altLang="ko-KR" sz="1200" dirty="0" err="1" smtClean="0">
                <a:latin typeface="Times New Roman" panose="02020603050405020304" pitchFamily="18" charset="0"/>
                <a:cs typeface="Times New Roman" panose="02020603050405020304" pitchFamily="18" charset="0"/>
              </a:rPr>
              <a:t>mà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Buffer Memory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TO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ở Buffer Memory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FROM.</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nữa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 (</a:t>
            </a:r>
            <a:r>
              <a:rPr lang="en-US" altLang="ko-KR" sz="1200" dirty="0">
                <a:latin typeface="Times New Roman" panose="02020603050405020304" pitchFamily="18" charset="0"/>
                <a:cs typeface="Times New Roman" panose="02020603050405020304" pitchFamily="18" charset="0"/>
              </a:rPr>
              <a:t>U□\G□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MOV, </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Buffer Memory.</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PLC CPU, ON/OFF Y </a:t>
            </a:r>
            <a:r>
              <a:rPr lang="en-US" altLang="ko-KR" sz="1200" dirty="0" err="1" smtClean="0">
                <a:latin typeface="Times New Roman" panose="02020603050405020304" pitchFamily="18" charset="0"/>
                <a:cs typeface="Times New Roman" panose="02020603050405020304" pitchFamily="18" charset="0"/>
              </a:rPr>
              <a:t>tín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âm</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PLC </a:t>
            </a:r>
            <a:r>
              <a:rPr lang="en-US" altLang="ko-KR" sz="1200" dirty="0" smtClean="0">
                <a:latin typeface="Times New Roman" panose="02020603050405020304" pitchFamily="18" charset="0"/>
                <a:cs typeface="Times New Roman" panose="02020603050405020304" pitchFamily="18" charset="0"/>
              </a:rPr>
              <a:t>CPU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ON/OFF </a:t>
            </a:r>
            <a:r>
              <a:rPr lang="en-US" altLang="ko-KR" sz="1200" dirty="0" smtClean="0">
                <a:latin typeface="Times New Roman" panose="02020603050405020304" pitchFamily="18" charset="0"/>
                <a:cs typeface="Times New Roman" panose="02020603050405020304" pitchFamily="18" charset="0"/>
              </a:rPr>
              <a:t>X </a:t>
            </a:r>
            <a:r>
              <a:rPr lang="en-US" altLang="ko-KR" sz="1200" dirty="0" err="1" smtClean="0">
                <a:latin typeface="Times New Roman" panose="02020603050405020304" pitchFamily="18" charset="0"/>
                <a:cs typeface="Times New Roman" panose="02020603050405020304" pitchFamily="18" charset="0"/>
              </a:rPr>
              <a:t>tín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hiệu</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phân</a:t>
            </a:r>
            <a:r>
              <a:rPr lang="en-US" altLang="ko-KR" sz="1200" dirty="0" smtClean="0">
                <a:latin typeface="Times New Roman" panose="02020603050405020304" pitchFamily="18" charset="0"/>
                <a:cs typeface="Times New Roman" panose="02020603050405020304" pitchFamily="18" charset="0"/>
              </a:rPr>
              <a:t> chia Buffer Memory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khảo</a:t>
            </a:r>
            <a:r>
              <a:rPr lang="en-US" altLang="ko-KR" sz="1200" dirty="0" smtClean="0">
                <a:latin typeface="Times New Roman" panose="02020603050405020304" pitchFamily="18" charset="0"/>
                <a:cs typeface="Times New Roman" panose="02020603050405020304" pitchFamily="18" charset="0"/>
              </a:rPr>
              <a:t> Manual </a:t>
            </a:r>
            <a:r>
              <a:rPr lang="en-US" altLang="ko-KR" sz="1200" dirty="0" err="1" smtClean="0">
                <a:latin typeface="Times New Roman" panose="02020603050405020304" pitchFamily="18" charset="0"/>
                <a:cs typeface="Times New Roman" panose="02020603050405020304" pitchFamily="18" charset="0"/>
              </a:rPr>
              <a:t>cho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người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a:t>
            </a:r>
            <a:endParaRPr lang="en-US" altLang="ko-KR" sz="1200" dirty="0">
              <a:latin typeface="Times New Roman" panose="02020603050405020304" pitchFamily="18" charset="0"/>
              <a:cs typeface="Times New Roman" panose="02020603050405020304" pitchFamily="18" charset="0"/>
            </a:endParaRPr>
          </a:p>
        </p:txBody>
      </p:sp>
      <p:sp>
        <p:nvSpPr>
          <p:cNvPr id="188420" name="Rectangle 6"/>
          <p:cNvSpPr>
            <a:spLocks noChangeArrowheads="1"/>
          </p:cNvSpPr>
          <p:nvPr/>
        </p:nvSpPr>
        <p:spPr bwMode="auto">
          <a:xfrm>
            <a:off x="4446091" y="3717454"/>
            <a:ext cx="4251325" cy="16557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000" b="1" dirty="0" err="1" smtClean="0">
                <a:latin typeface="Times New Roman" panose="02020603050405020304" pitchFamily="18" charset="0"/>
                <a:ea typeface="굴림체" pitchFamily="49" charset="-127"/>
                <a:cs typeface="Times New Roman" panose="02020603050405020304" pitchFamily="18" charset="0"/>
              </a:rPr>
              <a:t>Khi</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thực</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hiện</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lệnh</a:t>
            </a:r>
            <a:r>
              <a:rPr lang="en-US" altLang="ko-KR" sz="1000" b="1" dirty="0" smtClean="0">
                <a:latin typeface="Times New Roman" panose="02020603050405020304" pitchFamily="18" charset="0"/>
                <a:ea typeface="굴림체" pitchFamily="49" charset="-127"/>
                <a:cs typeface="Times New Roman" panose="02020603050405020304" pitchFamily="18" charset="0"/>
              </a:rPr>
              <a:t> TO/FROM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mà</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phát</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sinh</a:t>
            </a:r>
            <a:r>
              <a:rPr lang="en-US" altLang="ko-KR" sz="1000" b="1" dirty="0" smtClean="0">
                <a:latin typeface="Times New Roman" panose="02020603050405020304" pitchFamily="18" charset="0"/>
                <a:ea typeface="굴림체" pitchFamily="49" charset="-127"/>
                <a:cs typeface="Times New Roman" panose="02020603050405020304" pitchFamily="18" charset="0"/>
              </a:rPr>
              <a:t> Error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lưu</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số</a:t>
            </a:r>
            <a:r>
              <a:rPr lang="en-US" altLang="ko-KR" sz="1000" b="1" dirty="0" smtClean="0">
                <a:latin typeface="Times New Roman" panose="02020603050405020304" pitchFamily="18" charset="0"/>
                <a:ea typeface="굴림체" pitchFamily="49" charset="-127"/>
                <a:cs typeface="Times New Roman" panose="02020603050405020304" pitchFamily="18" charset="0"/>
              </a:rPr>
              <a:t> Error Code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sau</a:t>
            </a:r>
            <a:endParaRPr lang="en-US" altLang="ko-KR" sz="1000" b="1" dirty="0" smtClean="0">
              <a:latin typeface="Times New Roman" panose="02020603050405020304" pitchFamily="18" charset="0"/>
              <a:ea typeface="굴림체" pitchFamily="49" charset="-127"/>
              <a:cs typeface="Times New Roman" panose="02020603050405020304" pitchFamily="18" charset="0"/>
            </a:endParaRPr>
          </a:p>
          <a:p>
            <a:pPr eaLnBrk="1" hangingPunct="1">
              <a:lnSpc>
                <a:spcPct val="110000"/>
              </a:lnSpc>
              <a:spcBef>
                <a:spcPct val="0"/>
              </a:spcBef>
              <a:buFontTx/>
              <a:buNone/>
            </a:pPr>
            <a:r>
              <a:rPr lang="en-US" altLang="ko-KR" sz="1000" b="1" dirty="0" err="1">
                <a:latin typeface="Times New Roman" panose="02020603050405020304" pitchFamily="18" charset="0"/>
                <a:ea typeface="굴림체" pitchFamily="49" charset="-127"/>
                <a:cs typeface="Times New Roman" panose="02020603050405020304" pitchFamily="18" charset="0"/>
              </a:rPr>
              <a:t>l</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ên</a:t>
            </a:r>
            <a:r>
              <a:rPr lang="ko-KR" altLang="en-US"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smtClean="0">
                <a:latin typeface="Times New Roman" panose="02020603050405020304" pitchFamily="18" charset="0"/>
                <a:ea typeface="굴림체" pitchFamily="49" charset="-127"/>
                <a:cs typeface="Times New Roman" panose="02020603050405020304" pitchFamily="18" charset="0"/>
              </a:rPr>
              <a:t>SD0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và</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dừng</a:t>
            </a:r>
            <a:r>
              <a:rPr lang="en-US" altLang="ko-KR" sz="1000" b="1" dirty="0">
                <a:latin typeface="Times New Roman" panose="02020603050405020304" pitchFamily="18" charset="0"/>
                <a:ea typeface="굴림체" pitchFamily="49" charset="-127"/>
                <a:cs typeface="Times New Roman" panose="02020603050405020304" pitchFamily="18" charset="0"/>
              </a:rPr>
              <a:t> </a:t>
            </a:r>
            <a:r>
              <a:rPr lang="en-US" altLang="ko-KR" sz="1000" b="1" dirty="0" smtClean="0">
                <a:latin typeface="Times New Roman" panose="02020603050405020304" pitchFamily="18" charset="0"/>
                <a:ea typeface="굴림체" pitchFamily="49" charset="-127"/>
                <a:cs typeface="Times New Roman" panose="02020603050405020304" pitchFamily="18" charset="0"/>
              </a:rPr>
              <a:t>CPU.</a:t>
            </a:r>
            <a:endParaRPr lang="en-US" altLang="ko-KR" sz="1000" b="1" dirty="0">
              <a:latin typeface="Times New Roman" panose="02020603050405020304" pitchFamily="18" charset="0"/>
              <a:ea typeface="굴림체" pitchFamily="49" charset="-127"/>
              <a:cs typeface="Times New Roman" panose="02020603050405020304" pitchFamily="18" charset="0"/>
            </a:endParaRPr>
          </a:p>
          <a:p>
            <a:pPr eaLnBrk="1" hangingPunct="1">
              <a:lnSpc>
                <a:spcPct val="110000"/>
              </a:lnSpc>
              <a:spcBef>
                <a:spcPct val="0"/>
              </a:spcBef>
              <a:buFontTx/>
              <a:buNone/>
            </a:pPr>
            <a:endParaRPr lang="en-US" altLang="ko-KR" sz="1000" b="1" dirty="0">
              <a:latin typeface="Times New Roman" panose="02020603050405020304" pitchFamily="18" charset="0"/>
              <a:ea typeface="굴림체" pitchFamily="49" charset="-127"/>
              <a:cs typeface="Times New Roman" panose="02020603050405020304" pitchFamily="18" charset="0"/>
            </a:endParaRPr>
          </a:p>
          <a:p>
            <a:pPr eaLnBrk="1" hangingPunct="1">
              <a:lnSpc>
                <a:spcPct val="110000"/>
              </a:lnSpc>
              <a:spcBef>
                <a:spcPct val="0"/>
              </a:spcBef>
              <a:buFontTx/>
              <a:buNone/>
            </a:pPr>
            <a:r>
              <a:rPr lang="en-US" altLang="ko-KR" sz="1000" b="1" dirty="0">
                <a:latin typeface="Times New Roman" panose="02020603050405020304" pitchFamily="18" charset="0"/>
                <a:ea typeface="굴림체" pitchFamily="49" charset="-127"/>
                <a:cs typeface="Times New Roman" panose="02020603050405020304" pitchFamily="18" charset="0"/>
              </a:rPr>
              <a:t>1412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thể</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thực</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hiện</a:t>
            </a:r>
            <a:r>
              <a:rPr lang="en-US" altLang="ko-KR" sz="1000" b="1" dirty="0" smtClean="0">
                <a:latin typeface="Times New Roman" panose="02020603050405020304" pitchFamily="18" charset="0"/>
                <a:ea typeface="굴림체" pitchFamily="49" charset="-127"/>
                <a:cs typeface="Times New Roman" panose="02020603050405020304" pitchFamily="18" charset="0"/>
              </a:rPr>
              <a:t>.</a:t>
            </a:r>
            <a:endParaRPr lang="en-US" altLang="ko-KR" sz="1000" b="1" dirty="0">
              <a:latin typeface="Times New Roman" panose="02020603050405020304" pitchFamily="18" charset="0"/>
              <a:ea typeface="굴림체" pitchFamily="49" charset="-127"/>
              <a:cs typeface="Times New Roman" panose="02020603050405020304" pitchFamily="18" charset="0"/>
            </a:endParaRPr>
          </a:p>
          <a:p>
            <a:pPr eaLnBrk="1" hangingPunct="1">
              <a:lnSpc>
                <a:spcPct val="110000"/>
              </a:lnSpc>
              <a:spcBef>
                <a:spcPct val="0"/>
              </a:spcBef>
              <a:buFontTx/>
              <a:buNone/>
            </a:pPr>
            <a:r>
              <a:rPr lang="en-US" altLang="ko-KR" sz="1000" b="1" dirty="0">
                <a:latin typeface="Times New Roman" panose="02020603050405020304" pitchFamily="18" charset="0"/>
                <a:ea typeface="굴림체" pitchFamily="49" charset="-127"/>
                <a:cs typeface="Times New Roman" panose="02020603050405020304" pitchFamily="18" charset="0"/>
              </a:rPr>
              <a:t>1402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hồi</a:t>
            </a:r>
            <a:r>
              <a:rPr lang="en-US" altLang="ko-KR" sz="1000" b="1" dirty="0" smtClean="0">
                <a:latin typeface="Times New Roman" panose="02020603050405020304" pitchFamily="18" charset="0"/>
                <a:ea typeface="굴림체" pitchFamily="49" charset="-127"/>
                <a:cs typeface="Times New Roman" panose="02020603050405020304" pitchFamily="18" charset="0"/>
              </a:rPr>
              <a:t> âm.*</a:t>
            </a:r>
            <a:endParaRPr lang="en-US" altLang="ko-KR" sz="1000" b="1" dirty="0">
              <a:latin typeface="Times New Roman" panose="02020603050405020304" pitchFamily="18" charset="0"/>
              <a:ea typeface="굴림체" pitchFamily="49" charset="-127"/>
              <a:cs typeface="Times New Roman" panose="02020603050405020304" pitchFamily="18" charset="0"/>
            </a:endParaRPr>
          </a:p>
          <a:p>
            <a:pPr eaLnBrk="1" hangingPunct="1">
              <a:lnSpc>
                <a:spcPct val="110000"/>
              </a:lnSpc>
              <a:spcBef>
                <a:spcPct val="0"/>
              </a:spcBef>
              <a:buFontTx/>
              <a:buNone/>
            </a:pPr>
            <a:r>
              <a:rPr lang="en-US" altLang="ko-KR" sz="1000" b="1" dirty="0">
                <a:latin typeface="Times New Roman" panose="02020603050405020304" pitchFamily="18" charset="0"/>
                <a:ea typeface="굴림체" pitchFamily="49" charset="-127"/>
                <a:cs typeface="Times New Roman" panose="02020603050405020304" pitchFamily="18" charset="0"/>
              </a:rPr>
              <a:t>2110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phải</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Mô</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đun</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chức</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năng</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thông</a:t>
            </a:r>
            <a:r>
              <a:rPr lang="en-US" altLang="ko-KR" sz="1000" b="1" dirty="0" smtClean="0">
                <a:latin typeface="Times New Roman" panose="02020603050405020304" pitchFamily="18" charset="0"/>
                <a:ea typeface="굴림체" pitchFamily="49" charset="-127"/>
                <a:cs typeface="Times New Roman" panose="02020603050405020304" pitchFamily="18" charset="0"/>
              </a:rPr>
              <a:t> minh.*</a:t>
            </a:r>
            <a:endParaRPr lang="en-US" altLang="ko-KR" sz="1000" b="1" dirty="0">
              <a:latin typeface="Times New Roman" panose="02020603050405020304" pitchFamily="18" charset="0"/>
              <a:ea typeface="굴림체" pitchFamily="49" charset="-127"/>
              <a:cs typeface="Times New Roman" panose="02020603050405020304" pitchFamily="18" charset="0"/>
            </a:endParaRPr>
          </a:p>
          <a:p>
            <a:pPr eaLnBrk="1" hangingPunct="1">
              <a:lnSpc>
                <a:spcPct val="110000"/>
              </a:lnSpc>
              <a:spcBef>
                <a:spcPct val="0"/>
              </a:spcBef>
              <a:buFontTx/>
              <a:buNone/>
            </a:pPr>
            <a:endParaRPr lang="en-US" altLang="ko-KR" sz="1000" b="1" dirty="0">
              <a:latin typeface="Times New Roman" panose="02020603050405020304" pitchFamily="18" charset="0"/>
              <a:ea typeface="굴림체" pitchFamily="49" charset="-127"/>
              <a:cs typeface="Times New Roman" panose="02020603050405020304" pitchFamily="18" charset="0"/>
            </a:endParaRPr>
          </a:p>
          <a:p>
            <a:pPr eaLnBrk="1" hangingPunct="1">
              <a:lnSpc>
                <a:spcPct val="110000"/>
              </a:lnSpc>
              <a:spcBef>
                <a:spcPct val="0"/>
              </a:spcBef>
              <a:buFontTx/>
              <a:buNone/>
            </a:pPr>
            <a:r>
              <a:rPr lang="en-US" altLang="ko-KR" sz="1000" b="1" dirty="0">
                <a:latin typeface="Times New Roman" panose="02020603050405020304" pitchFamily="18" charset="0"/>
                <a:ea typeface="굴림체" pitchFamily="49" charset="-127"/>
                <a:cs typeface="Times New Roman" panose="02020603050405020304" pitchFamily="18" charset="0"/>
              </a:rPr>
              <a:t>*</a:t>
            </a:r>
            <a:r>
              <a:rPr lang="ko-KR" altLang="en-US" sz="1000" b="1" dirty="0" smtClean="0">
                <a:latin typeface="Times New Roman" panose="02020603050405020304" pitchFamily="18" charset="0"/>
                <a:ea typeface="굴림체" pitchFamily="49" charset="-127"/>
                <a:cs typeface="Times New Roman" panose="02020603050405020304" pitchFamily="18" charset="0"/>
              </a:rPr>
              <a:t>：</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Vẫn</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có</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thể</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hoạt</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động</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nhanh</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mà</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không</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cần</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dừng</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hoạt</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động</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nhờ</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vào</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p>
          <a:p>
            <a:pPr eaLnBrk="1" hangingPunct="1">
              <a:lnSpc>
                <a:spcPct val="110000"/>
              </a:lnSpc>
              <a:spcBef>
                <a:spcPct val="0"/>
              </a:spcBef>
              <a:buFontTx/>
              <a:buNone/>
            </a:pPr>
            <a:r>
              <a:rPr lang="en-US" altLang="ko-KR" sz="1000" b="1" dirty="0" err="1" smtClean="0">
                <a:latin typeface="Times New Roman" panose="02020603050405020304" pitchFamily="18" charset="0"/>
                <a:ea typeface="굴림체" pitchFamily="49" charset="-127"/>
                <a:cs typeface="Times New Roman" panose="02020603050405020304" pitchFamily="18" charset="0"/>
              </a:rPr>
              <a:t>việc</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cài</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đặt</a:t>
            </a:r>
            <a:r>
              <a:rPr lang="en-US" altLang="ko-KR" sz="1000" b="1" dirty="0" smtClean="0">
                <a:latin typeface="Times New Roman" panose="02020603050405020304" pitchFamily="18" charset="0"/>
                <a:ea typeface="굴림체" pitchFamily="49" charset="-127"/>
                <a:cs typeface="Times New Roman" panose="02020603050405020304" pitchFamily="18" charset="0"/>
              </a:rPr>
              <a:t> Parameter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cho</a:t>
            </a:r>
            <a:r>
              <a:rPr lang="en-US" altLang="ko-KR" sz="1000" b="1" dirty="0" smtClean="0">
                <a:latin typeface="Times New Roman" panose="02020603050405020304" pitchFamily="18" charset="0"/>
                <a:ea typeface="굴림체" pitchFamily="49" charset="-127"/>
                <a:cs typeface="Times New Roman" panose="02020603050405020304" pitchFamily="18" charset="0"/>
              </a:rPr>
              <a:t> CPU.</a:t>
            </a:r>
            <a:endParaRPr lang="en-US" altLang="ko-KR" sz="1000" b="1" dirty="0">
              <a:latin typeface="Times New Roman" panose="02020603050405020304" pitchFamily="18" charset="0"/>
              <a:ea typeface="굴림체" pitchFamily="49" charset="-127"/>
              <a:cs typeface="Times New Roman" panose="02020603050405020304" pitchFamily="18" charset="0"/>
            </a:endParaRPr>
          </a:p>
        </p:txBody>
      </p:sp>
      <p:sp>
        <p:nvSpPr>
          <p:cNvPr id="188421"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88422"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1244588" y="3327220"/>
            <a:ext cx="1764196"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 name="TextBox 2"/>
          <p:cNvSpPr txBox="1"/>
          <p:nvPr/>
        </p:nvSpPr>
        <p:spPr>
          <a:xfrm>
            <a:off x="1138732" y="3212976"/>
            <a:ext cx="537904" cy="666208"/>
          </a:xfrm>
          <a:prstGeom prst="rect">
            <a:avLst/>
          </a:prstGeom>
          <a:noFill/>
        </p:spPr>
        <p:txBody>
          <a:bodyPr vert="eaVert" wrap="none" rtlCol="0">
            <a:spAutoFit/>
          </a:bodyPr>
          <a:lstStyle/>
          <a:p>
            <a:r>
              <a:rPr lang="en-US" altLang="ko-KR" sz="1000" dirty="0" err="1" smtClean="0">
                <a:latin typeface="Times New Roman" panose="02020603050405020304" pitchFamily="18" charset="0"/>
                <a:ea typeface="돋움" pitchFamily="50" charset="-127"/>
                <a:cs typeface="Times New Roman" panose="02020603050405020304" pitchFamily="18" charset="0"/>
              </a:rPr>
              <a:t>Mô</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đun</a:t>
            </a:r>
            <a:r>
              <a:rPr lang="en-US" altLang="ko-KR" sz="1000" dirty="0" smtClean="0">
                <a:latin typeface="Times New Roman" panose="02020603050405020304" pitchFamily="18" charset="0"/>
                <a:ea typeface="돋움" pitchFamily="50" charset="-127"/>
                <a:cs typeface="Times New Roman" panose="02020603050405020304" pitchFamily="18" charset="0"/>
              </a:rPr>
              <a:t> </a:t>
            </a:r>
          </a:p>
          <a:p>
            <a:r>
              <a:rPr lang="en-US" altLang="ko-KR" sz="1000" dirty="0" err="1" smtClean="0">
                <a:latin typeface="Times New Roman" panose="02020603050405020304" pitchFamily="18" charset="0"/>
                <a:ea typeface="돋움" pitchFamily="50" charset="-127"/>
                <a:cs typeface="Times New Roman" panose="02020603050405020304" pitchFamily="18" charset="0"/>
              </a:rPr>
              <a:t>điện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nguồn</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9" name="직사각형 8"/>
          <p:cNvSpPr/>
          <p:nvPr/>
        </p:nvSpPr>
        <p:spPr bwMode="auto">
          <a:xfrm>
            <a:off x="1597159" y="3327220"/>
            <a:ext cx="324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0" name="TextBox 9"/>
          <p:cNvSpPr txBox="1"/>
          <p:nvPr/>
        </p:nvSpPr>
        <p:spPr>
          <a:xfrm>
            <a:off x="1587865" y="3225728"/>
            <a:ext cx="369332" cy="775212"/>
          </a:xfrm>
          <a:prstGeom prst="rect">
            <a:avLst/>
          </a:prstGeom>
          <a:noFill/>
        </p:spPr>
        <p:txBody>
          <a:bodyPr vert="eaVert" wrap="none" rtlCol="0">
            <a:spAutoFit/>
          </a:bodyPr>
          <a:lstStyle/>
          <a:p>
            <a:r>
              <a:rPr lang="en-US" altLang="ko-KR" sz="1000" dirty="0" err="1" smtClean="0">
                <a:latin typeface="Times New Roman" panose="02020603050405020304" pitchFamily="18" charset="0"/>
                <a:ea typeface="돋움" pitchFamily="50" charset="-127"/>
                <a:cs typeface="Times New Roman" panose="02020603050405020304" pitchFamily="18" charset="0"/>
              </a:rPr>
              <a:t>Mô</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đun</a:t>
            </a:r>
            <a:r>
              <a:rPr lang="en-US" altLang="ko-KR" sz="1000" dirty="0" smtClean="0">
                <a:latin typeface="Times New Roman" panose="02020603050405020304" pitchFamily="18" charset="0"/>
                <a:ea typeface="돋움" pitchFamily="50" charset="-127"/>
                <a:cs typeface="Times New Roman" panose="02020603050405020304" pitchFamily="18" charset="0"/>
              </a:rPr>
              <a:t> CPU</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11" name="직사각형 10"/>
          <p:cNvSpPr/>
          <p:nvPr/>
        </p:nvSpPr>
        <p:spPr bwMode="auto">
          <a:xfrm>
            <a:off x="2214853" y="3327220"/>
            <a:ext cx="324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3" name="TextBox 12"/>
          <p:cNvSpPr txBox="1"/>
          <p:nvPr/>
        </p:nvSpPr>
        <p:spPr>
          <a:xfrm>
            <a:off x="1893146" y="3225728"/>
            <a:ext cx="369332" cy="698268"/>
          </a:xfrm>
          <a:prstGeom prst="rect">
            <a:avLst/>
          </a:prstGeom>
          <a:noFill/>
        </p:spPr>
        <p:txBody>
          <a:bodyPr vert="eaVert" wrap="none" rtlCol="0">
            <a:spAutoFit/>
          </a:bodyPr>
          <a:lstStyle/>
          <a:p>
            <a:r>
              <a:rPr lang="en-US" altLang="ko-KR" sz="1000" dirty="0" err="1" smtClean="0">
                <a:latin typeface="Times New Roman" panose="02020603050405020304" pitchFamily="18" charset="0"/>
                <a:ea typeface="돋움" pitchFamily="50" charset="-127"/>
                <a:cs typeface="Times New Roman" panose="02020603050405020304" pitchFamily="18" charset="0"/>
              </a:rPr>
              <a:t>Mô</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đun</a:t>
            </a:r>
            <a:r>
              <a:rPr lang="en-US" altLang="ko-KR" sz="1000" dirty="0" smtClean="0">
                <a:latin typeface="Times New Roman" panose="02020603050405020304" pitchFamily="18" charset="0"/>
                <a:ea typeface="돋움" pitchFamily="50" charset="-127"/>
                <a:cs typeface="Times New Roman" panose="02020603050405020304" pitchFamily="18" charset="0"/>
              </a:rPr>
              <a:t> I/O</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14" name="TextBox 13"/>
          <p:cNvSpPr txBox="1"/>
          <p:nvPr/>
        </p:nvSpPr>
        <p:spPr>
          <a:xfrm>
            <a:off x="2210653" y="3225728"/>
            <a:ext cx="369332" cy="698268"/>
          </a:xfrm>
          <a:prstGeom prst="rect">
            <a:avLst/>
          </a:prstGeom>
          <a:noFill/>
        </p:spPr>
        <p:txBody>
          <a:bodyPr vert="eaVert" wrap="none" rtlCol="0">
            <a:spAutoFit/>
          </a:bodyPr>
          <a:lstStyle/>
          <a:p>
            <a:r>
              <a:rPr lang="en-US" altLang="ko-KR" sz="1000" dirty="0" err="1" smtClean="0">
                <a:latin typeface="Times New Roman" panose="02020603050405020304" pitchFamily="18" charset="0"/>
                <a:ea typeface="돋움" pitchFamily="50" charset="-127"/>
                <a:cs typeface="Times New Roman" panose="02020603050405020304" pitchFamily="18" charset="0"/>
              </a:rPr>
              <a:t>Mô</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đun</a:t>
            </a:r>
            <a:r>
              <a:rPr lang="en-US" altLang="ko-KR" sz="1000" dirty="0" smtClean="0">
                <a:latin typeface="Times New Roman" panose="02020603050405020304" pitchFamily="18" charset="0"/>
                <a:ea typeface="돋움" pitchFamily="50" charset="-127"/>
                <a:cs typeface="Times New Roman" panose="02020603050405020304" pitchFamily="18" charset="0"/>
              </a:rPr>
              <a:t> I/O</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15" name="TextBox 14"/>
          <p:cNvSpPr txBox="1"/>
          <p:nvPr/>
        </p:nvSpPr>
        <p:spPr>
          <a:xfrm>
            <a:off x="2526794" y="3104964"/>
            <a:ext cx="553998" cy="961161"/>
          </a:xfrm>
          <a:prstGeom prst="rect">
            <a:avLst/>
          </a:prstGeom>
          <a:noFill/>
        </p:spPr>
        <p:txBody>
          <a:bodyPr vert="eaVert" wrap="none" rtlCol="0">
            <a:spAutoFit/>
          </a:bodyPr>
          <a:lstStyle/>
          <a:p>
            <a:r>
              <a:rPr lang="en-US" altLang="ko-KR" sz="1000" dirty="0" err="1" smtClean="0">
                <a:latin typeface="Times New Roman" panose="02020603050405020304" pitchFamily="18" charset="0"/>
                <a:ea typeface="돋움" pitchFamily="50" charset="-127"/>
                <a:cs typeface="Times New Roman" panose="02020603050405020304" pitchFamily="18" charset="0"/>
              </a:rPr>
              <a:t>Mô</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đun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chức</a:t>
            </a:r>
            <a:endParaRPr lang="en-US" altLang="ko-KR" sz="1000" dirty="0">
              <a:latin typeface="Times New Roman" panose="02020603050405020304" pitchFamily="18" charset="0"/>
              <a:ea typeface="돋움" pitchFamily="50" charset="-127"/>
              <a:cs typeface="Times New Roman" panose="02020603050405020304" pitchFamily="18" charset="0"/>
            </a:endParaRPr>
          </a:p>
          <a:p>
            <a:r>
              <a:rPr lang="en-US" altLang="ko-KR" sz="1000" dirty="0" err="1">
                <a:latin typeface="Times New Roman" panose="02020603050405020304" pitchFamily="18" charset="0"/>
                <a:ea typeface="돋움" pitchFamily="50" charset="-127"/>
                <a:cs typeface="Times New Roman" panose="02020603050405020304" pitchFamily="18" charset="0"/>
              </a:rPr>
              <a:t>n</a:t>
            </a:r>
            <a:r>
              <a:rPr lang="en-US" altLang="ko-KR" sz="1000" dirty="0" err="1" smtClean="0">
                <a:latin typeface="Times New Roman" panose="02020603050405020304" pitchFamily="18" charset="0"/>
                <a:ea typeface="돋움" pitchFamily="50" charset="-127"/>
                <a:cs typeface="Times New Roman" panose="02020603050405020304" pitchFamily="18" charset="0"/>
              </a:rPr>
              <a:t>ăng</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thông</a:t>
            </a:r>
            <a:r>
              <a:rPr lang="en-US" altLang="ko-KR" sz="1000" dirty="0" smtClean="0">
                <a:latin typeface="Times New Roman" panose="02020603050405020304" pitchFamily="18" charset="0"/>
                <a:ea typeface="돋움" pitchFamily="50" charset="-127"/>
                <a:cs typeface="Times New Roman" panose="02020603050405020304" pitchFamily="18" charset="0"/>
              </a:rPr>
              <a:t> minh</a:t>
            </a:r>
          </a:p>
        </p:txBody>
      </p:sp>
      <p:sp>
        <p:nvSpPr>
          <p:cNvPr id="5" name="직사각형 4"/>
          <p:cNvSpPr/>
          <p:nvPr/>
        </p:nvSpPr>
        <p:spPr bwMode="auto">
          <a:xfrm>
            <a:off x="1274279" y="4191323"/>
            <a:ext cx="1224000" cy="455503"/>
          </a:xfrm>
          <a:prstGeom prst="rect">
            <a:avLst/>
          </a:prstGeom>
          <a:noFill/>
          <a:ln w="9525" cap="flat" cmpd="sng" algn="ctr">
            <a:solidFill>
              <a:schemeClr val="tx1">
                <a:lumMod val="50000"/>
                <a:lumOff val="50000"/>
              </a:schemeClr>
            </a:solidFill>
            <a:prstDash val="dash"/>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6" name="TextBox 5"/>
          <p:cNvSpPr txBox="1"/>
          <p:nvPr/>
        </p:nvSpPr>
        <p:spPr>
          <a:xfrm>
            <a:off x="844791" y="4137096"/>
            <a:ext cx="1588897" cy="444032"/>
          </a:xfrm>
          <a:prstGeom prst="rect">
            <a:avLst/>
          </a:prstGeom>
          <a:noFill/>
        </p:spPr>
        <p:txBody>
          <a:bodyPr wrap="non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Device </a:t>
            </a:r>
            <a:r>
              <a:rPr lang="en-US" altLang="ko-KR" sz="1000" dirty="0" err="1" smtClean="0">
                <a:latin typeface="Times New Roman" panose="02020603050405020304" pitchFamily="18" charset="0"/>
                <a:ea typeface="돋움" pitchFamily="50" charset="-127"/>
                <a:cs typeface="Times New Roman" panose="02020603050405020304" pitchFamily="18" charset="0"/>
              </a:rPr>
              <a:t>Mô</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đun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chức</a:t>
            </a:r>
            <a:r>
              <a:rPr lang="en-US" altLang="ko-KR" sz="1000" dirty="0" smtClean="0">
                <a:latin typeface="Times New Roman" panose="02020603050405020304" pitchFamily="18" charset="0"/>
                <a:ea typeface="돋움" pitchFamily="50" charset="-127"/>
                <a:cs typeface="Times New Roman" panose="02020603050405020304" pitchFamily="18" charset="0"/>
              </a:rPr>
              <a:t> </a:t>
            </a:r>
          </a:p>
          <a:p>
            <a:pPr algn="ctr"/>
            <a:r>
              <a:rPr lang="en-US" altLang="ko-KR" sz="1000" dirty="0" err="1" smtClean="0">
                <a:latin typeface="Times New Roman" panose="02020603050405020304" pitchFamily="18" charset="0"/>
                <a:ea typeface="돋움" pitchFamily="50" charset="-127"/>
                <a:cs typeface="Times New Roman" panose="02020603050405020304" pitchFamily="18" charset="0"/>
              </a:rPr>
              <a:t>năng</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thông</a:t>
            </a:r>
            <a:r>
              <a:rPr lang="en-US" altLang="ko-KR" sz="1000" dirty="0" smtClean="0">
                <a:latin typeface="Times New Roman" panose="02020603050405020304" pitchFamily="18" charset="0"/>
                <a:ea typeface="돋움" pitchFamily="50" charset="-127"/>
                <a:cs typeface="Times New Roman" panose="02020603050405020304" pitchFamily="18" charset="0"/>
              </a:rPr>
              <a:t> minh(U</a:t>
            </a:r>
            <a:r>
              <a:rPr lang="ko-KR" altLang="en-US" sz="1000" dirty="0" smtClean="0">
                <a:latin typeface="Times New Roman" panose="02020603050405020304" pitchFamily="18" charset="0"/>
                <a:ea typeface="돋움" pitchFamily="50" charset="-127"/>
                <a:cs typeface="Times New Roman" panose="02020603050405020304" pitchFamily="18" charset="0"/>
              </a:rPr>
              <a:t>□</a:t>
            </a:r>
            <a:r>
              <a:rPr lang="en-US" altLang="ko-KR" sz="1000" dirty="0" smtClean="0">
                <a:latin typeface="Times New Roman" panose="02020603050405020304" pitchFamily="18" charset="0"/>
                <a:ea typeface="돋움" pitchFamily="50" charset="-127"/>
                <a:cs typeface="Times New Roman" panose="02020603050405020304" pitchFamily="18" charset="0"/>
              </a:rPr>
              <a:t>\G</a:t>
            </a:r>
            <a:r>
              <a:rPr lang="ko-KR" altLang="en-US" sz="1000" dirty="0" smtClean="0">
                <a:latin typeface="Times New Roman" panose="02020603050405020304" pitchFamily="18" charset="0"/>
                <a:ea typeface="돋움" pitchFamily="50" charset="-127"/>
                <a:cs typeface="Times New Roman" panose="02020603050405020304" pitchFamily="18" charset="0"/>
              </a:rPr>
              <a:t>□</a:t>
            </a:r>
            <a:r>
              <a:rPr lang="en-US" altLang="ko-KR" sz="1000" dirty="0" smtClean="0">
                <a:latin typeface="Times New Roman" panose="02020603050405020304" pitchFamily="18" charset="0"/>
                <a:ea typeface="돋움" pitchFamily="50" charset="-127"/>
                <a:cs typeface="Times New Roman" panose="02020603050405020304" pitchFamily="18" charset="0"/>
              </a:rPr>
              <a:t>)</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19" name="직사각형 18"/>
          <p:cNvSpPr/>
          <p:nvPr/>
        </p:nvSpPr>
        <p:spPr bwMode="auto">
          <a:xfrm>
            <a:off x="1274279" y="5153760"/>
            <a:ext cx="1224000" cy="455503"/>
          </a:xfrm>
          <a:prstGeom prst="rect">
            <a:avLst/>
          </a:prstGeom>
          <a:noFill/>
          <a:ln w="9525" cap="flat" cmpd="sng" algn="ctr">
            <a:solidFill>
              <a:schemeClr val="tx1">
                <a:lumMod val="50000"/>
                <a:lumOff val="50000"/>
              </a:schemeClr>
            </a:solidFill>
            <a:prstDash val="dash"/>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0" name="TextBox 19"/>
          <p:cNvSpPr txBox="1"/>
          <p:nvPr/>
        </p:nvSpPr>
        <p:spPr>
          <a:xfrm>
            <a:off x="1274657" y="5127575"/>
            <a:ext cx="1236236" cy="461665"/>
          </a:xfrm>
          <a:prstGeom prst="rect">
            <a:avLst/>
          </a:prstGeom>
          <a:noFill/>
        </p:spPr>
        <p:txBody>
          <a:bodyPr wrap="non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Device Memory </a:t>
            </a:r>
            <a:r>
              <a:rPr lang="en-US" altLang="ko-KR" sz="1000" dirty="0" err="1" smtClean="0">
                <a:latin typeface="Times New Roman" panose="02020603050405020304" pitchFamily="18" charset="0"/>
                <a:ea typeface="돋움" pitchFamily="50" charset="-127"/>
                <a:cs typeface="Times New Roman" panose="02020603050405020304" pitchFamily="18" charset="0"/>
              </a:rPr>
              <a:t>của</a:t>
            </a:r>
            <a:endParaRPr lang="en-US" altLang="ko-KR" sz="1000" dirty="0" smtClean="0">
              <a:latin typeface="Times New Roman" panose="02020603050405020304" pitchFamily="18" charset="0"/>
              <a:ea typeface="돋움" pitchFamily="50" charset="-127"/>
              <a:cs typeface="Times New Roman" panose="02020603050405020304" pitchFamily="18" charset="0"/>
            </a:endParaRPr>
          </a:p>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 D,W,R,X,Y…</a:t>
            </a:r>
          </a:p>
        </p:txBody>
      </p:sp>
      <p:sp>
        <p:nvSpPr>
          <p:cNvPr id="21" name="직사각형 20"/>
          <p:cNvSpPr/>
          <p:nvPr/>
        </p:nvSpPr>
        <p:spPr bwMode="auto">
          <a:xfrm>
            <a:off x="3296815" y="4874239"/>
            <a:ext cx="540000" cy="455503"/>
          </a:xfrm>
          <a:prstGeom prst="rect">
            <a:avLst/>
          </a:prstGeom>
          <a:noFill/>
          <a:ln w="9525" cap="flat" cmpd="sng" algn="ctr">
            <a:solidFill>
              <a:schemeClr val="tx1">
                <a:lumMod val="50000"/>
                <a:lumOff val="50000"/>
              </a:schemeClr>
            </a:solidFill>
            <a:prstDash val="dash"/>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2" name="TextBox 21"/>
          <p:cNvSpPr txBox="1"/>
          <p:nvPr/>
        </p:nvSpPr>
        <p:spPr>
          <a:xfrm>
            <a:off x="3267964" y="4859512"/>
            <a:ext cx="627095" cy="445571"/>
          </a:xfrm>
          <a:prstGeom prst="rect">
            <a:avLst/>
          </a:prstGeom>
          <a:noFill/>
        </p:spPr>
        <p:txBody>
          <a:bodyPr wrap="non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Buffer </a:t>
            </a:r>
          </a:p>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Memory</a:t>
            </a:r>
          </a:p>
        </p:txBody>
      </p:sp>
      <p:sp>
        <p:nvSpPr>
          <p:cNvPr id="23" name="직사각형 22"/>
          <p:cNvSpPr/>
          <p:nvPr/>
        </p:nvSpPr>
        <p:spPr bwMode="auto">
          <a:xfrm>
            <a:off x="3296815" y="5482941"/>
            <a:ext cx="540000" cy="455503"/>
          </a:xfrm>
          <a:prstGeom prst="rect">
            <a:avLst/>
          </a:prstGeom>
          <a:noFill/>
          <a:ln w="9525" cap="flat" cmpd="sng" algn="ctr">
            <a:solidFill>
              <a:schemeClr val="tx1">
                <a:lumMod val="50000"/>
                <a:lumOff val="50000"/>
              </a:schemeClr>
            </a:solidFill>
            <a:prstDash val="dash"/>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4" name="TextBox 23"/>
          <p:cNvSpPr txBox="1"/>
          <p:nvPr/>
        </p:nvSpPr>
        <p:spPr>
          <a:xfrm>
            <a:off x="3220670" y="5468214"/>
            <a:ext cx="721672" cy="461665"/>
          </a:xfrm>
          <a:prstGeom prst="rect">
            <a:avLst/>
          </a:prstGeom>
          <a:noFill/>
        </p:spPr>
        <p:txBody>
          <a:bodyPr wrap="none" rtlCol="0">
            <a:spAutoFit/>
          </a:bodyPr>
          <a:lstStyle/>
          <a:p>
            <a:pPr algn="ctr"/>
            <a:r>
              <a:rPr lang="en-US" altLang="ko-KR" sz="1000" dirty="0" err="1" smtClean="0">
                <a:latin typeface="Times New Roman" panose="02020603050405020304" pitchFamily="18" charset="0"/>
                <a:ea typeface="돋움" pitchFamily="50" charset="-127"/>
                <a:cs typeface="Times New Roman" panose="02020603050405020304" pitchFamily="18" charset="0"/>
              </a:rPr>
              <a:t>Tín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hiệu</a:t>
            </a:r>
            <a:endParaRPr lang="en-US" altLang="ko-KR" sz="1000" dirty="0">
              <a:latin typeface="Times New Roman" panose="02020603050405020304" pitchFamily="18" charset="0"/>
              <a:ea typeface="돋움" pitchFamily="50" charset="-127"/>
              <a:cs typeface="Times New Roman" panose="02020603050405020304" pitchFamily="18" charset="0"/>
            </a:endParaRPr>
          </a:p>
          <a:p>
            <a:pPr algn="ctr"/>
            <a:r>
              <a:rPr lang="en-US" altLang="ko-KR" sz="1000" dirty="0" err="1" smtClean="0">
                <a:latin typeface="Times New Roman" panose="02020603050405020304" pitchFamily="18" charset="0"/>
                <a:ea typeface="돋움" pitchFamily="50" charset="-127"/>
                <a:cs typeface="Times New Roman" panose="02020603050405020304" pitchFamily="18" charset="0"/>
              </a:rPr>
              <a:t>đầu</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vào</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ra</a:t>
            </a:r>
            <a:endParaRPr lang="en-US" altLang="ko-KR" sz="1000" dirty="0" smtClean="0">
              <a:latin typeface="Times New Roman" panose="02020603050405020304" pitchFamily="18" charset="0"/>
              <a:ea typeface="돋움" pitchFamily="50" charset="-127"/>
              <a:cs typeface="Times New Roman" panose="02020603050405020304" pitchFamily="18" charset="0"/>
            </a:endParaRPr>
          </a:p>
        </p:txBody>
      </p:sp>
      <p:cxnSp>
        <p:nvCxnSpPr>
          <p:cNvPr id="8" name="직선 화살표 연결선 7"/>
          <p:cNvCxnSpPr>
            <a:stCxn id="16" idx="6"/>
            <a:endCxn id="34" idx="0"/>
          </p:cNvCxnSpPr>
          <p:nvPr/>
        </p:nvCxnSpPr>
        <p:spPr bwMode="auto">
          <a:xfrm>
            <a:off x="2484080" y="4271708"/>
            <a:ext cx="1204210" cy="370723"/>
          </a:xfrm>
          <a:prstGeom prst="bentConnector2">
            <a:avLst/>
          </a:prstGeom>
          <a:noFill/>
          <a:ln w="9525" cap="flat" cmpd="sng" algn="ctr">
            <a:solidFill>
              <a:schemeClr val="tx1">
                <a:lumMod val="50000"/>
                <a:lumOff val="50000"/>
              </a:schemeClr>
            </a:solidFill>
            <a:prstDash val="solid"/>
            <a:round/>
            <a:headEnd type="arrow" w="med" len="med"/>
            <a:tailEnd type="none" w="med" len="med"/>
          </a:ln>
          <a:effectLst/>
        </p:spPr>
      </p:cxnSp>
      <p:sp>
        <p:nvSpPr>
          <p:cNvPr id="16" name="타원 15"/>
          <p:cNvSpPr/>
          <p:nvPr/>
        </p:nvSpPr>
        <p:spPr bwMode="auto">
          <a:xfrm>
            <a:off x="2330923" y="3951446"/>
            <a:ext cx="153157" cy="640524"/>
          </a:xfrm>
          <a:prstGeom prst="ellipse">
            <a:avLst/>
          </a:prstGeom>
          <a:no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8" name="타원 27"/>
          <p:cNvSpPr/>
          <p:nvPr/>
        </p:nvSpPr>
        <p:spPr bwMode="auto">
          <a:xfrm>
            <a:off x="2330923" y="4233158"/>
            <a:ext cx="153157" cy="640524"/>
          </a:xfrm>
          <a:prstGeom prst="ellipse">
            <a:avLst/>
          </a:prstGeom>
          <a:no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3" name="타원 32"/>
          <p:cNvSpPr/>
          <p:nvPr/>
        </p:nvSpPr>
        <p:spPr bwMode="auto">
          <a:xfrm>
            <a:off x="3296122" y="4642431"/>
            <a:ext cx="153157" cy="640524"/>
          </a:xfrm>
          <a:prstGeom prst="ellipse">
            <a:avLst/>
          </a:prstGeom>
          <a:no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4" name="타원 33"/>
          <p:cNvSpPr/>
          <p:nvPr/>
        </p:nvSpPr>
        <p:spPr bwMode="auto">
          <a:xfrm>
            <a:off x="3611711" y="4642431"/>
            <a:ext cx="153157" cy="640524"/>
          </a:xfrm>
          <a:prstGeom prst="ellipse">
            <a:avLst/>
          </a:prstGeom>
          <a:no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cxnSp>
        <p:nvCxnSpPr>
          <p:cNvPr id="41" name="직선 화살표 연결선 7"/>
          <p:cNvCxnSpPr>
            <a:stCxn id="33" idx="0"/>
            <a:endCxn id="28" idx="6"/>
          </p:cNvCxnSpPr>
          <p:nvPr/>
        </p:nvCxnSpPr>
        <p:spPr bwMode="auto">
          <a:xfrm rot="16200000" flipV="1">
            <a:off x="2883886" y="4153615"/>
            <a:ext cx="89011" cy="888621"/>
          </a:xfrm>
          <a:prstGeom prst="bentConnector2">
            <a:avLst/>
          </a:prstGeom>
          <a:noFill/>
          <a:ln w="9525" cap="flat" cmpd="sng" algn="ctr">
            <a:solidFill>
              <a:schemeClr val="tx1">
                <a:lumMod val="50000"/>
                <a:lumOff val="50000"/>
              </a:schemeClr>
            </a:solidFill>
            <a:prstDash val="solid"/>
            <a:round/>
            <a:headEnd type="arrow" w="med" len="med"/>
            <a:tailEnd type="none" w="med" len="med"/>
          </a:ln>
          <a:effectLst/>
        </p:spPr>
      </p:cxnSp>
      <p:sp>
        <p:nvSpPr>
          <p:cNvPr id="44" name="TextBox 43"/>
          <p:cNvSpPr txBox="1"/>
          <p:nvPr/>
        </p:nvSpPr>
        <p:spPr>
          <a:xfrm>
            <a:off x="2639126" y="4041068"/>
            <a:ext cx="780983" cy="260905"/>
          </a:xfrm>
          <a:prstGeom prst="rect">
            <a:avLst/>
          </a:prstGeom>
          <a:noFill/>
        </p:spPr>
        <p:txBody>
          <a:bodyPr wrap="none" rtlCol="0">
            <a:spAutoFit/>
          </a:bodyPr>
          <a:lstStyle/>
          <a:p>
            <a:pPr algn="ctr"/>
            <a:r>
              <a:rPr lang="en-US" altLang="ko-KR" sz="1000" dirty="0" err="1" smtClean="0">
                <a:latin typeface="Times New Roman" panose="02020603050405020304" pitchFamily="18" charset="0"/>
                <a:ea typeface="돋움" pitchFamily="50" charset="-127"/>
                <a:cs typeface="Times New Roman" panose="02020603050405020304" pitchFamily="18" charset="0"/>
              </a:rPr>
              <a:t>Lệnh</a:t>
            </a:r>
            <a:r>
              <a:rPr lang="en-US" altLang="ko-KR" sz="1000" dirty="0" smtClean="0">
                <a:latin typeface="Times New Roman" panose="02020603050405020304" pitchFamily="18" charset="0"/>
                <a:ea typeface="돋움" pitchFamily="50" charset="-127"/>
                <a:cs typeface="Times New Roman" panose="02020603050405020304" pitchFamily="18" charset="0"/>
              </a:rPr>
              <a:t> MOV</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45" name="TextBox 44"/>
          <p:cNvSpPr txBox="1"/>
          <p:nvPr/>
        </p:nvSpPr>
        <p:spPr>
          <a:xfrm>
            <a:off x="2639126" y="4338625"/>
            <a:ext cx="780983" cy="260905"/>
          </a:xfrm>
          <a:prstGeom prst="rect">
            <a:avLst/>
          </a:prstGeom>
          <a:noFill/>
        </p:spPr>
        <p:txBody>
          <a:bodyPr wrap="none" rtlCol="0">
            <a:spAutoFit/>
          </a:bodyPr>
          <a:lstStyle/>
          <a:p>
            <a:pPr algn="ctr"/>
            <a:r>
              <a:rPr lang="en-US" altLang="ko-KR" sz="1000" dirty="0" err="1" smtClean="0">
                <a:latin typeface="Times New Roman" panose="02020603050405020304" pitchFamily="18" charset="0"/>
                <a:ea typeface="돋움" pitchFamily="50" charset="-127"/>
                <a:cs typeface="Times New Roman" panose="02020603050405020304" pitchFamily="18" charset="0"/>
              </a:rPr>
              <a:t>Lệnh</a:t>
            </a:r>
            <a:r>
              <a:rPr lang="en-US" altLang="ko-KR" sz="1000" dirty="0" smtClean="0">
                <a:latin typeface="Times New Roman" panose="02020603050405020304" pitchFamily="18" charset="0"/>
                <a:ea typeface="돋움" pitchFamily="50" charset="-127"/>
                <a:cs typeface="Times New Roman" panose="02020603050405020304" pitchFamily="18" charset="0"/>
              </a:rPr>
              <a:t> MOV</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cxnSp>
        <p:nvCxnSpPr>
          <p:cNvPr id="188423" name="직선 화살표 연결선 188422"/>
          <p:cNvCxnSpPr/>
          <p:nvPr/>
        </p:nvCxnSpPr>
        <p:spPr bwMode="auto">
          <a:xfrm flipH="1">
            <a:off x="2505075" y="5013176"/>
            <a:ext cx="776884" cy="0"/>
          </a:xfrm>
          <a:prstGeom prst="straightConnector1">
            <a:avLst/>
          </a:prstGeom>
          <a:noFill/>
          <a:ln w="9525" cap="flat" cmpd="sng" algn="ctr">
            <a:solidFill>
              <a:schemeClr val="tx1">
                <a:lumMod val="50000"/>
                <a:lumOff val="50000"/>
              </a:schemeClr>
            </a:solidFill>
            <a:prstDash val="solid"/>
            <a:round/>
            <a:headEnd type="none" w="med" len="med"/>
            <a:tailEnd type="arrow"/>
          </a:ln>
          <a:effectLst/>
        </p:spPr>
      </p:cxnSp>
      <p:cxnSp>
        <p:nvCxnSpPr>
          <p:cNvPr id="53" name="직선 화살표 연결선 52"/>
          <p:cNvCxnSpPr/>
          <p:nvPr/>
        </p:nvCxnSpPr>
        <p:spPr bwMode="auto">
          <a:xfrm>
            <a:off x="2505075" y="5192774"/>
            <a:ext cx="776884" cy="0"/>
          </a:xfrm>
          <a:prstGeom prst="straightConnector1">
            <a:avLst/>
          </a:prstGeom>
          <a:noFill/>
          <a:ln w="9525" cap="flat" cmpd="sng" algn="ctr">
            <a:solidFill>
              <a:schemeClr val="tx1">
                <a:lumMod val="50000"/>
                <a:lumOff val="50000"/>
              </a:schemeClr>
            </a:solidFill>
            <a:prstDash val="solid"/>
            <a:round/>
            <a:headEnd type="none" w="med" len="med"/>
            <a:tailEnd type="arrow"/>
          </a:ln>
          <a:effectLst/>
        </p:spPr>
      </p:cxnSp>
      <p:cxnSp>
        <p:nvCxnSpPr>
          <p:cNvPr id="54" name="직선 화살표 연결선 53"/>
          <p:cNvCxnSpPr/>
          <p:nvPr/>
        </p:nvCxnSpPr>
        <p:spPr bwMode="auto">
          <a:xfrm flipH="1">
            <a:off x="2505075" y="5615719"/>
            <a:ext cx="776884" cy="0"/>
          </a:xfrm>
          <a:prstGeom prst="straightConnector1">
            <a:avLst/>
          </a:prstGeom>
          <a:noFill/>
          <a:ln w="9525" cap="flat" cmpd="sng" algn="ctr">
            <a:solidFill>
              <a:schemeClr val="tx1">
                <a:lumMod val="50000"/>
                <a:lumOff val="50000"/>
              </a:schemeClr>
            </a:solidFill>
            <a:prstDash val="solid"/>
            <a:round/>
            <a:headEnd type="none" w="med" len="med"/>
            <a:tailEnd type="arrow"/>
          </a:ln>
          <a:effectLst/>
        </p:spPr>
      </p:cxnSp>
      <p:cxnSp>
        <p:nvCxnSpPr>
          <p:cNvPr id="55" name="직선 화살표 연결선 54"/>
          <p:cNvCxnSpPr/>
          <p:nvPr/>
        </p:nvCxnSpPr>
        <p:spPr bwMode="auto">
          <a:xfrm>
            <a:off x="2505075" y="5795317"/>
            <a:ext cx="776884" cy="0"/>
          </a:xfrm>
          <a:prstGeom prst="straightConnector1">
            <a:avLst/>
          </a:prstGeom>
          <a:noFill/>
          <a:ln w="9525" cap="flat" cmpd="sng" algn="ctr">
            <a:solidFill>
              <a:schemeClr val="tx1">
                <a:lumMod val="50000"/>
                <a:lumOff val="50000"/>
              </a:schemeClr>
            </a:solidFill>
            <a:prstDash val="solid"/>
            <a:round/>
            <a:headEnd type="none" w="med" len="med"/>
            <a:tailEnd type="arrow"/>
          </a:ln>
          <a:effectLst/>
        </p:spPr>
      </p:cxnSp>
      <p:sp>
        <p:nvSpPr>
          <p:cNvPr id="56" name="TextBox 55"/>
          <p:cNvSpPr txBox="1"/>
          <p:nvPr/>
        </p:nvSpPr>
        <p:spPr>
          <a:xfrm>
            <a:off x="2512619" y="4788750"/>
            <a:ext cx="843501" cy="260905"/>
          </a:xfrm>
          <a:prstGeom prst="rect">
            <a:avLst/>
          </a:prstGeom>
          <a:noFill/>
        </p:spPr>
        <p:txBody>
          <a:bodyPr wrap="none" rtlCol="0">
            <a:spAutoFit/>
          </a:bodyPr>
          <a:lstStyle/>
          <a:p>
            <a:pPr algn="ctr"/>
            <a:r>
              <a:rPr lang="en-US" altLang="ko-KR" sz="1000" dirty="0" err="1" smtClean="0">
                <a:latin typeface="Times New Roman" panose="02020603050405020304" pitchFamily="18" charset="0"/>
                <a:ea typeface="돋움" pitchFamily="50" charset="-127"/>
                <a:cs typeface="Times New Roman" panose="02020603050405020304" pitchFamily="18" charset="0"/>
              </a:rPr>
              <a:t>Lệnh</a:t>
            </a:r>
            <a:r>
              <a:rPr lang="en-US" altLang="ko-KR" sz="1000" dirty="0" smtClean="0">
                <a:latin typeface="Times New Roman" panose="02020603050405020304" pitchFamily="18" charset="0"/>
                <a:ea typeface="돋움" pitchFamily="50" charset="-127"/>
                <a:cs typeface="Times New Roman" panose="02020603050405020304" pitchFamily="18" charset="0"/>
              </a:rPr>
              <a:t> FROM</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57" name="TextBox 56"/>
          <p:cNvSpPr txBox="1"/>
          <p:nvPr/>
        </p:nvSpPr>
        <p:spPr>
          <a:xfrm>
            <a:off x="2607995" y="4982121"/>
            <a:ext cx="652743" cy="260905"/>
          </a:xfrm>
          <a:prstGeom prst="rect">
            <a:avLst/>
          </a:prstGeom>
          <a:noFill/>
        </p:spPr>
        <p:txBody>
          <a:bodyPr wrap="none" rtlCol="0">
            <a:spAutoFit/>
          </a:bodyPr>
          <a:lstStyle/>
          <a:p>
            <a:pPr algn="ctr"/>
            <a:r>
              <a:rPr lang="en-US" altLang="ko-KR" sz="1000" dirty="0" err="1" smtClean="0">
                <a:latin typeface="Times New Roman" panose="02020603050405020304" pitchFamily="18" charset="0"/>
                <a:ea typeface="돋움" pitchFamily="50" charset="-127"/>
                <a:cs typeface="Times New Roman" panose="02020603050405020304" pitchFamily="18" charset="0"/>
              </a:rPr>
              <a:t>Lệnh</a:t>
            </a:r>
            <a:r>
              <a:rPr lang="en-US" altLang="ko-KR" sz="1000" dirty="0" smtClean="0">
                <a:latin typeface="Times New Roman" panose="02020603050405020304" pitchFamily="18" charset="0"/>
                <a:ea typeface="돋움" pitchFamily="50" charset="-127"/>
                <a:cs typeface="Times New Roman" panose="02020603050405020304" pitchFamily="18" charset="0"/>
              </a:rPr>
              <a:t> TO</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58" name="TextBox 57"/>
          <p:cNvSpPr txBox="1"/>
          <p:nvPr/>
        </p:nvSpPr>
        <p:spPr>
          <a:xfrm>
            <a:off x="2563113" y="5400782"/>
            <a:ext cx="742511" cy="276999"/>
          </a:xfrm>
          <a:prstGeom prst="rect">
            <a:avLst/>
          </a:prstGeom>
          <a:noFill/>
        </p:spPr>
        <p:txBody>
          <a:bodyPr wrap="none" rtlCol="0">
            <a:spAutoFit/>
          </a:bodyPr>
          <a:lstStyle/>
          <a:p>
            <a:pPr algn="ctr"/>
            <a:r>
              <a:rPr lang="en-US" altLang="ko-KR" sz="1000" dirty="0" err="1" smtClean="0">
                <a:latin typeface="Times New Roman" panose="02020603050405020304" pitchFamily="18" charset="0"/>
                <a:ea typeface="돋움" pitchFamily="50" charset="-127"/>
                <a:cs typeface="Times New Roman" panose="02020603050405020304" pitchFamily="18" charset="0"/>
              </a:rPr>
              <a:t>Đầu</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vào</a:t>
            </a:r>
            <a:r>
              <a:rPr lang="ko-KR" altLang="en-US"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X</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
        <p:nvSpPr>
          <p:cNvPr id="59" name="TextBox 58"/>
          <p:cNvSpPr txBox="1"/>
          <p:nvPr/>
        </p:nvSpPr>
        <p:spPr>
          <a:xfrm>
            <a:off x="2605591" y="5588244"/>
            <a:ext cx="657552" cy="276999"/>
          </a:xfrm>
          <a:prstGeom prst="rect">
            <a:avLst/>
          </a:prstGeom>
          <a:noFill/>
        </p:spPr>
        <p:txBody>
          <a:bodyPr wrap="none" rtlCol="0">
            <a:spAutoFit/>
          </a:bodyPr>
          <a:lstStyle/>
          <a:p>
            <a:pPr algn="ctr"/>
            <a:r>
              <a:rPr lang="en-US" altLang="ko-KR" sz="1000" dirty="0" err="1" smtClean="0">
                <a:latin typeface="Times New Roman" panose="02020603050405020304" pitchFamily="18" charset="0"/>
                <a:ea typeface="돋움" pitchFamily="50" charset="-127"/>
                <a:cs typeface="Times New Roman" panose="02020603050405020304" pitchFamily="18" charset="0"/>
              </a:rPr>
              <a:t>Đầu</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ra</a:t>
            </a:r>
            <a:r>
              <a:rPr lang="ko-KR" altLang="en-US"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Y</a:t>
            </a:r>
            <a:endParaRPr lang="ko-KR" altLang="en-US" sz="1000" dirty="0">
              <a:latin typeface="Times New Roman" panose="02020603050405020304" pitchFamily="18" charset="0"/>
              <a:ea typeface="돋움" pitchFamily="50" charset="-127"/>
              <a:cs typeface="Times New Roman" panose="02020603050405020304" pitchFamily="18" charset="0"/>
            </a:endParaRPr>
          </a:p>
        </p:txBody>
      </p:sp>
    </p:spTree>
    <p:extLst>
      <p:ext uri="{BB962C8B-B14F-4D97-AF65-F5344CB8AC3E}">
        <p14:creationId xmlns:p14="http://schemas.microsoft.com/office/powerpoint/2010/main" val="1245144414"/>
      </p:ext>
    </p:extLst>
  </p:cSld>
  <p:clrMapOvr>
    <a:masterClrMapping/>
  </p:clrMapOvr>
  <p:transition/>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4"/>
          <p:cNvSpPr>
            <a:spLocks noChangeArrowheads="1"/>
          </p:cNvSpPr>
          <p:nvPr/>
        </p:nvSpPr>
        <p:spPr bwMode="auto">
          <a:xfrm>
            <a:off x="733425" y="750888"/>
            <a:ext cx="8972550" cy="24191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p>
          <a:p>
            <a:pPr eaLnBrk="1" hangingPunct="1">
              <a:lnSpc>
                <a:spcPct val="140000"/>
              </a:lnSpc>
              <a:spcBef>
                <a:spcPct val="0"/>
              </a:spcBef>
              <a:buFontTx/>
              <a:buNone/>
            </a:pPr>
            <a:r>
              <a:rPr lang="en-US" altLang="ko-KR" sz="1200" dirty="0" err="1" smtClean="0">
                <a:latin typeface="Times New Roman" panose="02020603050405020304" pitchFamily="18" charset="0"/>
                <a:cs typeface="Times New Roman" panose="02020603050405020304" pitchFamily="18" charset="0"/>
              </a:rPr>
              <a:t>Ghi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chú</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Ở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Utility </a:t>
            </a:r>
            <a:r>
              <a:rPr lang="en-US" altLang="ko-KR" sz="1200" dirty="0" err="1" smtClean="0">
                <a:latin typeface="Times New Roman" panose="02020603050405020304" pitchFamily="18" charset="0"/>
                <a:cs typeface="Times New Roman" panose="02020603050405020304" pitchFamily="18" charset="0"/>
              </a:rPr>
              <a:t>Pakage</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GX Configurator-□□</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riêng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Utility </a:t>
            </a:r>
            <a:r>
              <a:rPr lang="en-US" altLang="ko-KR" sz="1200" dirty="0" err="1" smtClean="0">
                <a:latin typeface="Times New Roman" panose="02020603050405020304" pitchFamily="18" charset="0"/>
                <a:cs typeface="Times New Roman" panose="02020603050405020304" pitchFamily="18" charset="0"/>
              </a:rPr>
              <a:t>Pakage</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ban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Refresh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hình</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thế</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Sequence Program, </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trạng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dễ</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dàng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Utility </a:t>
            </a:r>
            <a:r>
              <a:rPr lang="en-US" altLang="ko-KR" sz="1200" dirty="0" err="1" smtClean="0">
                <a:latin typeface="Times New Roman" panose="02020603050405020304" pitchFamily="18" charset="0"/>
                <a:cs typeface="Times New Roman" panose="02020603050405020304" pitchFamily="18" charset="0"/>
              </a:rPr>
              <a:t>Pakage</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khởi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khởi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ở GX Developer.</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err="1">
                <a:latin typeface="Times New Roman" panose="02020603050405020304" pitchFamily="18" charset="0"/>
                <a:cs typeface="Times New Roman" panose="02020603050405020304" pitchFamily="18" charset="0"/>
              </a:rPr>
              <a:t>ㆍ</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Utility </a:t>
            </a:r>
            <a:r>
              <a:rPr lang="en-US" altLang="ko-KR" sz="1200" dirty="0" err="1" smtClean="0">
                <a:latin typeface="Times New Roman" panose="02020603050405020304" pitchFamily="18" charset="0"/>
                <a:cs typeface="Times New Roman" panose="02020603050405020304" pitchFamily="18" charset="0"/>
              </a:rPr>
              <a:t>Pakage</a:t>
            </a:r>
            <a:r>
              <a:rPr lang="en-US" altLang="ko-KR" sz="1200" dirty="0" smtClean="0">
                <a:latin typeface="Times New Roman" panose="02020603050405020304" pitchFamily="18" charset="0"/>
                <a:cs typeface="Times New Roman" panose="02020603050405020304" pitchFamily="18" charset="0"/>
              </a:rPr>
              <a:t>, Parameter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Ở Parameter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 </a:t>
            </a:r>
            <a:r>
              <a:rPr lang="en-US" altLang="ko-KR" sz="1200" dirty="0" err="1" smtClean="0">
                <a:latin typeface="Times New Roman" panose="02020603050405020304" pitchFamily="18" charset="0"/>
                <a:cs typeface="Times New Roman" panose="02020603050405020304" pitchFamily="18" charset="0"/>
              </a:rPr>
              <a:t>hãy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File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Utility </a:t>
            </a:r>
            <a:r>
              <a:rPr lang="en-US" altLang="ko-KR" sz="1200" dirty="0" err="1" smtClean="0">
                <a:latin typeface="Times New Roman" panose="02020603050405020304" pitchFamily="18" charset="0"/>
                <a:cs typeface="Times New Roman" panose="02020603050405020304" pitchFamily="18" charset="0"/>
              </a:rPr>
              <a:t>Pakage</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GX </a:t>
            </a:r>
            <a:r>
              <a:rPr lang="en-US" altLang="ko-KR" sz="1200" dirty="0" smtClean="0">
                <a:latin typeface="Times New Roman" panose="02020603050405020304" pitchFamily="18" charset="0"/>
                <a:cs typeface="Times New Roman" panose="02020603050405020304" pitchFamily="18" charset="0"/>
              </a:rPr>
              <a:t>Developer</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viết</a:t>
            </a:r>
            <a:r>
              <a:rPr lang="en-US" altLang="ko-KR" sz="1200" dirty="0" smtClean="0">
                <a:latin typeface="Times New Roman" panose="02020603050405020304" pitchFamily="18" charset="0"/>
                <a:cs typeface="Times New Roman" panose="02020603050405020304" pitchFamily="18" charset="0"/>
              </a:rPr>
              <a:t> Utility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a:t>
            </a:r>
            <a:endParaRPr lang="en-US" altLang="ko-KR" sz="1200" dirty="0">
              <a:latin typeface="Times New Roman" panose="02020603050405020304" pitchFamily="18" charset="0"/>
              <a:cs typeface="Times New Roman" panose="02020603050405020304" pitchFamily="18" charset="0"/>
            </a:endParaRPr>
          </a:p>
        </p:txBody>
      </p:sp>
      <p:sp>
        <p:nvSpPr>
          <p:cNvPr id="189443"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8944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959488960"/>
      </p:ext>
    </p:extLst>
  </p:cSld>
  <p:clrMapOvr>
    <a:masterClrMapping/>
  </p:clrMapOvr>
  <p:transition/>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1731" name="Picture 3"/>
          <p:cNvPicPr>
            <a:picLocks noChangeAspect="1" noChangeArrowheads="1"/>
          </p:cNvPicPr>
          <p:nvPr/>
        </p:nvPicPr>
        <p:blipFill rotWithShape="1">
          <a:blip r:embed="rId3">
            <a:extLst>
              <a:ext uri="{28A0092B-C50C-407E-A947-70E740481C1C}">
                <a14:useLocalDpi xmlns:a14="http://schemas.microsoft.com/office/drawing/2010/main" val="0"/>
              </a:ext>
            </a:extLst>
          </a:blip>
          <a:srcRect l="15208" r="49411" b="34630"/>
          <a:stretch/>
        </p:blipFill>
        <p:spPr bwMode="auto">
          <a:xfrm>
            <a:off x="819150" y="1844675"/>
            <a:ext cx="4210112" cy="4375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0466" name="Rectangle 4"/>
          <p:cNvSpPr>
            <a:spLocks noChangeArrowheads="1"/>
          </p:cNvSpPr>
          <p:nvPr/>
        </p:nvSpPr>
        <p:spPr bwMode="auto">
          <a:xfrm>
            <a:off x="515938" y="719138"/>
            <a:ext cx="8540750" cy="112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b="1" dirty="0">
                <a:solidFill>
                  <a:srgbClr val="000000"/>
                </a:solidFill>
                <a:latin typeface="Times New Roman" panose="02020603050405020304" pitchFamily="18" charset="0"/>
                <a:cs typeface="Times New Roman" panose="02020603050405020304" pitchFamily="18" charset="0"/>
              </a:rPr>
              <a:t>▷</a:t>
            </a:r>
            <a:r>
              <a:rPr lang="en-US" altLang="ko-KR" sz="1200" b="1"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Thao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tác</a:t>
            </a:r>
            <a:r>
              <a:rPr lang="en-US" altLang="ko-KR" sz="1200" b="1" dirty="0" smtClean="0">
                <a:latin typeface="Times New Roman" panose="02020603050405020304" pitchFamily="18" charset="0"/>
                <a:cs typeface="Times New Roman" panose="02020603050405020304" pitchFamily="18" charset="0"/>
              </a:rPr>
              <a:t> Monitor Buffer Memory </a:t>
            </a:r>
            <a:r>
              <a:rPr lang="en-US" altLang="ko-KR" sz="1200" b="1" dirty="0" err="1" smtClean="0">
                <a:latin typeface="Times New Roman" panose="02020603050405020304" pitchFamily="18" charset="0"/>
                <a:cs typeface="Times New Roman" panose="02020603050405020304" pitchFamily="18" charset="0"/>
              </a:rPr>
              <a:t>của</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Mô</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đun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chức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năng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thông</a:t>
            </a:r>
            <a:r>
              <a:rPr lang="en-US" altLang="ko-KR" sz="1200" b="1" dirty="0" smtClean="0">
                <a:latin typeface="Times New Roman" panose="02020603050405020304" pitchFamily="18" charset="0"/>
                <a:cs typeface="Times New Roman" panose="02020603050405020304" pitchFamily="18" charset="0"/>
              </a:rPr>
              <a:t> minh</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PC(GX </a:t>
            </a:r>
            <a:r>
              <a:rPr lang="en-US" altLang="ko-KR" sz="1200" dirty="0">
                <a:latin typeface="Times New Roman" panose="02020603050405020304" pitchFamily="18" charset="0"/>
                <a:cs typeface="Times New Roman" panose="02020603050405020304" pitchFamily="18" charset="0"/>
              </a:rPr>
              <a:t>Developer</a:t>
            </a:r>
            <a:r>
              <a:rPr lang="en-US" altLang="ko-KR" sz="1200" dirty="0" smtClean="0">
                <a:latin typeface="Times New Roman" panose="02020603050405020304" pitchFamily="18" charset="0"/>
                <a:cs typeface="Times New Roman" panose="02020603050405020304" pitchFamily="18" charset="0"/>
              </a:rPr>
              <a:t>)</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Monitor Buffer Memory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 </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(1) </a:t>
            </a:r>
            <a:r>
              <a:rPr lang="en-US" altLang="ko-KR" sz="1200" dirty="0" smtClean="0">
                <a:latin typeface="Times New Roman" panose="02020603050405020304" pitchFamily="18" charset="0"/>
                <a:cs typeface="Times New Roman" panose="02020603050405020304" pitchFamily="18" charset="0"/>
              </a:rPr>
              <a:t>Monitor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Buffer Memory</a:t>
            </a:r>
            <a:endParaRPr lang="ko-KR" altLang="en-US" sz="1200" dirty="0">
              <a:latin typeface="Times New Roman" panose="02020603050405020304" pitchFamily="18" charset="0"/>
              <a:cs typeface="Times New Roman" panose="02020603050405020304" pitchFamily="18" charset="0"/>
            </a:endParaRPr>
          </a:p>
        </p:txBody>
      </p:sp>
      <p:sp>
        <p:nvSpPr>
          <p:cNvPr id="190468" name="Rectangle 6"/>
          <p:cNvSpPr>
            <a:spLocks noChangeArrowheads="1"/>
          </p:cNvSpPr>
          <p:nvPr/>
        </p:nvSpPr>
        <p:spPr bwMode="auto">
          <a:xfrm>
            <a:off x="5493060" y="2205038"/>
            <a:ext cx="46021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①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Menu [Online]</a:t>
            </a: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[Monitor]</a:t>
            </a: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[Buffer memory batch].</a:t>
            </a:r>
            <a:endParaRPr lang="en-US" altLang="ko-KR" sz="1200" dirty="0">
              <a:latin typeface="Times New Roman" panose="02020603050405020304" pitchFamily="18" charset="0"/>
              <a:cs typeface="Times New Roman" panose="02020603050405020304" pitchFamily="18" charset="0"/>
            </a:endParaRPr>
          </a:p>
        </p:txBody>
      </p:sp>
      <p:sp>
        <p:nvSpPr>
          <p:cNvPr id="190469"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90470"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819150" y="3147243"/>
            <a:ext cx="1253530" cy="455503"/>
          </a:xfrm>
          <a:prstGeom prst="rect">
            <a:avLst/>
          </a:prstGeom>
          <a:noFill/>
          <a:ln w="12700" cap="flat" cmpd="sng" algn="ctr">
            <a:solidFill>
              <a:srgbClr val="FF0000"/>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0" name="직사각형 9"/>
          <p:cNvSpPr/>
          <p:nvPr/>
        </p:nvSpPr>
        <p:spPr bwMode="auto">
          <a:xfrm>
            <a:off x="2504728" y="4803427"/>
            <a:ext cx="1253530" cy="455503"/>
          </a:xfrm>
          <a:prstGeom prst="rect">
            <a:avLst/>
          </a:prstGeom>
          <a:noFill/>
          <a:ln w="12700" cap="flat" cmpd="sng" algn="ctr">
            <a:solidFill>
              <a:srgbClr val="FF0000"/>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1" name="직사각형 10"/>
          <p:cNvSpPr/>
          <p:nvPr/>
        </p:nvSpPr>
        <p:spPr bwMode="auto">
          <a:xfrm>
            <a:off x="740532" y="1815095"/>
            <a:ext cx="360000" cy="455503"/>
          </a:xfrm>
          <a:prstGeom prst="rect">
            <a:avLst/>
          </a:prstGeom>
          <a:noFill/>
          <a:ln w="12700" cap="flat" cmpd="sng" algn="ctr">
            <a:solidFill>
              <a:srgbClr val="FF0000"/>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822686892"/>
      </p:ext>
    </p:extLst>
  </p:cSld>
  <p:clrMapOvr>
    <a:masterClrMapping/>
  </p:clrMapOvr>
  <p:transition/>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275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3888" y="4184650"/>
            <a:ext cx="3914326" cy="1959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275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3888" y="912812"/>
            <a:ext cx="3914326" cy="2984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1491" name="AutoShape 5"/>
          <p:cNvSpPr>
            <a:spLocks noChangeArrowheads="1"/>
          </p:cNvSpPr>
          <p:nvPr/>
        </p:nvSpPr>
        <p:spPr bwMode="auto">
          <a:xfrm>
            <a:off x="850900" y="1952836"/>
            <a:ext cx="1701330" cy="469916"/>
          </a:xfrm>
          <a:prstGeom prst="wedgeRoundRectCallout">
            <a:avLst>
              <a:gd name="adj1" fmla="val 2043"/>
              <a:gd name="adj2" fmla="val -203024"/>
              <a:gd name="adj3" fmla="val 16667"/>
            </a:avLst>
          </a:prstGeom>
          <a:solidFill>
            <a:schemeClr val="bg1"/>
          </a:solidFill>
          <a:ln w="9525">
            <a:solidFill>
              <a:schemeClr val="tx1"/>
            </a:solidFill>
            <a:miter lim="800000"/>
            <a:headEnd/>
            <a:tailEnd/>
          </a:ln>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900" dirty="0">
                <a:latin typeface="Times New Roman" panose="02020603050405020304" pitchFamily="18" charset="0"/>
                <a:ea typeface="굴림체" pitchFamily="49" charset="-127"/>
                <a:cs typeface="Times New Roman" panose="02020603050405020304" pitchFamily="18" charset="0"/>
              </a:rPr>
              <a:t>② </a:t>
            </a:r>
            <a:r>
              <a:rPr lang="en-US" altLang="ko-KR" sz="900" dirty="0" err="1" smtClean="0">
                <a:latin typeface="Times New Roman" panose="02020603050405020304" pitchFamily="18" charset="0"/>
                <a:ea typeface="굴림체" pitchFamily="49" charset="-127"/>
                <a:cs typeface="Times New Roman" panose="02020603050405020304" pitchFamily="18" charset="0"/>
              </a:rPr>
              <a:t>Nhập</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số</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vào</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ra</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đầu</a:t>
            </a:r>
            <a:r>
              <a:rPr lang="en-US" altLang="ko-KR" sz="900" dirty="0" smtClean="0">
                <a:latin typeface="Times New Roman" panose="02020603050405020304" pitchFamily="18" charset="0"/>
                <a:ea typeface="굴림체" pitchFamily="49" charset="-127"/>
                <a:cs typeface="Times New Roman" panose="02020603050405020304" pitchFamily="18" charset="0"/>
              </a:rPr>
              <a:t> </a:t>
            </a:r>
          </a:p>
          <a:p>
            <a:pPr eaLnBrk="1" hangingPunct="1">
              <a:spcBef>
                <a:spcPct val="0"/>
              </a:spcBef>
              <a:buFontTx/>
              <a:buNone/>
            </a:pPr>
            <a:r>
              <a:rPr lang="en-US" altLang="ko-KR" sz="900" dirty="0" err="1" smtClean="0">
                <a:latin typeface="Times New Roman" panose="02020603050405020304" pitchFamily="18" charset="0"/>
                <a:ea typeface="굴림체" pitchFamily="49" charset="-127"/>
                <a:cs typeface="Times New Roman" panose="02020603050405020304" pitchFamily="18" charset="0"/>
              </a:rPr>
              <a:t>Tiên</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và</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địa</a:t>
            </a:r>
            <a:r>
              <a:rPr lang="en-US" altLang="ko-KR" sz="900" dirty="0" smtClean="0">
                <a:latin typeface="Times New Roman" panose="02020603050405020304" pitchFamily="18" charset="0"/>
                <a:ea typeface="굴림체" pitchFamily="49" charset="-127"/>
                <a:cs typeface="Times New Roman" panose="02020603050405020304" pitchFamily="18" charset="0"/>
              </a:rPr>
              <a:t> </a:t>
            </a:r>
            <a:r>
              <a:rPr lang="en-US" altLang="ko-KR" sz="900" dirty="0" err="1" smtClean="0">
                <a:latin typeface="Times New Roman" panose="02020603050405020304" pitchFamily="18" charset="0"/>
                <a:ea typeface="굴림체" pitchFamily="49" charset="-127"/>
                <a:cs typeface="Times New Roman" panose="02020603050405020304" pitchFamily="18" charset="0"/>
              </a:rPr>
              <a:t>chỉ</a:t>
            </a:r>
            <a:r>
              <a:rPr lang="en-US" altLang="ko-KR" sz="900" dirty="0" smtClean="0">
                <a:latin typeface="Times New Roman" panose="02020603050405020304" pitchFamily="18" charset="0"/>
                <a:ea typeface="굴림체" pitchFamily="49" charset="-127"/>
                <a:cs typeface="Times New Roman" panose="02020603050405020304" pitchFamily="18" charset="0"/>
              </a:rPr>
              <a:t> Buffer Memory!</a:t>
            </a:r>
            <a:endParaRPr lang="en-US" altLang="ko-KR" sz="900" dirty="0">
              <a:latin typeface="Times New Roman" panose="02020603050405020304" pitchFamily="18" charset="0"/>
              <a:ea typeface="굴림체" pitchFamily="49" charset="-127"/>
              <a:cs typeface="Times New Roman" panose="02020603050405020304" pitchFamily="18" charset="0"/>
            </a:endParaRPr>
          </a:p>
        </p:txBody>
      </p:sp>
      <p:sp>
        <p:nvSpPr>
          <p:cNvPr id="191492" name="Rectangle 6"/>
          <p:cNvSpPr>
            <a:spLocks noChangeArrowheads="1"/>
          </p:cNvSpPr>
          <p:nvPr/>
        </p:nvSpPr>
        <p:spPr bwMode="auto">
          <a:xfrm>
            <a:off x="4679950" y="871538"/>
            <a:ext cx="4876800"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②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số</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Buffer Memory (</a:t>
            </a:r>
            <a:r>
              <a:rPr lang="en-US" altLang="ko-KR" sz="1200" dirty="0" err="1">
                <a:latin typeface="Times New Roman" panose="02020603050405020304" pitchFamily="18" charset="0"/>
                <a:cs typeface="Times New Roman" panose="02020603050405020304" pitchFamily="18" charset="0"/>
              </a:rPr>
              <a:t>hệ</a:t>
            </a:r>
            <a:r>
              <a:rPr lang="en-US" altLang="ko-KR" sz="1200" dirty="0">
                <a:latin typeface="Times New Roman" panose="02020603050405020304" pitchFamily="18" charset="0"/>
                <a:cs typeface="Times New Roman" panose="02020603050405020304" pitchFamily="18" charset="0"/>
              </a:rPr>
              <a:t> 10/16)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Monitor.</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③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Monitor</a:t>
            </a:r>
            <a:endParaRPr lang="ko-KR" altLang="en-US" sz="1200" dirty="0">
              <a:latin typeface="Times New Roman" panose="02020603050405020304" pitchFamily="18" charset="0"/>
              <a:cs typeface="Times New Roman" panose="02020603050405020304" pitchFamily="18" charset="0"/>
            </a:endParaRPr>
          </a:p>
        </p:txBody>
      </p:sp>
      <p:sp>
        <p:nvSpPr>
          <p:cNvPr id="191494" name="Rectangle 8"/>
          <p:cNvSpPr>
            <a:spLocks noChangeArrowheads="1"/>
          </p:cNvSpPr>
          <p:nvPr/>
        </p:nvSpPr>
        <p:spPr bwMode="auto">
          <a:xfrm>
            <a:off x="4679950" y="4184650"/>
            <a:ext cx="464343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④  </a:t>
            </a: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Monitor Buffer Memory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⑤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Monitor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Buffer Memory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minh.</a:t>
            </a:r>
            <a:endParaRPr lang="en-US" altLang="ko-KR" sz="1200" dirty="0">
              <a:latin typeface="Times New Roman" panose="02020603050405020304" pitchFamily="18" charset="0"/>
              <a:cs typeface="Times New Roman" panose="02020603050405020304" pitchFamily="18" charset="0"/>
            </a:endParaRPr>
          </a:p>
        </p:txBody>
      </p:sp>
      <p:sp>
        <p:nvSpPr>
          <p:cNvPr id="191496"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9149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733746704"/>
      </p:ext>
    </p:extLst>
  </p:cSld>
  <p:clrMapOvr>
    <a:masterClrMapping/>
  </p:clrMapOvr>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09674" y="1387474"/>
            <a:ext cx="4365535" cy="2185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2516" name="Rectangle 9"/>
          <p:cNvSpPr>
            <a:spLocks noChangeArrowheads="1"/>
          </p:cNvSpPr>
          <p:nvPr/>
        </p:nvSpPr>
        <p:spPr bwMode="auto">
          <a:xfrm>
            <a:off x="515938" y="695325"/>
            <a:ext cx="8540750"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Buffer Memory</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Buffer Memory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Monitor ở (1).</a:t>
            </a:r>
            <a:endParaRPr lang="en-US" altLang="ko-KR" sz="1200" dirty="0">
              <a:latin typeface="Times New Roman" panose="02020603050405020304" pitchFamily="18" charset="0"/>
              <a:cs typeface="Times New Roman" panose="02020603050405020304" pitchFamily="18" charset="0"/>
            </a:endParaRPr>
          </a:p>
        </p:txBody>
      </p:sp>
      <p:sp>
        <p:nvSpPr>
          <p:cNvPr id="192517" name="Rectangle 10"/>
          <p:cNvSpPr>
            <a:spLocks noChangeArrowheads="1"/>
          </p:cNvSpPr>
          <p:nvPr/>
        </p:nvSpPr>
        <p:spPr bwMode="auto">
          <a:xfrm>
            <a:off x="5929313" y="1676400"/>
            <a:ext cx="2014590"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①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Device Test</a:t>
            </a:r>
            <a:endParaRPr lang="ko-KR" altLang="en-US" sz="1200" dirty="0">
              <a:latin typeface="Times New Roman" panose="02020603050405020304" pitchFamily="18" charset="0"/>
              <a:cs typeface="Times New Roman" panose="02020603050405020304" pitchFamily="18" charset="0"/>
            </a:endParaRPr>
          </a:p>
        </p:txBody>
      </p:sp>
      <p:sp>
        <p:nvSpPr>
          <p:cNvPr id="192518" name="Rectangle 11"/>
          <p:cNvSpPr>
            <a:spLocks noChangeArrowheads="1"/>
          </p:cNvSpPr>
          <p:nvPr/>
        </p:nvSpPr>
        <p:spPr bwMode="auto">
          <a:xfrm>
            <a:off x="4368800" y="4087813"/>
            <a:ext cx="31607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②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định</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Module Start</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và</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Address</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③ </a:t>
            </a:r>
            <a:r>
              <a:rPr lang="en-US" altLang="ko-KR" sz="1200" dirty="0" err="1" smtClean="0">
                <a:latin typeface="Times New Roman" panose="02020603050405020304" pitchFamily="18" charset="0"/>
                <a:cs typeface="Times New Roman" panose="02020603050405020304" pitchFamily="18" charset="0"/>
              </a:rPr>
              <a:t>Nhập</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④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endParaRPr lang="ko-KR" altLang="en-US" sz="1200" dirty="0">
              <a:latin typeface="Times New Roman" panose="02020603050405020304" pitchFamily="18" charset="0"/>
              <a:cs typeface="Times New Roman" panose="02020603050405020304" pitchFamily="18" charset="0"/>
            </a:endParaRPr>
          </a:p>
        </p:txBody>
      </p:sp>
      <p:sp>
        <p:nvSpPr>
          <p:cNvPr id="192519" name="Text Box 8"/>
          <p:cNvSpPr txBox="1">
            <a:spLocks noChangeArrowheads="1"/>
          </p:cNvSpPr>
          <p:nvPr/>
        </p:nvSpPr>
        <p:spPr bwMode="auto">
          <a:xfrm>
            <a:off x="7684561"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92520"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pic>
        <p:nvPicPr>
          <p:cNvPr id="20377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96975" y="3933056"/>
            <a:ext cx="2524125" cy="2432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01950580"/>
      </p:ext>
    </p:extLst>
  </p:cSld>
  <p:clrMapOvr>
    <a:masterClrMapping/>
  </p:clrMapOvr>
  <p:transition/>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3888" y="1071563"/>
            <a:ext cx="4493141" cy="2249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3539" name="Rectangle 6"/>
          <p:cNvSpPr>
            <a:spLocks noChangeArrowheads="1"/>
          </p:cNvSpPr>
          <p:nvPr/>
        </p:nvSpPr>
        <p:spPr bwMode="auto">
          <a:xfrm>
            <a:off x="5461000" y="1144588"/>
            <a:ext cx="3193503"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⑤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đổi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đặt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93540"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93541"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021381891"/>
      </p:ext>
    </p:extLst>
  </p:cSld>
  <p:clrMapOvr>
    <a:masterClrMapping/>
  </p:clrMapOvr>
  <p:transition/>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03" name="Picture 3"/>
          <p:cNvPicPr>
            <a:picLocks noChangeAspect="1" noChangeArrowheads="1"/>
          </p:cNvPicPr>
          <p:nvPr/>
        </p:nvPicPr>
        <p:blipFill rotWithShape="1">
          <a:blip r:embed="rId3">
            <a:extLst>
              <a:ext uri="{28A0092B-C50C-407E-A947-70E740481C1C}">
                <a14:useLocalDpi xmlns:a14="http://schemas.microsoft.com/office/drawing/2010/main" val="0"/>
              </a:ext>
            </a:extLst>
          </a:blip>
          <a:srcRect b="50000"/>
          <a:stretch/>
        </p:blipFill>
        <p:spPr bwMode="auto">
          <a:xfrm>
            <a:off x="994949" y="1233488"/>
            <a:ext cx="2781300" cy="1128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4562" name="Rectangle 4"/>
          <p:cNvSpPr>
            <a:spLocks noChangeArrowheads="1"/>
          </p:cNvSpPr>
          <p:nvPr/>
        </p:nvSpPr>
        <p:spPr bwMode="auto">
          <a:xfrm>
            <a:off x="488950" y="677863"/>
            <a:ext cx="8540750" cy="578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82563"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82563"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82563"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82563"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82563"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82563"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dirty="0">
                <a:latin typeface="Times New Roman" panose="02020603050405020304" pitchFamily="18" charset="0"/>
                <a:cs typeface="Times New Roman" panose="02020603050405020304" pitchFamily="18" charset="0"/>
              </a:rPr>
              <a:t>		(3)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Buffer Memory</a:t>
            </a:r>
            <a:endParaRPr lang="ko-KR" altLang="en-US" sz="1200" dirty="0">
              <a:latin typeface="Times New Roman" panose="02020603050405020304" pitchFamily="18" charset="0"/>
              <a:cs typeface="Times New Roman" panose="02020603050405020304" pitchFamily="18" charset="0"/>
            </a:endParaRPr>
          </a:p>
          <a:p>
            <a:pPr eaLnBrk="1" hangingPunct="1">
              <a:lnSpc>
                <a:spcPct val="14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Buffer Memory.</a:t>
            </a:r>
            <a:endParaRPr lang="en-US" altLang="ko-KR" sz="1200" dirty="0">
              <a:latin typeface="Times New Roman" panose="02020603050405020304" pitchFamily="18" charset="0"/>
              <a:cs typeface="Times New Roman" panose="02020603050405020304" pitchFamily="18" charset="0"/>
            </a:endParaRPr>
          </a:p>
        </p:txBody>
      </p:sp>
      <p:sp>
        <p:nvSpPr>
          <p:cNvPr id="194566" name="Rectangle 8"/>
          <p:cNvSpPr>
            <a:spLocks noChangeArrowheads="1"/>
          </p:cNvSpPr>
          <p:nvPr/>
        </p:nvSpPr>
        <p:spPr bwMode="auto">
          <a:xfrm>
            <a:off x="4329113" y="1268413"/>
            <a:ext cx="284244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①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Menu [Online]</a:t>
            </a:r>
            <a:r>
              <a:rPr lang="en-US" altLang="ko-KR" sz="1200" dirty="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PLC].</a:t>
            </a:r>
            <a:endParaRPr lang="en-US" altLang="ko-KR" sz="1200" dirty="0">
              <a:latin typeface="Times New Roman" panose="02020603050405020304" pitchFamily="18" charset="0"/>
              <a:cs typeface="Times New Roman" panose="02020603050405020304" pitchFamily="18" charset="0"/>
            </a:endParaRPr>
          </a:p>
        </p:txBody>
      </p:sp>
      <p:sp>
        <p:nvSpPr>
          <p:cNvPr id="194567" name="Rectangle 9"/>
          <p:cNvSpPr>
            <a:spLocks noChangeArrowheads="1"/>
          </p:cNvSpPr>
          <p:nvPr/>
        </p:nvSpPr>
        <p:spPr bwMode="auto">
          <a:xfrm>
            <a:off x="4368800" y="2243138"/>
            <a:ext cx="503078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②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Parameter+Program</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③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muốn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Yes.</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④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OK.</a:t>
            </a:r>
            <a:endParaRPr lang="en-US" altLang="ko-KR" sz="1200" dirty="0">
              <a:latin typeface="Times New Roman" panose="02020603050405020304" pitchFamily="18" charset="0"/>
              <a:cs typeface="Times New Roman" panose="02020603050405020304" pitchFamily="18" charset="0"/>
            </a:endParaRPr>
          </a:p>
        </p:txBody>
      </p:sp>
      <p:sp>
        <p:nvSpPr>
          <p:cNvPr id="194568" name="Rectangle 10"/>
          <p:cNvSpPr>
            <a:spLocks noChangeArrowheads="1"/>
          </p:cNvSpPr>
          <p:nvPr/>
        </p:nvSpPr>
        <p:spPr bwMode="auto">
          <a:xfrm>
            <a:off x="4368800" y="4329113"/>
            <a:ext cx="5110163"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⑤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Device Data</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⑥  </a:t>
            </a:r>
            <a:r>
              <a:rPr lang="en-US" altLang="ko-KR" sz="1200" dirty="0" err="1" smtClean="0">
                <a:latin typeface="Times New Roman" panose="02020603050405020304" pitchFamily="18" charset="0"/>
                <a:cs typeface="Times New Roman" panose="02020603050405020304" pitchFamily="18" charset="0"/>
              </a:rPr>
              <a:t>Thiết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tên</a:t>
            </a:r>
            <a:r>
              <a:rPr lang="en-US" altLang="ko-KR" sz="1200" dirty="0" smtClean="0">
                <a:latin typeface="Times New Roman" panose="02020603050405020304" pitchFamily="18" charset="0"/>
                <a:cs typeface="Times New Roman" panose="02020603050405020304" pitchFamily="18" charset="0"/>
              </a:rPr>
              <a:t> Device Data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hợp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Device Memory)</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⑦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Tap</a:t>
            </a:r>
            <a:r>
              <a:rPr lang="ko-KR" altLang="en-US"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 Device Data </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sp>
        <p:nvSpPr>
          <p:cNvPr id="194569"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94570"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pic>
        <p:nvPicPr>
          <p:cNvPr id="20480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4949" y="2492896"/>
            <a:ext cx="3159125" cy="1935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4805"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4949" y="4545124"/>
            <a:ext cx="3165963" cy="1935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893792092"/>
      </p:ext>
    </p:extLst>
  </p:cSld>
  <p:clrMapOvr>
    <a:masterClrMapping/>
  </p:clrMapOvr>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8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1038" y="1114425"/>
            <a:ext cx="3960812" cy="26910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5586" name="Rectangle 4"/>
          <p:cNvSpPr>
            <a:spLocks noChangeArrowheads="1"/>
          </p:cNvSpPr>
          <p:nvPr/>
        </p:nvSpPr>
        <p:spPr bwMode="auto">
          <a:xfrm>
            <a:off x="4837113" y="1114425"/>
            <a:ext cx="5070475" cy="3637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⑧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trị</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⑨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tên</a:t>
            </a:r>
            <a:r>
              <a:rPr lang="en-US" altLang="ko-KR" sz="1200" dirty="0" smtClean="0">
                <a:latin typeface="Times New Roman" panose="02020603050405020304" pitchFamily="18" charset="0"/>
                <a:cs typeface="Times New Roman" panose="02020603050405020304" pitchFamily="18" charset="0"/>
              </a:rPr>
              <a:t> Device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bắt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buộc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 Relay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X”, </a:t>
            </a:r>
            <a:r>
              <a:rPr lang="en-US" altLang="ko-KR" sz="1200" dirty="0" smtClean="0">
                <a:latin typeface="Times New Roman" panose="02020603050405020304" pitchFamily="18" charset="0"/>
                <a:cs typeface="Times New Roman" panose="02020603050405020304" pitchFamily="18" charset="0"/>
              </a:rPr>
              <a:t>Relay </a:t>
            </a:r>
            <a:r>
              <a:rPr lang="en-US" altLang="ko-KR" sz="1200" dirty="0" err="1" smtClean="0">
                <a:latin typeface="Times New Roman" panose="02020603050405020304" pitchFamily="18" charset="0"/>
                <a:cs typeface="Times New Roman" panose="02020603050405020304" pitchFamily="18" charset="0"/>
              </a:rPr>
              <a:t>đầu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ko-KR" altLang="en-US" sz="1200" dirty="0" smtClean="0">
                <a:latin typeface="Times New Roman" panose="02020603050405020304" pitchFamily="18" charset="0"/>
                <a:cs typeface="Times New Roman" panose="02020603050405020304" pitchFamily="18" charset="0"/>
              </a:rPr>
              <a:t> </a:t>
            </a:r>
            <a:r>
              <a:rPr lang="ko-KR" altLang="en-US" sz="1200" dirty="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Y</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⑩ </a:t>
            </a:r>
            <a:r>
              <a:rPr lang="en-US" altLang="ko-KR" sz="1200" dirty="0" err="1" smtClean="0">
                <a:latin typeface="Times New Roman" panose="02020603050405020304" pitchFamily="18" charset="0"/>
                <a:cs typeface="Times New Roman" panose="02020603050405020304" pitchFamily="18" charset="0"/>
              </a:rPr>
              <a:t>Kiểm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tra</a:t>
            </a:r>
            <a:r>
              <a:rPr lang="ko-KR" altLang="en-US" sz="1200" dirty="0" smtClean="0">
                <a:latin typeface="Times New Roman" panose="02020603050405020304" pitchFamily="18" charset="0"/>
                <a:cs typeface="Times New Roman" panose="02020603050405020304" pitchFamily="18" charset="0"/>
              </a:rPr>
              <a:t>「</a:t>
            </a:r>
            <a:r>
              <a:rPr lang="en-US" altLang="ko-KR" sz="1200" dirty="0" smtClean="0">
                <a:latin typeface="Times New Roman" panose="02020603050405020304" pitchFamily="18" charset="0"/>
                <a:cs typeface="Times New Roman" panose="02020603050405020304" pitchFamily="18" charset="0"/>
              </a:rPr>
              <a:t>Buffer Memory</a:t>
            </a:r>
            <a:r>
              <a:rPr lang="ko-KR" altLang="en-US"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rồi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chọn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⑪  </a:t>
            </a:r>
            <a:r>
              <a:rPr lang="en-US" altLang="ko-KR" sz="1200" dirty="0" err="1" smtClean="0">
                <a:latin typeface="Times New Roman" panose="02020603050405020304" pitchFamily="18" charset="0"/>
                <a:cs typeface="Times New Roman" panose="02020603050405020304" pitchFamily="18" charset="0"/>
              </a:rPr>
              <a:t>Nhập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địa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chỉ</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Buffer Memory.</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⑫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muốn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tiếp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tục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không</a:t>
            </a:r>
            <a:r>
              <a:rPr lang="ko-KR" altLang="en-US"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Yes.</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⑬  </a:t>
            </a:r>
            <a:r>
              <a:rPr lang="en-US" altLang="ko-KR" sz="1200" dirty="0" err="1" smtClean="0">
                <a:latin typeface="Times New Roman" panose="02020603050405020304" pitchFamily="18" charset="0"/>
                <a:cs typeface="Times New Roman" panose="02020603050405020304" pitchFamily="18" charset="0"/>
              </a:rPr>
              <a:t>Nếu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thành</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nút</a:t>
            </a:r>
            <a:r>
              <a:rPr lang="en-US" altLang="ko-KR" sz="1200" dirty="0" smtClean="0">
                <a:latin typeface="Times New Roman" panose="02020603050405020304" pitchFamily="18" charset="0"/>
                <a:cs typeface="Times New Roman" panose="02020603050405020304" pitchFamily="18" charset="0"/>
              </a:rPr>
              <a:t> OK.</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⑭  </a:t>
            </a:r>
            <a:r>
              <a:rPr lang="en-US" altLang="ko-KR" sz="1200" dirty="0" smtClean="0">
                <a:latin typeface="Times New Roman" panose="02020603050405020304" pitchFamily="18" charset="0"/>
                <a:cs typeface="Times New Roman" panose="02020603050405020304" pitchFamily="18" charset="0"/>
              </a:rPr>
              <a:t>Click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Menu [Project]</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[Save]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Project.</a:t>
            </a: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Device Memory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đọc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Project.</a:t>
            </a:r>
            <a:endParaRPr lang="en-US" altLang="ko-KR" sz="1200" dirty="0">
              <a:latin typeface="Times New Roman" panose="02020603050405020304" pitchFamily="18" charset="0"/>
              <a:cs typeface="Times New Roman" panose="02020603050405020304" pitchFamily="18" charset="0"/>
            </a:endParaRPr>
          </a:p>
        </p:txBody>
      </p:sp>
      <p:sp>
        <p:nvSpPr>
          <p:cNvPr id="195591" name="Rectangle 6"/>
          <p:cNvSpPr>
            <a:spLocks noChangeArrowheads="1"/>
          </p:cNvSpPr>
          <p:nvPr/>
        </p:nvSpPr>
        <p:spPr bwMode="auto">
          <a:xfrm>
            <a:off x="3088221" y="1585367"/>
            <a:ext cx="441146" cy="426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2000" b="1">
                <a:latin typeface="Times New Roman" panose="02020603050405020304" pitchFamily="18" charset="0"/>
                <a:ea typeface="굴림체" pitchFamily="49" charset="-127"/>
                <a:cs typeface="Times New Roman" panose="02020603050405020304" pitchFamily="18" charset="0"/>
              </a:rPr>
              <a:t>⑧</a:t>
            </a:r>
          </a:p>
        </p:txBody>
      </p:sp>
      <p:sp>
        <p:nvSpPr>
          <p:cNvPr id="195592" name="Rectangle 7"/>
          <p:cNvSpPr>
            <a:spLocks noChangeArrowheads="1"/>
          </p:cNvSpPr>
          <p:nvPr/>
        </p:nvSpPr>
        <p:spPr bwMode="auto">
          <a:xfrm>
            <a:off x="1248588" y="2528900"/>
            <a:ext cx="441146" cy="426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2000" b="1">
                <a:solidFill>
                  <a:srgbClr val="FF0000"/>
                </a:solidFill>
                <a:latin typeface="Times New Roman" panose="02020603050405020304" pitchFamily="18" charset="0"/>
                <a:ea typeface="굴림체" pitchFamily="49" charset="-127"/>
                <a:cs typeface="Times New Roman" panose="02020603050405020304" pitchFamily="18" charset="0"/>
              </a:rPr>
              <a:t>⑨</a:t>
            </a:r>
          </a:p>
        </p:txBody>
      </p:sp>
      <p:sp>
        <p:nvSpPr>
          <p:cNvPr id="195593" name="Rectangle 8"/>
          <p:cNvSpPr>
            <a:spLocks noChangeArrowheads="1"/>
          </p:cNvSpPr>
          <p:nvPr/>
        </p:nvSpPr>
        <p:spPr bwMode="auto">
          <a:xfrm>
            <a:off x="1327701" y="3210720"/>
            <a:ext cx="441146" cy="426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2000" b="1">
                <a:latin typeface="Times New Roman" panose="02020603050405020304" pitchFamily="18" charset="0"/>
                <a:ea typeface="굴림체" pitchFamily="49" charset="-127"/>
                <a:cs typeface="Times New Roman" panose="02020603050405020304" pitchFamily="18" charset="0"/>
              </a:rPr>
              <a:t>⑩</a:t>
            </a:r>
          </a:p>
        </p:txBody>
      </p:sp>
      <p:sp>
        <p:nvSpPr>
          <p:cNvPr id="195594" name="Rectangle 9"/>
          <p:cNvSpPr>
            <a:spLocks noChangeArrowheads="1"/>
          </p:cNvSpPr>
          <p:nvPr/>
        </p:nvSpPr>
        <p:spPr bwMode="auto">
          <a:xfrm>
            <a:off x="2077555" y="3210720"/>
            <a:ext cx="441146" cy="426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2000" b="1">
                <a:latin typeface="Times New Roman" panose="02020603050405020304" pitchFamily="18" charset="0"/>
                <a:ea typeface="굴림체" pitchFamily="49" charset="-127"/>
                <a:cs typeface="Times New Roman" panose="02020603050405020304" pitchFamily="18" charset="0"/>
              </a:rPr>
              <a:t>⑪</a:t>
            </a:r>
          </a:p>
        </p:txBody>
      </p:sp>
      <p:sp>
        <p:nvSpPr>
          <p:cNvPr id="195595" name="Rectangle 10"/>
          <p:cNvSpPr>
            <a:spLocks noChangeArrowheads="1"/>
          </p:cNvSpPr>
          <p:nvPr/>
        </p:nvSpPr>
        <p:spPr bwMode="auto">
          <a:xfrm>
            <a:off x="3944888" y="1465734"/>
            <a:ext cx="441146" cy="426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2000" b="1">
                <a:latin typeface="Times New Roman" panose="02020603050405020304" pitchFamily="18" charset="0"/>
                <a:ea typeface="굴림체" pitchFamily="49" charset="-127"/>
                <a:cs typeface="Times New Roman" panose="02020603050405020304" pitchFamily="18" charset="0"/>
              </a:rPr>
              <a:t>⑫</a:t>
            </a:r>
          </a:p>
        </p:txBody>
      </p:sp>
      <p:sp>
        <p:nvSpPr>
          <p:cNvPr id="195588" name="Text Box 8"/>
          <p:cNvSpPr txBox="1">
            <a:spLocks noChangeArrowheads="1"/>
          </p:cNvSpPr>
          <p:nvPr/>
        </p:nvSpPr>
        <p:spPr bwMode="auto">
          <a:xfrm>
            <a:off x="7689304" y="84138"/>
            <a:ext cx="20871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2. </a:t>
            </a:r>
            <a:r>
              <a:rPr lang="vi-VN" altLang="ko-KR" sz="1600" b="1" dirty="0" smtClean="0">
                <a:latin typeface="Times New Roman" panose="02020603050405020304" pitchFamily="18" charset="0"/>
                <a:cs typeface="Times New Roman" panose="02020603050405020304" pitchFamily="18" charset="0"/>
              </a:rPr>
              <a:t>Chẩn đoán Trouble</a:t>
            </a:r>
            <a:endParaRPr lang="ko-KR" altLang="en-US" sz="1600" b="1" dirty="0">
              <a:latin typeface="Times New Roman" panose="02020603050405020304" pitchFamily="18" charset="0"/>
              <a:cs typeface="Times New Roman" panose="02020603050405020304" pitchFamily="18" charset="0"/>
            </a:endParaRPr>
          </a:p>
        </p:txBody>
      </p:sp>
      <p:sp>
        <p:nvSpPr>
          <p:cNvPr id="195589"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422906336"/>
      </p:ext>
    </p:extLst>
  </p:cSld>
  <p:clrMapOvr>
    <a:masterClrMapping/>
  </p:clrMapOvr>
  <p:transition/>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TextBox 4"/>
          <p:cNvSpPr txBox="1">
            <a:spLocks noChangeArrowheads="1"/>
          </p:cNvSpPr>
          <p:nvPr/>
        </p:nvSpPr>
        <p:spPr bwMode="auto">
          <a:xfrm>
            <a:off x="468313" y="944563"/>
            <a:ext cx="9017000"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endParaRPr lang="en-US" altLang="ko-KR" sz="1200" b="1"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b="1" dirty="0">
                <a:latin typeface="Times New Roman" panose="02020603050405020304" pitchFamily="18" charset="0"/>
                <a:cs typeface="Times New Roman" panose="02020603050405020304" pitchFamily="18" charset="0"/>
              </a:rPr>
              <a:t>	1) </a:t>
            </a:r>
            <a:r>
              <a:rPr lang="en-US" altLang="ko-KR" sz="1200" b="1" dirty="0" err="1" smtClean="0">
                <a:latin typeface="Times New Roman" panose="02020603050405020304" pitchFamily="18" charset="0"/>
                <a:cs typeface="Times New Roman" panose="02020603050405020304" pitchFamily="18" charset="0"/>
              </a:rPr>
              <a:t>Rút</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ngắn</a:t>
            </a:r>
            <a:r>
              <a:rPr lang="en-US" altLang="ko-KR" sz="1200" b="1" dirty="0" smtClean="0">
                <a:latin typeface="Times New Roman" panose="02020603050405020304" pitchFamily="18" charset="0"/>
                <a:cs typeface="Times New Roman" panose="02020603050405020304" pitchFamily="18" charset="0"/>
              </a:rPr>
              <a:t> Tact </a:t>
            </a:r>
            <a:r>
              <a:rPr lang="en-US" altLang="ko-KR" sz="1200" b="1" dirty="0">
                <a:latin typeface="Times New Roman" panose="02020603050405020304" pitchFamily="18" charset="0"/>
                <a:cs typeface="Times New Roman" panose="02020603050405020304" pitchFamily="18" charset="0"/>
              </a:rPr>
              <a:t>Time </a:t>
            </a:r>
            <a:r>
              <a:rPr lang="en-US" altLang="ko-KR" sz="1200" b="1" dirty="0" err="1" smtClean="0">
                <a:latin typeface="Times New Roman" panose="02020603050405020304" pitchFamily="18" charset="0"/>
                <a:cs typeface="Times New Roman" panose="02020603050405020304" pitchFamily="18" charset="0"/>
              </a:rPr>
              <a:t>và</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tăng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độ</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chính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xác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gia</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công</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yêu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ngắn</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Tact </a:t>
            </a:r>
            <a:r>
              <a:rPr lang="en-US" altLang="ko-KR" sz="1200" dirty="0" smtClean="0">
                <a:latin typeface="Times New Roman" panose="02020603050405020304" pitchFamily="18" charset="0"/>
                <a:cs typeface="Times New Roman" panose="02020603050405020304" pitchFamily="18" charset="0"/>
              </a:rPr>
              <a:t>Time ở </a:t>
            </a:r>
            <a:r>
              <a:rPr lang="en-US" altLang="ko-KR" sz="1200" dirty="0" err="1" smtClean="0">
                <a:latin typeface="Times New Roman" panose="02020603050405020304" pitchFamily="18" charset="0"/>
                <a:cs typeface="Times New Roman" panose="02020603050405020304" pitchFamily="18" charset="0"/>
              </a:rPr>
              <a:t>hệ</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9.5ns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endParaRPr lang="en-US" altLang="ko-KR" sz="1200"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smtClean="0">
                <a:latin typeface="Times New Roman" panose="02020603050405020304" pitchFamily="18" charset="0"/>
                <a:cs typeface="Times New Roman" panose="02020603050405020304" pitchFamily="18" charset="0"/>
              </a:rPr>
              <a:t>          lệnh cơ bản</a:t>
            </a:r>
            <a:r>
              <a:rPr lang="ko-KR" altLang="en-US" sz="120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LD).</a:t>
            </a:r>
            <a:endParaRPr lang="en-US" altLang="ko-KR" sz="1200"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Dựa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phép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bản</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Scan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rút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ngắn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hóa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cân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ko-KR" altLang="en-US"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Tact </a:t>
            </a:r>
            <a:r>
              <a:rPr lang="en-US" altLang="ko-KR" sz="1200" dirty="0" smtClean="0">
                <a:latin typeface="Times New Roman" panose="02020603050405020304" pitchFamily="18" charset="0"/>
                <a:cs typeface="Times New Roman" panose="02020603050405020304" pitchFamily="18" charset="0"/>
              </a:rPr>
              <a:t>Time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chính</a:t>
            </a:r>
            <a:endParaRPr lang="en-US" altLang="ko-KR" sz="1200"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a:t>
            </a:r>
            <a:endParaRPr lang="ko-KR" altLang="en-US" sz="1200" dirty="0">
              <a:latin typeface="Times New Roman" panose="02020603050405020304" pitchFamily="18" charset="0"/>
              <a:cs typeface="Times New Roman" panose="02020603050405020304" pitchFamily="18" charset="0"/>
            </a:endParaRPr>
          </a:p>
        </p:txBody>
      </p:sp>
      <p:graphicFrame>
        <p:nvGraphicFramePr>
          <p:cNvPr id="196611" name="차트 6"/>
          <p:cNvGraphicFramePr>
            <a:graphicFrameLocks/>
          </p:cNvGraphicFramePr>
          <p:nvPr>
            <p:extLst>
              <p:ext uri="{D42A27DB-BD31-4B8C-83A1-F6EECF244321}">
                <p14:modId xmlns:p14="http://schemas.microsoft.com/office/powerpoint/2010/main" val="1944117434"/>
              </p:ext>
            </p:extLst>
          </p:nvPr>
        </p:nvGraphicFramePr>
        <p:xfrm>
          <a:off x="1052513" y="2117725"/>
          <a:ext cx="7121525" cy="2214563"/>
        </p:xfrm>
        <a:graphic>
          <a:graphicData uri="http://schemas.openxmlformats.org/presentationml/2006/ole">
            <mc:AlternateContent xmlns:mc="http://schemas.openxmlformats.org/markup-compatibility/2006">
              <mc:Choice xmlns:v="urn:schemas-microsoft-com:vml" Requires="v">
                <p:oleObj spid="_x0000_s209984" name="차트" r:id="rId5" imgW="0" imgH="0" progId="Excel.Chart.8">
                  <p:embed/>
                </p:oleObj>
              </mc:Choice>
              <mc:Fallback>
                <p:oleObj name="차트" r:id="rId5" imgW="0" imgH="0" progId="Excel.Chart.8">
                  <p:embed/>
                  <p:pic>
                    <p:nvPicPr>
                      <p:cNvPr id="0" name=""/>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52513" y="2117725"/>
                        <a:ext cx="7121525" cy="221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cxnSp>
        <p:nvCxnSpPr>
          <p:cNvPr id="9" name="직선 화살표 연결선 8"/>
          <p:cNvCxnSpPr/>
          <p:nvPr/>
        </p:nvCxnSpPr>
        <p:spPr>
          <a:xfrm flipV="1">
            <a:off x="2668588" y="3659188"/>
            <a:ext cx="552450" cy="0"/>
          </a:xfrm>
          <a:prstGeom prst="straightConnector1">
            <a:avLst/>
          </a:prstGeom>
          <a:ln w="34925">
            <a:solidFill>
              <a:schemeClr val="tx1"/>
            </a:solidFill>
            <a:tailEnd type="triangle" w="med" len="med"/>
          </a:ln>
        </p:spPr>
        <p:style>
          <a:lnRef idx="1">
            <a:schemeClr val="accent1"/>
          </a:lnRef>
          <a:fillRef idx="0">
            <a:schemeClr val="accent1"/>
          </a:fillRef>
          <a:effectRef idx="0">
            <a:schemeClr val="accent1"/>
          </a:effectRef>
          <a:fontRef idx="minor">
            <a:schemeClr val="tx1"/>
          </a:fontRef>
        </p:style>
      </p:cxnSp>
      <p:sp>
        <p:nvSpPr>
          <p:cNvPr id="196613" name="TextBox 9"/>
          <p:cNvSpPr txBox="1">
            <a:spLocks noChangeArrowheads="1"/>
          </p:cNvSpPr>
          <p:nvPr/>
        </p:nvSpPr>
        <p:spPr bwMode="auto">
          <a:xfrm>
            <a:off x="2341563" y="3184525"/>
            <a:ext cx="2540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2</a:t>
            </a:r>
          </a:p>
        </p:txBody>
      </p:sp>
      <p:sp>
        <p:nvSpPr>
          <p:cNvPr id="196614" name="TextBox 10"/>
          <p:cNvSpPr txBox="1">
            <a:spLocks noChangeArrowheads="1"/>
          </p:cNvSpPr>
          <p:nvPr/>
        </p:nvSpPr>
        <p:spPr bwMode="auto">
          <a:xfrm>
            <a:off x="2774950" y="2833688"/>
            <a:ext cx="4090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dirty="0">
                <a:latin typeface="Times New Roman" panose="02020603050405020304" pitchFamily="18" charset="0"/>
                <a:ea typeface="굴림체" pitchFamily="49" charset="-127"/>
                <a:cs typeface="Times New Roman" panose="02020603050405020304" pitchFamily="18" charset="0"/>
              </a:rPr>
              <a:t>10.3</a:t>
            </a:r>
          </a:p>
        </p:txBody>
      </p:sp>
      <p:sp>
        <p:nvSpPr>
          <p:cNvPr id="196615" name="TextBox 11"/>
          <p:cNvSpPr txBox="1">
            <a:spLocks noChangeArrowheads="1"/>
          </p:cNvSpPr>
          <p:nvPr/>
        </p:nvSpPr>
        <p:spPr bwMode="auto">
          <a:xfrm>
            <a:off x="6802438" y="2490788"/>
            <a:ext cx="31290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chemeClr val="bg1"/>
                </a:solidFill>
                <a:latin typeface="Times New Roman" panose="02020603050405020304" pitchFamily="18" charset="0"/>
                <a:ea typeface="굴림체" pitchFamily="49" charset="-127"/>
                <a:cs typeface="Times New Roman" panose="02020603050405020304" pitchFamily="18" charset="0"/>
              </a:rPr>
              <a:t>60</a:t>
            </a:r>
          </a:p>
        </p:txBody>
      </p:sp>
      <p:cxnSp>
        <p:nvCxnSpPr>
          <p:cNvPr id="20" name="직선 화살표 연결선 19"/>
          <p:cNvCxnSpPr/>
          <p:nvPr/>
        </p:nvCxnSpPr>
        <p:spPr>
          <a:xfrm>
            <a:off x="3221038" y="3657600"/>
            <a:ext cx="3917950" cy="1588"/>
          </a:xfrm>
          <a:prstGeom prst="straightConnector1">
            <a:avLst/>
          </a:prstGeom>
          <a:ln w="34925">
            <a:solidFill>
              <a:srgbClr val="FF0000"/>
            </a:solidFill>
            <a:tailEnd type="triangle" w="med" len="med"/>
          </a:ln>
        </p:spPr>
        <p:style>
          <a:lnRef idx="1">
            <a:schemeClr val="accent1"/>
          </a:lnRef>
          <a:fillRef idx="0">
            <a:schemeClr val="accent1"/>
          </a:fillRef>
          <a:effectRef idx="0">
            <a:schemeClr val="accent1"/>
          </a:effectRef>
          <a:fontRef idx="minor">
            <a:schemeClr val="tx1"/>
          </a:fontRef>
        </p:style>
      </p:cxnSp>
      <p:sp>
        <p:nvSpPr>
          <p:cNvPr id="196617" name="TextBox 20"/>
          <p:cNvSpPr txBox="1">
            <a:spLocks noChangeArrowheads="1"/>
          </p:cNvSpPr>
          <p:nvPr/>
        </p:nvSpPr>
        <p:spPr bwMode="auto">
          <a:xfrm>
            <a:off x="7138988" y="2565400"/>
            <a:ext cx="128272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Đơn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vị</a:t>
            </a:r>
            <a:r>
              <a:rPr lang="ko-KR"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smtClean="0">
                <a:latin typeface="Times New Roman" panose="02020603050405020304" pitchFamily="18" charset="0"/>
                <a:ea typeface="굴림체" pitchFamily="49" charset="-127"/>
                <a:cs typeface="Times New Roman" panose="02020603050405020304" pitchFamily="18" charset="0"/>
              </a:rPr>
              <a:t>:</a:t>
            </a:r>
            <a:r>
              <a:rPr lang="ko-KR" altLang="en-US"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Lệnh</a:t>
            </a:r>
            <a:r>
              <a:rPr lang="ko-KR"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a:latin typeface="Times New Roman" panose="02020603050405020304" pitchFamily="18" charset="0"/>
                <a:ea typeface="굴림체" pitchFamily="49" charset="-127"/>
                <a:cs typeface="Times New Roman" panose="02020603050405020304" pitchFamily="18" charset="0"/>
              </a:rPr>
              <a:t>/ ㎲ )</a:t>
            </a:r>
          </a:p>
        </p:txBody>
      </p:sp>
      <p:sp>
        <p:nvSpPr>
          <p:cNvPr id="196618" name="TextBox 21"/>
          <p:cNvSpPr txBox="1">
            <a:spLocks noChangeArrowheads="1"/>
          </p:cNvSpPr>
          <p:nvPr/>
        </p:nvSpPr>
        <p:spPr bwMode="auto">
          <a:xfrm>
            <a:off x="2700381" y="3459163"/>
            <a:ext cx="450765"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b="1" dirty="0" smtClean="0">
                <a:latin typeface="Times New Roman" panose="02020603050405020304" pitchFamily="18" charset="0"/>
                <a:ea typeface="굴림체" pitchFamily="49" charset="-127"/>
                <a:cs typeface="Times New Roman" panose="02020603050405020304" pitchFamily="18" charset="0"/>
              </a:rPr>
              <a:t>21</a:t>
            </a:r>
            <a:r>
              <a:rPr lang="ko-KR" altLang="en-US" sz="800" b="1" dirty="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lần</a:t>
            </a:r>
            <a:endParaRPr lang="ko-KR" altLang="en-US" sz="800" b="1" dirty="0">
              <a:latin typeface="Times New Roman" panose="02020603050405020304" pitchFamily="18" charset="0"/>
              <a:ea typeface="굴림체" pitchFamily="49" charset="-127"/>
              <a:cs typeface="Times New Roman" panose="02020603050405020304" pitchFamily="18" charset="0"/>
            </a:endParaRPr>
          </a:p>
        </p:txBody>
      </p:sp>
      <p:sp>
        <p:nvSpPr>
          <p:cNvPr id="196619" name="TextBox 22"/>
          <p:cNvSpPr txBox="1">
            <a:spLocks noChangeArrowheads="1"/>
          </p:cNvSpPr>
          <p:nvPr/>
        </p:nvSpPr>
        <p:spPr bwMode="auto">
          <a:xfrm>
            <a:off x="4754563" y="2781300"/>
            <a:ext cx="886781"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800" b="1" dirty="0" err="1" smtClean="0">
                <a:latin typeface="Times New Roman" panose="02020603050405020304" pitchFamily="18" charset="0"/>
                <a:ea typeface="굴림체" pitchFamily="49" charset="-127"/>
                <a:cs typeface="Times New Roman" panose="02020603050405020304" pitchFamily="18" charset="0"/>
              </a:rPr>
              <a:t>Tăng</a:t>
            </a:r>
            <a:r>
              <a:rPr lang="en-US" altLang="ko-KR" sz="800" b="1" dirty="0" smtClean="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tốc</a:t>
            </a:r>
            <a:r>
              <a:rPr lang="en-US" altLang="ko-KR" sz="800" b="1" dirty="0" smtClean="0">
                <a:latin typeface="Times New Roman" panose="02020603050405020304" pitchFamily="18" charset="0"/>
                <a:ea typeface="굴림체" pitchFamily="49" charset="-127"/>
                <a:cs typeface="Times New Roman" panose="02020603050405020304" pitchFamily="18" charset="0"/>
              </a:rPr>
              <a:t> 5.8</a:t>
            </a:r>
            <a:r>
              <a:rPr lang="ko-KR" altLang="en-US" sz="800" b="1" dirty="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lần</a:t>
            </a:r>
            <a:endParaRPr lang="ko-KR" altLang="en-US" sz="800" b="1" dirty="0">
              <a:latin typeface="Times New Roman" panose="02020603050405020304" pitchFamily="18" charset="0"/>
              <a:ea typeface="굴림체" pitchFamily="49" charset="-127"/>
              <a:cs typeface="Times New Roman" panose="02020603050405020304" pitchFamily="18" charset="0"/>
            </a:endParaRPr>
          </a:p>
        </p:txBody>
      </p:sp>
      <p:sp>
        <p:nvSpPr>
          <p:cNvPr id="196620" name="TextBox 24"/>
          <p:cNvSpPr txBox="1">
            <a:spLocks noChangeArrowheads="1"/>
          </p:cNvSpPr>
          <p:nvPr/>
        </p:nvSpPr>
        <p:spPr bwMode="auto">
          <a:xfrm>
            <a:off x="4768850" y="3111500"/>
            <a:ext cx="861133"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800" b="1" dirty="0" err="1" smtClean="0">
                <a:latin typeface="Times New Roman" panose="02020603050405020304" pitchFamily="18" charset="0"/>
                <a:ea typeface="굴림체" pitchFamily="49" charset="-127"/>
                <a:cs typeface="Times New Roman" panose="02020603050405020304" pitchFamily="18" charset="0"/>
              </a:rPr>
              <a:t>Tăng</a:t>
            </a:r>
            <a:r>
              <a:rPr lang="en-US" altLang="ko-KR" sz="800" b="1" dirty="0" smtClean="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tốc</a:t>
            </a:r>
            <a:r>
              <a:rPr lang="en-US" altLang="ko-KR" sz="800" b="1" dirty="0" smtClean="0">
                <a:latin typeface="Times New Roman" panose="02020603050405020304" pitchFamily="18" charset="0"/>
                <a:ea typeface="굴림체" pitchFamily="49" charset="-127"/>
                <a:cs typeface="Times New Roman" panose="02020603050405020304" pitchFamily="18" charset="0"/>
              </a:rPr>
              <a:t> 30</a:t>
            </a:r>
            <a:r>
              <a:rPr lang="ko-KR" altLang="en-US" sz="800" b="1" dirty="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lần</a:t>
            </a:r>
            <a:endParaRPr lang="ko-KR" altLang="en-US" sz="800" b="1" dirty="0">
              <a:latin typeface="Times New Roman" panose="02020603050405020304" pitchFamily="18" charset="0"/>
              <a:ea typeface="굴림체" pitchFamily="49" charset="-127"/>
              <a:cs typeface="Times New Roman" panose="02020603050405020304" pitchFamily="18" charset="0"/>
            </a:endParaRPr>
          </a:p>
        </p:txBody>
      </p:sp>
      <p:sp>
        <p:nvSpPr>
          <p:cNvPr id="196621" name="TextBox 25"/>
          <p:cNvSpPr txBox="1">
            <a:spLocks noChangeArrowheads="1"/>
          </p:cNvSpPr>
          <p:nvPr/>
        </p:nvSpPr>
        <p:spPr bwMode="auto">
          <a:xfrm>
            <a:off x="2351088" y="3527425"/>
            <a:ext cx="3449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0.5</a:t>
            </a:r>
          </a:p>
        </p:txBody>
      </p:sp>
      <p:cxnSp>
        <p:nvCxnSpPr>
          <p:cNvPr id="30" name="직선 화살표 연결선 29"/>
          <p:cNvCxnSpPr/>
          <p:nvPr/>
        </p:nvCxnSpPr>
        <p:spPr>
          <a:xfrm flipV="1">
            <a:off x="2668588" y="3300413"/>
            <a:ext cx="552450" cy="0"/>
          </a:xfrm>
          <a:prstGeom prst="straightConnector1">
            <a:avLst/>
          </a:prstGeom>
          <a:ln w="34925">
            <a:solidFill>
              <a:schemeClr val="tx1"/>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1" name="직선 화살표 연결선 30"/>
          <p:cNvCxnSpPr/>
          <p:nvPr/>
        </p:nvCxnSpPr>
        <p:spPr>
          <a:xfrm>
            <a:off x="3221038" y="3298825"/>
            <a:ext cx="3917950" cy="1588"/>
          </a:xfrm>
          <a:prstGeom prst="straightConnector1">
            <a:avLst/>
          </a:prstGeom>
          <a:ln w="34925">
            <a:solidFill>
              <a:srgbClr val="FF0000"/>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직선 화살표 연결선 31"/>
          <p:cNvCxnSpPr/>
          <p:nvPr/>
        </p:nvCxnSpPr>
        <p:spPr>
          <a:xfrm>
            <a:off x="3221038" y="2965450"/>
            <a:ext cx="3917950" cy="1588"/>
          </a:xfrm>
          <a:prstGeom prst="straightConnector1">
            <a:avLst/>
          </a:prstGeom>
          <a:ln w="34925">
            <a:solidFill>
              <a:srgbClr val="FF0000"/>
            </a:solidFill>
            <a:tailEnd type="triangle" w="med" len="med"/>
          </a:ln>
        </p:spPr>
        <p:style>
          <a:lnRef idx="1">
            <a:schemeClr val="accent1"/>
          </a:lnRef>
          <a:fillRef idx="0">
            <a:schemeClr val="accent1"/>
          </a:fillRef>
          <a:effectRef idx="0">
            <a:schemeClr val="accent1"/>
          </a:effectRef>
          <a:fontRef idx="minor">
            <a:schemeClr val="tx1"/>
          </a:fontRef>
        </p:style>
      </p:cxnSp>
      <p:sp>
        <p:nvSpPr>
          <p:cNvPr id="196625" name="TextBox 32"/>
          <p:cNvSpPr txBox="1">
            <a:spLocks noChangeArrowheads="1"/>
          </p:cNvSpPr>
          <p:nvPr/>
        </p:nvSpPr>
        <p:spPr bwMode="auto">
          <a:xfrm>
            <a:off x="4737100" y="3478213"/>
            <a:ext cx="912429"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800" b="1" dirty="0" err="1" smtClean="0">
                <a:latin typeface="Times New Roman" panose="02020603050405020304" pitchFamily="18" charset="0"/>
                <a:ea typeface="굴림체" pitchFamily="49" charset="-127"/>
                <a:cs typeface="Times New Roman" panose="02020603050405020304" pitchFamily="18" charset="0"/>
              </a:rPr>
              <a:t>Tăng</a:t>
            </a:r>
            <a:r>
              <a:rPr lang="en-US" altLang="ko-KR" sz="800" b="1" dirty="0" smtClean="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tốc</a:t>
            </a:r>
            <a:r>
              <a:rPr lang="en-US" altLang="ko-KR" sz="800" b="1" dirty="0" smtClean="0">
                <a:latin typeface="Times New Roman" panose="02020603050405020304" pitchFamily="18" charset="0"/>
                <a:ea typeface="굴림체" pitchFamily="49" charset="-127"/>
                <a:cs typeface="Times New Roman" panose="02020603050405020304" pitchFamily="18" charset="0"/>
              </a:rPr>
              <a:t> 120</a:t>
            </a:r>
            <a:r>
              <a:rPr lang="ko-KR" altLang="en-US" sz="800" b="1" dirty="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lần</a:t>
            </a:r>
            <a:endParaRPr lang="ko-KR" altLang="en-US" sz="800" b="1" dirty="0">
              <a:latin typeface="Times New Roman" panose="02020603050405020304" pitchFamily="18" charset="0"/>
              <a:ea typeface="굴림체" pitchFamily="49" charset="-127"/>
              <a:cs typeface="Times New Roman" panose="02020603050405020304" pitchFamily="18" charset="0"/>
            </a:endParaRPr>
          </a:p>
        </p:txBody>
      </p:sp>
      <p:sp>
        <p:nvSpPr>
          <p:cNvPr id="196626" name="TextBox 33"/>
          <p:cNvSpPr txBox="1">
            <a:spLocks noChangeArrowheads="1"/>
          </p:cNvSpPr>
          <p:nvPr/>
        </p:nvSpPr>
        <p:spPr bwMode="auto">
          <a:xfrm>
            <a:off x="2746375" y="3114675"/>
            <a:ext cx="399468" cy="227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800" b="1" dirty="0" smtClean="0">
                <a:latin typeface="Times New Roman" panose="02020603050405020304" pitchFamily="18" charset="0"/>
                <a:ea typeface="굴림체" pitchFamily="49" charset="-127"/>
                <a:cs typeface="Times New Roman" panose="02020603050405020304" pitchFamily="18" charset="0"/>
              </a:rPr>
              <a:t>5</a:t>
            </a:r>
            <a:r>
              <a:rPr lang="ko-KR" altLang="en-US" sz="800" b="1" dirty="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lần</a:t>
            </a:r>
            <a:endParaRPr lang="ko-KR" altLang="en-US" sz="800" b="1" dirty="0">
              <a:latin typeface="Times New Roman" panose="02020603050405020304" pitchFamily="18" charset="0"/>
              <a:ea typeface="굴림체" pitchFamily="49" charset="-127"/>
              <a:cs typeface="Times New Roman" panose="02020603050405020304" pitchFamily="18" charset="0"/>
            </a:endParaRPr>
          </a:p>
        </p:txBody>
      </p:sp>
      <p:sp>
        <p:nvSpPr>
          <p:cNvPr id="196627" name="TextBox 35"/>
          <p:cNvSpPr txBox="1">
            <a:spLocks noChangeArrowheads="1"/>
          </p:cNvSpPr>
          <p:nvPr/>
        </p:nvSpPr>
        <p:spPr bwMode="auto">
          <a:xfrm>
            <a:off x="1208584" y="3995738"/>
            <a:ext cx="648126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Giá</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trị</a:t>
            </a:r>
            <a:r>
              <a:rPr lang="en-US" altLang="ko-KR" sz="1000" dirty="0" smtClean="0">
                <a:latin typeface="Times New Roman" panose="02020603050405020304" pitchFamily="18" charset="0"/>
                <a:cs typeface="Times New Roman" panose="02020603050405020304" pitchFamily="18" charset="0"/>
              </a:rPr>
              <a:t> PC MIX</a:t>
            </a:r>
            <a:r>
              <a:rPr lang="ko-KR" altLang="en-US" sz="1000" dirty="0" smtClean="0">
                <a:latin typeface="Times New Roman" panose="02020603050405020304" pitchFamily="18" charset="0"/>
                <a:cs typeface="Times New Roman" panose="02020603050405020304" pitchFamily="18" charset="0"/>
              </a:rPr>
              <a:t> </a:t>
            </a:r>
            <a:r>
              <a:rPr lang="en-US" altLang="ko-KR" sz="1000" dirty="0">
                <a:latin typeface="Times New Roman" panose="02020603050405020304" pitchFamily="18" charset="0"/>
                <a:cs typeface="Times New Roman" panose="02020603050405020304" pitchFamily="18" charset="0"/>
              </a:rPr>
              <a:t>:</a:t>
            </a:r>
          </a:p>
          <a:p>
            <a:pPr eaLnBrk="1" hangingPunct="1">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Là</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số</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lần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xử</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lý</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bình</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quân</a:t>
            </a:r>
            <a:r>
              <a:rPr lang="en-US" altLang="ko-KR" sz="1000" dirty="0" smtClean="0">
                <a:latin typeface="Times New Roman" panose="02020603050405020304" pitchFamily="18" charset="0"/>
                <a:cs typeface="Times New Roman" panose="02020603050405020304" pitchFamily="18" charset="0"/>
              </a:rPr>
              <a:t> </a:t>
            </a:r>
            <a:r>
              <a:rPr lang="en-US" altLang="ko-KR" sz="1000" err="1" smtClean="0">
                <a:latin typeface="Times New Roman" panose="02020603050405020304" pitchFamily="18" charset="0"/>
                <a:cs typeface="Times New Roman" panose="02020603050405020304" pitchFamily="18" charset="0"/>
              </a:rPr>
              <a:t>của</a:t>
            </a:r>
            <a:r>
              <a:rPr lang="en-US" altLang="ko-KR" sz="1000" smtClean="0">
                <a:latin typeface="Times New Roman" panose="02020603050405020304" pitchFamily="18" charset="0"/>
                <a:cs typeface="Times New Roman" panose="02020603050405020304" pitchFamily="18" charset="0"/>
              </a:rPr>
              <a:t> lệnh cơ bản </a:t>
            </a:r>
            <a:r>
              <a:rPr lang="en-US" altLang="ko-KR" sz="1000" dirty="0" err="1" smtClean="0">
                <a:latin typeface="Times New Roman" panose="02020603050405020304" pitchFamily="18" charset="0"/>
                <a:cs typeface="Times New Roman" panose="02020603050405020304" pitchFamily="18" charset="0"/>
              </a:rPr>
              <a:t>có</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thể</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thực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hiện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bằng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đơn</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vị</a:t>
            </a:r>
            <a:r>
              <a:rPr lang="en-US" altLang="ko-KR" sz="1000" dirty="0" smtClean="0">
                <a:latin typeface="Times New Roman" panose="02020603050405020304" pitchFamily="18" charset="0"/>
                <a:cs typeface="Times New Roman" panose="02020603050405020304" pitchFamily="18" charset="0"/>
              </a:rPr>
              <a:t> 1㎲</a:t>
            </a:r>
            <a:r>
              <a:rPr lang="ko-KR" altLang="en-US"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hoặc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lệnh</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như</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xử</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lý</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dữ</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liệu</a:t>
            </a:r>
            <a:r>
              <a:rPr lang="en-US" altLang="ko-KR" sz="1000" dirty="0" smtClean="0">
                <a:latin typeface="Times New Roman" panose="02020603050405020304" pitchFamily="18" charset="0"/>
                <a:cs typeface="Times New Roman" panose="02020603050405020304" pitchFamily="18" charset="0"/>
              </a:rPr>
              <a:t>...</a:t>
            </a:r>
            <a:endParaRPr lang="en-US" altLang="ko-KR" sz="1000"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000" dirty="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Chỉ</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số</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cao</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thì</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tốc</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độ</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xử</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lý</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càng</a:t>
            </a:r>
            <a:r>
              <a:rPr lang="en-US" altLang="ko-KR" sz="1000" dirty="0" smtClean="0">
                <a:latin typeface="Times New Roman" panose="02020603050405020304" pitchFamily="18" charset="0"/>
                <a:cs typeface="Times New Roman" panose="02020603050405020304" pitchFamily="18" charset="0"/>
              </a:rPr>
              <a:t> </a:t>
            </a:r>
            <a:r>
              <a:rPr lang="en-US" altLang="ko-KR" sz="1000" dirty="0" err="1" smtClean="0">
                <a:latin typeface="Times New Roman" panose="02020603050405020304" pitchFamily="18" charset="0"/>
                <a:cs typeface="Times New Roman" panose="02020603050405020304" pitchFamily="18" charset="0"/>
              </a:rPr>
              <a:t>nhanh</a:t>
            </a:r>
            <a:r>
              <a:rPr lang="en-US" altLang="ko-KR" sz="1000" dirty="0" smtClean="0">
                <a:latin typeface="Times New Roman" panose="02020603050405020304" pitchFamily="18" charset="0"/>
                <a:cs typeface="Times New Roman" panose="02020603050405020304" pitchFamily="18" charset="0"/>
              </a:rPr>
              <a:t>.</a:t>
            </a:r>
            <a:endParaRPr lang="en-US" altLang="ko-KR" sz="1000" dirty="0">
              <a:latin typeface="Times New Roman" panose="02020603050405020304" pitchFamily="18" charset="0"/>
              <a:cs typeface="Times New Roman" panose="02020603050405020304" pitchFamily="18" charset="0"/>
            </a:endParaRPr>
          </a:p>
        </p:txBody>
      </p:sp>
      <p:graphicFrame>
        <p:nvGraphicFramePr>
          <p:cNvPr id="196628" name="차트 37"/>
          <p:cNvGraphicFramePr>
            <a:graphicFrameLocks/>
          </p:cNvGraphicFramePr>
          <p:nvPr>
            <p:extLst>
              <p:ext uri="{D42A27DB-BD31-4B8C-83A1-F6EECF244321}">
                <p14:modId xmlns:p14="http://schemas.microsoft.com/office/powerpoint/2010/main" val="4255023966"/>
              </p:ext>
            </p:extLst>
          </p:nvPr>
        </p:nvGraphicFramePr>
        <p:xfrm>
          <a:off x="1047750" y="4454525"/>
          <a:ext cx="7121525" cy="2214563"/>
        </p:xfrm>
        <a:graphic>
          <a:graphicData uri="http://schemas.openxmlformats.org/presentationml/2006/ole">
            <mc:AlternateContent xmlns:mc="http://schemas.openxmlformats.org/markup-compatibility/2006">
              <mc:Choice xmlns:v="urn:schemas-microsoft-com:vml" Requires="v">
                <p:oleObj spid="_x0000_s209985" name="차트" r:id="rId8" imgW="0" imgH="0" progId="Excel.Chart.8">
                  <p:embed/>
                </p:oleObj>
              </mc:Choice>
              <mc:Fallback>
                <p:oleObj name="차트" r:id="rId8" imgW="0" imgH="0" progId="Excel.Chart.8">
                  <p:embed/>
                  <p:pic>
                    <p:nvPicPr>
                      <p:cNvPr id="0" name=""/>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47750" y="4454525"/>
                        <a:ext cx="7121525" cy="221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96629" name="TextBox 39"/>
          <p:cNvSpPr txBox="1">
            <a:spLocks noChangeArrowheads="1"/>
          </p:cNvSpPr>
          <p:nvPr/>
        </p:nvSpPr>
        <p:spPr bwMode="auto">
          <a:xfrm>
            <a:off x="3529013" y="5622925"/>
            <a:ext cx="4331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90ns</a:t>
            </a:r>
          </a:p>
        </p:txBody>
      </p:sp>
      <p:sp>
        <p:nvSpPr>
          <p:cNvPr id="196630" name="TextBox 40"/>
          <p:cNvSpPr txBox="1">
            <a:spLocks noChangeArrowheads="1"/>
          </p:cNvSpPr>
          <p:nvPr/>
        </p:nvSpPr>
        <p:spPr bwMode="auto">
          <a:xfrm>
            <a:off x="2500313" y="5272088"/>
            <a:ext cx="4331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dirty="0">
                <a:solidFill>
                  <a:schemeClr val="bg1"/>
                </a:solidFill>
                <a:latin typeface="Times New Roman" panose="02020603050405020304" pitchFamily="18" charset="0"/>
                <a:ea typeface="굴림체" pitchFamily="49" charset="-127"/>
                <a:cs typeface="Times New Roman" panose="02020603050405020304" pitchFamily="18" charset="0"/>
              </a:rPr>
              <a:t>34ns</a:t>
            </a:r>
          </a:p>
        </p:txBody>
      </p:sp>
      <p:sp>
        <p:nvSpPr>
          <p:cNvPr id="196631" name="TextBox 41"/>
          <p:cNvSpPr txBox="1">
            <a:spLocks noChangeArrowheads="1"/>
          </p:cNvSpPr>
          <p:nvPr/>
        </p:nvSpPr>
        <p:spPr bwMode="auto">
          <a:xfrm>
            <a:off x="2312988" y="4779963"/>
            <a:ext cx="3449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굴림체" pitchFamily="49" charset="-127"/>
                <a:cs typeface="Times New Roman" panose="02020603050405020304" pitchFamily="18" charset="0"/>
              </a:rPr>
              <a:t>9.5</a:t>
            </a:r>
          </a:p>
        </p:txBody>
      </p:sp>
      <p:cxnSp>
        <p:nvCxnSpPr>
          <p:cNvPr id="43" name="직선 화살표 연결선 42"/>
          <p:cNvCxnSpPr>
            <a:stCxn id="196629" idx="3"/>
          </p:cNvCxnSpPr>
          <p:nvPr/>
        </p:nvCxnSpPr>
        <p:spPr>
          <a:xfrm flipV="1">
            <a:off x="3962145" y="5748338"/>
            <a:ext cx="3021268" cy="13087"/>
          </a:xfrm>
          <a:prstGeom prst="straightConnector1">
            <a:avLst/>
          </a:prstGeom>
          <a:ln w="34925">
            <a:solidFill>
              <a:srgbClr val="FF0000"/>
            </a:solidFill>
            <a:headEnd type="triangle"/>
            <a:tailEnd type="none" w="med" len="med"/>
          </a:ln>
        </p:spPr>
        <p:style>
          <a:lnRef idx="1">
            <a:schemeClr val="accent1"/>
          </a:lnRef>
          <a:fillRef idx="0">
            <a:schemeClr val="accent1"/>
          </a:fillRef>
          <a:effectRef idx="0">
            <a:schemeClr val="accent1"/>
          </a:effectRef>
          <a:fontRef idx="minor">
            <a:schemeClr val="tx1"/>
          </a:fontRef>
        </p:style>
      </p:cxnSp>
      <p:sp>
        <p:nvSpPr>
          <p:cNvPr id="196633" name="TextBox 43"/>
          <p:cNvSpPr txBox="1">
            <a:spLocks noChangeArrowheads="1"/>
          </p:cNvSpPr>
          <p:nvPr/>
        </p:nvSpPr>
        <p:spPr bwMode="auto">
          <a:xfrm>
            <a:off x="6981825" y="4624388"/>
            <a:ext cx="9044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dirty="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Đơn</a:t>
            </a:r>
            <a:r>
              <a:rPr lang="en-US" altLang="ko-KR"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err="1" smtClean="0">
                <a:latin typeface="Times New Roman" panose="02020603050405020304" pitchFamily="18" charset="0"/>
                <a:ea typeface="굴림체" pitchFamily="49" charset="-127"/>
                <a:cs typeface="Times New Roman" panose="02020603050405020304" pitchFamily="18" charset="0"/>
              </a:rPr>
              <a:t>vị</a:t>
            </a:r>
            <a:r>
              <a:rPr lang="ko-KR" altLang="en-US" sz="1000" dirty="0" smtClean="0">
                <a:latin typeface="Times New Roman" panose="02020603050405020304" pitchFamily="18" charset="0"/>
                <a:ea typeface="굴림체" pitchFamily="49" charset="-127"/>
                <a:cs typeface="Times New Roman" panose="02020603050405020304" pitchFamily="18" charset="0"/>
              </a:rPr>
              <a:t> </a:t>
            </a:r>
            <a:r>
              <a:rPr lang="en-US" altLang="ko-KR" sz="1000" dirty="0">
                <a:latin typeface="Times New Roman" panose="02020603050405020304" pitchFamily="18" charset="0"/>
                <a:ea typeface="굴림체" pitchFamily="49" charset="-127"/>
                <a:cs typeface="Times New Roman" panose="02020603050405020304" pitchFamily="18" charset="0"/>
              </a:rPr>
              <a:t>: ns )</a:t>
            </a:r>
          </a:p>
        </p:txBody>
      </p:sp>
      <p:sp>
        <p:nvSpPr>
          <p:cNvPr id="196634" name="TextBox 45"/>
          <p:cNvSpPr txBox="1">
            <a:spLocks noChangeArrowheads="1"/>
          </p:cNvSpPr>
          <p:nvPr/>
        </p:nvSpPr>
        <p:spPr bwMode="auto">
          <a:xfrm>
            <a:off x="6069013" y="4843463"/>
            <a:ext cx="938077"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800" b="1" dirty="0" err="1" smtClean="0">
                <a:latin typeface="Times New Roman" panose="02020603050405020304" pitchFamily="18" charset="0"/>
                <a:ea typeface="굴림체" pitchFamily="49" charset="-127"/>
                <a:cs typeface="Times New Roman" panose="02020603050405020304" pitchFamily="18" charset="0"/>
              </a:rPr>
              <a:t>Tăng</a:t>
            </a:r>
            <a:r>
              <a:rPr lang="en-US" altLang="ko-KR" sz="800" b="1" dirty="0" smtClean="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tốc</a:t>
            </a:r>
            <a:r>
              <a:rPr lang="en-US" altLang="ko-KR" sz="800" b="1" dirty="0" smtClean="0">
                <a:latin typeface="Times New Roman" panose="02020603050405020304" pitchFamily="18" charset="0"/>
                <a:ea typeface="굴림체" pitchFamily="49" charset="-127"/>
                <a:cs typeface="Times New Roman" panose="02020603050405020304" pitchFamily="18" charset="0"/>
              </a:rPr>
              <a:t> 26.3</a:t>
            </a:r>
            <a:r>
              <a:rPr lang="ko-KR" altLang="en-US" sz="800" b="1" dirty="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lần</a:t>
            </a:r>
            <a:endParaRPr lang="ko-KR" altLang="en-US" sz="800" b="1" dirty="0">
              <a:latin typeface="Times New Roman" panose="02020603050405020304" pitchFamily="18" charset="0"/>
              <a:ea typeface="굴림체" pitchFamily="49" charset="-127"/>
              <a:cs typeface="Times New Roman" panose="02020603050405020304" pitchFamily="18" charset="0"/>
            </a:endParaRPr>
          </a:p>
        </p:txBody>
      </p:sp>
      <p:sp>
        <p:nvSpPr>
          <p:cNvPr id="196635" name="TextBox 46"/>
          <p:cNvSpPr txBox="1">
            <a:spLocks noChangeArrowheads="1"/>
          </p:cNvSpPr>
          <p:nvPr/>
        </p:nvSpPr>
        <p:spPr bwMode="auto">
          <a:xfrm>
            <a:off x="6099175" y="5192713"/>
            <a:ext cx="886781"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800" b="1" dirty="0" err="1" smtClean="0">
                <a:latin typeface="Times New Roman" panose="02020603050405020304" pitchFamily="18" charset="0"/>
                <a:ea typeface="굴림체" pitchFamily="49" charset="-127"/>
                <a:cs typeface="Times New Roman" panose="02020603050405020304" pitchFamily="18" charset="0"/>
              </a:rPr>
              <a:t>Tăng</a:t>
            </a:r>
            <a:r>
              <a:rPr lang="en-US" altLang="ko-KR" sz="800" b="1" dirty="0" smtClean="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tốc</a:t>
            </a:r>
            <a:r>
              <a:rPr lang="en-US" altLang="ko-KR" sz="800" b="1" dirty="0" smtClean="0">
                <a:latin typeface="Times New Roman" panose="02020603050405020304" pitchFamily="18" charset="0"/>
                <a:ea typeface="굴림체" pitchFamily="49" charset="-127"/>
                <a:cs typeface="Times New Roman" panose="02020603050405020304" pitchFamily="18" charset="0"/>
              </a:rPr>
              <a:t> 7.4</a:t>
            </a:r>
            <a:r>
              <a:rPr lang="ko-KR" altLang="en-US" sz="800" b="1" dirty="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lần</a:t>
            </a:r>
            <a:endParaRPr lang="ko-KR" altLang="en-US" sz="800" b="1" dirty="0">
              <a:latin typeface="Times New Roman" panose="02020603050405020304" pitchFamily="18" charset="0"/>
              <a:ea typeface="굴림체" pitchFamily="49" charset="-127"/>
              <a:cs typeface="Times New Roman" panose="02020603050405020304" pitchFamily="18" charset="0"/>
            </a:endParaRPr>
          </a:p>
        </p:txBody>
      </p:sp>
      <p:sp>
        <p:nvSpPr>
          <p:cNvPr id="196636" name="TextBox 47"/>
          <p:cNvSpPr txBox="1">
            <a:spLocks noChangeArrowheads="1"/>
          </p:cNvSpPr>
          <p:nvPr/>
        </p:nvSpPr>
        <p:spPr bwMode="auto">
          <a:xfrm>
            <a:off x="6378575" y="5965825"/>
            <a:ext cx="4972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solidFill>
                  <a:schemeClr val="bg1"/>
                </a:solidFill>
                <a:latin typeface="Times New Roman" panose="02020603050405020304" pitchFamily="18" charset="0"/>
                <a:ea typeface="굴림체" pitchFamily="49" charset="-127"/>
                <a:cs typeface="Times New Roman" panose="02020603050405020304" pitchFamily="18" charset="0"/>
              </a:rPr>
              <a:t>250ns</a:t>
            </a:r>
          </a:p>
        </p:txBody>
      </p:sp>
      <p:cxnSp>
        <p:nvCxnSpPr>
          <p:cNvPr id="50" name="직선 화살표 연결선 49"/>
          <p:cNvCxnSpPr/>
          <p:nvPr/>
        </p:nvCxnSpPr>
        <p:spPr>
          <a:xfrm>
            <a:off x="4043363" y="5391150"/>
            <a:ext cx="2928937" cy="1588"/>
          </a:xfrm>
          <a:prstGeom prst="straightConnector1">
            <a:avLst/>
          </a:prstGeom>
          <a:ln w="34925">
            <a:solidFill>
              <a:srgbClr val="FF0000"/>
            </a:solidFill>
            <a:headEnd type="triangle"/>
            <a:tailEnd type="none" w="med" len="med"/>
          </a:ln>
        </p:spPr>
        <p:style>
          <a:lnRef idx="1">
            <a:schemeClr val="accent1"/>
          </a:lnRef>
          <a:fillRef idx="0">
            <a:schemeClr val="accent1"/>
          </a:fillRef>
          <a:effectRef idx="0">
            <a:schemeClr val="accent1"/>
          </a:effectRef>
          <a:fontRef idx="minor">
            <a:schemeClr val="tx1"/>
          </a:fontRef>
        </p:style>
      </p:cxnSp>
      <p:cxnSp>
        <p:nvCxnSpPr>
          <p:cNvPr id="51" name="직선 화살표 연결선 50"/>
          <p:cNvCxnSpPr/>
          <p:nvPr/>
        </p:nvCxnSpPr>
        <p:spPr>
          <a:xfrm flipV="1">
            <a:off x="2579688" y="5043488"/>
            <a:ext cx="423862" cy="0"/>
          </a:xfrm>
          <a:prstGeom prst="straightConnector1">
            <a:avLst/>
          </a:prstGeom>
          <a:ln w="34925">
            <a:solidFill>
              <a:schemeClr val="tx1"/>
            </a:solidFill>
            <a:headEnd type="triangle"/>
            <a:tailEnd type="none" w="med" len="med"/>
          </a:ln>
        </p:spPr>
        <p:style>
          <a:lnRef idx="1">
            <a:schemeClr val="accent1"/>
          </a:lnRef>
          <a:fillRef idx="0">
            <a:schemeClr val="accent1"/>
          </a:fillRef>
          <a:effectRef idx="0">
            <a:schemeClr val="accent1"/>
          </a:effectRef>
          <a:fontRef idx="minor">
            <a:schemeClr val="tx1"/>
          </a:fontRef>
        </p:style>
      </p:cxnSp>
      <p:sp>
        <p:nvSpPr>
          <p:cNvPr id="196639" name="TextBox 51"/>
          <p:cNvSpPr txBox="1">
            <a:spLocks noChangeArrowheads="1"/>
          </p:cNvSpPr>
          <p:nvPr/>
        </p:nvSpPr>
        <p:spPr bwMode="auto">
          <a:xfrm>
            <a:off x="6099175" y="5540375"/>
            <a:ext cx="886781"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800" b="1" dirty="0" err="1" smtClean="0">
                <a:latin typeface="Times New Roman" panose="02020603050405020304" pitchFamily="18" charset="0"/>
                <a:ea typeface="굴림체" pitchFamily="49" charset="-127"/>
                <a:cs typeface="Times New Roman" panose="02020603050405020304" pitchFamily="18" charset="0"/>
              </a:rPr>
              <a:t>Tăng</a:t>
            </a:r>
            <a:r>
              <a:rPr lang="en-US" altLang="ko-KR" sz="800" b="1" dirty="0" smtClean="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tốc</a:t>
            </a:r>
            <a:r>
              <a:rPr lang="en-US" altLang="ko-KR" sz="800" b="1" dirty="0" smtClean="0">
                <a:latin typeface="Times New Roman" panose="02020603050405020304" pitchFamily="18" charset="0"/>
                <a:ea typeface="굴림체" pitchFamily="49" charset="-127"/>
                <a:cs typeface="Times New Roman" panose="02020603050405020304" pitchFamily="18" charset="0"/>
              </a:rPr>
              <a:t> 2.8</a:t>
            </a:r>
            <a:r>
              <a:rPr lang="ko-KR" altLang="en-US" sz="800" b="1" dirty="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lần</a:t>
            </a:r>
            <a:endParaRPr lang="ko-KR" altLang="en-US" sz="800" b="1" dirty="0">
              <a:latin typeface="Times New Roman" panose="02020603050405020304" pitchFamily="18" charset="0"/>
              <a:ea typeface="굴림체" pitchFamily="49" charset="-127"/>
              <a:cs typeface="Times New Roman" panose="02020603050405020304" pitchFamily="18" charset="0"/>
            </a:endParaRPr>
          </a:p>
        </p:txBody>
      </p:sp>
      <p:cxnSp>
        <p:nvCxnSpPr>
          <p:cNvPr id="73" name="직선 연결선 72"/>
          <p:cNvCxnSpPr>
            <a:stCxn id="196630" idx="3"/>
          </p:cNvCxnSpPr>
          <p:nvPr/>
        </p:nvCxnSpPr>
        <p:spPr>
          <a:xfrm flipV="1">
            <a:off x="2933445" y="4954588"/>
            <a:ext cx="78043" cy="456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6641" name="TextBox 74"/>
          <p:cNvSpPr txBox="1">
            <a:spLocks noChangeArrowheads="1"/>
          </p:cNvSpPr>
          <p:nvPr/>
        </p:nvSpPr>
        <p:spPr bwMode="auto">
          <a:xfrm>
            <a:off x="2619375" y="4843463"/>
            <a:ext cx="476412" cy="227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800" b="1" dirty="0" smtClean="0">
                <a:latin typeface="Times New Roman" panose="02020603050405020304" pitchFamily="18" charset="0"/>
                <a:ea typeface="굴림체" pitchFamily="49" charset="-127"/>
                <a:cs typeface="Times New Roman" panose="02020603050405020304" pitchFamily="18" charset="0"/>
              </a:rPr>
              <a:t>3.5</a:t>
            </a:r>
            <a:r>
              <a:rPr lang="ko-KR" altLang="en-US" sz="800" b="1" dirty="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lần</a:t>
            </a:r>
            <a:endParaRPr lang="ko-KR" altLang="en-US" sz="800" b="1" dirty="0">
              <a:latin typeface="Times New Roman" panose="02020603050405020304" pitchFamily="18" charset="0"/>
              <a:ea typeface="굴림체" pitchFamily="49" charset="-127"/>
              <a:cs typeface="Times New Roman" panose="02020603050405020304" pitchFamily="18" charset="0"/>
            </a:endParaRPr>
          </a:p>
        </p:txBody>
      </p:sp>
      <p:cxnSp>
        <p:nvCxnSpPr>
          <p:cNvPr id="77" name="직선 연결선 76"/>
          <p:cNvCxnSpPr/>
          <p:nvPr/>
        </p:nvCxnSpPr>
        <p:spPr>
          <a:xfrm rot="5400000" flipH="1" flipV="1">
            <a:off x="3550444" y="5372894"/>
            <a:ext cx="987425" cy="1587"/>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79" name="직선 화살표 연결선 78"/>
          <p:cNvCxnSpPr/>
          <p:nvPr/>
        </p:nvCxnSpPr>
        <p:spPr>
          <a:xfrm>
            <a:off x="3014663" y="5391150"/>
            <a:ext cx="1028700" cy="1588"/>
          </a:xfrm>
          <a:prstGeom prst="straightConnector1">
            <a:avLst/>
          </a:prstGeom>
          <a:ln w="34925">
            <a:solidFill>
              <a:schemeClr val="accent2"/>
            </a:solidFill>
            <a:headEnd type="triangle"/>
            <a:tailEnd type="none" w="med" len="med"/>
          </a:ln>
        </p:spPr>
        <p:style>
          <a:lnRef idx="1">
            <a:schemeClr val="accent1"/>
          </a:lnRef>
          <a:fillRef idx="0">
            <a:schemeClr val="accent1"/>
          </a:fillRef>
          <a:effectRef idx="0">
            <a:schemeClr val="accent1"/>
          </a:effectRef>
          <a:fontRef idx="minor">
            <a:schemeClr val="tx1"/>
          </a:fontRef>
        </p:style>
      </p:cxnSp>
      <p:cxnSp>
        <p:nvCxnSpPr>
          <p:cNvPr id="81" name="직선 화살표 연결선 80"/>
          <p:cNvCxnSpPr/>
          <p:nvPr/>
        </p:nvCxnSpPr>
        <p:spPr>
          <a:xfrm>
            <a:off x="4056063" y="5043488"/>
            <a:ext cx="2909887" cy="0"/>
          </a:xfrm>
          <a:prstGeom prst="straightConnector1">
            <a:avLst/>
          </a:prstGeom>
          <a:ln w="34925">
            <a:solidFill>
              <a:srgbClr val="FF0000"/>
            </a:solidFill>
            <a:headEnd type="triangle"/>
            <a:tailEnd type="none" w="med" len="med"/>
          </a:ln>
        </p:spPr>
        <p:style>
          <a:lnRef idx="1">
            <a:schemeClr val="accent1"/>
          </a:lnRef>
          <a:fillRef idx="0">
            <a:schemeClr val="accent1"/>
          </a:fillRef>
          <a:effectRef idx="0">
            <a:schemeClr val="accent1"/>
          </a:effectRef>
          <a:fontRef idx="minor">
            <a:schemeClr val="tx1"/>
          </a:fontRef>
        </p:style>
      </p:cxnSp>
      <p:cxnSp>
        <p:nvCxnSpPr>
          <p:cNvPr id="92" name="직선 화살표 연결선 91"/>
          <p:cNvCxnSpPr/>
          <p:nvPr/>
        </p:nvCxnSpPr>
        <p:spPr>
          <a:xfrm flipV="1">
            <a:off x="3014663" y="5043488"/>
            <a:ext cx="1030287" cy="1587"/>
          </a:xfrm>
          <a:prstGeom prst="straightConnector1">
            <a:avLst/>
          </a:prstGeom>
          <a:ln w="34925">
            <a:solidFill>
              <a:schemeClr val="accent2"/>
            </a:solidFill>
            <a:headEnd type="triangle"/>
            <a:tailEnd type="none" w="med" len="med"/>
          </a:ln>
        </p:spPr>
        <p:style>
          <a:lnRef idx="1">
            <a:schemeClr val="accent1"/>
          </a:lnRef>
          <a:fillRef idx="0">
            <a:schemeClr val="accent1"/>
          </a:fillRef>
          <a:effectRef idx="0">
            <a:schemeClr val="accent1"/>
          </a:effectRef>
          <a:fontRef idx="minor">
            <a:schemeClr val="tx1"/>
          </a:fontRef>
        </p:style>
      </p:cxnSp>
      <p:sp>
        <p:nvSpPr>
          <p:cNvPr id="196646" name="TextBox 93"/>
          <p:cNvSpPr txBox="1">
            <a:spLocks noChangeArrowheads="1"/>
          </p:cNvSpPr>
          <p:nvPr/>
        </p:nvSpPr>
        <p:spPr bwMode="auto">
          <a:xfrm>
            <a:off x="3334464" y="4841875"/>
            <a:ext cx="476413" cy="227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b="1" dirty="0" smtClean="0">
                <a:latin typeface="Times New Roman" panose="02020603050405020304" pitchFamily="18" charset="0"/>
                <a:ea typeface="굴림체" pitchFamily="49" charset="-127"/>
                <a:cs typeface="Times New Roman" panose="02020603050405020304" pitchFamily="18" charset="0"/>
              </a:rPr>
              <a:t>9.5</a:t>
            </a:r>
            <a:r>
              <a:rPr lang="ko-KR" altLang="en-US" sz="800" b="1" dirty="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lần</a:t>
            </a:r>
            <a:endParaRPr lang="ko-KR" altLang="en-US" sz="800" b="1" dirty="0">
              <a:latin typeface="Times New Roman" panose="02020603050405020304" pitchFamily="18" charset="0"/>
              <a:ea typeface="굴림체" pitchFamily="49" charset="-127"/>
              <a:cs typeface="Times New Roman" panose="02020603050405020304" pitchFamily="18" charset="0"/>
            </a:endParaRPr>
          </a:p>
        </p:txBody>
      </p:sp>
      <p:sp>
        <p:nvSpPr>
          <p:cNvPr id="196647" name="TextBox 94"/>
          <p:cNvSpPr txBox="1">
            <a:spLocks noChangeArrowheads="1"/>
          </p:cNvSpPr>
          <p:nvPr/>
        </p:nvSpPr>
        <p:spPr bwMode="auto">
          <a:xfrm>
            <a:off x="3334464" y="5200650"/>
            <a:ext cx="476413" cy="227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b="1" dirty="0" smtClean="0">
                <a:latin typeface="Times New Roman" panose="02020603050405020304" pitchFamily="18" charset="0"/>
                <a:ea typeface="굴림체" pitchFamily="49" charset="-127"/>
                <a:cs typeface="Times New Roman" panose="02020603050405020304" pitchFamily="18" charset="0"/>
              </a:rPr>
              <a:t>2.6</a:t>
            </a:r>
            <a:r>
              <a:rPr lang="ko-KR" altLang="en-US" sz="800" b="1" dirty="0">
                <a:latin typeface="Times New Roman" panose="02020603050405020304" pitchFamily="18" charset="0"/>
                <a:ea typeface="굴림체" pitchFamily="49" charset="-127"/>
                <a:cs typeface="Times New Roman" panose="02020603050405020304" pitchFamily="18" charset="0"/>
              </a:rPr>
              <a:t> </a:t>
            </a:r>
            <a:r>
              <a:rPr lang="en-US" altLang="ko-KR" sz="800" b="1" dirty="0" err="1" smtClean="0">
                <a:latin typeface="Times New Roman" panose="02020603050405020304" pitchFamily="18" charset="0"/>
                <a:ea typeface="굴림체" pitchFamily="49" charset="-127"/>
                <a:cs typeface="Times New Roman" panose="02020603050405020304" pitchFamily="18" charset="0"/>
              </a:rPr>
              <a:t>lần</a:t>
            </a:r>
            <a:endParaRPr lang="ko-KR" altLang="en-US" sz="800" b="1" dirty="0">
              <a:latin typeface="Times New Roman" panose="02020603050405020304" pitchFamily="18" charset="0"/>
              <a:ea typeface="굴림체" pitchFamily="49" charset="-127"/>
              <a:cs typeface="Times New Roman" panose="02020603050405020304" pitchFamily="18" charset="0"/>
            </a:endParaRPr>
          </a:p>
        </p:txBody>
      </p:sp>
      <p:cxnSp>
        <p:nvCxnSpPr>
          <p:cNvPr id="96" name="직선 연결선 95"/>
          <p:cNvCxnSpPr/>
          <p:nvPr/>
        </p:nvCxnSpPr>
        <p:spPr>
          <a:xfrm rot="16200000" flipV="1">
            <a:off x="6384131" y="5577682"/>
            <a:ext cx="1182687" cy="635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rot="5400000" flipH="1" flipV="1">
            <a:off x="2719388" y="3335338"/>
            <a:ext cx="985837" cy="1587"/>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99" name="직선 연결선 98"/>
          <p:cNvCxnSpPr/>
          <p:nvPr/>
        </p:nvCxnSpPr>
        <p:spPr>
          <a:xfrm rot="16200000" flipV="1">
            <a:off x="6549231" y="3175794"/>
            <a:ext cx="1182688" cy="635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196651" name="Rectangle 2"/>
          <p:cNvSpPr>
            <a:spLocks noChangeArrowheads="1"/>
          </p:cNvSpPr>
          <p:nvPr/>
        </p:nvSpPr>
        <p:spPr bwMode="auto">
          <a:xfrm>
            <a:off x="523875" y="1027113"/>
            <a:ext cx="243207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solidFill>
                  <a:srgbClr val="292929"/>
                </a:solidFill>
                <a:latin typeface="Times New Roman" panose="02020603050405020304" pitchFamily="18" charset="0"/>
                <a:cs typeface="Times New Roman" panose="02020603050405020304" pitchFamily="18" charset="0"/>
              </a:rPr>
              <a:t>3-1. </a:t>
            </a:r>
            <a:r>
              <a:rPr lang="en-US" altLang="ko-KR" sz="1200" b="1" dirty="0" smtClean="0">
                <a:solidFill>
                  <a:srgbClr val="292929"/>
                </a:solidFill>
                <a:latin typeface="Times New Roman" panose="02020603050405020304" pitchFamily="18" charset="0"/>
                <a:cs typeface="Times New Roman" panose="02020603050405020304" pitchFamily="18" charset="0"/>
              </a:rPr>
              <a:t> </a:t>
            </a:r>
            <a:r>
              <a:rPr lang="en-US" altLang="ko-KR" sz="1200" b="1" dirty="0" err="1" smtClean="0">
                <a:solidFill>
                  <a:srgbClr val="292929"/>
                </a:solidFill>
                <a:latin typeface="Times New Roman" panose="02020603050405020304" pitchFamily="18" charset="0"/>
                <a:cs typeface="Times New Roman" panose="02020603050405020304" pitchFamily="18" charset="0"/>
              </a:rPr>
              <a:t>Lĩnh</a:t>
            </a:r>
            <a:r>
              <a:rPr lang="en-US" altLang="ko-KR" sz="1200" b="1" dirty="0" smtClean="0">
                <a:solidFill>
                  <a:srgbClr val="292929"/>
                </a:solidFill>
                <a:latin typeface="Times New Roman" panose="02020603050405020304" pitchFamily="18" charset="0"/>
                <a:cs typeface="Times New Roman" panose="02020603050405020304" pitchFamily="18" charset="0"/>
              </a:rPr>
              <a:t> </a:t>
            </a:r>
            <a:r>
              <a:rPr lang="en-US" altLang="ko-KR" sz="1200" b="1" dirty="0" err="1" smtClean="0">
                <a:solidFill>
                  <a:srgbClr val="292929"/>
                </a:solidFill>
                <a:latin typeface="Times New Roman" panose="02020603050405020304" pitchFamily="18" charset="0"/>
                <a:cs typeface="Times New Roman" panose="02020603050405020304" pitchFamily="18" charset="0"/>
              </a:rPr>
              <a:t>vực</a:t>
            </a:r>
            <a:r>
              <a:rPr lang="en-US" altLang="ko-KR" sz="1200" b="1" dirty="0" smtClean="0">
                <a:solidFill>
                  <a:srgbClr val="292929"/>
                </a:solidFill>
                <a:latin typeface="Times New Roman" panose="02020603050405020304" pitchFamily="18" charset="0"/>
                <a:cs typeface="Times New Roman" panose="02020603050405020304" pitchFamily="18" charset="0"/>
              </a:rPr>
              <a:t> </a:t>
            </a:r>
            <a:r>
              <a:rPr lang="en-US" altLang="ko-KR" sz="1200" b="1" dirty="0" err="1">
                <a:latin typeface="Times New Roman" panose="02020603050405020304" pitchFamily="18" charset="0"/>
                <a:cs typeface="Times New Roman" panose="02020603050405020304" pitchFamily="18" charset="0"/>
              </a:rPr>
              <a:t>s</a:t>
            </a:r>
            <a:r>
              <a:rPr lang="en-US" altLang="ko-KR" sz="1200" b="1" dirty="0" err="1" smtClean="0">
                <a:latin typeface="Times New Roman" panose="02020603050405020304" pitchFamily="18" charset="0"/>
                <a:cs typeface="Times New Roman" panose="02020603050405020304" pitchFamily="18" charset="0"/>
              </a:rPr>
              <a:t>ử</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dụng</a:t>
            </a:r>
            <a:r>
              <a:rPr lang="en-US" altLang="ko-KR" sz="1200" b="1" dirty="0" smtClean="0">
                <a:latin typeface="Times New Roman" panose="02020603050405020304" pitchFamily="18" charset="0"/>
                <a:cs typeface="Times New Roman" panose="02020603050405020304" pitchFamily="18" charset="0"/>
              </a:rPr>
              <a:t> UDH CPU</a:t>
            </a:r>
            <a:endParaRPr lang="ko-KR" altLang="en-US" sz="1200" b="1" dirty="0">
              <a:latin typeface="Times New Roman" panose="02020603050405020304" pitchFamily="18" charset="0"/>
              <a:cs typeface="Times New Roman" panose="02020603050405020304" pitchFamily="18" charset="0"/>
            </a:endParaRPr>
          </a:p>
        </p:txBody>
      </p:sp>
      <p:sp>
        <p:nvSpPr>
          <p:cNvPr id="196652" name="Rectangle 2"/>
          <p:cNvSpPr>
            <a:spLocks noChangeArrowheads="1"/>
          </p:cNvSpPr>
          <p:nvPr/>
        </p:nvSpPr>
        <p:spPr bwMode="auto">
          <a:xfrm>
            <a:off x="415925" y="711200"/>
            <a:ext cx="1861407" cy="3508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a:solidFill>
                  <a:srgbClr val="292929"/>
                </a:solidFill>
                <a:latin typeface="Times New Roman" panose="02020603050405020304" pitchFamily="18" charset="0"/>
                <a:cs typeface="Times New Roman" panose="02020603050405020304" pitchFamily="18" charset="0"/>
              </a:rPr>
              <a:t>3. </a:t>
            </a:r>
            <a:r>
              <a:rPr lang="en-US" altLang="ko-KR" sz="1400" b="1" dirty="0" err="1" smtClean="0">
                <a:solidFill>
                  <a:srgbClr val="292929"/>
                </a:solidFill>
                <a:latin typeface="Times New Roman" panose="02020603050405020304" pitchFamily="18" charset="0"/>
                <a:cs typeface="Times New Roman" panose="02020603050405020304" pitchFamily="18" charset="0"/>
              </a:rPr>
              <a:t>Sử</a:t>
            </a:r>
            <a:r>
              <a:rPr lang="en-US" altLang="ko-KR" sz="1400" b="1" dirty="0" smtClean="0">
                <a:solidFill>
                  <a:srgbClr val="292929"/>
                </a:solidFill>
                <a:latin typeface="Times New Roman" panose="02020603050405020304" pitchFamily="18" charset="0"/>
                <a:cs typeface="Times New Roman" panose="02020603050405020304" pitchFamily="18" charset="0"/>
              </a:rPr>
              <a:t> </a:t>
            </a:r>
            <a:r>
              <a:rPr lang="en-US" altLang="ko-KR" sz="1400" b="1" dirty="0" err="1" smtClean="0">
                <a:solidFill>
                  <a:srgbClr val="292929"/>
                </a:solidFill>
                <a:latin typeface="Times New Roman" panose="02020603050405020304" pitchFamily="18" charset="0"/>
                <a:cs typeface="Times New Roman" panose="02020603050405020304" pitchFamily="18" charset="0"/>
              </a:rPr>
              <a:t>dụng</a:t>
            </a:r>
            <a:r>
              <a:rPr lang="en-US" altLang="ko-KR" sz="1400" b="1" dirty="0" smtClean="0">
                <a:solidFill>
                  <a:srgbClr val="292929"/>
                </a:solidFill>
                <a:latin typeface="Times New Roman" panose="02020603050405020304" pitchFamily="18" charset="0"/>
                <a:cs typeface="Times New Roman" panose="02020603050405020304" pitchFamily="18" charset="0"/>
              </a:rPr>
              <a:t> </a:t>
            </a:r>
            <a:r>
              <a:rPr lang="en-US" altLang="ko-KR" sz="1400" b="1" dirty="0" smtClean="0">
                <a:latin typeface="Times New Roman" panose="02020603050405020304" pitchFamily="18" charset="0"/>
                <a:cs typeface="Times New Roman" panose="02020603050405020304" pitchFamily="18" charset="0"/>
              </a:rPr>
              <a:t>UDH CPU</a:t>
            </a:r>
            <a:endParaRPr lang="ko-KR" altLang="en-US" sz="1400" dirty="0">
              <a:latin typeface="Times New Roman" panose="02020603050405020304" pitchFamily="18" charset="0"/>
              <a:cs typeface="Times New Roman" panose="02020603050405020304" pitchFamily="18" charset="0"/>
            </a:endParaRPr>
          </a:p>
        </p:txBody>
      </p:sp>
      <p:sp>
        <p:nvSpPr>
          <p:cNvPr id="196653" name="Text Box 8"/>
          <p:cNvSpPr txBox="1">
            <a:spLocks noChangeArrowheads="1"/>
          </p:cNvSpPr>
          <p:nvPr/>
        </p:nvSpPr>
        <p:spPr bwMode="auto">
          <a:xfrm>
            <a:off x="7725308" y="84138"/>
            <a:ext cx="215155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3. </a:t>
            </a:r>
            <a:r>
              <a:rPr lang="en-US" altLang="ko-KR" sz="1600" b="1" dirty="0" err="1" smtClean="0">
                <a:latin typeface="Times New Roman" panose="02020603050405020304" pitchFamily="18" charset="0"/>
                <a:cs typeface="Times New Roman" panose="02020603050405020304" pitchFamily="18" charset="0"/>
              </a:rPr>
              <a:t>Sử</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dụng</a:t>
            </a:r>
            <a:r>
              <a:rPr lang="en-US" altLang="ko-KR" sz="1600" b="1" dirty="0" smtClean="0">
                <a:latin typeface="Times New Roman" panose="02020603050405020304" pitchFamily="18" charset="0"/>
                <a:cs typeface="Times New Roman" panose="02020603050405020304" pitchFamily="18" charset="0"/>
              </a:rPr>
              <a:t> UDH CPU</a:t>
            </a:r>
            <a:endParaRPr lang="ko-KR" altLang="en-US" sz="1600" b="1" dirty="0">
              <a:latin typeface="Times New Roman" panose="02020603050405020304" pitchFamily="18" charset="0"/>
              <a:cs typeface="Times New Roman" panose="02020603050405020304" pitchFamily="18" charset="0"/>
            </a:endParaRPr>
          </a:p>
        </p:txBody>
      </p:sp>
      <p:sp>
        <p:nvSpPr>
          <p:cNvPr id="19665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47" name="Rectangle 6"/>
          <p:cNvSpPr>
            <a:spLocks noChangeArrowheads="1"/>
          </p:cNvSpPr>
          <p:nvPr/>
        </p:nvSpPr>
        <p:spPr bwMode="auto">
          <a:xfrm>
            <a:off x="4196916" y="2305442"/>
            <a:ext cx="1064715" cy="295466"/>
          </a:xfrm>
          <a:prstGeom prst="rect">
            <a:avLst/>
          </a:prstGeom>
          <a:solidFill>
            <a:schemeClr val="bg1"/>
          </a:solidFill>
          <a:ln>
            <a:noFill/>
          </a:ln>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100" dirty="0" err="1" smtClean="0">
                <a:latin typeface="Times New Roman" panose="02020603050405020304" pitchFamily="18" charset="0"/>
                <a:cs typeface="Times New Roman" panose="02020603050405020304" pitchFamily="18" charset="0"/>
              </a:rPr>
              <a:t>Giá</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trị</a:t>
            </a:r>
            <a:r>
              <a:rPr lang="en-US" altLang="ko-KR" sz="1100" dirty="0" smtClean="0">
                <a:latin typeface="Times New Roman" panose="02020603050405020304" pitchFamily="18" charset="0"/>
                <a:cs typeface="Times New Roman" panose="02020603050405020304" pitchFamily="18" charset="0"/>
              </a:rPr>
              <a:t> PC MIX</a:t>
            </a:r>
            <a:endParaRPr lang="en-US" altLang="ko-KR" sz="1100" dirty="0">
              <a:latin typeface="Times New Roman" panose="02020603050405020304" pitchFamily="18" charset="0"/>
              <a:cs typeface="Times New Roman" panose="02020603050405020304" pitchFamily="18" charset="0"/>
            </a:endParaRPr>
          </a:p>
        </p:txBody>
      </p:sp>
      <p:sp>
        <p:nvSpPr>
          <p:cNvPr id="48" name="Rectangle 6"/>
          <p:cNvSpPr>
            <a:spLocks noChangeArrowheads="1"/>
          </p:cNvSpPr>
          <p:nvPr/>
        </p:nvSpPr>
        <p:spPr bwMode="auto">
          <a:xfrm>
            <a:off x="3044788" y="4573694"/>
            <a:ext cx="2277885" cy="295466"/>
          </a:xfrm>
          <a:prstGeom prst="rect">
            <a:avLst/>
          </a:prstGeom>
          <a:solidFill>
            <a:schemeClr val="bg1"/>
          </a:solidFill>
          <a:ln>
            <a:noFill/>
          </a:ln>
          <a:extLst/>
        </p:spPr>
        <p:txBody>
          <a:bodyPr wrap="squar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100" dirty="0" err="1" smtClean="0">
                <a:latin typeface="Times New Roman" panose="02020603050405020304" pitchFamily="18" charset="0"/>
                <a:cs typeface="Times New Roman" panose="02020603050405020304" pitchFamily="18" charset="0"/>
              </a:rPr>
              <a:t>Thời</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gian</a:t>
            </a:r>
            <a:r>
              <a:rPr lang="en-US" altLang="ko-KR" sz="1100" dirty="0" smtClean="0">
                <a:latin typeface="Times New Roman" panose="02020603050405020304" pitchFamily="18" charset="0"/>
                <a:cs typeface="Times New Roman" panose="02020603050405020304" pitchFamily="18" charset="0"/>
              </a:rPr>
              <a:t> </a:t>
            </a:r>
            <a:r>
              <a:rPr lang="en-US" altLang="ko-KR" sz="1100" dirty="0" err="1" smtClean="0">
                <a:latin typeface="Times New Roman" panose="02020603050405020304" pitchFamily="18" charset="0"/>
                <a:cs typeface="Times New Roman" panose="02020603050405020304" pitchFamily="18" charset="0"/>
              </a:rPr>
              <a:t>xử</a:t>
            </a:r>
            <a:r>
              <a:rPr lang="en-US" altLang="ko-KR" sz="1100" dirty="0" smtClean="0">
                <a:latin typeface="Times New Roman" panose="02020603050405020304" pitchFamily="18" charset="0"/>
                <a:cs typeface="Times New Roman" panose="02020603050405020304" pitchFamily="18" charset="0"/>
              </a:rPr>
              <a:t> </a:t>
            </a:r>
            <a:r>
              <a:rPr lang="en-US" altLang="ko-KR" sz="1100" err="1" smtClean="0">
                <a:latin typeface="Times New Roman" panose="02020603050405020304" pitchFamily="18" charset="0"/>
                <a:cs typeface="Times New Roman" panose="02020603050405020304" pitchFamily="18" charset="0"/>
              </a:rPr>
              <a:t>lý</a:t>
            </a:r>
            <a:r>
              <a:rPr lang="en-US" altLang="ko-KR" sz="1100" smtClean="0">
                <a:latin typeface="Times New Roman" panose="02020603050405020304" pitchFamily="18" charset="0"/>
                <a:cs typeface="Times New Roman" panose="02020603050405020304" pitchFamily="18" charset="0"/>
              </a:rPr>
              <a:t> lệnh cơ bản(lệnh </a:t>
            </a:r>
            <a:r>
              <a:rPr lang="en-US" altLang="ko-KR" sz="1100" dirty="0" smtClean="0">
                <a:latin typeface="Times New Roman" panose="02020603050405020304" pitchFamily="18" charset="0"/>
                <a:cs typeface="Times New Roman" panose="02020603050405020304" pitchFamily="18" charset="0"/>
              </a:rPr>
              <a:t>LD) </a:t>
            </a:r>
            <a:endParaRPr lang="en-US" altLang="ko-KR" sz="11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10382107"/>
      </p:ext>
    </p:extLst>
  </p:cSld>
  <p:clrMapOvr>
    <a:masterClrMapping/>
  </p:clrMapOvr>
  <p:transition/>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TextBox 3"/>
          <p:cNvSpPr txBox="1">
            <a:spLocks noChangeArrowheads="1"/>
          </p:cNvSpPr>
          <p:nvPr/>
        </p:nvSpPr>
        <p:spPr bwMode="auto">
          <a:xfrm>
            <a:off x="452438" y="657225"/>
            <a:ext cx="967444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r>
              <a:rPr lang="en-US" altLang="ko-KR" sz="1200" b="1" dirty="0">
                <a:latin typeface="Times New Roman" panose="02020603050405020304" pitchFamily="18" charset="0"/>
                <a:cs typeface="Times New Roman" panose="02020603050405020304" pitchFamily="18" charset="0"/>
              </a:rPr>
              <a:t>	2) </a:t>
            </a:r>
            <a:r>
              <a:rPr lang="en-US" altLang="ko-KR" sz="1200" b="1" dirty="0" err="1" smtClean="0">
                <a:latin typeface="Times New Roman" panose="02020603050405020304" pitchFamily="18" charset="0"/>
                <a:cs typeface="Times New Roman" panose="02020603050405020304" pitchFamily="18" charset="0"/>
              </a:rPr>
              <a:t>Xử</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lý</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dữ</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liệu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sai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tốc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độ</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cao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và</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độ</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chính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xác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cao</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Nâng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phép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dấu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phẩy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động</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sang </a:t>
            </a:r>
            <a:r>
              <a:rPr lang="en-US" altLang="ko-KR" sz="1200" dirty="0">
                <a:latin typeface="Times New Roman" panose="02020603050405020304" pitchFamily="18" charset="0"/>
                <a:cs typeface="Times New Roman" panose="02020603050405020304" pitchFamily="18" charset="0"/>
              </a:rPr>
              <a:t>0.057㎲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phép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yêu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mặt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nữa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phép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do </a:t>
            </a:r>
            <a:r>
              <a:rPr lang="vi-VN" altLang="ko-KR" sz="1200" dirty="0" smtClean="0">
                <a:latin typeface="Times New Roman" panose="02020603050405020304" pitchFamily="18" charset="0"/>
                <a:cs typeface="Times New Roman" panose="02020603050405020304" pitchFamily="18" charset="0"/>
              </a:rPr>
              <a:t>phương trình </a:t>
            </a:r>
            <a:r>
              <a:rPr lang="en-US" altLang="ko-KR" sz="1200" dirty="0" err="1" smtClean="0">
                <a:latin typeface="Times New Roman" panose="02020603050405020304" pitchFamily="18" charset="0"/>
                <a:cs typeface="Times New Roman" panose="02020603050405020304" pitchFamily="18" charset="0"/>
              </a:rPr>
              <a:t>phức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gồm</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lệnh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phép</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toán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kép</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197635" name="Picture 5"/>
          <p:cNvPicPr>
            <a:picLocks noChangeAspect="1" noChangeArrowheads="1"/>
          </p:cNvPicPr>
          <p:nvPr/>
        </p:nvPicPr>
        <p:blipFill rotWithShape="1">
          <a:blip r:embed="rId3">
            <a:extLst>
              <a:ext uri="{28A0092B-C50C-407E-A947-70E740481C1C}">
                <a14:useLocalDpi xmlns:a14="http://schemas.microsoft.com/office/drawing/2010/main" val="0"/>
              </a:ext>
            </a:extLst>
          </a:blip>
          <a:srcRect l="29553" b="56022"/>
          <a:stretch/>
        </p:blipFill>
        <p:spPr bwMode="auto">
          <a:xfrm>
            <a:off x="3124200" y="1530350"/>
            <a:ext cx="3371850" cy="898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636" name="TextBox 6"/>
          <p:cNvSpPr txBox="1">
            <a:spLocks noChangeArrowheads="1"/>
          </p:cNvSpPr>
          <p:nvPr/>
        </p:nvSpPr>
        <p:spPr bwMode="auto">
          <a:xfrm>
            <a:off x="460375" y="3429000"/>
            <a:ext cx="92240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r>
              <a:rPr lang="en-US" altLang="ko-KR" sz="1200" b="1" dirty="0">
                <a:latin typeface="Times New Roman" panose="02020603050405020304" pitchFamily="18" charset="0"/>
                <a:cs typeface="Times New Roman" panose="02020603050405020304" pitchFamily="18" charset="0"/>
              </a:rPr>
              <a:t>	3) </a:t>
            </a:r>
            <a:r>
              <a:rPr lang="en-US" altLang="ko-KR" sz="1200" b="1" dirty="0" err="1" smtClean="0">
                <a:latin typeface="Times New Roman" panose="02020603050405020304" pitchFamily="18" charset="0"/>
                <a:cs typeface="Times New Roman" panose="02020603050405020304" pitchFamily="18" charset="0"/>
              </a:rPr>
              <a:t>Thực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điều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khiển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máy</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tốc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độ</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cao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và</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độ</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chính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xác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cao</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máy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móc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yêu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song </a:t>
            </a:r>
            <a:r>
              <a:rPr lang="en-US" altLang="ko-KR" sz="1200" dirty="0" err="1" smtClean="0">
                <a:latin typeface="Times New Roman" panose="02020603050405020304" pitchFamily="18" charset="0"/>
                <a:cs typeface="Times New Roman" panose="02020603050405020304" pitchFamily="18" charset="0"/>
              </a:rPr>
              <a:t>song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cao</a:t>
            </a:r>
            <a:r>
              <a:rPr lang="en-US" altLang="ko-KR"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chu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kỳ</a:t>
            </a:r>
            <a:r>
              <a:rPr lang="en-US" altLang="ko-KR" sz="1200" dirty="0" smtClean="0">
                <a:latin typeface="Times New Roman" panose="02020603050405020304" pitchFamily="18" charset="0"/>
                <a:cs typeface="Times New Roman" panose="02020603050405020304" pitchFamily="18" charset="0"/>
              </a:rPr>
              <a:t> 0.88ms) </a:t>
            </a:r>
            <a:r>
              <a:rPr lang="en-US" altLang="ko-KR" sz="1200" dirty="0" err="1" smtClean="0">
                <a:latin typeface="Times New Roman" panose="02020603050405020304" pitchFamily="18" charset="0"/>
                <a:cs typeface="Times New Roman" panose="02020603050405020304" pitchFamily="18" charset="0"/>
              </a:rPr>
              <a:t>giữa</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Sequence Program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Multi CPU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khiển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thực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hiện.Tính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Motion Control so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nay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tăng</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khoảng</a:t>
            </a:r>
            <a:r>
              <a:rPr lang="en-US" altLang="ko-KR" sz="1200" dirty="0" smtClean="0">
                <a:latin typeface="Times New Roman" panose="02020603050405020304" pitchFamily="18" charset="0"/>
                <a:cs typeface="Times New Roman" panose="02020603050405020304" pitchFamily="18" charset="0"/>
              </a:rPr>
              <a:t> 2 </a:t>
            </a:r>
            <a:r>
              <a:rPr lang="en-US" altLang="ko-KR" sz="1200" dirty="0" err="1" smtClean="0">
                <a:latin typeface="Times New Roman" panose="02020603050405020304" pitchFamily="18" charset="0"/>
                <a:cs typeface="Times New Roman" panose="02020603050405020304" pitchFamily="18" charset="0"/>
              </a:rPr>
              <a:t>lần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197637" name="Picture 7"/>
          <p:cNvPicPr>
            <a:picLocks noChangeAspect="1" noChangeArrowheads="1"/>
          </p:cNvPicPr>
          <p:nvPr/>
        </p:nvPicPr>
        <p:blipFill rotWithShape="1">
          <a:blip r:embed="rId4">
            <a:extLst>
              <a:ext uri="{28A0092B-C50C-407E-A947-70E740481C1C}">
                <a14:useLocalDpi xmlns:a14="http://schemas.microsoft.com/office/drawing/2010/main" val="0"/>
              </a:ext>
            </a:extLst>
          </a:blip>
          <a:srcRect t="6657" r="24278" b="56952"/>
          <a:stretch/>
        </p:blipFill>
        <p:spPr bwMode="auto">
          <a:xfrm>
            <a:off x="1041270" y="4437112"/>
            <a:ext cx="2935506" cy="673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638" name="Text Box 8"/>
          <p:cNvSpPr txBox="1">
            <a:spLocks noChangeArrowheads="1"/>
          </p:cNvSpPr>
          <p:nvPr/>
        </p:nvSpPr>
        <p:spPr bwMode="auto">
          <a:xfrm>
            <a:off x="7761312" y="84138"/>
            <a:ext cx="21002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3. </a:t>
            </a:r>
            <a:r>
              <a:rPr lang="en-US" altLang="ko-KR" sz="1600" b="1" dirty="0" err="1" smtClean="0">
                <a:latin typeface="Times New Roman" panose="02020603050405020304" pitchFamily="18" charset="0"/>
                <a:cs typeface="Times New Roman" panose="02020603050405020304" pitchFamily="18" charset="0"/>
              </a:rPr>
              <a:t>Sử</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dụng</a:t>
            </a:r>
            <a:r>
              <a:rPr lang="en-US" altLang="ko-KR" sz="1600" b="1" dirty="0" smtClean="0">
                <a:latin typeface="Times New Roman" panose="02020603050405020304" pitchFamily="18" charset="0"/>
                <a:cs typeface="Times New Roman" panose="02020603050405020304" pitchFamily="18" charset="0"/>
              </a:rPr>
              <a:t> UDH CPU</a:t>
            </a:r>
            <a:endParaRPr lang="ko-KR" altLang="en-US" sz="1600" b="1" dirty="0">
              <a:latin typeface="Times New Roman" panose="02020603050405020304" pitchFamily="18" charset="0"/>
              <a:cs typeface="Times New Roman" panose="02020603050405020304" pitchFamily="18" charset="0"/>
            </a:endParaRPr>
          </a:p>
        </p:txBody>
      </p:sp>
      <p:sp>
        <p:nvSpPr>
          <p:cNvPr id="197639"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graphicFrame>
        <p:nvGraphicFramePr>
          <p:cNvPr id="2" name="표 1"/>
          <p:cNvGraphicFramePr>
            <a:graphicFrameLocks noGrp="1"/>
          </p:cNvGraphicFramePr>
          <p:nvPr>
            <p:extLst>
              <p:ext uri="{D42A27DB-BD31-4B8C-83A1-F6EECF244321}">
                <p14:modId xmlns:p14="http://schemas.microsoft.com/office/powerpoint/2010/main" val="1056476687"/>
              </p:ext>
            </p:extLst>
          </p:nvPr>
        </p:nvGraphicFramePr>
        <p:xfrm>
          <a:off x="1641475" y="2665487"/>
          <a:ext cx="4592924" cy="762000"/>
        </p:xfrm>
        <a:graphic>
          <a:graphicData uri="http://schemas.openxmlformats.org/drawingml/2006/table">
            <a:tbl>
              <a:tblPr firstRow="1" bandRow="1">
                <a:tableStyleId>{5C22544A-7EE6-4342-B048-85BDC9FD1C3A}</a:tableStyleId>
              </a:tblPr>
              <a:tblGrid>
                <a:gridCol w="827249"/>
                <a:gridCol w="1332991"/>
                <a:gridCol w="1308417"/>
                <a:gridCol w="1124267"/>
              </a:tblGrid>
              <a:tr h="0">
                <a:tc gridSpan="2">
                  <a:txBody>
                    <a:bodyPr/>
                    <a:lstStyle/>
                    <a:p>
                      <a:pPr algn="ctr" latinLnBrk="1"/>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latinLnBrk="1"/>
                      <a:endParaRPr lang="ko-KR" altLang="en-US" sz="1000" b="0" dirty="0">
                        <a:solidFill>
                          <a:schemeClr val="tx1"/>
                        </a:solidFill>
                        <a:latin typeface="돋움" pitchFamily="50" charset="-127"/>
                        <a:ea typeface="돋움" pitchFamily="50" charset="-127"/>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Q04/Q06UDHCPU</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Q02/Q06HCPU</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120194">
                <a:tc rowSpan="2">
                  <a:txBody>
                    <a:bodyPr/>
                    <a:lstStyle/>
                    <a:p>
                      <a:pPr algn="ctr" latinLnBrk="1"/>
                      <a:r>
                        <a:rPr lang="en-US" altLang="ko-KR" sz="1000" b="0" dirty="0" err="1" smtClean="0">
                          <a:solidFill>
                            <a:schemeClr val="tx1"/>
                          </a:solidFill>
                          <a:latin typeface="Times New Roman" panose="02020603050405020304" pitchFamily="18" charset="0"/>
                          <a:ea typeface="돋움" pitchFamily="50" charset="-127"/>
                          <a:cs typeface="Times New Roman" panose="02020603050405020304" pitchFamily="18" charset="0"/>
                        </a:rPr>
                        <a:t>Lệnh</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cộng</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err="1" smtClean="0">
                          <a:solidFill>
                            <a:schemeClr val="tx1"/>
                          </a:solidFill>
                          <a:latin typeface="Times New Roman" panose="02020603050405020304" pitchFamily="18" charset="0"/>
                          <a:ea typeface="돋움" pitchFamily="50" charset="-127"/>
                          <a:cs typeface="Times New Roman" panose="02020603050405020304" pitchFamily="18" charset="0"/>
                        </a:rPr>
                        <a:t>Độ</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chính</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xác</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đơn</a:t>
                      </a:r>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(us)</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0.057</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0.78</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128382">
                <a:tc vMerge="1">
                  <a:txBody>
                    <a:bodyPr/>
                    <a:lstStyle/>
                    <a:p>
                      <a:pPr latinLnBrk="1"/>
                      <a:endParaRPr lang="ko-KR" altLang="en-US" dirty="0"/>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err="1" smtClean="0">
                          <a:solidFill>
                            <a:schemeClr val="tx1"/>
                          </a:solidFill>
                          <a:latin typeface="Times New Roman" panose="02020603050405020304" pitchFamily="18" charset="0"/>
                          <a:ea typeface="돋움" pitchFamily="50" charset="-127"/>
                          <a:cs typeface="Times New Roman" panose="02020603050405020304" pitchFamily="18" charset="0"/>
                        </a:rPr>
                        <a:t>Độ</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chính</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xác</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kép</a:t>
                      </a:r>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(us)</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4.3 *1</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87 *2</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0">
                <a:tc rowSpan="2">
                  <a:txBody>
                    <a:bodyPr/>
                    <a:lstStyle/>
                    <a:p>
                      <a:pPr algn="ctr" latinLnBrk="1"/>
                      <a:r>
                        <a:rPr lang="en-US" altLang="ko-KR" sz="1000" b="0" dirty="0" err="1" smtClean="0">
                          <a:solidFill>
                            <a:schemeClr val="tx1"/>
                          </a:solidFill>
                          <a:latin typeface="Times New Roman" panose="02020603050405020304" pitchFamily="18" charset="0"/>
                          <a:ea typeface="돋움" pitchFamily="50" charset="-127"/>
                          <a:cs typeface="Times New Roman" panose="02020603050405020304" pitchFamily="18" charset="0"/>
                        </a:rPr>
                        <a:t>Lệnh</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SIN</a:t>
                      </a:r>
                    </a:p>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(45</a:t>
                      </a:r>
                      <a:r>
                        <a:rPr lang="ko-KR" altLang="en-US" sz="1000" b="0" dirty="0" smtClean="0">
                          <a:solidFill>
                            <a:schemeClr val="tx1"/>
                          </a:solidFill>
                          <a:latin typeface="Times New Roman" panose="02020603050405020304" pitchFamily="18" charset="0"/>
                          <a:ea typeface="돋움" pitchFamily="50" charset="-127"/>
                          <a:cs typeface="Times New Roman" panose="02020603050405020304" pitchFamily="18" charset="0"/>
                        </a:rPr>
                        <a:t>˚</a:t>
                      </a:r>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err="1" smtClean="0">
                          <a:solidFill>
                            <a:schemeClr val="tx1"/>
                          </a:solidFill>
                          <a:latin typeface="Times New Roman" panose="02020603050405020304" pitchFamily="18" charset="0"/>
                          <a:ea typeface="돋움" pitchFamily="50" charset="-127"/>
                          <a:cs typeface="Times New Roman" panose="02020603050405020304" pitchFamily="18" charset="0"/>
                        </a:rPr>
                        <a:t>Độ</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chính</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xác</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đơn</a:t>
                      </a:r>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(us)</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4.1 *1</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50</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0">
                <a:tc vMerge="1">
                  <a:txBody>
                    <a:bodyPr/>
                    <a:lstStyle/>
                    <a:p>
                      <a:pPr latinLnBrk="1"/>
                      <a:endParaRPr lang="ko-KR" altLang="en-US" dirty="0"/>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err="1" smtClean="0">
                          <a:solidFill>
                            <a:schemeClr val="tx1"/>
                          </a:solidFill>
                          <a:latin typeface="Times New Roman" panose="02020603050405020304" pitchFamily="18" charset="0"/>
                          <a:ea typeface="돋움" pitchFamily="50" charset="-127"/>
                          <a:cs typeface="Times New Roman" panose="02020603050405020304" pitchFamily="18" charset="0"/>
                        </a:rPr>
                        <a:t>Độ</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chính</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xác</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kép</a:t>
                      </a:r>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(us)</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8.5 *1</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837 *2</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bl>
          </a:graphicData>
        </a:graphic>
      </p:graphicFrame>
      <p:sp>
        <p:nvSpPr>
          <p:cNvPr id="3" name="TextBox 2"/>
          <p:cNvSpPr txBox="1"/>
          <p:nvPr/>
        </p:nvSpPr>
        <p:spPr>
          <a:xfrm>
            <a:off x="906065" y="1717762"/>
            <a:ext cx="2154757" cy="461665"/>
          </a:xfrm>
          <a:prstGeom prst="rect">
            <a:avLst/>
          </a:prstGeom>
          <a:noFill/>
        </p:spPr>
        <p:txBody>
          <a:bodyPr wrap="none" rtlCol="0">
            <a:spAutoFit/>
          </a:bodyPr>
          <a:lstStyle/>
          <a:p>
            <a:pPr algn="r"/>
            <a:r>
              <a:rPr lang="en-US" altLang="ko-KR" sz="1000" dirty="0" smtClean="0">
                <a:latin typeface="Times New Roman" panose="02020603050405020304" pitchFamily="18" charset="0"/>
                <a:ea typeface="돋움" pitchFamily="50" charset="-127"/>
                <a:cs typeface="Times New Roman" panose="02020603050405020304" pitchFamily="18" charset="0"/>
              </a:rPr>
              <a:t>Model </a:t>
            </a:r>
            <a:r>
              <a:rPr lang="en-US" altLang="ko-KR" sz="1000" dirty="0" err="1" smtClean="0">
                <a:latin typeface="Times New Roman" panose="02020603050405020304" pitchFamily="18" charset="0"/>
                <a:ea typeface="돋움" pitchFamily="50" charset="-127"/>
                <a:cs typeface="Times New Roman" panose="02020603050405020304" pitchFamily="18" charset="0"/>
              </a:rPr>
              <a:t>mới</a:t>
            </a:r>
            <a:r>
              <a:rPr lang="ko-KR" altLang="en-US"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Q04/06UDHCPU</a:t>
            </a:r>
          </a:p>
          <a:p>
            <a:pPr algn="r"/>
            <a:r>
              <a:rPr lang="en-US" altLang="ko-KR" sz="1000" dirty="0" smtClean="0">
                <a:latin typeface="Times New Roman" panose="02020603050405020304" pitchFamily="18" charset="0"/>
                <a:ea typeface="돋움" pitchFamily="50" charset="-127"/>
                <a:cs typeface="Times New Roman" panose="02020603050405020304" pitchFamily="18" charset="0"/>
              </a:rPr>
              <a:t>Model </a:t>
            </a:r>
            <a:r>
              <a:rPr lang="en-US" altLang="ko-KR" sz="1000" dirty="0" err="1" smtClean="0">
                <a:latin typeface="Times New Roman" panose="02020603050405020304" pitchFamily="18" charset="0"/>
                <a:ea typeface="돋움" pitchFamily="50" charset="-127"/>
                <a:cs typeface="Times New Roman" panose="02020603050405020304" pitchFamily="18" charset="0"/>
              </a:rPr>
              <a:t>từ</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trước</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đến</a:t>
            </a:r>
            <a:r>
              <a:rPr lang="en-US" altLang="ko-KR" sz="1000" dirty="0" smtClean="0">
                <a:latin typeface="Times New Roman" panose="02020603050405020304" pitchFamily="18" charset="0"/>
                <a:ea typeface="돋움" pitchFamily="50" charset="-127"/>
                <a:cs typeface="Times New Roman" panose="02020603050405020304" pitchFamily="18" charset="0"/>
              </a:rPr>
              <a:t> nay</a:t>
            </a:r>
            <a:r>
              <a:rPr lang="ko-KR" altLang="en-US"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Q02/06HCPU</a:t>
            </a:r>
          </a:p>
        </p:txBody>
      </p:sp>
      <p:sp>
        <p:nvSpPr>
          <p:cNvPr id="11" name="TextBox 10"/>
          <p:cNvSpPr txBox="1"/>
          <p:nvPr/>
        </p:nvSpPr>
        <p:spPr>
          <a:xfrm>
            <a:off x="1140936" y="2132856"/>
            <a:ext cx="1941557" cy="461665"/>
          </a:xfrm>
          <a:prstGeom prst="rect">
            <a:avLst/>
          </a:prstGeom>
          <a:noFill/>
        </p:spPr>
        <p:txBody>
          <a:bodyPr wrap="none" rtlCol="0">
            <a:spAutoFit/>
          </a:bodyPr>
          <a:lstStyle/>
          <a:p>
            <a:pPr algn="r"/>
            <a:r>
              <a:rPr lang="en-US" altLang="ko-KR" sz="1000" dirty="0" err="1" smtClean="0">
                <a:latin typeface="Times New Roman" panose="02020603050405020304" pitchFamily="18" charset="0"/>
                <a:ea typeface="돋움" pitchFamily="50" charset="-127"/>
                <a:cs typeface="Times New Roman" panose="02020603050405020304" pitchFamily="18" charset="0"/>
              </a:rPr>
              <a:t>Dấu</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phẩy</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động</a:t>
            </a:r>
            <a:r>
              <a:rPr lang="en-US" altLang="ko-KR" sz="1000" dirty="0" smtClean="0">
                <a:latin typeface="Times New Roman" panose="02020603050405020304" pitchFamily="18" charset="0"/>
                <a:ea typeface="돋움" pitchFamily="50" charset="-127"/>
                <a:cs typeface="Times New Roman" panose="02020603050405020304" pitchFamily="18" charset="0"/>
              </a:rPr>
              <a:t>(</a:t>
            </a:r>
            <a:r>
              <a:rPr lang="en-US" altLang="ko-KR" sz="1000" dirty="0" err="1" smtClean="0">
                <a:latin typeface="Times New Roman" panose="02020603050405020304" pitchFamily="18" charset="0"/>
                <a:ea typeface="돋움" pitchFamily="50" charset="-127"/>
                <a:cs typeface="Times New Roman" panose="02020603050405020304" pitchFamily="18" charset="0"/>
              </a:rPr>
              <a:t>độ</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chính</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xác</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đơn</a:t>
            </a:r>
            <a:r>
              <a:rPr lang="en-US" altLang="ko-KR" sz="1000" dirty="0" smtClean="0">
                <a:latin typeface="Times New Roman" panose="02020603050405020304" pitchFamily="18" charset="0"/>
                <a:ea typeface="돋움" pitchFamily="50" charset="-127"/>
                <a:cs typeface="Times New Roman" panose="02020603050405020304" pitchFamily="18" charset="0"/>
              </a:rPr>
              <a:t>)</a:t>
            </a:r>
          </a:p>
          <a:p>
            <a:pPr algn="r"/>
            <a:r>
              <a:rPr lang="en-US" altLang="ko-KR" sz="1000" dirty="0" err="1" smtClean="0">
                <a:latin typeface="Times New Roman" panose="02020603050405020304" pitchFamily="18" charset="0"/>
                <a:ea typeface="돋움" pitchFamily="50" charset="-127"/>
                <a:cs typeface="Times New Roman" panose="02020603050405020304" pitchFamily="18" charset="0"/>
              </a:rPr>
              <a:t>Thời</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gian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xử</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lý</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lệnh</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cộng</a:t>
            </a:r>
            <a:r>
              <a:rPr lang="en-US" altLang="ko-KR" sz="1000" dirty="0" smtClean="0">
                <a:latin typeface="Times New Roman" panose="02020603050405020304" pitchFamily="18" charset="0"/>
                <a:ea typeface="돋움" pitchFamily="50" charset="-127"/>
                <a:cs typeface="Times New Roman" panose="02020603050405020304" pitchFamily="18" charset="0"/>
              </a:rPr>
              <a:t>[us]</a:t>
            </a:r>
          </a:p>
        </p:txBody>
      </p:sp>
      <p:sp>
        <p:nvSpPr>
          <p:cNvPr id="4" name="직사각형 3"/>
          <p:cNvSpPr/>
          <p:nvPr/>
        </p:nvSpPr>
        <p:spPr bwMode="auto">
          <a:xfrm>
            <a:off x="3925838" y="1448780"/>
            <a:ext cx="1601837" cy="455503"/>
          </a:xfrm>
          <a:prstGeom prst="rect">
            <a:avLst/>
          </a:prstGeom>
          <a:solidFill>
            <a:srgbClr val="C00000"/>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3" name="TextBox 12"/>
          <p:cNvSpPr txBox="1"/>
          <p:nvPr/>
        </p:nvSpPr>
        <p:spPr>
          <a:xfrm>
            <a:off x="3836876" y="1539919"/>
            <a:ext cx="1755609" cy="276999"/>
          </a:xfrm>
          <a:prstGeom prst="rect">
            <a:avLst/>
          </a:prstGeom>
          <a:noFill/>
        </p:spPr>
        <p:txBody>
          <a:bodyPr wrap="none" rtlCol="0">
            <a:spAutoFit/>
          </a:bodyPr>
          <a:lstStyle/>
          <a:p>
            <a:pPr algn="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Tăng</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tốc</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lên</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khoảng</a:t>
            </a:r>
            <a:r>
              <a:rPr lang="ko-KR" altLang="en-US" sz="10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13.7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lần</a:t>
            </a:r>
            <a:endPar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endParaRPr>
          </a:p>
        </p:txBody>
      </p:sp>
      <p:sp>
        <p:nvSpPr>
          <p:cNvPr id="14" name="TextBox 13"/>
          <p:cNvSpPr txBox="1"/>
          <p:nvPr/>
        </p:nvSpPr>
        <p:spPr>
          <a:xfrm>
            <a:off x="6333760" y="2996952"/>
            <a:ext cx="3217547" cy="461665"/>
          </a:xfrm>
          <a:prstGeom prst="rect">
            <a:avLst/>
          </a:prstGeom>
          <a:noFill/>
        </p:spPr>
        <p:txBody>
          <a:bodyPr wrap="none" rtlCol="0">
            <a:spAutoFit/>
          </a:bodyPr>
          <a:lstStyle/>
          <a:p>
            <a:r>
              <a:rPr lang="en-US" altLang="ko-KR" sz="1000" dirty="0" smtClean="0">
                <a:latin typeface="Times New Roman" panose="02020603050405020304" pitchFamily="18" charset="0"/>
                <a:ea typeface="돋움" pitchFamily="50" charset="-127"/>
                <a:cs typeface="Times New Roman" panose="02020603050405020304" pitchFamily="18" charset="0"/>
              </a:rPr>
              <a:t>*1 </a:t>
            </a:r>
            <a:r>
              <a:rPr lang="en-US" altLang="ko-KR" sz="1000" dirty="0" err="1" smtClean="0">
                <a:latin typeface="Times New Roman" panose="02020603050405020304" pitchFamily="18" charset="0"/>
                <a:ea typeface="돋움" pitchFamily="50" charset="-127"/>
                <a:cs typeface="Times New Roman" panose="02020603050405020304" pitchFamily="18" charset="0"/>
              </a:rPr>
              <a:t>là</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giá</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trị</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nhỏ</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nhất</a:t>
            </a:r>
            <a:endParaRPr lang="en-US" altLang="ko-KR" sz="1000" dirty="0">
              <a:latin typeface="Times New Roman" panose="02020603050405020304" pitchFamily="18" charset="0"/>
              <a:ea typeface="돋움" pitchFamily="50" charset="-127"/>
              <a:cs typeface="Times New Roman" panose="02020603050405020304" pitchFamily="18" charset="0"/>
            </a:endParaRPr>
          </a:p>
          <a:p>
            <a:r>
              <a:rPr lang="en-US" altLang="ko-KR" sz="1000" dirty="0" smtClean="0">
                <a:latin typeface="Times New Roman" panose="02020603050405020304" pitchFamily="18" charset="0"/>
                <a:ea typeface="돋움" pitchFamily="50" charset="-127"/>
                <a:cs typeface="Times New Roman" panose="02020603050405020304" pitchFamily="18" charset="0"/>
              </a:rPr>
              <a:t>*2 </a:t>
            </a:r>
            <a:r>
              <a:rPr lang="en-US" altLang="ko-KR" sz="1000" dirty="0" err="1" smtClean="0">
                <a:latin typeface="Times New Roman" panose="02020603050405020304" pitchFamily="18" charset="0"/>
                <a:ea typeface="돋움" pitchFamily="50" charset="-127"/>
                <a:cs typeface="Times New Roman" panose="02020603050405020304" pitchFamily="18" charset="0"/>
              </a:rPr>
              <a:t>là</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thời</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gian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xử</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lý</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phép</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toán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độ</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chính</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xác</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kép</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bên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trong</a:t>
            </a:r>
            <a:r>
              <a:rPr lang="en-US" altLang="ko-KR" sz="1000" dirty="0" smtClean="0">
                <a:latin typeface="Times New Roman" panose="02020603050405020304" pitchFamily="18" charset="0"/>
                <a:ea typeface="돋움" pitchFamily="50" charset="-127"/>
                <a:cs typeface="Times New Roman" panose="02020603050405020304" pitchFamily="18" charset="0"/>
              </a:rPr>
              <a:t>.</a:t>
            </a:r>
          </a:p>
        </p:txBody>
      </p:sp>
      <p:sp>
        <p:nvSpPr>
          <p:cNvPr id="5" name="왼쪽 중괄호 4"/>
          <p:cNvSpPr/>
          <p:nvPr/>
        </p:nvSpPr>
        <p:spPr bwMode="auto">
          <a:xfrm rot="16200000">
            <a:off x="1857965" y="4970182"/>
            <a:ext cx="108012" cy="459909"/>
          </a:xfrm>
          <a:prstGeom prst="leftBrace">
            <a:avLst/>
          </a:prstGeom>
          <a:noFill/>
          <a:ln w="9525" cap="flat" cmpd="sng" algn="ctr">
            <a:solidFill>
              <a:schemeClr val="tx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7" name="왼쪽 중괄호 16"/>
          <p:cNvSpPr/>
          <p:nvPr/>
        </p:nvSpPr>
        <p:spPr bwMode="auto">
          <a:xfrm rot="16200000">
            <a:off x="2311592" y="4970182"/>
            <a:ext cx="108012" cy="459909"/>
          </a:xfrm>
          <a:prstGeom prst="leftBrace">
            <a:avLst/>
          </a:prstGeom>
          <a:noFill/>
          <a:ln w="9525" cap="flat" cmpd="sng" algn="ctr">
            <a:solidFill>
              <a:schemeClr val="tx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8" name="TextBox 17"/>
          <p:cNvSpPr txBox="1"/>
          <p:nvPr/>
        </p:nvSpPr>
        <p:spPr>
          <a:xfrm>
            <a:off x="2180758" y="5362154"/>
            <a:ext cx="699230" cy="276999"/>
          </a:xfrm>
          <a:prstGeom prst="rect">
            <a:avLst/>
          </a:prstGeom>
          <a:noFill/>
        </p:spPr>
        <p:txBody>
          <a:bodyPr wrap="none" rtlCol="0">
            <a:spAutoFit/>
          </a:bodyPr>
          <a:lstStyle/>
          <a:p>
            <a:r>
              <a:rPr lang="en-US" altLang="ko-KR" sz="1000" dirty="0" smtClean="0">
                <a:latin typeface="Times New Roman" panose="02020603050405020304" pitchFamily="18" charset="0"/>
                <a:ea typeface="돋움" pitchFamily="50" charset="-127"/>
                <a:cs typeface="Times New Roman" panose="02020603050405020304" pitchFamily="18" charset="0"/>
              </a:rPr>
              <a:t>PLC CPU</a:t>
            </a:r>
          </a:p>
        </p:txBody>
      </p:sp>
      <p:sp>
        <p:nvSpPr>
          <p:cNvPr id="19" name="TextBox 18"/>
          <p:cNvSpPr txBox="1"/>
          <p:nvPr/>
        </p:nvSpPr>
        <p:spPr>
          <a:xfrm>
            <a:off x="2812051" y="5254142"/>
            <a:ext cx="841897" cy="276999"/>
          </a:xfrm>
          <a:prstGeom prst="rect">
            <a:avLst/>
          </a:prstGeom>
          <a:noFill/>
        </p:spPr>
        <p:txBody>
          <a:bodyPr wrap="none" rtlCol="0">
            <a:spAutoFit/>
          </a:bodyPr>
          <a:lstStyle/>
          <a:p>
            <a:r>
              <a:rPr lang="en-US" altLang="ko-KR" sz="1000" dirty="0" smtClean="0">
                <a:latin typeface="Times New Roman" panose="02020603050405020304" pitchFamily="18" charset="0"/>
                <a:ea typeface="돋움" pitchFamily="50" charset="-127"/>
                <a:cs typeface="Times New Roman" panose="02020603050405020304" pitchFamily="18" charset="0"/>
              </a:rPr>
              <a:t>Motion CPU</a:t>
            </a:r>
          </a:p>
        </p:txBody>
      </p:sp>
      <p:sp>
        <p:nvSpPr>
          <p:cNvPr id="20" name="TextBox 19"/>
          <p:cNvSpPr txBox="1"/>
          <p:nvPr/>
        </p:nvSpPr>
        <p:spPr>
          <a:xfrm>
            <a:off x="3952889" y="4623519"/>
            <a:ext cx="1402948" cy="445571"/>
          </a:xfrm>
          <a:prstGeom prst="rect">
            <a:avLst/>
          </a:prstGeom>
          <a:noFill/>
        </p:spPr>
        <p:txBody>
          <a:bodyPr wrap="none" rtlCol="0">
            <a:spAutoFit/>
          </a:bodyPr>
          <a:lstStyle/>
          <a:p>
            <a:r>
              <a:rPr lang="en-US" altLang="ko-KR" sz="1000" dirty="0" smtClean="0">
                <a:latin typeface="Times New Roman" panose="02020603050405020304" pitchFamily="18" charset="0"/>
                <a:ea typeface="돋움" pitchFamily="50" charset="-127"/>
                <a:cs typeface="Times New Roman" panose="02020603050405020304" pitchFamily="18" charset="0"/>
              </a:rPr>
              <a:t>Base </a:t>
            </a:r>
            <a:r>
              <a:rPr lang="en-US" altLang="ko-KR" sz="1000" dirty="0" err="1" smtClean="0">
                <a:latin typeface="Times New Roman" panose="02020603050405020304" pitchFamily="18" charset="0"/>
                <a:ea typeface="돋움" pitchFamily="50" charset="-127"/>
                <a:cs typeface="Times New Roman" panose="02020603050405020304" pitchFamily="18" charset="0"/>
              </a:rPr>
              <a:t>cơ</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bản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tốc</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độ</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cao</a:t>
            </a:r>
            <a:r>
              <a:rPr lang="en-US" altLang="ko-KR" sz="1000" dirty="0" smtClean="0">
                <a:latin typeface="Times New Roman" panose="02020603050405020304" pitchFamily="18" charset="0"/>
                <a:ea typeface="돋움" pitchFamily="50" charset="-127"/>
                <a:cs typeface="Times New Roman" panose="02020603050405020304" pitchFamily="18" charset="0"/>
              </a:rPr>
              <a:t> </a:t>
            </a:r>
          </a:p>
          <a:p>
            <a:r>
              <a:rPr lang="en-US" altLang="ko-KR" sz="1000" dirty="0" err="1" smtClean="0">
                <a:latin typeface="Times New Roman" panose="02020603050405020304" pitchFamily="18" charset="0"/>
                <a:ea typeface="돋움" pitchFamily="50" charset="-127"/>
                <a:cs typeface="Times New Roman" panose="02020603050405020304" pitchFamily="18" charset="0"/>
              </a:rPr>
              <a:t>giữa</a:t>
            </a:r>
            <a:r>
              <a:rPr lang="en-US" altLang="ko-KR" sz="1000" dirty="0" smtClean="0">
                <a:latin typeface="Times New Roman" panose="02020603050405020304" pitchFamily="18" charset="0"/>
                <a:ea typeface="돋움" pitchFamily="50" charset="-127"/>
                <a:cs typeface="Times New Roman" panose="02020603050405020304" pitchFamily="18" charset="0"/>
              </a:rPr>
              <a:t> Multi</a:t>
            </a:r>
            <a:r>
              <a:rPr lang="ko-KR" altLang="en-US"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CPU</a:t>
            </a:r>
          </a:p>
        </p:txBody>
      </p:sp>
      <p:cxnSp>
        <p:nvCxnSpPr>
          <p:cNvPr id="7" name="직선 연결선 6"/>
          <p:cNvCxnSpPr>
            <a:stCxn id="17" idx="1"/>
            <a:endCxn id="19" idx="1"/>
          </p:cNvCxnSpPr>
          <p:nvPr/>
        </p:nvCxnSpPr>
        <p:spPr bwMode="auto">
          <a:xfrm rot="16200000" flipH="1">
            <a:off x="2519576" y="5100166"/>
            <a:ext cx="138499" cy="446452"/>
          </a:xfrm>
          <a:prstGeom prst="bentConnector4">
            <a:avLst>
              <a:gd name="adj1" fmla="val 165055"/>
              <a:gd name="adj2" fmla="val 56048"/>
            </a:avLst>
          </a:prstGeom>
          <a:noFill/>
          <a:ln w="9525" cap="flat" cmpd="sng" algn="ctr">
            <a:solidFill>
              <a:schemeClr val="tx1"/>
            </a:solidFill>
            <a:prstDash val="solid"/>
            <a:round/>
            <a:headEnd type="none" w="med" len="med"/>
            <a:tailEnd type="none" w="med" len="med"/>
          </a:ln>
          <a:effectLst/>
        </p:spPr>
      </p:cxnSp>
      <p:cxnSp>
        <p:nvCxnSpPr>
          <p:cNvPr id="23" name="직선 연결선 6"/>
          <p:cNvCxnSpPr>
            <a:stCxn id="5" idx="1"/>
            <a:endCxn id="18" idx="1"/>
          </p:cNvCxnSpPr>
          <p:nvPr/>
        </p:nvCxnSpPr>
        <p:spPr bwMode="auto">
          <a:xfrm rot="16200000" flipH="1">
            <a:off x="1923110" y="5243005"/>
            <a:ext cx="246511" cy="268786"/>
          </a:xfrm>
          <a:prstGeom prst="bentConnector2">
            <a:avLst/>
          </a:prstGeom>
          <a:noFill/>
          <a:ln w="9525" cap="flat" cmpd="sng" algn="ctr">
            <a:solidFill>
              <a:schemeClr val="tx1"/>
            </a:solidFill>
            <a:prstDash val="solid"/>
            <a:round/>
            <a:headEnd type="none" w="med" len="med"/>
            <a:tailEnd type="none" w="med" len="med"/>
          </a:ln>
          <a:effectLst/>
        </p:spPr>
      </p:cxnSp>
      <p:pic>
        <p:nvPicPr>
          <p:cNvPr id="26" name="Picture 7"/>
          <p:cNvPicPr>
            <a:picLocks noChangeAspect="1" noChangeArrowheads="1"/>
          </p:cNvPicPr>
          <p:nvPr/>
        </p:nvPicPr>
        <p:blipFill rotWithShape="1">
          <a:blip r:embed="rId4">
            <a:extLst>
              <a:ext uri="{28A0092B-C50C-407E-A947-70E740481C1C}">
                <a14:useLocalDpi xmlns:a14="http://schemas.microsoft.com/office/drawing/2010/main" val="0"/>
              </a:ext>
            </a:extLst>
          </a:blip>
          <a:srcRect l="41768" t="50000" b="16448"/>
          <a:stretch/>
        </p:blipFill>
        <p:spPr bwMode="auto">
          <a:xfrm>
            <a:off x="3293512" y="5553236"/>
            <a:ext cx="2727518" cy="87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TextBox 26"/>
          <p:cNvSpPr txBox="1"/>
          <p:nvPr/>
        </p:nvSpPr>
        <p:spPr>
          <a:xfrm>
            <a:off x="646859" y="5761375"/>
            <a:ext cx="2690160" cy="461665"/>
          </a:xfrm>
          <a:prstGeom prst="rect">
            <a:avLst/>
          </a:prstGeom>
          <a:noFill/>
        </p:spPr>
        <p:txBody>
          <a:bodyPr wrap="none" rtlCol="0">
            <a:spAutoFit/>
          </a:bodyPr>
          <a:lstStyle/>
          <a:p>
            <a:pPr algn="r"/>
            <a:r>
              <a:rPr lang="en-US" altLang="ko-KR" sz="1000" dirty="0">
                <a:latin typeface="Times New Roman" panose="02020603050405020304" pitchFamily="18" charset="0"/>
                <a:ea typeface="돋움" pitchFamily="50" charset="-127"/>
                <a:cs typeface="Times New Roman" panose="02020603050405020304" pitchFamily="18" charset="0"/>
              </a:rPr>
              <a:t>Model </a:t>
            </a:r>
            <a:r>
              <a:rPr lang="en-US" altLang="ko-KR" sz="1000" dirty="0" err="1">
                <a:latin typeface="Times New Roman" panose="02020603050405020304" pitchFamily="18" charset="0"/>
                <a:ea typeface="돋움" pitchFamily="50" charset="-127"/>
                <a:cs typeface="Times New Roman" panose="02020603050405020304" pitchFamily="18" charset="0"/>
              </a:rPr>
              <a:t>mới</a:t>
            </a:r>
            <a:r>
              <a:rPr lang="ko-KR" altLang="en-US"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Q06UDHCPU+Q173DCPU</a:t>
            </a:r>
          </a:p>
          <a:p>
            <a:pPr algn="r"/>
            <a:r>
              <a:rPr lang="en-US" altLang="ko-KR" sz="1000" dirty="0">
                <a:latin typeface="Times New Roman" panose="02020603050405020304" pitchFamily="18" charset="0"/>
                <a:ea typeface="돋움" pitchFamily="50" charset="-127"/>
                <a:cs typeface="Times New Roman" panose="02020603050405020304" pitchFamily="18" charset="0"/>
              </a:rPr>
              <a:t>Model </a:t>
            </a:r>
            <a:r>
              <a:rPr lang="en-US" altLang="ko-KR" sz="1000" dirty="0" err="1">
                <a:latin typeface="Times New Roman" panose="02020603050405020304" pitchFamily="18" charset="0"/>
                <a:ea typeface="돋움" pitchFamily="50" charset="-127"/>
                <a:cs typeface="Times New Roman" panose="02020603050405020304" pitchFamily="18" charset="0"/>
              </a:rPr>
              <a:t>từ</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trước</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đến</a:t>
            </a:r>
            <a:r>
              <a:rPr lang="en-US" altLang="ko-KR" sz="1000" dirty="0">
                <a:latin typeface="Times New Roman" panose="02020603050405020304" pitchFamily="18" charset="0"/>
                <a:ea typeface="돋움" pitchFamily="50" charset="-127"/>
                <a:cs typeface="Times New Roman" panose="02020603050405020304" pitchFamily="18" charset="0"/>
              </a:rPr>
              <a:t> nay</a:t>
            </a:r>
            <a:r>
              <a:rPr lang="ko-KR" altLang="en-US" sz="1000" dirty="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Q06HCPU+Q173HCPU</a:t>
            </a:r>
          </a:p>
        </p:txBody>
      </p:sp>
      <p:sp>
        <p:nvSpPr>
          <p:cNvPr id="28" name="TextBox 27"/>
          <p:cNvSpPr txBox="1"/>
          <p:nvPr/>
        </p:nvSpPr>
        <p:spPr>
          <a:xfrm>
            <a:off x="1413551" y="6167523"/>
            <a:ext cx="1922321" cy="276999"/>
          </a:xfrm>
          <a:prstGeom prst="rect">
            <a:avLst/>
          </a:prstGeom>
          <a:noFill/>
        </p:spPr>
        <p:txBody>
          <a:bodyPr wrap="none" rtlCol="0">
            <a:spAutoFit/>
          </a:bodyPr>
          <a:lstStyle/>
          <a:p>
            <a:pPr algn="r"/>
            <a:r>
              <a:rPr lang="en-US" altLang="ko-KR" sz="1000" dirty="0" err="1" smtClean="0">
                <a:latin typeface="Times New Roman" panose="02020603050405020304" pitchFamily="18" charset="0"/>
                <a:ea typeface="돋움" pitchFamily="50" charset="-127"/>
                <a:cs typeface="Times New Roman" panose="02020603050405020304" pitchFamily="18" charset="0"/>
              </a:rPr>
              <a:t>Thời</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gian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hồi</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đáp</a:t>
            </a:r>
            <a:r>
              <a:rPr lang="en-US" altLang="ko-KR" sz="1000" dirty="0" smtClean="0">
                <a:latin typeface="Times New Roman" panose="02020603050405020304" pitchFamily="18" charset="0"/>
                <a:ea typeface="돋움" pitchFamily="50" charset="-127"/>
                <a:cs typeface="Times New Roman" panose="02020603050405020304" pitchFamily="18" charset="0"/>
              </a:rPr>
              <a:t> In Position[</a:t>
            </a:r>
            <a:r>
              <a:rPr lang="en-US" altLang="ko-KR" sz="1000" dirty="0" err="1" smtClean="0">
                <a:latin typeface="Times New Roman" panose="02020603050405020304" pitchFamily="18" charset="0"/>
                <a:ea typeface="돋움" pitchFamily="50" charset="-127"/>
                <a:cs typeface="Times New Roman" panose="02020603050405020304" pitchFamily="18" charset="0"/>
              </a:rPr>
              <a:t>ms</a:t>
            </a:r>
            <a:r>
              <a:rPr lang="en-US" altLang="ko-KR" sz="1000" dirty="0" smtClean="0">
                <a:latin typeface="Times New Roman" panose="02020603050405020304" pitchFamily="18" charset="0"/>
                <a:ea typeface="돋움" pitchFamily="50" charset="-127"/>
                <a:cs typeface="Times New Roman" panose="02020603050405020304" pitchFamily="18" charset="0"/>
              </a:rPr>
              <a:t>]</a:t>
            </a:r>
          </a:p>
        </p:txBody>
      </p:sp>
      <p:sp>
        <p:nvSpPr>
          <p:cNvPr id="29" name="TextBox 28"/>
          <p:cNvSpPr txBox="1"/>
          <p:nvPr/>
        </p:nvSpPr>
        <p:spPr>
          <a:xfrm>
            <a:off x="6041619" y="5563693"/>
            <a:ext cx="3591048" cy="830997"/>
          </a:xfrm>
          <a:prstGeom prst="rect">
            <a:avLst/>
          </a:prstGeom>
          <a:noFill/>
        </p:spPr>
        <p:txBody>
          <a:bodyPr wrap="none" rtlCol="0">
            <a:spAutoFit/>
          </a:bodyPr>
          <a:lstStyle/>
          <a:p>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Thời</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gian</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hồi</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đáp</a:t>
            </a:r>
            <a:r>
              <a:rPr lang="en-US" altLang="ko-KR" sz="800" dirty="0" smtClean="0">
                <a:latin typeface="Times New Roman" panose="02020603050405020304" pitchFamily="18" charset="0"/>
                <a:ea typeface="돋움" pitchFamily="50" charset="-127"/>
                <a:cs typeface="Times New Roman" panose="02020603050405020304" pitchFamily="18" charset="0"/>
              </a:rPr>
              <a:t> In Position</a:t>
            </a:r>
          </a:p>
          <a:p>
            <a:r>
              <a:rPr lang="en-US" altLang="ko-KR" sz="800" dirty="0" err="1" smtClean="0">
                <a:latin typeface="Times New Roman" panose="02020603050405020304" pitchFamily="18" charset="0"/>
                <a:ea typeface="돋움" pitchFamily="50" charset="-127"/>
                <a:cs typeface="Times New Roman" panose="02020603050405020304" pitchFamily="18" charset="0"/>
              </a:rPr>
              <a:t>Là</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thời</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gian</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xử</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lý</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từ</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khi</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tín</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hiệu</a:t>
            </a:r>
            <a:r>
              <a:rPr lang="en-US" altLang="ko-KR" sz="800" dirty="0" smtClean="0">
                <a:latin typeface="Times New Roman" panose="02020603050405020304" pitchFamily="18" charset="0"/>
                <a:ea typeface="돋움" pitchFamily="50" charset="-127"/>
                <a:cs typeface="Times New Roman" panose="02020603050405020304" pitchFamily="18" charset="0"/>
              </a:rPr>
              <a:t> In Position </a:t>
            </a:r>
            <a:r>
              <a:rPr lang="en-US" altLang="ko-KR" sz="800" dirty="0" err="1" smtClean="0">
                <a:latin typeface="Times New Roman" panose="02020603050405020304" pitchFamily="18" charset="0"/>
                <a:ea typeface="돋움" pitchFamily="50" charset="-127"/>
                <a:cs typeface="Times New Roman" panose="02020603050405020304" pitchFamily="18" charset="0"/>
              </a:rPr>
              <a:t>của</a:t>
            </a:r>
            <a:r>
              <a:rPr lang="en-US" altLang="ko-KR" sz="800" dirty="0" smtClean="0">
                <a:latin typeface="Times New Roman" panose="02020603050405020304" pitchFamily="18" charset="0"/>
                <a:ea typeface="돋움" pitchFamily="50" charset="-127"/>
                <a:cs typeface="Times New Roman" panose="02020603050405020304" pitchFamily="18" charset="0"/>
              </a:rPr>
              <a:t> Servo Amp ON, </a:t>
            </a:r>
            <a:r>
              <a:rPr lang="en-US" altLang="ko-KR" sz="800" dirty="0" err="1" smtClean="0">
                <a:latin typeface="Times New Roman" panose="02020603050405020304" pitchFamily="18" charset="0"/>
                <a:ea typeface="돋움" pitchFamily="50" charset="-127"/>
                <a:cs typeface="Times New Roman" panose="02020603050405020304" pitchFamily="18" charset="0"/>
              </a:rPr>
              <a:t>cho</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đến</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khi</a:t>
            </a:r>
            <a:r>
              <a:rPr lang="en-US" altLang="ko-KR" sz="800" dirty="0" smtClean="0">
                <a:latin typeface="Times New Roman" panose="02020603050405020304" pitchFamily="18" charset="0"/>
                <a:ea typeface="돋움" pitchFamily="50" charset="-127"/>
                <a:cs typeface="Times New Roman" panose="02020603050405020304" pitchFamily="18" charset="0"/>
              </a:rPr>
              <a:t> CPU</a:t>
            </a:r>
          </a:p>
          <a:p>
            <a:r>
              <a:rPr lang="en-US" altLang="ko-KR" sz="800" dirty="0" err="1" smtClean="0">
                <a:latin typeface="Times New Roman" panose="02020603050405020304" pitchFamily="18" charset="0"/>
                <a:ea typeface="돋움" pitchFamily="50" charset="-127"/>
                <a:cs typeface="Times New Roman" panose="02020603050405020304" pitchFamily="18" charset="0"/>
              </a:rPr>
              <a:t>đưa</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ra</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lệnh</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tốc</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độ</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lên</a:t>
            </a:r>
            <a:r>
              <a:rPr lang="en-US" altLang="ko-KR" sz="800" dirty="0" smtClean="0">
                <a:latin typeface="Times New Roman" panose="02020603050405020304" pitchFamily="18" charset="0"/>
                <a:ea typeface="돋움" pitchFamily="50" charset="-127"/>
                <a:cs typeface="Times New Roman" panose="02020603050405020304" pitchFamily="18" charset="0"/>
              </a:rPr>
              <a:t> Servo Amp.</a:t>
            </a:r>
          </a:p>
          <a:p>
            <a:r>
              <a:rPr lang="en-US" altLang="ko-KR" sz="800" dirty="0" err="1" smtClean="0">
                <a:latin typeface="Times New Roman" panose="02020603050405020304" pitchFamily="18" charset="0"/>
                <a:ea typeface="돋움" pitchFamily="50" charset="-127"/>
                <a:cs typeface="Times New Roman" panose="02020603050405020304" pitchFamily="18" charset="0"/>
              </a:rPr>
              <a:t>Là</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kết</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quả</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đo</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đạc</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của</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công</a:t>
            </a:r>
            <a:r>
              <a:rPr lang="en-US" altLang="ko-KR" sz="800" dirty="0" smtClean="0">
                <a:latin typeface="Times New Roman" panose="02020603050405020304" pitchFamily="18" charset="0"/>
                <a:ea typeface="돋움" pitchFamily="50" charset="-127"/>
                <a:cs typeface="Times New Roman" panose="02020603050405020304" pitchFamily="18" charset="0"/>
              </a:rPr>
              <a:t> ty </a:t>
            </a:r>
            <a:r>
              <a:rPr lang="en-US" altLang="ko-KR" sz="800" dirty="0" err="1" smtClean="0">
                <a:latin typeface="Times New Roman" panose="02020603050405020304" pitchFamily="18" charset="0"/>
                <a:ea typeface="돋움" pitchFamily="50" charset="-127"/>
                <a:cs typeface="Times New Roman" panose="02020603050405020304" pitchFamily="18" charset="0"/>
              </a:rPr>
              <a:t>trong</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trường</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hợp</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thực</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hiện</a:t>
            </a:r>
            <a:r>
              <a:rPr lang="en-US" altLang="ko-KR" sz="800" dirty="0" smtClean="0">
                <a:latin typeface="Times New Roman" panose="02020603050405020304" pitchFamily="18" charset="0"/>
                <a:ea typeface="돋움" pitchFamily="50" charset="-127"/>
                <a:cs typeface="Times New Roman" panose="02020603050405020304" pitchFamily="18" charset="0"/>
              </a:rPr>
              <a:t> Program </a:t>
            </a:r>
            <a:r>
              <a:rPr lang="en-US" altLang="ko-KR" sz="800" dirty="0" err="1" smtClean="0">
                <a:latin typeface="Times New Roman" panose="02020603050405020304" pitchFamily="18" charset="0"/>
                <a:ea typeface="돋움" pitchFamily="50" charset="-127"/>
                <a:cs typeface="Times New Roman" panose="02020603050405020304" pitchFamily="18" charset="0"/>
              </a:rPr>
              <a:t>giống</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nhau</a:t>
            </a:r>
            <a:r>
              <a:rPr lang="en-US" altLang="ko-KR" sz="800" dirty="0" smtClean="0">
                <a:latin typeface="Times New Roman" panose="02020603050405020304" pitchFamily="18" charset="0"/>
                <a:ea typeface="돋움" pitchFamily="50" charset="-127"/>
                <a:cs typeface="Times New Roman" panose="02020603050405020304" pitchFamily="18" charset="0"/>
              </a:rPr>
              <a:t> ở</a:t>
            </a:r>
          </a:p>
          <a:p>
            <a:r>
              <a:rPr lang="en-US" altLang="ko-KR" sz="800" dirty="0" smtClean="0">
                <a:latin typeface="Times New Roman" panose="02020603050405020304" pitchFamily="18" charset="0"/>
                <a:ea typeface="돋움" pitchFamily="50" charset="-127"/>
                <a:cs typeface="Times New Roman" panose="02020603050405020304" pitchFamily="18" charset="0"/>
              </a:rPr>
              <a:t>Model </a:t>
            </a:r>
            <a:r>
              <a:rPr lang="en-US" altLang="ko-KR" sz="800" dirty="0" err="1" smtClean="0">
                <a:latin typeface="Times New Roman" panose="02020603050405020304" pitchFamily="18" charset="0"/>
                <a:ea typeface="돋움" pitchFamily="50" charset="-127"/>
                <a:cs typeface="Times New Roman" panose="02020603050405020304" pitchFamily="18" charset="0"/>
              </a:rPr>
              <a:t>mới</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và</a:t>
            </a:r>
            <a:r>
              <a:rPr lang="en-US" altLang="ko-KR" sz="800" dirty="0" smtClean="0">
                <a:latin typeface="Times New Roman" panose="02020603050405020304" pitchFamily="18" charset="0"/>
                <a:ea typeface="돋움" pitchFamily="50" charset="-127"/>
                <a:cs typeface="Times New Roman" panose="02020603050405020304" pitchFamily="18" charset="0"/>
              </a:rPr>
              <a:t> Model </a:t>
            </a:r>
            <a:r>
              <a:rPr lang="en-US" altLang="ko-KR" sz="800" dirty="0" err="1" smtClean="0">
                <a:latin typeface="Times New Roman" panose="02020603050405020304" pitchFamily="18" charset="0"/>
                <a:ea typeface="돋움" pitchFamily="50" charset="-127"/>
                <a:cs typeface="Times New Roman" panose="02020603050405020304" pitchFamily="18" charset="0"/>
              </a:rPr>
              <a:t>từ</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trước</a:t>
            </a:r>
            <a:r>
              <a:rPr lang="en-US" altLang="ko-KR" sz="800" dirty="0" smtClean="0">
                <a:latin typeface="Times New Roman" panose="02020603050405020304" pitchFamily="18" charset="0"/>
                <a:ea typeface="돋움" pitchFamily="50" charset="-127"/>
                <a:cs typeface="Times New Roman" panose="02020603050405020304" pitchFamily="18" charset="0"/>
              </a:rPr>
              <a:t> </a:t>
            </a:r>
            <a:r>
              <a:rPr lang="en-US" altLang="ko-KR" sz="800" dirty="0" err="1" smtClean="0">
                <a:latin typeface="Times New Roman" panose="02020603050405020304" pitchFamily="18" charset="0"/>
                <a:ea typeface="돋움" pitchFamily="50" charset="-127"/>
                <a:cs typeface="Times New Roman" panose="02020603050405020304" pitchFamily="18" charset="0"/>
              </a:rPr>
              <a:t>đến</a:t>
            </a:r>
            <a:r>
              <a:rPr lang="en-US" altLang="ko-KR" sz="800" dirty="0" smtClean="0">
                <a:latin typeface="Times New Roman" panose="02020603050405020304" pitchFamily="18" charset="0"/>
                <a:ea typeface="돋움" pitchFamily="50" charset="-127"/>
                <a:cs typeface="Times New Roman" panose="02020603050405020304" pitchFamily="18" charset="0"/>
              </a:rPr>
              <a:t> nay</a:t>
            </a:r>
            <a:r>
              <a:rPr lang="en-US" altLang="ko-KR" sz="800" dirty="0">
                <a:latin typeface="Times New Roman" panose="02020603050405020304" pitchFamily="18" charset="0"/>
                <a:ea typeface="돋움" pitchFamily="50" charset="-127"/>
                <a:cs typeface="Times New Roman" panose="02020603050405020304" pitchFamily="18" charset="0"/>
              </a:rPr>
              <a:t>.</a:t>
            </a:r>
            <a:endParaRPr lang="en-US" altLang="ko-KR" sz="800" dirty="0" smtClean="0">
              <a:latin typeface="Times New Roman" panose="02020603050405020304" pitchFamily="18" charset="0"/>
              <a:ea typeface="돋움" pitchFamily="50" charset="-127"/>
              <a:cs typeface="Times New Roman" panose="02020603050405020304" pitchFamily="18" charset="0"/>
            </a:endParaRPr>
          </a:p>
        </p:txBody>
      </p:sp>
      <p:sp>
        <p:nvSpPr>
          <p:cNvPr id="12" name="육각형 11"/>
          <p:cNvSpPr/>
          <p:nvPr/>
        </p:nvSpPr>
        <p:spPr bwMode="auto">
          <a:xfrm>
            <a:off x="1637465" y="4041068"/>
            <a:ext cx="1152000" cy="605282"/>
          </a:xfrm>
          <a:prstGeom prst="hexagon">
            <a:avLst/>
          </a:prstGeom>
          <a:solidFill>
            <a:srgbClr val="C00000"/>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1" name="TextBox 30"/>
          <p:cNvSpPr txBox="1"/>
          <p:nvPr/>
        </p:nvSpPr>
        <p:spPr>
          <a:xfrm>
            <a:off x="1640632" y="4102579"/>
            <a:ext cx="1080744" cy="374911"/>
          </a:xfrm>
          <a:prstGeom prst="rect">
            <a:avLst/>
          </a:prstGeom>
          <a:noFill/>
        </p:spPr>
        <p:txBody>
          <a:bodyPr wrap="none" rtlCol="0">
            <a:spAutoFit/>
          </a:bodyPr>
          <a:lstStyle/>
          <a:p>
            <a:pPr algn="r"/>
            <a:r>
              <a:rPr lang="en-US" altLang="ko-KR" sz="800" b="1" dirty="0" err="1" smtClean="0">
                <a:solidFill>
                  <a:schemeClr val="bg1"/>
                </a:solidFill>
                <a:latin typeface="Times New Roman" panose="02020603050405020304" pitchFamily="18" charset="0"/>
                <a:ea typeface="돋움" pitchFamily="50" charset="-127"/>
                <a:cs typeface="Times New Roman" panose="02020603050405020304" pitchFamily="18" charset="0"/>
              </a:rPr>
              <a:t>Thông</a:t>
            </a:r>
            <a:r>
              <a:rPr lang="en-US" altLang="ko-KR" sz="800" b="1" dirty="0" smtClean="0">
                <a:solidFill>
                  <a:schemeClr val="bg1"/>
                </a:solidFill>
                <a:latin typeface="Times New Roman" panose="02020603050405020304" pitchFamily="18" charset="0"/>
                <a:ea typeface="돋움" pitchFamily="50" charset="-127"/>
                <a:cs typeface="Times New Roman" panose="02020603050405020304" pitchFamily="18" charset="0"/>
              </a:rPr>
              <a:t> tin </a:t>
            </a:r>
            <a:r>
              <a:rPr lang="en-US" altLang="ko-KR" sz="800" b="1" dirty="0" err="1" smtClean="0">
                <a:solidFill>
                  <a:schemeClr val="bg1"/>
                </a:solidFill>
                <a:latin typeface="Times New Roman" panose="02020603050405020304" pitchFamily="18" charset="0"/>
                <a:ea typeface="돋움" pitchFamily="50" charset="-127"/>
                <a:cs typeface="Times New Roman" panose="02020603050405020304" pitchFamily="18" charset="0"/>
              </a:rPr>
              <a:t>tốc</a:t>
            </a:r>
            <a:r>
              <a:rPr lang="en-US" altLang="ko-KR" sz="8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800" b="1" dirty="0" err="1" smtClean="0">
                <a:solidFill>
                  <a:schemeClr val="bg1"/>
                </a:solidFill>
                <a:latin typeface="Times New Roman" panose="02020603050405020304" pitchFamily="18" charset="0"/>
                <a:ea typeface="돋움" pitchFamily="50" charset="-127"/>
                <a:cs typeface="Times New Roman" panose="02020603050405020304" pitchFamily="18" charset="0"/>
              </a:rPr>
              <a:t>độ</a:t>
            </a:r>
            <a:r>
              <a:rPr lang="en-US" altLang="ko-KR" sz="8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800" b="1" dirty="0" err="1" smtClean="0">
                <a:solidFill>
                  <a:schemeClr val="bg1"/>
                </a:solidFill>
                <a:latin typeface="Times New Roman" panose="02020603050405020304" pitchFamily="18" charset="0"/>
                <a:ea typeface="돋움" pitchFamily="50" charset="-127"/>
                <a:cs typeface="Times New Roman" panose="02020603050405020304" pitchFamily="18" charset="0"/>
              </a:rPr>
              <a:t>cao</a:t>
            </a:r>
            <a:endParaRPr lang="en-US" altLang="ko-KR" sz="800" b="1" dirty="0" smtClean="0">
              <a:solidFill>
                <a:schemeClr val="bg1"/>
              </a:solidFill>
              <a:latin typeface="Times New Roman" panose="02020603050405020304" pitchFamily="18" charset="0"/>
              <a:ea typeface="돋움" pitchFamily="50" charset="-127"/>
              <a:cs typeface="Times New Roman" panose="02020603050405020304" pitchFamily="18" charset="0"/>
            </a:endParaRPr>
          </a:p>
          <a:p>
            <a:pPr algn="r"/>
            <a:r>
              <a:rPr lang="en-US" altLang="ko-KR" sz="8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800" b="1" dirty="0" err="1" smtClean="0">
                <a:solidFill>
                  <a:schemeClr val="bg1"/>
                </a:solidFill>
                <a:latin typeface="Times New Roman" panose="02020603050405020304" pitchFamily="18" charset="0"/>
                <a:ea typeface="돋움" pitchFamily="50" charset="-127"/>
                <a:cs typeface="Times New Roman" panose="02020603050405020304" pitchFamily="18" charset="0"/>
              </a:rPr>
              <a:t>giữa</a:t>
            </a:r>
            <a:r>
              <a:rPr lang="en-US" altLang="ko-KR" sz="800" b="1" dirty="0" smtClean="0">
                <a:solidFill>
                  <a:schemeClr val="bg1"/>
                </a:solidFill>
                <a:latin typeface="Times New Roman" panose="02020603050405020304" pitchFamily="18" charset="0"/>
                <a:ea typeface="돋움" pitchFamily="50" charset="-127"/>
                <a:cs typeface="Times New Roman" panose="02020603050405020304" pitchFamily="18" charset="0"/>
              </a:rPr>
              <a:t> Multi</a:t>
            </a:r>
            <a:r>
              <a:rPr lang="ko-KR" altLang="en-US" sz="8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800" b="1" dirty="0" smtClean="0">
                <a:solidFill>
                  <a:schemeClr val="bg1"/>
                </a:solidFill>
                <a:latin typeface="Times New Roman" panose="02020603050405020304" pitchFamily="18" charset="0"/>
                <a:ea typeface="돋움" pitchFamily="50" charset="-127"/>
                <a:cs typeface="Times New Roman" panose="02020603050405020304" pitchFamily="18" charset="0"/>
              </a:rPr>
              <a:t>CPU</a:t>
            </a:r>
          </a:p>
        </p:txBody>
      </p:sp>
      <p:sp>
        <p:nvSpPr>
          <p:cNvPr id="33" name="직사각형 32"/>
          <p:cNvSpPr/>
          <p:nvPr/>
        </p:nvSpPr>
        <p:spPr bwMode="auto">
          <a:xfrm>
            <a:off x="4102061" y="5437126"/>
            <a:ext cx="1548000" cy="455503"/>
          </a:xfrm>
          <a:prstGeom prst="rect">
            <a:avLst/>
          </a:prstGeom>
          <a:solidFill>
            <a:srgbClr val="C00000"/>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4" name="TextBox 33"/>
          <p:cNvSpPr txBox="1"/>
          <p:nvPr/>
        </p:nvSpPr>
        <p:spPr>
          <a:xfrm>
            <a:off x="4041767" y="5528265"/>
            <a:ext cx="1595309" cy="276999"/>
          </a:xfrm>
          <a:prstGeom prst="rect">
            <a:avLst/>
          </a:prstGeom>
          <a:noFill/>
        </p:spPr>
        <p:txBody>
          <a:bodyPr wrap="none" rtlCol="0">
            <a:spAutoFit/>
          </a:bodyPr>
          <a:lstStyle/>
          <a:p>
            <a:pPr algn="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Tăng</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tốc</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lên</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khoảng</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 2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lần</a:t>
            </a:r>
            <a:endPar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endParaRPr>
          </a:p>
        </p:txBody>
      </p:sp>
    </p:spTree>
    <p:extLst>
      <p:ext uri="{BB962C8B-B14F-4D97-AF65-F5344CB8AC3E}">
        <p14:creationId xmlns:p14="http://schemas.microsoft.com/office/powerpoint/2010/main" val="1891688415"/>
      </p:ext>
    </p:extLst>
  </p:cSld>
  <p:clrMapOvr>
    <a:masterClrMapping/>
  </p:clrMapOvr>
  <p:transition/>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TextBox 3"/>
          <p:cNvSpPr txBox="1">
            <a:spLocks noChangeArrowheads="1"/>
          </p:cNvSpPr>
          <p:nvPr/>
        </p:nvSpPr>
        <p:spPr bwMode="auto">
          <a:xfrm>
            <a:off x="344488" y="692150"/>
            <a:ext cx="9671878"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r>
              <a:rPr lang="en-US" altLang="ko-KR" sz="1200" b="1" dirty="0">
                <a:latin typeface="Times New Roman" panose="02020603050405020304" pitchFamily="18" charset="0"/>
                <a:cs typeface="Times New Roman" panose="02020603050405020304" pitchFamily="18" charset="0"/>
              </a:rPr>
              <a:t>	4) </a:t>
            </a:r>
            <a:r>
              <a:rPr lang="en-US" altLang="ko-KR" sz="1200" b="1" dirty="0" err="1" smtClean="0">
                <a:latin typeface="Times New Roman" panose="02020603050405020304" pitchFamily="18" charset="0"/>
                <a:cs typeface="Times New Roman" panose="02020603050405020304" pitchFamily="18" charset="0"/>
              </a:rPr>
              <a:t>Phụ</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tùng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hóa</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và</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cấu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tạo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hóa</a:t>
            </a:r>
            <a:r>
              <a:rPr lang="en-US" altLang="ko-KR" sz="1200" b="1" dirty="0" smtClean="0">
                <a:latin typeface="Times New Roman" panose="02020603050405020304" pitchFamily="18" charset="0"/>
                <a:cs typeface="Times New Roman" panose="02020603050405020304" pitchFamily="18" charset="0"/>
              </a:rPr>
              <a:t> Program</a:t>
            </a:r>
            <a:endParaRPr lang="ko-KR" altLang="en-US" sz="1200" b="1"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số</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lượng</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124 </a:t>
            </a:r>
            <a:r>
              <a:rPr lang="en-US" altLang="ko-KR" sz="1200" dirty="0" err="1" smtClean="0">
                <a:latin typeface="Times New Roman" panose="02020603050405020304" pitchFamily="18" charset="0"/>
                <a:cs typeface="Times New Roman" panose="02020603050405020304" pitchFamily="18" charset="0"/>
              </a:rPr>
              <a:t>cái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kỹ</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càng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phẩm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theo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đoạn</a:t>
            </a:r>
            <a:r>
              <a:rPr lang="en-US" altLang="ko-KR" sz="1200" dirty="0" smtClean="0">
                <a:latin typeface="Times New Roman" panose="02020603050405020304" pitchFamily="18" charset="0"/>
                <a:cs typeface="Times New Roman" panose="02020603050405020304" pitchFamily="18" charset="0"/>
              </a:rPr>
              <a:t>.</a:t>
            </a: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nữa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rộng</a:t>
            </a:r>
            <a:r>
              <a:rPr lang="en-US" altLang="ko-KR" sz="1200" dirty="0" smtClean="0">
                <a:latin typeface="Times New Roman" panose="02020603050405020304" pitchFamily="18" charset="0"/>
                <a:cs typeface="Times New Roman" panose="02020603050405020304" pitchFamily="18" charset="0"/>
              </a:rPr>
              <a:t> ROM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en-US" altLang="ko-KR" sz="1200" dirty="0" smtClean="0">
                <a:latin typeface="Times New Roman" panose="02020603050405020304" pitchFamily="18" charset="0"/>
                <a:cs typeface="Times New Roman" panose="02020603050405020304" pitchFamily="18" charset="0"/>
              </a:rPr>
              <a:t> 1MB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ko-KR" altLang="en-US"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tin Label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Function </a:t>
            </a:r>
            <a:r>
              <a:rPr lang="en-US" altLang="ko-KR" sz="1200" dirty="0">
                <a:latin typeface="Times New Roman" panose="02020603050405020304" pitchFamily="18" charset="0"/>
                <a:cs typeface="Times New Roman" panose="02020603050405020304" pitchFamily="18" charset="0"/>
              </a:rPr>
              <a:t>Block (FB)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Device Comment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a:t>
            </a: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Sequence Program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trong</a:t>
            </a:r>
            <a:r>
              <a:rPr lang="en-US" altLang="ko-KR" sz="1200" dirty="0" smtClean="0">
                <a:latin typeface="Times New Roman" panose="02020603050405020304" pitchFamily="18" charset="0"/>
                <a:cs typeface="Times New Roman" panose="02020603050405020304" pitchFamily="18" charset="0"/>
              </a:rPr>
              <a:t> CPU</a:t>
            </a:r>
          </a:p>
          <a:p>
            <a:pPr eaLnBrk="1" hangingPunct="1">
              <a:lnSpc>
                <a:spcPct val="15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a:t>
            </a:r>
            <a:r>
              <a:rPr lang="ko-KR" altLang="en-US" sz="1200" dirty="0" smtClean="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Q06HCPU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đến</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60 Program.(</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nhiều</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từ</a:t>
            </a:r>
            <a:r>
              <a:rPr lang="en-US" altLang="ko-KR" sz="1200" dirty="0" smtClean="0">
                <a:latin typeface="Times New Roman" panose="02020603050405020304" pitchFamily="18" charset="0"/>
                <a:cs typeface="Times New Roman" panose="02020603050405020304" pitchFamily="18" charset="0"/>
              </a:rPr>
              <a:t> 0~59 </a:t>
            </a:r>
            <a:r>
              <a:rPr lang="en-US" altLang="ko-KR" sz="1200" dirty="0" err="1" smtClean="0">
                <a:latin typeface="Times New Roman" panose="02020603050405020304" pitchFamily="18" charset="0"/>
                <a:cs typeface="Times New Roman" panose="02020603050405020304" pitchFamily="18" charset="0"/>
              </a:rPr>
              <a:t>cái</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198659" name="Picture 4"/>
          <p:cNvPicPr>
            <a:picLocks noChangeAspect="1" noChangeArrowheads="1"/>
          </p:cNvPicPr>
          <p:nvPr/>
        </p:nvPicPr>
        <p:blipFill rotWithShape="1">
          <a:blip r:embed="rId3">
            <a:extLst>
              <a:ext uri="{28A0092B-C50C-407E-A947-70E740481C1C}">
                <a14:useLocalDpi xmlns:a14="http://schemas.microsoft.com/office/drawing/2010/main" val="0"/>
              </a:ext>
            </a:extLst>
          </a:blip>
          <a:srcRect b="30500"/>
          <a:stretch/>
        </p:blipFill>
        <p:spPr bwMode="auto">
          <a:xfrm>
            <a:off x="1052513" y="2708275"/>
            <a:ext cx="7389812" cy="22838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660" name="Text Box 8"/>
          <p:cNvSpPr txBox="1">
            <a:spLocks noChangeArrowheads="1"/>
          </p:cNvSpPr>
          <p:nvPr/>
        </p:nvSpPr>
        <p:spPr bwMode="auto">
          <a:xfrm>
            <a:off x="7653300" y="84138"/>
            <a:ext cx="21002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3. </a:t>
            </a:r>
            <a:r>
              <a:rPr lang="en-US" altLang="ko-KR" sz="1600" b="1" dirty="0" err="1" smtClean="0">
                <a:latin typeface="Times New Roman" panose="02020603050405020304" pitchFamily="18" charset="0"/>
                <a:cs typeface="Times New Roman" panose="02020603050405020304" pitchFamily="18" charset="0"/>
              </a:rPr>
              <a:t>Sử</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dụng</a:t>
            </a:r>
            <a:r>
              <a:rPr lang="en-US" altLang="ko-KR" sz="1600" b="1" dirty="0" smtClean="0">
                <a:latin typeface="Times New Roman" panose="02020603050405020304" pitchFamily="18" charset="0"/>
                <a:cs typeface="Times New Roman" panose="02020603050405020304" pitchFamily="18" charset="0"/>
              </a:rPr>
              <a:t> UDH CPU</a:t>
            </a:r>
            <a:endParaRPr lang="ko-KR" altLang="en-US" sz="1600" b="1" dirty="0">
              <a:latin typeface="Times New Roman" panose="02020603050405020304" pitchFamily="18" charset="0"/>
              <a:cs typeface="Times New Roman" panose="02020603050405020304" pitchFamily="18" charset="0"/>
            </a:endParaRPr>
          </a:p>
        </p:txBody>
      </p:sp>
      <p:sp>
        <p:nvSpPr>
          <p:cNvPr id="198661"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graphicFrame>
        <p:nvGraphicFramePr>
          <p:cNvPr id="2" name="표 1"/>
          <p:cNvGraphicFramePr>
            <a:graphicFrameLocks noGrp="1"/>
          </p:cNvGraphicFramePr>
          <p:nvPr>
            <p:extLst>
              <p:ext uri="{D42A27DB-BD31-4B8C-83A1-F6EECF244321}">
                <p14:modId xmlns:p14="http://schemas.microsoft.com/office/powerpoint/2010/main" val="951801116"/>
              </p:ext>
            </p:extLst>
          </p:nvPr>
        </p:nvGraphicFramePr>
        <p:xfrm>
          <a:off x="1172580" y="5189944"/>
          <a:ext cx="6952828" cy="975360"/>
        </p:xfrm>
        <a:graphic>
          <a:graphicData uri="http://schemas.openxmlformats.org/drawingml/2006/table">
            <a:tbl>
              <a:tblPr firstRow="1" bandRow="1">
                <a:tableStyleId>{5C22544A-7EE6-4342-B048-85BDC9FD1C3A}</a:tableStyleId>
              </a:tblPr>
              <a:tblGrid>
                <a:gridCol w="1188132"/>
                <a:gridCol w="1362028"/>
                <a:gridCol w="1100667"/>
                <a:gridCol w="1100667"/>
                <a:gridCol w="1100667"/>
                <a:gridCol w="1100667"/>
              </a:tblGrid>
              <a:tr h="144016">
                <a:tc gridSpan="2">
                  <a:txBody>
                    <a:bodyPr/>
                    <a:lstStyle/>
                    <a:p>
                      <a:pPr algn="ctr" latinLnBrk="1"/>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latinLnBrk="1"/>
                      <a:endParaRPr lang="ko-KR" altLang="en-US" sz="1200" dirty="0">
                        <a:latin typeface="돋움" pitchFamily="50" charset="-127"/>
                        <a:ea typeface="돋움" pitchFamily="50" charset="-127"/>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Q02UCPU</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Q03UDCPU</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Q04UDHCPU</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Q06UDHCPU</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0">
                <a:tc rowSpan="2">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Program</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Memory</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Dung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lượng</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Program</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20k</a:t>
                      </a:r>
                      <a:r>
                        <a:rPr lang="ko-KR" altLang="en-US"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Step</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30k</a:t>
                      </a:r>
                      <a:r>
                        <a:rPr lang="ko-KR" altLang="en-US"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Step</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40k</a:t>
                      </a:r>
                      <a:r>
                        <a:rPr lang="ko-KR" altLang="en-US"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Step</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60k</a:t>
                      </a:r>
                      <a:r>
                        <a:rPr lang="ko-KR" altLang="en-US"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Step</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124388">
                <a:tc vMerge="1">
                  <a:txBody>
                    <a:bodyPr/>
                    <a:lstStyle/>
                    <a:p>
                      <a:pPr latinLnBrk="1"/>
                      <a:endParaRPr lang="ko-KR" altLang="en-US" dirty="0"/>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000" b="0" dirty="0" err="1" smtClean="0">
                          <a:solidFill>
                            <a:schemeClr val="tx1"/>
                          </a:solidFill>
                          <a:latin typeface="Times New Roman" panose="02020603050405020304" pitchFamily="18" charset="0"/>
                          <a:ea typeface="돋움" pitchFamily="50" charset="-127"/>
                          <a:cs typeface="Times New Roman" panose="02020603050405020304" pitchFamily="18" charset="0"/>
                        </a:rPr>
                        <a:t>Số</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lượng</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Program</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64</a:t>
                      </a:r>
                      <a:r>
                        <a:rPr lang="ko-KR" altLang="en-US"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cái</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gridSpan="3">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124</a:t>
                      </a:r>
                      <a:r>
                        <a:rPr lang="ko-KR" altLang="en-US"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cái</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algn="ctr" latinLnBrk="1"/>
                      <a:endParaRPr lang="ko-KR" altLang="en-US" sz="1000" b="0" dirty="0">
                        <a:solidFill>
                          <a:schemeClr val="tx1"/>
                        </a:solidFill>
                        <a:latin typeface="돋움" pitchFamily="50" charset="-127"/>
                        <a:ea typeface="돋움" pitchFamily="50" charset="-127"/>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algn="ctr" latinLnBrk="1"/>
                      <a:endParaRPr lang="ko-KR" altLang="en-US" sz="1000" b="0" dirty="0">
                        <a:solidFill>
                          <a:schemeClr val="tx1"/>
                        </a:solidFill>
                        <a:latin typeface="돋움" pitchFamily="50" charset="-127"/>
                        <a:ea typeface="돋움" pitchFamily="50" charset="-127"/>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132576">
                <a:tc gridSpan="2">
                  <a:txBody>
                    <a:bodyPr/>
                    <a:lstStyle/>
                    <a:p>
                      <a:pPr algn="ctr" latinLnBrk="1"/>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Dung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lượng</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ROM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tiêu</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0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chuẩn</a:t>
                      </a:r>
                      <a:r>
                        <a:rPr lang="en-US" altLang="ko-KR" sz="10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(Flash ROM)</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latinLnBrk="1"/>
                      <a:endParaRPr lang="ko-KR" altLang="en-US" sz="1200" dirty="0">
                        <a:latin typeface="돋움" pitchFamily="50" charset="-127"/>
                        <a:ea typeface="돋움" pitchFamily="50" charset="-127"/>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512KB</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gridSpan="3">
                  <a:txBody>
                    <a:bodyPr/>
                    <a:lstStyle/>
                    <a:p>
                      <a:pPr algn="ctr" latinLnBrk="1"/>
                      <a:r>
                        <a:rPr lang="en-US" altLang="ko-KR" sz="1000" b="0" dirty="0" smtClean="0">
                          <a:solidFill>
                            <a:schemeClr val="tx1"/>
                          </a:solidFill>
                          <a:latin typeface="Times New Roman" panose="02020603050405020304" pitchFamily="18" charset="0"/>
                          <a:ea typeface="돋움" pitchFamily="50" charset="-127"/>
                          <a:cs typeface="Times New Roman" panose="02020603050405020304" pitchFamily="18" charset="0"/>
                        </a:rPr>
                        <a:t>1MB</a:t>
                      </a:r>
                      <a:endParaRPr lang="ko-KR" altLang="en-US" sz="10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algn="ctr" latinLnBrk="1"/>
                      <a:endParaRPr lang="ko-KR" altLang="en-US" sz="1000" b="0" dirty="0">
                        <a:solidFill>
                          <a:schemeClr val="tx1"/>
                        </a:solidFill>
                        <a:latin typeface="돋움" pitchFamily="50" charset="-127"/>
                        <a:ea typeface="돋움" pitchFamily="50" charset="-127"/>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algn="ctr" latinLnBrk="1"/>
                      <a:endParaRPr lang="ko-KR" altLang="en-US" sz="1000" b="0" dirty="0">
                        <a:solidFill>
                          <a:schemeClr val="tx1"/>
                        </a:solidFill>
                        <a:latin typeface="돋움" pitchFamily="50" charset="-127"/>
                        <a:ea typeface="돋움" pitchFamily="50" charset="-127"/>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sp>
        <p:nvSpPr>
          <p:cNvPr id="8" name="직사각형 7"/>
          <p:cNvSpPr/>
          <p:nvPr/>
        </p:nvSpPr>
        <p:spPr bwMode="auto">
          <a:xfrm>
            <a:off x="7763640" y="3472590"/>
            <a:ext cx="684000" cy="455503"/>
          </a:xfrm>
          <a:prstGeom prst="rect">
            <a:avLst/>
          </a:prstGeom>
          <a:solidFill>
            <a:srgbClr val="C00000"/>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ctr"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dirty="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9" name="TextBox 8"/>
          <p:cNvSpPr txBox="1"/>
          <p:nvPr/>
        </p:nvSpPr>
        <p:spPr>
          <a:xfrm>
            <a:off x="7762952" y="3481480"/>
            <a:ext cx="691215" cy="461665"/>
          </a:xfrm>
          <a:prstGeom prst="rect">
            <a:avLst/>
          </a:prstGeom>
          <a:noFill/>
        </p:spPr>
        <p:txBody>
          <a:bodyPr wrap="none" rtlCol="0">
            <a:spAutoFit/>
          </a:bodyPr>
          <a:lstStyle/>
          <a:p>
            <a:pPr algn="ct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Lớn</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nhất</a:t>
            </a:r>
            <a:endPar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endParaRPr>
          </a:p>
          <a:p>
            <a:pPr algn="ct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124</a:t>
            </a:r>
            <a:r>
              <a:rPr lang="ko-KR" altLang="en-US" sz="1000" b="1" dirty="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cái</a:t>
            </a:r>
            <a:endPar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endParaRPr>
          </a:p>
        </p:txBody>
      </p:sp>
      <p:sp>
        <p:nvSpPr>
          <p:cNvPr id="3" name="직사각형 2"/>
          <p:cNvSpPr/>
          <p:nvPr/>
        </p:nvSpPr>
        <p:spPr bwMode="auto">
          <a:xfrm>
            <a:off x="1504854" y="2777439"/>
            <a:ext cx="1224136"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1" name="TextBox 10"/>
          <p:cNvSpPr txBox="1"/>
          <p:nvPr/>
        </p:nvSpPr>
        <p:spPr>
          <a:xfrm>
            <a:off x="1424608" y="2744924"/>
            <a:ext cx="1476164" cy="461665"/>
          </a:xfrm>
          <a:prstGeom prst="rect">
            <a:avLst/>
          </a:prstGeom>
          <a:noFill/>
        </p:spPr>
        <p:txBody>
          <a:bodyPr wrap="square" rtlCol="0">
            <a:spAutoFit/>
          </a:bodyPr>
          <a:lstStyle/>
          <a:p>
            <a:pPr algn="ctr"/>
            <a:r>
              <a:rPr lang="en-US" altLang="ko-KR" sz="1000" dirty="0">
                <a:latin typeface="Times New Roman" panose="02020603050405020304" pitchFamily="18" charset="0"/>
                <a:ea typeface="돋움" pitchFamily="50" charset="-127"/>
                <a:cs typeface="Times New Roman" panose="02020603050405020304" pitchFamily="18" charset="0"/>
              </a:rPr>
              <a:t>Program </a:t>
            </a:r>
            <a:r>
              <a:rPr lang="en-US" altLang="ko-KR" sz="1000" dirty="0" err="1">
                <a:latin typeface="Times New Roman" panose="02020603050405020304" pitchFamily="18" charset="0"/>
                <a:ea typeface="돋움" pitchFamily="50" charset="-127"/>
                <a:cs typeface="Times New Roman" panose="02020603050405020304" pitchFamily="18" charset="0"/>
              </a:rPr>
              <a:t>chuyên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dụng</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cho</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sản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phẩm</a:t>
            </a:r>
            <a:r>
              <a:rPr lang="ko-KR" altLang="en-US" sz="1000" dirty="0">
                <a:latin typeface="Times New Roman" panose="02020603050405020304" pitchFamily="18" charset="0"/>
                <a:ea typeface="돋움" pitchFamily="50" charset="-127"/>
                <a:cs typeface="Times New Roman" panose="02020603050405020304" pitchFamily="18" charset="0"/>
              </a:rPr>
              <a:t> </a:t>
            </a:r>
            <a:r>
              <a:rPr lang="en-US" altLang="ko-KR" sz="1000" dirty="0">
                <a:latin typeface="Times New Roman" panose="02020603050405020304" pitchFamily="18" charset="0"/>
                <a:ea typeface="돋움" pitchFamily="50" charset="-127"/>
                <a:cs typeface="Times New Roman" panose="02020603050405020304" pitchFamily="18" charset="0"/>
              </a:rPr>
              <a:t>B</a:t>
            </a:r>
          </a:p>
        </p:txBody>
      </p:sp>
      <p:sp>
        <p:nvSpPr>
          <p:cNvPr id="12" name="직사각형 11"/>
          <p:cNvSpPr/>
          <p:nvPr/>
        </p:nvSpPr>
        <p:spPr bwMode="auto">
          <a:xfrm>
            <a:off x="1316596" y="3120303"/>
            <a:ext cx="1224136"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3" name="TextBox 12"/>
          <p:cNvSpPr txBox="1"/>
          <p:nvPr/>
        </p:nvSpPr>
        <p:spPr>
          <a:xfrm>
            <a:off x="1236350" y="3176972"/>
            <a:ext cx="1476164" cy="461665"/>
          </a:xfrm>
          <a:prstGeom prst="rect">
            <a:avLst/>
          </a:prstGeom>
          <a:noFill/>
        </p:spPr>
        <p:txBody>
          <a:bodyPr wrap="squar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Program </a:t>
            </a:r>
            <a:r>
              <a:rPr lang="en-US" altLang="ko-KR" sz="1000" dirty="0" err="1" smtClean="0">
                <a:latin typeface="Times New Roman" panose="02020603050405020304" pitchFamily="18" charset="0"/>
                <a:ea typeface="돋움" pitchFamily="50" charset="-127"/>
                <a:cs typeface="Times New Roman" panose="02020603050405020304" pitchFamily="18" charset="0"/>
              </a:rPr>
              <a:t>chuyên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dụng</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cho</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sản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phẩm</a:t>
            </a:r>
            <a:r>
              <a:rPr lang="ko-KR" altLang="en-US"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A</a:t>
            </a:r>
          </a:p>
        </p:txBody>
      </p:sp>
      <p:sp>
        <p:nvSpPr>
          <p:cNvPr id="14" name="직사각형 13"/>
          <p:cNvSpPr/>
          <p:nvPr/>
        </p:nvSpPr>
        <p:spPr bwMode="auto">
          <a:xfrm>
            <a:off x="6121604" y="2605199"/>
            <a:ext cx="1404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5" name="TextBox 14"/>
          <p:cNvSpPr txBox="1"/>
          <p:nvPr/>
        </p:nvSpPr>
        <p:spPr>
          <a:xfrm>
            <a:off x="5955926" y="2643299"/>
            <a:ext cx="1764196" cy="461665"/>
          </a:xfrm>
          <a:prstGeom prst="rect">
            <a:avLst/>
          </a:prstGeom>
          <a:noFill/>
        </p:spPr>
        <p:txBody>
          <a:bodyPr wrap="square" rtlCol="0">
            <a:spAutoFit/>
          </a:bodyPr>
          <a:lstStyle/>
          <a:p>
            <a:pPr algn="ctr"/>
            <a:r>
              <a:rPr lang="en-US" altLang="ko-KR" sz="1000" dirty="0">
                <a:latin typeface="Times New Roman" panose="02020603050405020304" pitchFamily="18" charset="0"/>
                <a:ea typeface="돋움" pitchFamily="50" charset="-127"/>
                <a:cs typeface="Times New Roman" panose="02020603050405020304" pitchFamily="18" charset="0"/>
              </a:rPr>
              <a:t>Program </a:t>
            </a:r>
            <a:r>
              <a:rPr lang="en-US" altLang="ko-KR" sz="1000" dirty="0" err="1">
                <a:latin typeface="Times New Roman" panose="02020603050405020304" pitchFamily="18" charset="0"/>
                <a:ea typeface="돋움" pitchFamily="50" charset="-127"/>
                <a:cs typeface="Times New Roman" panose="02020603050405020304" pitchFamily="18" charset="0"/>
              </a:rPr>
              <a:t>chuyên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dụng</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cho</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0 </a:t>
            </a:r>
            <a:r>
              <a:rPr lang="en-US" altLang="ko-KR" sz="1000" dirty="0" err="1">
                <a:latin typeface="Times New Roman" panose="02020603050405020304" pitchFamily="18" charset="0"/>
                <a:ea typeface="돋움" pitchFamily="50" charset="-127"/>
                <a:cs typeface="Times New Roman" panose="02020603050405020304" pitchFamily="18" charset="0"/>
              </a:rPr>
              <a:t>công</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đoạn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B </a:t>
            </a:r>
            <a:r>
              <a:rPr lang="en-US" altLang="ko-KR" sz="1000" dirty="0" err="1">
                <a:latin typeface="Times New Roman" panose="02020603050405020304" pitchFamily="18" charset="0"/>
                <a:ea typeface="돋움" pitchFamily="50" charset="-127"/>
                <a:cs typeface="Times New Roman" panose="02020603050405020304" pitchFamily="18" charset="0"/>
              </a:rPr>
              <a:t>sản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phẩm</a:t>
            </a:r>
            <a:endParaRPr lang="en-US" altLang="ko-KR" sz="1000" dirty="0">
              <a:latin typeface="Times New Roman" panose="02020603050405020304" pitchFamily="18" charset="0"/>
              <a:ea typeface="돋움" pitchFamily="50" charset="-127"/>
              <a:cs typeface="Times New Roman" panose="02020603050405020304" pitchFamily="18" charset="0"/>
            </a:endParaRPr>
          </a:p>
        </p:txBody>
      </p:sp>
      <p:sp>
        <p:nvSpPr>
          <p:cNvPr id="16" name="직사각형 15"/>
          <p:cNvSpPr/>
          <p:nvPr/>
        </p:nvSpPr>
        <p:spPr bwMode="auto">
          <a:xfrm>
            <a:off x="5107388" y="2820966"/>
            <a:ext cx="1404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7" name="TextBox 16"/>
          <p:cNvSpPr txBox="1"/>
          <p:nvPr/>
        </p:nvSpPr>
        <p:spPr>
          <a:xfrm>
            <a:off x="4941710" y="2816932"/>
            <a:ext cx="1764196" cy="461665"/>
          </a:xfrm>
          <a:prstGeom prst="rect">
            <a:avLst/>
          </a:prstGeom>
          <a:noFill/>
        </p:spPr>
        <p:txBody>
          <a:bodyPr wrap="square" rtlCol="0">
            <a:spAutoFit/>
          </a:bodyPr>
          <a:lstStyle/>
          <a:p>
            <a:pPr algn="ctr"/>
            <a:r>
              <a:rPr lang="en-US" altLang="ko-KR" sz="1000" dirty="0">
                <a:latin typeface="Times New Roman" panose="02020603050405020304" pitchFamily="18" charset="0"/>
                <a:ea typeface="돋움" pitchFamily="50" charset="-127"/>
                <a:cs typeface="Times New Roman" panose="02020603050405020304" pitchFamily="18" charset="0"/>
              </a:rPr>
              <a:t>Program </a:t>
            </a:r>
            <a:r>
              <a:rPr lang="en-US" altLang="ko-KR" sz="1000" dirty="0" err="1">
                <a:latin typeface="Times New Roman" panose="02020603050405020304" pitchFamily="18" charset="0"/>
                <a:ea typeface="돋움" pitchFamily="50" charset="-127"/>
                <a:cs typeface="Times New Roman" panose="02020603050405020304" pitchFamily="18" charset="0"/>
              </a:rPr>
              <a:t>chuyên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dụng</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cho</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2 </a:t>
            </a:r>
            <a:r>
              <a:rPr lang="en-US" altLang="ko-KR" sz="1000" dirty="0" err="1">
                <a:latin typeface="Times New Roman" panose="02020603050405020304" pitchFamily="18" charset="0"/>
                <a:ea typeface="돋움" pitchFamily="50" charset="-127"/>
                <a:cs typeface="Times New Roman" panose="02020603050405020304" pitchFamily="18" charset="0"/>
              </a:rPr>
              <a:t>công</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đoạn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B </a:t>
            </a:r>
            <a:r>
              <a:rPr lang="en-US" altLang="ko-KR" sz="1000" dirty="0" err="1">
                <a:latin typeface="Times New Roman" panose="02020603050405020304" pitchFamily="18" charset="0"/>
                <a:ea typeface="돋움" pitchFamily="50" charset="-127"/>
                <a:cs typeface="Times New Roman" panose="02020603050405020304" pitchFamily="18" charset="0"/>
              </a:rPr>
              <a:t>sản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phẩm</a:t>
            </a:r>
            <a:endParaRPr lang="en-US" altLang="ko-KR" sz="1000" dirty="0">
              <a:latin typeface="Times New Roman" panose="02020603050405020304" pitchFamily="18" charset="0"/>
              <a:ea typeface="돋움" pitchFamily="50" charset="-127"/>
              <a:cs typeface="Times New Roman" panose="02020603050405020304" pitchFamily="18" charset="0"/>
            </a:endParaRPr>
          </a:p>
        </p:txBody>
      </p:sp>
      <p:sp>
        <p:nvSpPr>
          <p:cNvPr id="18" name="직사각형 17"/>
          <p:cNvSpPr/>
          <p:nvPr/>
        </p:nvSpPr>
        <p:spPr bwMode="auto">
          <a:xfrm>
            <a:off x="4935606" y="3028752"/>
            <a:ext cx="1404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9" name="TextBox 18"/>
          <p:cNvSpPr txBox="1"/>
          <p:nvPr/>
        </p:nvSpPr>
        <p:spPr>
          <a:xfrm>
            <a:off x="4769928" y="3075347"/>
            <a:ext cx="1764196" cy="461665"/>
          </a:xfrm>
          <a:prstGeom prst="rect">
            <a:avLst/>
          </a:prstGeom>
          <a:noFill/>
        </p:spPr>
        <p:txBody>
          <a:bodyPr wrap="square" rtlCol="0">
            <a:spAutoFit/>
          </a:bodyPr>
          <a:lstStyle/>
          <a:p>
            <a:pPr algn="ctr"/>
            <a:r>
              <a:rPr lang="en-US" altLang="ko-KR" sz="1000" dirty="0">
                <a:latin typeface="Times New Roman" panose="02020603050405020304" pitchFamily="18" charset="0"/>
                <a:ea typeface="돋움" pitchFamily="50" charset="-127"/>
                <a:cs typeface="Times New Roman" panose="02020603050405020304" pitchFamily="18" charset="0"/>
              </a:rPr>
              <a:t>Program </a:t>
            </a:r>
            <a:r>
              <a:rPr lang="en-US" altLang="ko-KR" sz="1000" dirty="0" err="1">
                <a:latin typeface="Times New Roman" panose="02020603050405020304" pitchFamily="18" charset="0"/>
                <a:ea typeface="돋움" pitchFamily="50" charset="-127"/>
                <a:cs typeface="Times New Roman" panose="02020603050405020304" pitchFamily="18" charset="0"/>
              </a:rPr>
              <a:t>chuyên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dụng</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cho</a:t>
            </a:r>
            <a:r>
              <a:rPr lang="en-US" altLang="ko-KR" sz="1000" dirty="0">
                <a:latin typeface="Times New Roman" panose="02020603050405020304" pitchFamily="18" charset="0"/>
                <a:ea typeface="돋움" pitchFamily="50" charset="-127"/>
                <a:cs typeface="Times New Roman" panose="02020603050405020304" pitchFamily="18" charset="0"/>
              </a:rPr>
              <a:t> 1 </a:t>
            </a:r>
            <a:r>
              <a:rPr lang="en-US" altLang="ko-KR" sz="1000" dirty="0" err="1">
                <a:latin typeface="Times New Roman" panose="02020603050405020304" pitchFamily="18" charset="0"/>
                <a:ea typeface="돋움" pitchFamily="50" charset="-127"/>
                <a:cs typeface="Times New Roman" panose="02020603050405020304" pitchFamily="18" charset="0"/>
              </a:rPr>
              <a:t>công</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đoạn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B </a:t>
            </a:r>
            <a:r>
              <a:rPr lang="en-US" altLang="ko-KR" sz="1000" dirty="0" err="1">
                <a:latin typeface="Times New Roman" panose="02020603050405020304" pitchFamily="18" charset="0"/>
                <a:ea typeface="돋움" pitchFamily="50" charset="-127"/>
                <a:cs typeface="Times New Roman" panose="02020603050405020304" pitchFamily="18" charset="0"/>
              </a:rPr>
              <a:t>sản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phẩm</a:t>
            </a:r>
            <a:endParaRPr lang="en-US" altLang="ko-KR" sz="1000" dirty="0">
              <a:latin typeface="Times New Roman" panose="02020603050405020304" pitchFamily="18" charset="0"/>
              <a:ea typeface="돋움" pitchFamily="50" charset="-127"/>
              <a:cs typeface="Times New Roman" panose="02020603050405020304" pitchFamily="18" charset="0"/>
            </a:endParaRPr>
          </a:p>
        </p:txBody>
      </p:sp>
      <p:sp>
        <p:nvSpPr>
          <p:cNvPr id="20" name="직사각형 19"/>
          <p:cNvSpPr/>
          <p:nvPr/>
        </p:nvSpPr>
        <p:spPr bwMode="auto">
          <a:xfrm>
            <a:off x="4609436" y="3253271"/>
            <a:ext cx="1404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1" name="TextBox 20"/>
          <p:cNvSpPr txBox="1"/>
          <p:nvPr/>
        </p:nvSpPr>
        <p:spPr>
          <a:xfrm>
            <a:off x="4443758" y="3291371"/>
            <a:ext cx="1764196" cy="461665"/>
          </a:xfrm>
          <a:prstGeom prst="rect">
            <a:avLst/>
          </a:prstGeom>
          <a:noFill/>
        </p:spPr>
        <p:txBody>
          <a:bodyPr wrap="square" rtlCol="0">
            <a:spAutoFit/>
          </a:bodyPr>
          <a:lstStyle/>
          <a:p>
            <a:pPr algn="ctr"/>
            <a:r>
              <a:rPr lang="en-US" altLang="ko-KR" sz="1000" dirty="0">
                <a:latin typeface="Times New Roman" panose="02020603050405020304" pitchFamily="18" charset="0"/>
                <a:ea typeface="돋움" pitchFamily="50" charset="-127"/>
                <a:cs typeface="Times New Roman" panose="02020603050405020304" pitchFamily="18" charset="0"/>
              </a:rPr>
              <a:t>Program </a:t>
            </a:r>
            <a:r>
              <a:rPr lang="en-US" altLang="ko-KR" sz="1000" dirty="0" err="1">
                <a:latin typeface="Times New Roman" panose="02020603050405020304" pitchFamily="18" charset="0"/>
                <a:ea typeface="돋움" pitchFamily="50" charset="-127"/>
                <a:cs typeface="Times New Roman" panose="02020603050405020304" pitchFamily="18" charset="0"/>
              </a:rPr>
              <a:t>chuyên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dụng</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cho</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0 </a:t>
            </a:r>
            <a:r>
              <a:rPr lang="en-US" altLang="ko-KR" sz="1000" dirty="0" err="1">
                <a:latin typeface="Times New Roman" panose="02020603050405020304" pitchFamily="18" charset="0"/>
                <a:ea typeface="돋움" pitchFamily="50" charset="-127"/>
                <a:cs typeface="Times New Roman" panose="02020603050405020304" pitchFamily="18" charset="0"/>
              </a:rPr>
              <a:t>công</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đoạn</a:t>
            </a:r>
            <a:r>
              <a:rPr lang="en-US" altLang="ko-KR" sz="1000" dirty="0">
                <a:latin typeface="Times New Roman" panose="02020603050405020304" pitchFamily="18" charset="0"/>
                <a:ea typeface="돋움" pitchFamily="50" charset="-127"/>
                <a:cs typeface="Times New Roman" panose="02020603050405020304" pitchFamily="18" charset="0"/>
              </a:rPr>
              <a:t> A </a:t>
            </a:r>
            <a:r>
              <a:rPr lang="en-US" altLang="ko-KR" sz="1000" dirty="0" err="1">
                <a:latin typeface="Times New Roman" panose="02020603050405020304" pitchFamily="18" charset="0"/>
                <a:ea typeface="돋움" pitchFamily="50" charset="-127"/>
                <a:cs typeface="Times New Roman" panose="02020603050405020304" pitchFamily="18" charset="0"/>
              </a:rPr>
              <a:t>sản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phẩm</a:t>
            </a:r>
            <a:endParaRPr lang="en-US" altLang="ko-KR" sz="1000" dirty="0">
              <a:latin typeface="Times New Roman" panose="02020603050405020304" pitchFamily="18" charset="0"/>
              <a:ea typeface="돋움" pitchFamily="50" charset="-127"/>
              <a:cs typeface="Times New Roman" panose="02020603050405020304" pitchFamily="18" charset="0"/>
            </a:endParaRPr>
          </a:p>
        </p:txBody>
      </p:sp>
      <p:sp>
        <p:nvSpPr>
          <p:cNvPr id="22" name="직사각형 21"/>
          <p:cNvSpPr/>
          <p:nvPr/>
        </p:nvSpPr>
        <p:spPr bwMode="auto">
          <a:xfrm>
            <a:off x="3778292" y="3458005"/>
            <a:ext cx="1404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3" name="TextBox 22"/>
          <p:cNvSpPr txBox="1"/>
          <p:nvPr/>
        </p:nvSpPr>
        <p:spPr>
          <a:xfrm>
            <a:off x="3612614" y="3507395"/>
            <a:ext cx="1764196" cy="461665"/>
          </a:xfrm>
          <a:prstGeom prst="rect">
            <a:avLst/>
          </a:prstGeom>
          <a:noFill/>
        </p:spPr>
        <p:txBody>
          <a:bodyPr wrap="square" rtlCol="0">
            <a:spAutoFit/>
          </a:bodyPr>
          <a:lstStyle/>
          <a:p>
            <a:pPr algn="ctr"/>
            <a:r>
              <a:rPr lang="en-US" altLang="ko-KR" sz="1000" dirty="0">
                <a:latin typeface="Times New Roman" panose="02020603050405020304" pitchFamily="18" charset="0"/>
                <a:ea typeface="돋움" pitchFamily="50" charset="-127"/>
                <a:cs typeface="Times New Roman" panose="02020603050405020304" pitchFamily="18" charset="0"/>
              </a:rPr>
              <a:t>Program </a:t>
            </a:r>
            <a:r>
              <a:rPr lang="en-US" altLang="ko-KR" sz="1000" dirty="0" err="1">
                <a:latin typeface="Times New Roman" panose="02020603050405020304" pitchFamily="18" charset="0"/>
                <a:ea typeface="돋움" pitchFamily="50" charset="-127"/>
                <a:cs typeface="Times New Roman" panose="02020603050405020304" pitchFamily="18" charset="0"/>
              </a:rPr>
              <a:t>chuyên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dụng</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cho</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2 </a:t>
            </a:r>
            <a:r>
              <a:rPr lang="en-US" altLang="ko-KR" sz="1000" dirty="0" err="1">
                <a:latin typeface="Times New Roman" panose="02020603050405020304" pitchFamily="18" charset="0"/>
                <a:ea typeface="돋움" pitchFamily="50" charset="-127"/>
                <a:cs typeface="Times New Roman" panose="02020603050405020304" pitchFamily="18" charset="0"/>
              </a:rPr>
              <a:t>công</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đoạn</a:t>
            </a:r>
            <a:r>
              <a:rPr lang="en-US" altLang="ko-KR" sz="1000" dirty="0">
                <a:latin typeface="Times New Roman" panose="02020603050405020304" pitchFamily="18" charset="0"/>
                <a:ea typeface="돋움" pitchFamily="50" charset="-127"/>
                <a:cs typeface="Times New Roman" panose="02020603050405020304" pitchFamily="18" charset="0"/>
              </a:rPr>
              <a:t> A </a:t>
            </a:r>
            <a:r>
              <a:rPr lang="en-US" altLang="ko-KR" sz="1000" dirty="0" err="1">
                <a:latin typeface="Times New Roman" panose="02020603050405020304" pitchFamily="18" charset="0"/>
                <a:ea typeface="돋움" pitchFamily="50" charset="-127"/>
                <a:cs typeface="Times New Roman" panose="02020603050405020304" pitchFamily="18" charset="0"/>
              </a:rPr>
              <a:t>sản</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err="1">
                <a:latin typeface="Times New Roman" panose="02020603050405020304" pitchFamily="18" charset="0"/>
                <a:ea typeface="돋움" pitchFamily="50" charset="-127"/>
                <a:cs typeface="Times New Roman" panose="02020603050405020304" pitchFamily="18" charset="0"/>
              </a:rPr>
              <a:t>phẩm</a:t>
            </a:r>
            <a:endParaRPr lang="en-US" altLang="ko-KR" sz="1000" dirty="0">
              <a:latin typeface="Times New Roman" panose="02020603050405020304" pitchFamily="18" charset="0"/>
              <a:ea typeface="돋움" pitchFamily="50" charset="-127"/>
              <a:cs typeface="Times New Roman" panose="02020603050405020304" pitchFamily="18" charset="0"/>
            </a:endParaRPr>
          </a:p>
        </p:txBody>
      </p:sp>
      <p:sp>
        <p:nvSpPr>
          <p:cNvPr id="24" name="직사각형 23"/>
          <p:cNvSpPr/>
          <p:nvPr/>
        </p:nvSpPr>
        <p:spPr bwMode="auto">
          <a:xfrm>
            <a:off x="3617800" y="3677081"/>
            <a:ext cx="1404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5" name="TextBox 24"/>
          <p:cNvSpPr txBox="1"/>
          <p:nvPr/>
        </p:nvSpPr>
        <p:spPr>
          <a:xfrm>
            <a:off x="3452122" y="3717032"/>
            <a:ext cx="1764196" cy="461665"/>
          </a:xfrm>
          <a:prstGeom prst="rect">
            <a:avLst/>
          </a:prstGeom>
          <a:noFill/>
        </p:spPr>
        <p:txBody>
          <a:bodyPr wrap="squar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Program </a:t>
            </a:r>
            <a:r>
              <a:rPr lang="en-US" altLang="ko-KR" sz="1000" dirty="0" err="1" smtClean="0">
                <a:latin typeface="Times New Roman" panose="02020603050405020304" pitchFamily="18" charset="0"/>
                <a:ea typeface="돋움" pitchFamily="50" charset="-127"/>
                <a:cs typeface="Times New Roman" panose="02020603050405020304" pitchFamily="18" charset="0"/>
              </a:rPr>
              <a:t>chuyên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dụng</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cho</a:t>
            </a:r>
            <a:r>
              <a:rPr lang="en-US" altLang="ko-KR" sz="1000" dirty="0" smtClean="0">
                <a:latin typeface="Times New Roman" panose="02020603050405020304" pitchFamily="18" charset="0"/>
                <a:ea typeface="돋움" pitchFamily="50" charset="-127"/>
                <a:cs typeface="Times New Roman" panose="02020603050405020304" pitchFamily="18" charset="0"/>
              </a:rPr>
              <a:t> 1 </a:t>
            </a:r>
            <a:r>
              <a:rPr lang="en-US" altLang="ko-KR" sz="1000" dirty="0" err="1" smtClean="0">
                <a:latin typeface="Times New Roman" panose="02020603050405020304" pitchFamily="18" charset="0"/>
                <a:ea typeface="돋움" pitchFamily="50" charset="-127"/>
                <a:cs typeface="Times New Roman" panose="02020603050405020304" pitchFamily="18" charset="0"/>
              </a:rPr>
              <a:t>công</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đoạn</a:t>
            </a:r>
            <a:r>
              <a:rPr lang="en-US" altLang="ko-KR" sz="1000" dirty="0" smtClean="0">
                <a:latin typeface="Times New Roman" panose="02020603050405020304" pitchFamily="18" charset="0"/>
                <a:ea typeface="돋움" pitchFamily="50" charset="-127"/>
                <a:cs typeface="Times New Roman" panose="02020603050405020304" pitchFamily="18" charset="0"/>
              </a:rPr>
              <a:t> A </a:t>
            </a:r>
            <a:r>
              <a:rPr lang="en-US" altLang="ko-KR" sz="1000" dirty="0" err="1" smtClean="0">
                <a:latin typeface="Times New Roman" panose="02020603050405020304" pitchFamily="18" charset="0"/>
                <a:ea typeface="돋움" pitchFamily="50" charset="-127"/>
                <a:cs typeface="Times New Roman" panose="02020603050405020304" pitchFamily="18" charset="0"/>
              </a:rPr>
              <a:t>sản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phẩm</a:t>
            </a:r>
            <a:endParaRPr lang="en-US" altLang="ko-KR" sz="1000" dirty="0" smtClean="0">
              <a:latin typeface="Times New Roman" panose="02020603050405020304" pitchFamily="18" charset="0"/>
              <a:ea typeface="돋움" pitchFamily="50" charset="-127"/>
              <a:cs typeface="Times New Roman" panose="02020603050405020304" pitchFamily="18" charset="0"/>
            </a:endParaRPr>
          </a:p>
        </p:txBody>
      </p:sp>
      <p:sp>
        <p:nvSpPr>
          <p:cNvPr id="26" name="직사각형 25"/>
          <p:cNvSpPr/>
          <p:nvPr/>
        </p:nvSpPr>
        <p:spPr bwMode="auto">
          <a:xfrm>
            <a:off x="3440832" y="3901343"/>
            <a:ext cx="1404000"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7" name="TextBox 26"/>
          <p:cNvSpPr txBox="1"/>
          <p:nvPr/>
        </p:nvSpPr>
        <p:spPr>
          <a:xfrm>
            <a:off x="3275154" y="3996826"/>
            <a:ext cx="1764196" cy="260905"/>
          </a:xfrm>
          <a:prstGeom prst="rect">
            <a:avLst/>
          </a:prstGeom>
          <a:noFill/>
        </p:spPr>
        <p:txBody>
          <a:bodyPr wrap="squar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Program </a:t>
            </a:r>
            <a:r>
              <a:rPr lang="en-US" altLang="ko-KR" sz="1000" dirty="0" err="1" smtClean="0">
                <a:latin typeface="Times New Roman" panose="02020603050405020304" pitchFamily="18" charset="0"/>
                <a:ea typeface="돋움" pitchFamily="50" charset="-127"/>
                <a:cs typeface="Times New Roman" panose="02020603050405020304" pitchFamily="18" charset="0"/>
              </a:rPr>
              <a:t>chung</a:t>
            </a:r>
            <a:endParaRPr lang="en-US" altLang="ko-KR" sz="1000" dirty="0" smtClean="0">
              <a:latin typeface="Times New Roman" panose="02020603050405020304" pitchFamily="18" charset="0"/>
              <a:ea typeface="돋움" pitchFamily="50" charset="-127"/>
              <a:cs typeface="Times New Roman" panose="02020603050405020304" pitchFamily="18" charset="0"/>
            </a:endParaRPr>
          </a:p>
        </p:txBody>
      </p:sp>
    </p:spTree>
    <p:extLst>
      <p:ext uri="{BB962C8B-B14F-4D97-AF65-F5344CB8AC3E}">
        <p14:creationId xmlns:p14="http://schemas.microsoft.com/office/powerpoint/2010/main" val="964190258"/>
      </p:ext>
    </p:extLst>
  </p:cSld>
  <p:clrMapOvr>
    <a:masterClrMapping/>
  </p:clrMapOvr>
  <p:transition/>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TextBox 3"/>
          <p:cNvSpPr txBox="1">
            <a:spLocks noChangeArrowheads="1"/>
          </p:cNvSpPr>
          <p:nvPr/>
        </p:nvSpPr>
        <p:spPr bwMode="auto">
          <a:xfrm>
            <a:off x="415925" y="685800"/>
            <a:ext cx="8889613"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r>
              <a:rPr lang="en-US" altLang="ko-KR" sz="1200" b="1" dirty="0">
                <a:latin typeface="Times New Roman" panose="02020603050405020304" pitchFamily="18" charset="0"/>
                <a:cs typeface="Times New Roman" panose="02020603050405020304" pitchFamily="18" charset="0"/>
              </a:rPr>
              <a:t>	 5)  </a:t>
            </a:r>
            <a:r>
              <a:rPr lang="en-US" altLang="ko-KR" sz="1200" b="1" dirty="0" err="1" smtClean="0">
                <a:latin typeface="Times New Roman" panose="02020603050405020304" pitchFamily="18" charset="0"/>
                <a:cs typeface="Times New Roman" panose="02020603050405020304" pitchFamily="18" charset="0"/>
              </a:rPr>
              <a:t>Nới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rộng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công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suất</a:t>
            </a:r>
            <a:r>
              <a:rPr lang="en-US" altLang="ko-KR" sz="1200" b="1" dirty="0" smtClean="0">
                <a:latin typeface="Times New Roman" panose="02020603050405020304" pitchFamily="18" charset="0"/>
                <a:cs typeface="Times New Roman" panose="02020603050405020304" pitchFamily="18" charset="0"/>
              </a:rPr>
              <a:t> RAM </a:t>
            </a:r>
            <a:r>
              <a:rPr lang="en-US" altLang="ko-KR" sz="1200" b="1" dirty="0" err="1" smtClean="0">
                <a:latin typeface="Times New Roman" panose="02020603050405020304" pitchFamily="18" charset="0"/>
                <a:cs typeface="Times New Roman" panose="02020603050405020304" pitchFamily="18" charset="0"/>
              </a:rPr>
              <a:t>tiêu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chuẩn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để</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xử</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lý</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dữ</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liệu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có</a:t>
            </a:r>
            <a:r>
              <a:rPr lang="en-US" altLang="ko-KR" sz="1200" b="1" dirty="0" smtClean="0">
                <a:latin typeface="Times New Roman" panose="02020603050405020304" pitchFamily="18" charset="0"/>
                <a:cs typeface="Times New Roman" panose="02020603050405020304" pitchFamily="18" charset="0"/>
              </a:rPr>
              <a:t> dung </a:t>
            </a:r>
            <a:r>
              <a:rPr lang="en-US" altLang="ko-KR" sz="1200" b="1" dirty="0" err="1" smtClean="0">
                <a:latin typeface="Times New Roman" panose="02020603050405020304" pitchFamily="18" charset="0"/>
                <a:cs typeface="Times New Roman" panose="02020603050405020304" pitchFamily="18" charset="0"/>
              </a:rPr>
              <a:t>lượng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lớn</a:t>
            </a:r>
            <a:r>
              <a:rPr lang="en-US" altLang="ko-KR" sz="1200" b="1" dirty="0" smtClean="0">
                <a:latin typeface="Times New Roman" panose="02020603050405020304" pitchFamily="18" charset="0"/>
                <a:cs typeface="Times New Roman" panose="02020603050405020304" pitchFamily="18" charset="0"/>
              </a:rPr>
              <a:t>.</a:t>
            </a:r>
            <a:endParaRPr lang="en-US" altLang="ko-KR" sz="1200" b="1"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rộng</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lượng</a:t>
            </a:r>
            <a:r>
              <a:rPr lang="en-US" altLang="ko-KR" sz="1200" dirty="0" smtClean="0">
                <a:latin typeface="Times New Roman" panose="02020603050405020304" pitchFamily="18" charset="0"/>
                <a:cs typeface="Times New Roman" panose="02020603050405020304" pitchFamily="18" charset="0"/>
              </a:rPr>
              <a:t> RAM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File Register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sản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xuất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tăng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thêm</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về</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lượng</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Hơn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nữa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đối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thẻ</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nhớ</a:t>
            </a:r>
            <a:r>
              <a:rPr lang="en-US" altLang="ko-KR" sz="1200" dirty="0" smtClean="0">
                <a:latin typeface="Times New Roman" panose="02020603050405020304" pitchFamily="18" charset="0"/>
                <a:cs typeface="Times New Roman" panose="02020603050405020304" pitchFamily="18" charset="0"/>
              </a:rPr>
              <a:t> dung </a:t>
            </a:r>
            <a:r>
              <a:rPr lang="en-US" altLang="ko-KR" sz="1200" dirty="0" err="1" smtClean="0">
                <a:latin typeface="Times New Roman" panose="02020603050405020304" pitchFamily="18" charset="0"/>
                <a:cs typeface="Times New Roman" panose="02020603050405020304" pitchFamily="18" charset="0"/>
              </a:rPr>
              <a:t>lượng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cao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đồng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thẻ</a:t>
            </a:r>
            <a:r>
              <a:rPr lang="en-US" altLang="ko-KR" sz="1200" dirty="0" smtClean="0">
                <a:latin typeface="Times New Roman" panose="02020603050405020304" pitchFamily="18" charset="0"/>
                <a:cs typeface="Times New Roman" panose="02020603050405020304" pitchFamily="18" charset="0"/>
              </a:rPr>
              <a:t> SRAM 8MB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ko-KR" altLang="en-US"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File Register </a:t>
            </a:r>
            <a:r>
              <a:rPr lang="en-US" altLang="ko-KR" sz="1200" dirty="0" err="1" smtClean="0">
                <a:latin typeface="Times New Roman" panose="02020603050405020304" pitchFamily="18" charset="0"/>
                <a:cs typeface="Times New Roman" panose="02020603050405020304" pitchFamily="18" charset="0"/>
              </a:rPr>
              <a:t>lớn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nhất</a:t>
            </a:r>
            <a:r>
              <a:rPr lang="ko-KR" altLang="en-US"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4086k word.</a:t>
            </a:r>
            <a:endParaRPr lang="en-US" altLang="ko-KR" sz="1200"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Xử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lý</a:t>
            </a:r>
            <a:r>
              <a:rPr lang="en-US" altLang="ko-KR" sz="1200" dirty="0" smtClean="0">
                <a:latin typeface="Times New Roman" panose="02020603050405020304" pitchFamily="18" charset="0"/>
                <a:cs typeface="Times New Roman" panose="02020603050405020304" pitchFamily="18" charset="0"/>
              </a:rPr>
              <a:t> Index Register </a:t>
            </a:r>
            <a:r>
              <a:rPr lang="en-US" altLang="ko-KR" sz="1200" dirty="0" err="1" smtClean="0">
                <a:latin typeface="Times New Roman" panose="02020603050405020304" pitchFamily="18" charset="0"/>
                <a:cs typeface="Times New Roman" panose="02020603050405020304" pitchFamily="18" charset="0"/>
              </a:rPr>
              <a:t>bằng</a:t>
            </a:r>
            <a:r>
              <a:rPr lang="en-US" altLang="ko-KR" sz="1200" dirty="0" smtClean="0">
                <a:latin typeface="Times New Roman" panose="02020603050405020304" pitchFamily="18" charset="0"/>
                <a:cs typeface="Times New Roman" panose="02020603050405020304" pitchFamily="18" charset="0"/>
              </a:rPr>
              <a:t> 32 Bit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lập</a:t>
            </a:r>
            <a:r>
              <a:rPr lang="en-US" altLang="ko-KR" sz="1200" dirty="0" smtClean="0">
                <a:latin typeface="Times New Roman" panose="02020603050405020304" pitchFamily="18" charset="0"/>
                <a:cs typeface="Times New Roman" panose="02020603050405020304" pitchFamily="18" charset="0"/>
              </a:rPr>
              <a:t> </a:t>
            </a:r>
            <a:r>
              <a:rPr lang="vi-VN" altLang="ko-KR" sz="1200" dirty="0" smtClean="0">
                <a:latin typeface="Times New Roman" panose="02020603050405020304" pitchFamily="18" charset="0"/>
                <a:cs typeface="Times New Roman" panose="02020603050405020304" pitchFamily="18" charset="0"/>
              </a:rPr>
              <a:t>phương trình </a:t>
            </a:r>
            <a:r>
              <a:rPr lang="en-US" altLang="ko-KR" sz="1200" dirty="0" smtClean="0">
                <a:latin typeface="Times New Roman" panose="02020603050405020304" pitchFamily="18" charset="0"/>
                <a:cs typeface="Times New Roman" panose="02020603050405020304" pitchFamily="18" charset="0"/>
              </a:rPr>
              <a:t>Index </a:t>
            </a:r>
            <a:r>
              <a:rPr lang="en-US" altLang="ko-KR" sz="1200" dirty="0" err="1" smtClean="0">
                <a:latin typeface="Times New Roman" panose="02020603050405020304" pitchFamily="18" charset="0"/>
                <a:cs typeface="Times New Roman" panose="02020603050405020304" pitchFamily="18" charset="0"/>
              </a:rPr>
              <a:t>toàn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khoảng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File Register.</a:t>
            </a:r>
            <a:endParaRPr lang="en-US" altLang="ko-KR" sz="1200"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Programming </a:t>
            </a:r>
            <a:r>
              <a:rPr lang="en-US" altLang="ko-KR" sz="1200" dirty="0" err="1" smtClean="0">
                <a:latin typeface="Times New Roman" panose="02020603050405020304" pitchFamily="18" charset="0"/>
                <a:cs typeface="Times New Roman" panose="02020603050405020304" pitchFamily="18" charset="0"/>
              </a:rPr>
              <a:t>trên</a:t>
            </a:r>
            <a:r>
              <a:rPr lang="en-US" altLang="ko-KR" sz="1200" dirty="0" smtClean="0">
                <a:latin typeface="Times New Roman" panose="02020603050405020304" pitchFamily="18" charset="0"/>
                <a:cs typeface="Times New Roman" panose="02020603050405020304" pitchFamily="18" charset="0"/>
              </a:rPr>
              <a:t> 32k word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a:t>
            </a:r>
            <a:endParaRPr lang="en-US" altLang="ko-KR" sz="1200" dirty="0">
              <a:latin typeface="Times New Roman" panose="02020603050405020304" pitchFamily="18" charset="0"/>
              <a:cs typeface="Times New Roman" panose="02020603050405020304" pitchFamily="18" charset="0"/>
            </a:endParaRPr>
          </a:p>
        </p:txBody>
      </p:sp>
      <p:sp>
        <p:nvSpPr>
          <p:cNvPr id="199685" name="Text Box 12"/>
          <p:cNvSpPr txBox="1">
            <a:spLocks noChangeArrowheads="1"/>
          </p:cNvSpPr>
          <p:nvPr/>
        </p:nvSpPr>
        <p:spPr bwMode="auto">
          <a:xfrm>
            <a:off x="934894" y="5625244"/>
            <a:ext cx="4798108" cy="5263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r>
              <a:rPr lang="en-US" altLang="ko-KR" sz="1000"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Số</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lượng</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sử</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dụng</a:t>
            </a:r>
            <a:r>
              <a:rPr lang="en-US" altLang="ko-KR" sz="1000" b="1" dirty="0" smtClean="0">
                <a:latin typeface="Times New Roman" panose="02020603050405020304" pitchFamily="18" charset="0"/>
                <a:ea typeface="HY견고딕" pitchFamily="18" charset="-127"/>
                <a:cs typeface="Times New Roman" panose="02020603050405020304" pitchFamily="18" charset="0"/>
              </a:rPr>
              <a:t> Index Register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của</a:t>
            </a:r>
            <a:r>
              <a:rPr lang="en-US" altLang="ko-KR" sz="1000" b="1" dirty="0" smtClean="0">
                <a:latin typeface="Times New Roman" panose="02020603050405020304" pitchFamily="18" charset="0"/>
                <a:ea typeface="HY견고딕" pitchFamily="18" charset="-127"/>
                <a:cs typeface="Times New Roman" panose="02020603050405020304" pitchFamily="18" charset="0"/>
              </a:rPr>
              <a:t> Q06HCPU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có</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thể</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sử</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dụng</a:t>
            </a:r>
            <a:r>
              <a:rPr lang="en-US" altLang="ko-KR" sz="1000" b="1" dirty="0" smtClean="0">
                <a:latin typeface="Times New Roman" panose="02020603050405020304" pitchFamily="18" charset="0"/>
                <a:ea typeface="HY견고딕" pitchFamily="18" charset="-127"/>
                <a:cs typeface="Times New Roman" panose="02020603050405020304" pitchFamily="18" charset="0"/>
              </a:rPr>
              <a:t> 16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cái</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từ</a:t>
            </a:r>
            <a:r>
              <a:rPr lang="en-US" altLang="ko-KR" sz="1000" b="1" dirty="0" smtClean="0">
                <a:latin typeface="Times New Roman" panose="02020603050405020304" pitchFamily="18" charset="0"/>
                <a:ea typeface="HY견고딕" pitchFamily="18" charset="-127"/>
                <a:cs typeface="Times New Roman" panose="02020603050405020304" pitchFamily="18" charset="0"/>
              </a:rPr>
              <a:t> Z0~Z15.</a:t>
            </a:r>
            <a:endParaRPr lang="en-US" altLang="ko-KR" sz="1000" b="1" dirty="0">
              <a:latin typeface="Times New Roman" panose="02020603050405020304" pitchFamily="18" charset="0"/>
              <a:ea typeface="HY견고딕" pitchFamily="18" charset="-127"/>
              <a:cs typeface="Times New Roman" panose="02020603050405020304" pitchFamily="18" charset="0"/>
            </a:endParaRPr>
          </a:p>
          <a:p>
            <a:pPr eaLnBrk="1" hangingPunct="1">
              <a:lnSpc>
                <a:spcPct val="150000"/>
              </a:lnSpc>
              <a:spcBef>
                <a:spcPct val="0"/>
              </a:spcBef>
              <a:buFontTx/>
              <a:buNone/>
            </a:pPr>
            <a:r>
              <a:rPr lang="en-US" altLang="ko-KR" sz="1000" b="1" dirty="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Số</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lượng</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sử</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dụng</a:t>
            </a:r>
            <a:r>
              <a:rPr lang="en-US" altLang="ko-KR" sz="1000" b="1" dirty="0" smtClean="0">
                <a:latin typeface="Times New Roman" panose="02020603050405020304" pitchFamily="18" charset="0"/>
                <a:ea typeface="HY견고딕" pitchFamily="18" charset="-127"/>
                <a:cs typeface="Times New Roman" panose="02020603050405020304" pitchFamily="18" charset="0"/>
              </a:rPr>
              <a:t> Index Register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của</a:t>
            </a:r>
            <a:r>
              <a:rPr lang="en-US" altLang="ko-KR" sz="1000" b="1" dirty="0" smtClean="0">
                <a:latin typeface="Times New Roman" panose="02020603050405020304" pitchFamily="18" charset="0"/>
                <a:ea typeface="HY견고딕" pitchFamily="18" charset="-127"/>
                <a:cs typeface="Times New Roman" panose="02020603050405020304" pitchFamily="18" charset="0"/>
              </a:rPr>
              <a:t> UDHCPU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có</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thể</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sử</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dụng</a:t>
            </a:r>
            <a:r>
              <a:rPr lang="en-US" altLang="ko-KR" sz="1000" b="1" dirty="0" smtClean="0">
                <a:latin typeface="Times New Roman" panose="02020603050405020304" pitchFamily="18" charset="0"/>
                <a:ea typeface="HY견고딕" pitchFamily="18" charset="-127"/>
                <a:cs typeface="Times New Roman" panose="02020603050405020304" pitchFamily="18" charset="0"/>
              </a:rPr>
              <a:t> 20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cái</a:t>
            </a:r>
            <a:r>
              <a:rPr lang="en-US" altLang="ko-KR"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err="1" smtClean="0">
                <a:latin typeface="Times New Roman" panose="02020603050405020304" pitchFamily="18" charset="0"/>
                <a:ea typeface="HY견고딕" pitchFamily="18" charset="-127"/>
                <a:cs typeface="Times New Roman" panose="02020603050405020304" pitchFamily="18" charset="0"/>
              </a:rPr>
              <a:t>từ</a:t>
            </a:r>
            <a:r>
              <a:rPr lang="ko-KR" altLang="en-US" sz="1000" b="1" dirty="0" smtClean="0">
                <a:latin typeface="Times New Roman" panose="02020603050405020304" pitchFamily="18" charset="0"/>
                <a:ea typeface="HY견고딕" pitchFamily="18" charset="-127"/>
                <a:cs typeface="Times New Roman" panose="02020603050405020304" pitchFamily="18" charset="0"/>
              </a:rPr>
              <a:t> </a:t>
            </a:r>
            <a:r>
              <a:rPr lang="en-US" altLang="ko-KR" sz="1000" b="1" dirty="0" smtClean="0">
                <a:latin typeface="Times New Roman" panose="02020603050405020304" pitchFamily="18" charset="0"/>
                <a:ea typeface="HY견고딕" pitchFamily="18" charset="-127"/>
                <a:cs typeface="Times New Roman" panose="02020603050405020304" pitchFamily="18" charset="0"/>
              </a:rPr>
              <a:t>Z0~Z19.</a:t>
            </a:r>
            <a:endParaRPr lang="en-US" altLang="ko-KR" sz="1000" b="1" dirty="0">
              <a:latin typeface="Times New Roman" panose="02020603050405020304" pitchFamily="18" charset="0"/>
              <a:ea typeface="HY견고딕" pitchFamily="18" charset="-127"/>
              <a:cs typeface="Times New Roman" panose="02020603050405020304" pitchFamily="18" charset="0"/>
            </a:endParaRPr>
          </a:p>
        </p:txBody>
      </p:sp>
      <p:sp>
        <p:nvSpPr>
          <p:cNvPr id="199686" name="Text Box 8"/>
          <p:cNvSpPr txBox="1">
            <a:spLocks noChangeArrowheads="1"/>
          </p:cNvSpPr>
          <p:nvPr/>
        </p:nvSpPr>
        <p:spPr bwMode="auto">
          <a:xfrm>
            <a:off x="7725308" y="84138"/>
            <a:ext cx="21002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3. </a:t>
            </a:r>
            <a:r>
              <a:rPr lang="en-US" altLang="ko-KR" sz="1600" b="1" dirty="0" err="1" smtClean="0">
                <a:latin typeface="Times New Roman" panose="02020603050405020304" pitchFamily="18" charset="0"/>
                <a:cs typeface="Times New Roman" panose="02020603050405020304" pitchFamily="18" charset="0"/>
              </a:rPr>
              <a:t>Sử</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dụng</a:t>
            </a:r>
            <a:r>
              <a:rPr lang="en-US" altLang="ko-KR" sz="1600" b="1" dirty="0" smtClean="0">
                <a:latin typeface="Times New Roman" panose="02020603050405020304" pitchFamily="18" charset="0"/>
                <a:cs typeface="Times New Roman" panose="02020603050405020304" pitchFamily="18" charset="0"/>
              </a:rPr>
              <a:t> UDH CPU</a:t>
            </a:r>
            <a:endParaRPr lang="ko-KR" altLang="en-US" sz="1600" b="1" dirty="0">
              <a:latin typeface="Times New Roman" panose="02020603050405020304" pitchFamily="18" charset="0"/>
              <a:cs typeface="Times New Roman" panose="02020603050405020304" pitchFamily="18" charset="0"/>
            </a:endParaRPr>
          </a:p>
        </p:txBody>
      </p:sp>
      <p:sp>
        <p:nvSpPr>
          <p:cNvPr id="19968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9" name="TextBox 8"/>
          <p:cNvSpPr txBox="1"/>
          <p:nvPr/>
        </p:nvSpPr>
        <p:spPr>
          <a:xfrm>
            <a:off x="819150" y="2348275"/>
            <a:ext cx="3521782" cy="276999"/>
          </a:xfrm>
          <a:prstGeom prst="rect">
            <a:avLst/>
          </a:prstGeom>
          <a:noFill/>
        </p:spPr>
        <p:txBody>
          <a:bodyPr wrap="square" rtlCol="0">
            <a:spAutoFit/>
          </a:bodyPr>
          <a:lstStyle/>
          <a:p>
            <a:r>
              <a:rPr lang="ko-KR" altLang="en-US"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Dung </a:t>
            </a:r>
            <a:r>
              <a:rPr lang="en-US" altLang="ko-KR" sz="1000" dirty="0" err="1" smtClean="0">
                <a:latin typeface="Times New Roman" panose="02020603050405020304" pitchFamily="18" charset="0"/>
                <a:ea typeface="돋움" pitchFamily="50" charset="-127"/>
                <a:cs typeface="Times New Roman" panose="02020603050405020304" pitchFamily="18" charset="0"/>
              </a:rPr>
              <a:t>lượng</a:t>
            </a:r>
            <a:r>
              <a:rPr lang="en-US" altLang="ko-KR" sz="1000" dirty="0" smtClean="0">
                <a:latin typeface="Times New Roman" panose="02020603050405020304" pitchFamily="18" charset="0"/>
                <a:ea typeface="돋움" pitchFamily="50" charset="-127"/>
                <a:cs typeface="Times New Roman" panose="02020603050405020304" pitchFamily="18" charset="0"/>
              </a:rPr>
              <a:t> RAM </a:t>
            </a:r>
            <a:r>
              <a:rPr lang="en-US" altLang="ko-KR" sz="1000" dirty="0" err="1" smtClean="0">
                <a:latin typeface="Times New Roman" panose="02020603050405020304" pitchFamily="18" charset="0"/>
                <a:ea typeface="돋움" pitchFamily="50" charset="-127"/>
                <a:cs typeface="Times New Roman" panose="02020603050405020304" pitchFamily="18" charset="0"/>
              </a:rPr>
              <a:t>tiêu</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chuẩn</a:t>
            </a:r>
            <a:r>
              <a:rPr lang="en-US" altLang="ko-KR" sz="1000" dirty="0" smtClean="0">
                <a:latin typeface="Times New Roman" panose="02020603050405020304" pitchFamily="18" charset="0"/>
                <a:ea typeface="돋움" pitchFamily="50" charset="-127"/>
                <a:cs typeface="Times New Roman" panose="02020603050405020304" pitchFamily="18" charset="0"/>
              </a:rPr>
              <a:t>(dung </a:t>
            </a:r>
            <a:r>
              <a:rPr lang="en-US" altLang="ko-KR" sz="1000" dirty="0" err="1" smtClean="0">
                <a:latin typeface="Times New Roman" panose="02020603050405020304" pitchFamily="18" charset="0"/>
                <a:ea typeface="돋움" pitchFamily="50" charset="-127"/>
                <a:cs typeface="Times New Roman" panose="02020603050405020304" pitchFamily="18" charset="0"/>
              </a:rPr>
              <a:t>lượng</a:t>
            </a:r>
            <a:r>
              <a:rPr lang="en-US" altLang="ko-KR" sz="1000" dirty="0" smtClean="0">
                <a:latin typeface="Times New Roman" panose="02020603050405020304" pitchFamily="18" charset="0"/>
                <a:ea typeface="돋움" pitchFamily="50" charset="-127"/>
                <a:cs typeface="Times New Roman" panose="02020603050405020304" pitchFamily="18" charset="0"/>
              </a:rPr>
              <a:t> File Register)</a:t>
            </a:r>
          </a:p>
        </p:txBody>
      </p:sp>
      <p:graphicFrame>
        <p:nvGraphicFramePr>
          <p:cNvPr id="2" name="표 1"/>
          <p:cNvGraphicFramePr>
            <a:graphicFrameLocks noGrp="1"/>
          </p:cNvGraphicFramePr>
          <p:nvPr>
            <p:extLst>
              <p:ext uri="{D42A27DB-BD31-4B8C-83A1-F6EECF244321}">
                <p14:modId xmlns:p14="http://schemas.microsoft.com/office/powerpoint/2010/main" val="3106037995"/>
              </p:ext>
            </p:extLst>
          </p:nvPr>
        </p:nvGraphicFramePr>
        <p:xfrm>
          <a:off x="953004" y="2636912"/>
          <a:ext cx="4324032" cy="797560"/>
        </p:xfrm>
        <a:graphic>
          <a:graphicData uri="http://schemas.openxmlformats.org/drawingml/2006/table">
            <a:tbl>
              <a:tblPr firstRow="1" bandRow="1">
                <a:tableStyleId>{5C22544A-7EE6-4342-B048-85BDC9FD1C3A}</a:tableStyleId>
              </a:tblPr>
              <a:tblGrid>
                <a:gridCol w="959167"/>
                <a:gridCol w="1049655"/>
                <a:gridCol w="1157605"/>
                <a:gridCol w="1157605"/>
              </a:tblGrid>
              <a:tr h="370840">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Q02UCPU</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Q03UDCPU</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Q04UDHCPU</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Q06UDHCPU</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370840">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128KB</a:t>
                      </a:r>
                    </a:p>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(64k word)</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192KB</a:t>
                      </a:r>
                    </a:p>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(96k word)</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256KB</a:t>
                      </a:r>
                    </a:p>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(128k word)</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768KB</a:t>
                      </a:r>
                    </a:p>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(384k word)</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sp>
        <p:nvSpPr>
          <p:cNvPr id="11" name="TextBox 10"/>
          <p:cNvSpPr txBox="1"/>
          <p:nvPr/>
        </p:nvSpPr>
        <p:spPr>
          <a:xfrm>
            <a:off x="819150" y="3643605"/>
            <a:ext cx="2937986" cy="276999"/>
          </a:xfrm>
          <a:prstGeom prst="rect">
            <a:avLst/>
          </a:prstGeom>
          <a:noFill/>
        </p:spPr>
        <p:txBody>
          <a:bodyPr wrap="square" rtlCol="0">
            <a:spAutoFit/>
          </a:bodyPr>
          <a:lstStyle/>
          <a:p>
            <a:r>
              <a:rPr lang="ko-KR" altLang="en-US"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Thẻ</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nhớ</a:t>
            </a:r>
            <a:r>
              <a:rPr lang="en-US" altLang="ko-KR" sz="1000" dirty="0" smtClean="0">
                <a:latin typeface="Times New Roman" panose="02020603050405020304" pitchFamily="18" charset="0"/>
                <a:ea typeface="돋움" pitchFamily="50" charset="-127"/>
                <a:cs typeface="Times New Roman" panose="02020603050405020304" pitchFamily="18" charset="0"/>
              </a:rPr>
              <a:t> (SRAM)</a:t>
            </a:r>
          </a:p>
        </p:txBody>
      </p:sp>
      <p:graphicFrame>
        <p:nvGraphicFramePr>
          <p:cNvPr id="12" name="표 11"/>
          <p:cNvGraphicFramePr>
            <a:graphicFrameLocks noGrp="1"/>
          </p:cNvGraphicFramePr>
          <p:nvPr>
            <p:extLst>
              <p:ext uri="{D42A27DB-BD31-4B8C-83A1-F6EECF244321}">
                <p14:modId xmlns:p14="http://schemas.microsoft.com/office/powerpoint/2010/main" val="1269971731"/>
              </p:ext>
            </p:extLst>
          </p:nvPr>
        </p:nvGraphicFramePr>
        <p:xfrm>
          <a:off x="953004" y="3933800"/>
          <a:ext cx="4324031" cy="1295400"/>
        </p:xfrm>
        <a:graphic>
          <a:graphicData uri="http://schemas.openxmlformats.org/drawingml/2006/table">
            <a:tbl>
              <a:tblPr firstRow="1" bandRow="1">
                <a:tableStyleId>{5C22544A-7EE6-4342-B048-85BDC9FD1C3A}</a:tableStyleId>
              </a:tblPr>
              <a:tblGrid>
                <a:gridCol w="1329952"/>
                <a:gridCol w="1029674"/>
                <a:gridCol w="1964405"/>
              </a:tblGrid>
              <a:tr h="0">
                <a:tc>
                  <a:txBody>
                    <a:bodyPr/>
                    <a:lstStyle/>
                    <a:p>
                      <a:pPr algn="ctr" latinLnBrk="1"/>
                      <a:r>
                        <a:rPr lang="en-US" altLang="ko-KR" sz="1100" b="0" dirty="0" err="1" smtClean="0">
                          <a:solidFill>
                            <a:schemeClr val="tx1"/>
                          </a:solidFill>
                          <a:latin typeface="Times New Roman" panose="02020603050405020304" pitchFamily="18" charset="0"/>
                          <a:ea typeface="돋움" pitchFamily="50" charset="-127"/>
                          <a:cs typeface="Times New Roman" panose="02020603050405020304" pitchFamily="18" charset="0"/>
                        </a:rPr>
                        <a:t>Tên</a:t>
                      </a:r>
                      <a:r>
                        <a:rPr lang="en-US" altLang="ko-KR" sz="11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1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loại</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Dung</a:t>
                      </a:r>
                      <a:r>
                        <a:rPr lang="en-US" altLang="ko-KR" sz="11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100" b="0" baseline="0" dirty="0" err="1" smtClean="0">
                          <a:solidFill>
                            <a:schemeClr val="tx1"/>
                          </a:solidFill>
                          <a:latin typeface="Times New Roman" panose="02020603050405020304" pitchFamily="18" charset="0"/>
                          <a:ea typeface="돋움" pitchFamily="50" charset="-127"/>
                          <a:cs typeface="Times New Roman" panose="02020603050405020304" pitchFamily="18" charset="0"/>
                        </a:rPr>
                        <a:t>lượng</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Dung </a:t>
                      </a:r>
                      <a:r>
                        <a:rPr lang="en-US" altLang="ko-KR" sz="1100" b="0" dirty="0" err="1" smtClean="0">
                          <a:solidFill>
                            <a:schemeClr val="tx1"/>
                          </a:solidFill>
                          <a:latin typeface="Times New Roman" panose="02020603050405020304" pitchFamily="18" charset="0"/>
                          <a:ea typeface="돋움" pitchFamily="50" charset="-127"/>
                          <a:cs typeface="Times New Roman" panose="02020603050405020304" pitchFamily="18" charset="0"/>
                        </a:rPr>
                        <a:t>lượng</a:t>
                      </a:r>
                      <a:r>
                        <a:rPr lang="en-US" altLang="ko-KR" sz="11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File Register</a:t>
                      </a:r>
                      <a:r>
                        <a:rPr lang="ko-KR" altLang="en-US" sz="1100" b="0" dirty="0" smtClean="0">
                          <a:solidFill>
                            <a:schemeClr val="tx1"/>
                          </a:solidFill>
                          <a:latin typeface="Times New Roman" panose="02020603050405020304" pitchFamily="18" charset="0"/>
                          <a:ea typeface="돋움" pitchFamily="50" charset="-127"/>
                          <a:cs typeface="Times New Roman" panose="02020603050405020304" pitchFamily="18" charset="0"/>
                        </a:rPr>
                        <a:t> </a:t>
                      </a:r>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256612">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Q2MEM-1MBS</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1MB</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505k</a:t>
                      </a:r>
                      <a:r>
                        <a:rPr lang="en-US" altLang="ko-KR" sz="11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word</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130726">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Q2MEM-2MBS</a:t>
                      </a:r>
                      <a:endParaRPr lang="ko-KR" altLang="en-US" sz="1100" b="0" dirty="0" smtClean="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2MB</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1017k</a:t>
                      </a:r>
                      <a:r>
                        <a:rPr lang="en-US" altLang="ko-KR" sz="11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word</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12367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Q2MEM-4MBS</a:t>
                      </a:r>
                      <a:endParaRPr lang="ko-KR" altLang="en-US" sz="1100" b="0" dirty="0" smtClean="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4MB</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2039k</a:t>
                      </a:r>
                      <a:r>
                        <a:rPr lang="en-US" altLang="ko-KR" sz="11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 word</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r h="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Q2MEM-8MBS</a:t>
                      </a:r>
                      <a:endParaRPr lang="ko-KR" altLang="en-US" sz="1100" b="0" dirty="0" smtClean="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8MB</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1100" b="0" dirty="0" smtClean="0">
                          <a:solidFill>
                            <a:schemeClr val="tx1"/>
                          </a:solidFill>
                          <a:latin typeface="Times New Roman" panose="02020603050405020304" pitchFamily="18" charset="0"/>
                          <a:ea typeface="돋움" pitchFamily="50" charset="-127"/>
                          <a:cs typeface="Times New Roman" panose="02020603050405020304" pitchFamily="18" charset="0"/>
                        </a:rPr>
                        <a:t>4086k </a:t>
                      </a:r>
                      <a:r>
                        <a:rPr lang="en-US" altLang="ko-KR" sz="1100" b="0" baseline="0" dirty="0" smtClean="0">
                          <a:solidFill>
                            <a:schemeClr val="tx1"/>
                          </a:solidFill>
                          <a:latin typeface="Times New Roman" panose="02020603050405020304" pitchFamily="18" charset="0"/>
                          <a:ea typeface="돋움" pitchFamily="50" charset="-127"/>
                          <a:cs typeface="Times New Roman" panose="02020603050405020304" pitchFamily="18" charset="0"/>
                        </a:rPr>
                        <a:t>word</a:t>
                      </a:r>
                      <a:endParaRPr lang="ko-KR" altLang="en-US" sz="1100" b="0" dirty="0">
                        <a:solidFill>
                          <a:schemeClr val="tx1"/>
                        </a:solidFill>
                        <a:latin typeface="Times New Roman" panose="02020603050405020304" pitchFamily="18" charset="0"/>
                        <a:ea typeface="돋움" pitchFamily="50" charset="-127"/>
                        <a:cs typeface="Times New Roman" panose="02020603050405020304" pitchFamily="18"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r>
            </a:tbl>
          </a:graphicData>
        </a:graphic>
      </p:graphicFrame>
      <p:sp>
        <p:nvSpPr>
          <p:cNvPr id="13" name="TextBox 12"/>
          <p:cNvSpPr txBox="1"/>
          <p:nvPr/>
        </p:nvSpPr>
        <p:spPr>
          <a:xfrm>
            <a:off x="934894" y="5229200"/>
            <a:ext cx="4990214" cy="276999"/>
          </a:xfrm>
          <a:prstGeom prst="rect">
            <a:avLst/>
          </a:prstGeom>
          <a:noFill/>
        </p:spPr>
        <p:txBody>
          <a:bodyPr wrap="square" rtlCol="0">
            <a:spAutoFit/>
          </a:bodyPr>
          <a:lstStyle/>
          <a:p>
            <a:r>
              <a:rPr lang="en-US" altLang="ko-KR" sz="1000" dirty="0" smtClean="0">
                <a:latin typeface="Times New Roman" panose="02020603050405020304" pitchFamily="18" charset="0"/>
                <a:ea typeface="돋움" pitchFamily="50" charset="-127"/>
                <a:cs typeface="Times New Roman" panose="02020603050405020304" pitchFamily="18" charset="0"/>
              </a:rPr>
              <a:t>※ Dung </a:t>
            </a:r>
            <a:r>
              <a:rPr lang="en-US" altLang="ko-KR" sz="1000" dirty="0" err="1" smtClean="0">
                <a:latin typeface="Times New Roman" panose="02020603050405020304" pitchFamily="18" charset="0"/>
                <a:ea typeface="돋움" pitchFamily="50" charset="-127"/>
                <a:cs typeface="Times New Roman" panose="02020603050405020304" pitchFamily="18" charset="0"/>
              </a:rPr>
              <a:t>lượng</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lớn</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nhất</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trong</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trường</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hợp</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sử</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dụng</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thẻ</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nhớ</a:t>
            </a:r>
            <a:r>
              <a:rPr lang="en-US" altLang="ko-KR" sz="1000" dirty="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Memory Card </a:t>
            </a:r>
            <a:r>
              <a:rPr lang="en-US" altLang="ko-KR" sz="1000" dirty="0" err="1" smtClean="0">
                <a:latin typeface="Times New Roman" panose="02020603050405020304" pitchFamily="18" charset="0"/>
                <a:ea typeface="돋움" pitchFamily="50" charset="-127"/>
                <a:cs typeface="Times New Roman" panose="02020603050405020304" pitchFamily="18" charset="0"/>
              </a:rPr>
              <a:t>là</a:t>
            </a:r>
            <a:r>
              <a:rPr lang="en-US" altLang="ko-KR" sz="1000" dirty="0" smtClean="0">
                <a:latin typeface="Times New Roman" panose="02020603050405020304" pitchFamily="18" charset="0"/>
                <a:ea typeface="돋움" pitchFamily="50" charset="-127"/>
                <a:cs typeface="Times New Roman" panose="02020603050405020304" pitchFamily="18" charset="0"/>
              </a:rPr>
              <a:t> File Register</a:t>
            </a:r>
          </a:p>
        </p:txBody>
      </p:sp>
      <p:sp>
        <p:nvSpPr>
          <p:cNvPr id="3" name="직사각형 2"/>
          <p:cNvSpPr/>
          <p:nvPr/>
        </p:nvSpPr>
        <p:spPr bwMode="auto">
          <a:xfrm>
            <a:off x="6276759" y="3921328"/>
            <a:ext cx="720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5" name="직사각형 14"/>
          <p:cNvSpPr/>
          <p:nvPr/>
        </p:nvSpPr>
        <p:spPr bwMode="auto">
          <a:xfrm>
            <a:off x="6276759" y="3321040"/>
            <a:ext cx="720000" cy="468000"/>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6" name="직사각형 15"/>
          <p:cNvSpPr/>
          <p:nvPr/>
        </p:nvSpPr>
        <p:spPr bwMode="auto">
          <a:xfrm>
            <a:off x="6276759" y="4977224"/>
            <a:ext cx="720000" cy="468000"/>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7" name="TextBox 16"/>
          <p:cNvSpPr txBox="1"/>
          <p:nvPr/>
        </p:nvSpPr>
        <p:spPr>
          <a:xfrm>
            <a:off x="5673080" y="2378260"/>
            <a:ext cx="1781846" cy="276999"/>
          </a:xfrm>
          <a:prstGeom prst="rect">
            <a:avLst/>
          </a:prstGeom>
          <a:noFill/>
        </p:spPr>
        <p:txBody>
          <a:bodyPr wrap="squar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CPU Model </a:t>
            </a:r>
            <a:r>
              <a:rPr lang="en-US" altLang="ko-KR" sz="1000" dirty="0" err="1" smtClean="0">
                <a:latin typeface="Times New Roman" panose="02020603050405020304" pitchFamily="18" charset="0"/>
                <a:ea typeface="돋움" pitchFamily="50" charset="-127"/>
                <a:cs typeface="Times New Roman" panose="02020603050405020304" pitchFamily="18" charset="0"/>
              </a:rPr>
              <a:t>từ</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trước</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đến</a:t>
            </a:r>
            <a:r>
              <a:rPr lang="en-US" altLang="ko-KR" sz="1000" dirty="0" smtClean="0">
                <a:latin typeface="Times New Roman" panose="02020603050405020304" pitchFamily="18" charset="0"/>
                <a:ea typeface="돋움" pitchFamily="50" charset="-127"/>
                <a:cs typeface="Times New Roman" panose="02020603050405020304" pitchFamily="18" charset="0"/>
              </a:rPr>
              <a:t> nay</a:t>
            </a:r>
          </a:p>
        </p:txBody>
      </p:sp>
      <p:sp>
        <p:nvSpPr>
          <p:cNvPr id="18" name="TextBox 17"/>
          <p:cNvSpPr txBox="1"/>
          <p:nvPr/>
        </p:nvSpPr>
        <p:spPr>
          <a:xfrm>
            <a:off x="6258145" y="2941571"/>
            <a:ext cx="666074" cy="276999"/>
          </a:xfrm>
          <a:prstGeom prst="rect">
            <a:avLst/>
          </a:prstGeom>
          <a:noFill/>
        </p:spPr>
        <p:txBody>
          <a:bodyPr wrap="squar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ZR0</a:t>
            </a:r>
          </a:p>
        </p:txBody>
      </p:sp>
      <p:sp>
        <p:nvSpPr>
          <p:cNvPr id="19" name="TextBox 18"/>
          <p:cNvSpPr txBox="1"/>
          <p:nvPr/>
        </p:nvSpPr>
        <p:spPr>
          <a:xfrm>
            <a:off x="6258145" y="3416540"/>
            <a:ext cx="666074" cy="276999"/>
          </a:xfrm>
          <a:prstGeom prst="rect">
            <a:avLst/>
          </a:prstGeom>
          <a:noFill/>
        </p:spPr>
        <p:txBody>
          <a:bodyPr wrap="squar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ZR1</a:t>
            </a:r>
          </a:p>
        </p:txBody>
      </p:sp>
      <p:sp>
        <p:nvSpPr>
          <p:cNvPr id="20" name="TextBox 19"/>
          <p:cNvSpPr txBox="1"/>
          <p:nvPr/>
        </p:nvSpPr>
        <p:spPr>
          <a:xfrm>
            <a:off x="6307850" y="3994722"/>
            <a:ext cx="666074" cy="757130"/>
          </a:xfrm>
          <a:prstGeom prst="rect">
            <a:avLst/>
          </a:prstGeom>
          <a:noFill/>
        </p:spPr>
        <p:txBody>
          <a:bodyPr wrap="square" rtlCol="0">
            <a:spAutoFit/>
          </a:bodyPr>
          <a:lstStyle/>
          <a:p>
            <a:pPr algn="ctr"/>
            <a:r>
              <a:rPr lang="en-US" altLang="ko-KR" sz="1200" b="1" dirty="0" smtClean="0">
                <a:latin typeface="Times New Roman" panose="02020603050405020304" pitchFamily="18" charset="0"/>
                <a:ea typeface="돋움" pitchFamily="50" charset="-127"/>
                <a:cs typeface="Times New Roman" panose="02020603050405020304" pitchFamily="18" charset="0"/>
              </a:rPr>
              <a:t>.</a:t>
            </a:r>
          </a:p>
          <a:p>
            <a:pPr algn="ctr"/>
            <a:r>
              <a:rPr lang="en-US" altLang="ko-KR" sz="1200" b="1" dirty="0" smtClean="0">
                <a:latin typeface="Times New Roman" panose="02020603050405020304" pitchFamily="18" charset="0"/>
                <a:ea typeface="돋움" pitchFamily="50" charset="-127"/>
                <a:cs typeface="Times New Roman" panose="02020603050405020304" pitchFamily="18" charset="0"/>
              </a:rPr>
              <a:t>.</a:t>
            </a:r>
          </a:p>
          <a:p>
            <a:pPr algn="ctr"/>
            <a:r>
              <a:rPr lang="en-US" altLang="ko-KR" sz="1200" b="1" dirty="0">
                <a:latin typeface="Times New Roman" panose="02020603050405020304" pitchFamily="18" charset="0"/>
                <a:ea typeface="돋움" pitchFamily="50" charset="-127"/>
                <a:cs typeface="Times New Roman" panose="02020603050405020304" pitchFamily="18" charset="0"/>
              </a:rPr>
              <a:t>.</a:t>
            </a:r>
            <a:endParaRPr lang="en-US" altLang="ko-KR" sz="1200" b="1" dirty="0" smtClean="0">
              <a:latin typeface="Times New Roman" panose="02020603050405020304" pitchFamily="18" charset="0"/>
              <a:ea typeface="돋움" pitchFamily="50" charset="-127"/>
              <a:cs typeface="Times New Roman" panose="02020603050405020304" pitchFamily="18" charset="0"/>
            </a:endParaRPr>
          </a:p>
        </p:txBody>
      </p:sp>
      <p:sp>
        <p:nvSpPr>
          <p:cNvPr id="21" name="TextBox 20"/>
          <p:cNvSpPr txBox="1"/>
          <p:nvPr/>
        </p:nvSpPr>
        <p:spPr>
          <a:xfrm>
            <a:off x="6193914" y="5077716"/>
            <a:ext cx="783087" cy="276999"/>
          </a:xfrm>
          <a:prstGeom prst="rect">
            <a:avLst/>
          </a:prstGeom>
          <a:noFill/>
        </p:spPr>
        <p:txBody>
          <a:bodyPr wrap="squar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ZR32767</a:t>
            </a:r>
          </a:p>
        </p:txBody>
      </p:sp>
      <p:sp>
        <p:nvSpPr>
          <p:cNvPr id="22" name="직사각형 21"/>
          <p:cNvSpPr/>
          <p:nvPr/>
        </p:nvSpPr>
        <p:spPr bwMode="auto">
          <a:xfrm>
            <a:off x="7945197" y="4353184"/>
            <a:ext cx="720000" cy="455503"/>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3" name="직사각형 22"/>
          <p:cNvSpPr/>
          <p:nvPr/>
        </p:nvSpPr>
        <p:spPr bwMode="auto">
          <a:xfrm>
            <a:off x="7945197" y="3321040"/>
            <a:ext cx="720000" cy="468000"/>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4" name="직사각형 23"/>
          <p:cNvSpPr/>
          <p:nvPr/>
        </p:nvSpPr>
        <p:spPr bwMode="auto">
          <a:xfrm>
            <a:off x="7945197" y="5837860"/>
            <a:ext cx="720000" cy="468000"/>
          </a:xfrm>
          <a:prstGeom prst="rect">
            <a:avLst/>
          </a:prstGeom>
          <a:noFill/>
          <a:ln w="9525"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5" name="TextBox 24"/>
          <p:cNvSpPr txBox="1"/>
          <p:nvPr/>
        </p:nvSpPr>
        <p:spPr>
          <a:xfrm>
            <a:off x="7593546" y="2204864"/>
            <a:ext cx="1332148" cy="646331"/>
          </a:xfrm>
          <a:prstGeom prst="rect">
            <a:avLst/>
          </a:prstGeom>
          <a:noFill/>
        </p:spPr>
        <p:txBody>
          <a:bodyPr wrap="squar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CPU Model </a:t>
            </a:r>
            <a:r>
              <a:rPr lang="en-US" altLang="ko-KR" sz="1000" dirty="0" err="1" smtClean="0">
                <a:latin typeface="Times New Roman" panose="02020603050405020304" pitchFamily="18" charset="0"/>
                <a:ea typeface="돋움" pitchFamily="50" charset="-127"/>
                <a:cs typeface="Times New Roman" panose="02020603050405020304" pitchFamily="18" charset="0"/>
              </a:rPr>
              <a:t>mới</a:t>
            </a:r>
            <a:endParaRPr lang="en-US" altLang="ko-KR" sz="1000" dirty="0" smtClean="0">
              <a:latin typeface="Times New Roman" panose="02020603050405020304" pitchFamily="18" charset="0"/>
              <a:ea typeface="돋움" pitchFamily="50" charset="-127"/>
              <a:cs typeface="Times New Roman" panose="02020603050405020304" pitchFamily="18" charset="0"/>
            </a:endParaRPr>
          </a:p>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khi</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sử</a:t>
            </a:r>
            <a:r>
              <a:rPr lang="en-US" altLang="ko-KR"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err="1" smtClean="0">
                <a:latin typeface="Times New Roman" panose="02020603050405020304" pitchFamily="18" charset="0"/>
                <a:ea typeface="돋움" pitchFamily="50" charset="-127"/>
                <a:cs typeface="Times New Roman" panose="02020603050405020304" pitchFamily="18" charset="0"/>
              </a:rPr>
              <a:t>dụng</a:t>
            </a:r>
            <a:r>
              <a:rPr lang="en-US" altLang="ko-KR" sz="1000" dirty="0" smtClean="0">
                <a:latin typeface="Times New Roman" panose="02020603050405020304" pitchFamily="18" charset="0"/>
                <a:ea typeface="돋움" pitchFamily="50" charset="-127"/>
                <a:cs typeface="Times New Roman" panose="02020603050405020304" pitchFamily="18" charset="0"/>
              </a:rPr>
              <a:t> 8MB SRAM Card</a:t>
            </a:r>
            <a:r>
              <a:rPr lang="ko-KR" altLang="en-US" sz="1000" dirty="0" smtClean="0">
                <a:latin typeface="Times New Roman" panose="02020603050405020304" pitchFamily="18" charset="0"/>
                <a:ea typeface="돋움" pitchFamily="50" charset="-127"/>
                <a:cs typeface="Times New Roman" panose="02020603050405020304" pitchFamily="18" charset="0"/>
              </a:rPr>
              <a:t> </a:t>
            </a:r>
            <a:r>
              <a:rPr lang="en-US" altLang="ko-KR" sz="1000" dirty="0" smtClean="0">
                <a:latin typeface="Times New Roman" panose="02020603050405020304" pitchFamily="18" charset="0"/>
                <a:ea typeface="돋움" pitchFamily="50" charset="-127"/>
                <a:cs typeface="Times New Roman" panose="02020603050405020304" pitchFamily="18" charset="0"/>
              </a:rPr>
              <a:t>)</a:t>
            </a:r>
          </a:p>
        </p:txBody>
      </p:sp>
      <p:sp>
        <p:nvSpPr>
          <p:cNvPr id="26" name="TextBox 25"/>
          <p:cNvSpPr txBox="1"/>
          <p:nvPr/>
        </p:nvSpPr>
        <p:spPr>
          <a:xfrm>
            <a:off x="7926583" y="2941571"/>
            <a:ext cx="666074" cy="276999"/>
          </a:xfrm>
          <a:prstGeom prst="rect">
            <a:avLst/>
          </a:prstGeom>
          <a:noFill/>
        </p:spPr>
        <p:txBody>
          <a:bodyPr wrap="squar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ZR0</a:t>
            </a:r>
          </a:p>
        </p:txBody>
      </p:sp>
      <p:sp>
        <p:nvSpPr>
          <p:cNvPr id="27" name="TextBox 26"/>
          <p:cNvSpPr txBox="1"/>
          <p:nvPr/>
        </p:nvSpPr>
        <p:spPr>
          <a:xfrm>
            <a:off x="7926583" y="3416540"/>
            <a:ext cx="666074" cy="276999"/>
          </a:xfrm>
          <a:prstGeom prst="rect">
            <a:avLst/>
          </a:prstGeom>
          <a:noFill/>
        </p:spPr>
        <p:txBody>
          <a:bodyPr wrap="squar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ZR1</a:t>
            </a:r>
          </a:p>
        </p:txBody>
      </p:sp>
      <p:sp>
        <p:nvSpPr>
          <p:cNvPr id="28" name="TextBox 27"/>
          <p:cNvSpPr txBox="1"/>
          <p:nvPr/>
        </p:nvSpPr>
        <p:spPr>
          <a:xfrm>
            <a:off x="7976288" y="3994722"/>
            <a:ext cx="666074" cy="757130"/>
          </a:xfrm>
          <a:prstGeom prst="rect">
            <a:avLst/>
          </a:prstGeom>
          <a:noFill/>
        </p:spPr>
        <p:txBody>
          <a:bodyPr wrap="square" rtlCol="0">
            <a:spAutoFit/>
          </a:bodyPr>
          <a:lstStyle/>
          <a:p>
            <a:pPr algn="ctr"/>
            <a:r>
              <a:rPr lang="en-US" altLang="ko-KR" sz="1200" b="1" dirty="0" smtClean="0">
                <a:latin typeface="Times New Roman" panose="02020603050405020304" pitchFamily="18" charset="0"/>
                <a:ea typeface="돋움" pitchFamily="50" charset="-127"/>
                <a:cs typeface="Times New Roman" panose="02020603050405020304" pitchFamily="18" charset="0"/>
              </a:rPr>
              <a:t>.</a:t>
            </a:r>
          </a:p>
          <a:p>
            <a:pPr algn="ctr"/>
            <a:r>
              <a:rPr lang="en-US" altLang="ko-KR" sz="1200" b="1" dirty="0" smtClean="0">
                <a:latin typeface="Times New Roman" panose="02020603050405020304" pitchFamily="18" charset="0"/>
                <a:ea typeface="돋움" pitchFamily="50" charset="-127"/>
                <a:cs typeface="Times New Roman" panose="02020603050405020304" pitchFamily="18" charset="0"/>
              </a:rPr>
              <a:t>.</a:t>
            </a:r>
          </a:p>
          <a:p>
            <a:pPr algn="ctr"/>
            <a:r>
              <a:rPr lang="en-US" altLang="ko-KR" sz="1200" b="1" dirty="0">
                <a:latin typeface="Times New Roman" panose="02020603050405020304" pitchFamily="18" charset="0"/>
                <a:ea typeface="돋움" pitchFamily="50" charset="-127"/>
                <a:cs typeface="Times New Roman" panose="02020603050405020304" pitchFamily="18" charset="0"/>
              </a:rPr>
              <a:t>.</a:t>
            </a:r>
            <a:endParaRPr lang="en-US" altLang="ko-KR" sz="1200" b="1" dirty="0" smtClean="0">
              <a:latin typeface="Times New Roman" panose="02020603050405020304" pitchFamily="18" charset="0"/>
              <a:ea typeface="돋움" pitchFamily="50" charset="-127"/>
              <a:cs typeface="Times New Roman" panose="02020603050405020304" pitchFamily="18" charset="0"/>
            </a:endParaRPr>
          </a:p>
        </p:txBody>
      </p:sp>
      <p:sp>
        <p:nvSpPr>
          <p:cNvPr id="29" name="TextBox 28"/>
          <p:cNvSpPr txBox="1"/>
          <p:nvPr/>
        </p:nvSpPr>
        <p:spPr>
          <a:xfrm>
            <a:off x="7862352" y="5938352"/>
            <a:ext cx="907072" cy="276999"/>
          </a:xfrm>
          <a:prstGeom prst="rect">
            <a:avLst/>
          </a:prstGeom>
          <a:noFill/>
        </p:spPr>
        <p:txBody>
          <a:bodyPr wrap="square" rtlCol="0">
            <a:spAutoFit/>
          </a:bodyPr>
          <a:lstStyle/>
          <a:p>
            <a:pPr algn="ctr"/>
            <a:r>
              <a:rPr lang="en-US" altLang="ko-KR" sz="1000" dirty="0" smtClean="0">
                <a:latin typeface="Times New Roman" panose="02020603050405020304" pitchFamily="18" charset="0"/>
                <a:ea typeface="돋움" pitchFamily="50" charset="-127"/>
                <a:cs typeface="Times New Roman" panose="02020603050405020304" pitchFamily="18" charset="0"/>
              </a:rPr>
              <a:t>ZR4184063</a:t>
            </a:r>
          </a:p>
        </p:txBody>
      </p:sp>
      <p:sp>
        <p:nvSpPr>
          <p:cNvPr id="30" name="TextBox 29"/>
          <p:cNvSpPr txBox="1"/>
          <p:nvPr/>
        </p:nvSpPr>
        <p:spPr>
          <a:xfrm>
            <a:off x="7976288" y="5077716"/>
            <a:ext cx="666074" cy="757130"/>
          </a:xfrm>
          <a:prstGeom prst="rect">
            <a:avLst/>
          </a:prstGeom>
          <a:noFill/>
        </p:spPr>
        <p:txBody>
          <a:bodyPr wrap="square" rtlCol="0">
            <a:spAutoFit/>
          </a:bodyPr>
          <a:lstStyle/>
          <a:p>
            <a:pPr algn="ctr"/>
            <a:r>
              <a:rPr lang="en-US" altLang="ko-KR" sz="1200" b="1" dirty="0" smtClean="0">
                <a:latin typeface="Times New Roman" panose="02020603050405020304" pitchFamily="18" charset="0"/>
                <a:ea typeface="돋움" pitchFamily="50" charset="-127"/>
                <a:cs typeface="Times New Roman" panose="02020603050405020304" pitchFamily="18" charset="0"/>
              </a:rPr>
              <a:t>.</a:t>
            </a:r>
          </a:p>
          <a:p>
            <a:pPr algn="ctr"/>
            <a:r>
              <a:rPr lang="en-US" altLang="ko-KR" sz="1200" b="1" dirty="0" smtClean="0">
                <a:latin typeface="Times New Roman" panose="02020603050405020304" pitchFamily="18" charset="0"/>
                <a:ea typeface="돋움" pitchFamily="50" charset="-127"/>
                <a:cs typeface="Times New Roman" panose="02020603050405020304" pitchFamily="18" charset="0"/>
              </a:rPr>
              <a:t>.</a:t>
            </a:r>
          </a:p>
          <a:p>
            <a:pPr algn="ctr"/>
            <a:r>
              <a:rPr lang="en-US" altLang="ko-KR" sz="1200" b="1" dirty="0">
                <a:latin typeface="Times New Roman" panose="02020603050405020304" pitchFamily="18" charset="0"/>
                <a:ea typeface="돋움" pitchFamily="50" charset="-127"/>
                <a:cs typeface="Times New Roman" panose="02020603050405020304" pitchFamily="18" charset="0"/>
              </a:rPr>
              <a:t>.</a:t>
            </a:r>
            <a:endParaRPr lang="en-US" altLang="ko-KR" sz="1200" b="1" dirty="0" smtClean="0">
              <a:latin typeface="Times New Roman" panose="02020603050405020304" pitchFamily="18" charset="0"/>
              <a:ea typeface="돋움" pitchFamily="50" charset="-127"/>
              <a:cs typeface="Times New Roman" panose="02020603050405020304" pitchFamily="18" charset="0"/>
            </a:endParaRPr>
          </a:p>
        </p:txBody>
      </p:sp>
      <p:grpSp>
        <p:nvGrpSpPr>
          <p:cNvPr id="5" name="그룹 4"/>
          <p:cNvGrpSpPr/>
          <p:nvPr/>
        </p:nvGrpSpPr>
        <p:grpSpPr>
          <a:xfrm>
            <a:off x="7869324" y="4640349"/>
            <a:ext cx="876300" cy="507399"/>
            <a:chOff x="7869324" y="4449081"/>
            <a:chExt cx="876300" cy="892856"/>
          </a:xfrm>
        </p:grpSpPr>
        <p:sp>
          <p:nvSpPr>
            <p:cNvPr id="4" name="자유형 3"/>
            <p:cNvSpPr/>
            <p:nvPr/>
          </p:nvSpPr>
          <p:spPr bwMode="auto">
            <a:xfrm>
              <a:off x="7869324" y="4449081"/>
              <a:ext cx="876300" cy="801536"/>
            </a:xfrm>
            <a:custGeom>
              <a:avLst/>
              <a:gdLst>
                <a:gd name="connsiteX0" fmla="*/ 0 w 876300"/>
                <a:gd name="connsiteY0" fmla="*/ 67053 h 182640"/>
                <a:gd name="connsiteX1" fmla="*/ 200025 w 876300"/>
                <a:gd name="connsiteY1" fmla="*/ 181353 h 182640"/>
                <a:gd name="connsiteX2" fmla="*/ 542925 w 876300"/>
                <a:gd name="connsiteY2" fmla="*/ 378 h 182640"/>
                <a:gd name="connsiteX3" fmla="*/ 876300 w 876300"/>
                <a:gd name="connsiteY3" fmla="*/ 143253 h 182640"/>
              </a:gdLst>
              <a:ahLst/>
              <a:cxnLst>
                <a:cxn ang="0">
                  <a:pos x="connsiteX0" y="connsiteY0"/>
                </a:cxn>
                <a:cxn ang="0">
                  <a:pos x="connsiteX1" y="connsiteY1"/>
                </a:cxn>
                <a:cxn ang="0">
                  <a:pos x="connsiteX2" y="connsiteY2"/>
                </a:cxn>
                <a:cxn ang="0">
                  <a:pos x="connsiteX3" y="connsiteY3"/>
                </a:cxn>
              </a:cxnLst>
              <a:rect l="l" t="t" r="r" b="b"/>
              <a:pathLst>
                <a:path w="876300" h="182640">
                  <a:moveTo>
                    <a:pt x="0" y="67053"/>
                  </a:moveTo>
                  <a:cubicBezTo>
                    <a:pt x="54769" y="129759"/>
                    <a:pt x="109538" y="192465"/>
                    <a:pt x="200025" y="181353"/>
                  </a:cubicBezTo>
                  <a:cubicBezTo>
                    <a:pt x="290512" y="170241"/>
                    <a:pt x="430213" y="6728"/>
                    <a:pt x="542925" y="378"/>
                  </a:cubicBezTo>
                  <a:cubicBezTo>
                    <a:pt x="655637" y="-5972"/>
                    <a:pt x="765968" y="68640"/>
                    <a:pt x="876300" y="143253"/>
                  </a:cubicBezTo>
                </a:path>
              </a:pathLst>
            </a:custGeom>
            <a:noFill/>
            <a:ln w="19050"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3" name="자유형 32"/>
            <p:cNvSpPr/>
            <p:nvPr/>
          </p:nvSpPr>
          <p:spPr bwMode="auto">
            <a:xfrm>
              <a:off x="7869324" y="4540401"/>
              <a:ext cx="876300" cy="801536"/>
            </a:xfrm>
            <a:custGeom>
              <a:avLst/>
              <a:gdLst>
                <a:gd name="connsiteX0" fmla="*/ 0 w 876300"/>
                <a:gd name="connsiteY0" fmla="*/ 67053 h 182640"/>
                <a:gd name="connsiteX1" fmla="*/ 200025 w 876300"/>
                <a:gd name="connsiteY1" fmla="*/ 181353 h 182640"/>
                <a:gd name="connsiteX2" fmla="*/ 542925 w 876300"/>
                <a:gd name="connsiteY2" fmla="*/ 378 h 182640"/>
                <a:gd name="connsiteX3" fmla="*/ 876300 w 876300"/>
                <a:gd name="connsiteY3" fmla="*/ 143253 h 182640"/>
              </a:gdLst>
              <a:ahLst/>
              <a:cxnLst>
                <a:cxn ang="0">
                  <a:pos x="connsiteX0" y="connsiteY0"/>
                </a:cxn>
                <a:cxn ang="0">
                  <a:pos x="connsiteX1" y="connsiteY1"/>
                </a:cxn>
                <a:cxn ang="0">
                  <a:pos x="connsiteX2" y="connsiteY2"/>
                </a:cxn>
                <a:cxn ang="0">
                  <a:pos x="connsiteX3" y="connsiteY3"/>
                </a:cxn>
              </a:cxnLst>
              <a:rect l="l" t="t" r="r" b="b"/>
              <a:pathLst>
                <a:path w="876300" h="182640">
                  <a:moveTo>
                    <a:pt x="0" y="67053"/>
                  </a:moveTo>
                  <a:cubicBezTo>
                    <a:pt x="54769" y="129759"/>
                    <a:pt x="109538" y="192465"/>
                    <a:pt x="200025" y="181353"/>
                  </a:cubicBezTo>
                  <a:cubicBezTo>
                    <a:pt x="290512" y="170241"/>
                    <a:pt x="430213" y="6728"/>
                    <a:pt x="542925" y="378"/>
                  </a:cubicBezTo>
                  <a:cubicBezTo>
                    <a:pt x="655637" y="-5972"/>
                    <a:pt x="765968" y="68640"/>
                    <a:pt x="876300" y="143253"/>
                  </a:cubicBezTo>
                </a:path>
              </a:pathLst>
            </a:custGeom>
            <a:noFill/>
            <a:ln w="19050" cap="flat" cmpd="sng" algn="ctr">
              <a:solidFill>
                <a:schemeClr val="tx1">
                  <a:lumMod val="50000"/>
                  <a:lumOff val="50000"/>
                </a:schemeClr>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grpSp>
      <p:grpSp>
        <p:nvGrpSpPr>
          <p:cNvPr id="32" name="그룹 31"/>
          <p:cNvGrpSpPr/>
          <p:nvPr/>
        </p:nvGrpSpPr>
        <p:grpSpPr>
          <a:xfrm>
            <a:off x="7029611" y="2852936"/>
            <a:ext cx="425315" cy="2584162"/>
            <a:chOff x="7029611" y="2852936"/>
            <a:chExt cx="516310" cy="2584162"/>
          </a:xfrm>
        </p:grpSpPr>
        <p:cxnSp>
          <p:nvCxnSpPr>
            <p:cNvPr id="7" name="직선 연결선 6"/>
            <p:cNvCxnSpPr/>
            <p:nvPr/>
          </p:nvCxnSpPr>
          <p:spPr bwMode="auto">
            <a:xfrm>
              <a:off x="7029611" y="2852936"/>
              <a:ext cx="516310" cy="0"/>
            </a:xfrm>
            <a:prstGeom prst="line">
              <a:avLst/>
            </a:prstGeom>
            <a:noFill/>
            <a:ln w="9525" cap="flat" cmpd="sng" algn="ctr">
              <a:solidFill>
                <a:schemeClr val="tx1">
                  <a:lumMod val="50000"/>
                  <a:lumOff val="50000"/>
                </a:schemeClr>
              </a:solidFill>
              <a:prstDash val="dash"/>
              <a:round/>
              <a:headEnd type="none" w="med" len="med"/>
              <a:tailEnd type="none" w="med" len="med"/>
            </a:ln>
            <a:effectLst/>
          </p:spPr>
        </p:cxnSp>
        <p:cxnSp>
          <p:nvCxnSpPr>
            <p:cNvPr id="37" name="직선 연결선 36"/>
            <p:cNvCxnSpPr/>
            <p:nvPr/>
          </p:nvCxnSpPr>
          <p:spPr bwMode="auto">
            <a:xfrm>
              <a:off x="7029611" y="5437098"/>
              <a:ext cx="516310" cy="0"/>
            </a:xfrm>
            <a:prstGeom prst="line">
              <a:avLst/>
            </a:prstGeom>
            <a:noFill/>
            <a:ln w="9525" cap="flat" cmpd="sng" algn="ctr">
              <a:solidFill>
                <a:schemeClr val="tx1">
                  <a:lumMod val="50000"/>
                  <a:lumOff val="50000"/>
                </a:schemeClr>
              </a:solidFill>
              <a:prstDash val="dash"/>
              <a:round/>
              <a:headEnd type="none" w="med" len="med"/>
              <a:tailEnd type="none" w="med" len="med"/>
            </a:ln>
            <a:effectLst/>
          </p:spPr>
        </p:cxnSp>
      </p:grpSp>
      <p:sp>
        <p:nvSpPr>
          <p:cNvPr id="14" name="TextBox 13"/>
          <p:cNvSpPr txBox="1"/>
          <p:nvPr/>
        </p:nvSpPr>
        <p:spPr>
          <a:xfrm>
            <a:off x="7048661" y="2987427"/>
            <a:ext cx="406265" cy="3353290"/>
          </a:xfrm>
          <a:prstGeom prst="rect">
            <a:avLst/>
          </a:prstGeom>
          <a:noFill/>
        </p:spPr>
        <p:txBody>
          <a:bodyPr vert="eaVert" wrap="none" rtlCol="0">
            <a:spAutoFit/>
          </a:bodyPr>
          <a:lstStyle/>
          <a:p>
            <a:r>
              <a:rPr lang="en-US" altLang="ko-KR" sz="1200" dirty="0" err="1" smtClean="0">
                <a:latin typeface="Times New Roman" panose="02020603050405020304" pitchFamily="18" charset="0"/>
                <a:ea typeface="돋움" pitchFamily="50" charset="-127"/>
                <a:cs typeface="Times New Roman" panose="02020603050405020304" pitchFamily="18" charset="0"/>
              </a:rPr>
              <a:t>Phạm</a:t>
            </a:r>
            <a:r>
              <a:rPr lang="en-US" altLang="ko-KR" sz="1200" dirty="0" smtClean="0">
                <a:latin typeface="Times New Roman" panose="02020603050405020304" pitchFamily="18" charset="0"/>
                <a:ea typeface="돋움" pitchFamily="50" charset="-127"/>
                <a:cs typeface="Times New Roman" panose="02020603050405020304" pitchFamily="18" charset="0"/>
              </a:rPr>
              <a:t> vi </a:t>
            </a:r>
            <a:r>
              <a:rPr lang="en-US" altLang="ko-KR" sz="1200" dirty="0" err="1" smtClean="0">
                <a:latin typeface="Times New Roman" panose="02020603050405020304" pitchFamily="18" charset="0"/>
                <a:ea typeface="돋움" pitchFamily="50" charset="-127"/>
                <a:cs typeface="Times New Roman" panose="02020603050405020304" pitchFamily="18" charset="0"/>
              </a:rPr>
              <a:t>lập</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vi-VN" altLang="ko-KR" sz="1200" dirty="0" smtClean="0">
                <a:latin typeface="Times New Roman" panose="02020603050405020304" pitchFamily="18" charset="0"/>
                <a:ea typeface="돋움" pitchFamily="50" charset="-127"/>
                <a:cs typeface="Times New Roman" panose="02020603050405020304" pitchFamily="18" charset="0"/>
              </a:rPr>
              <a:t>phương trình </a:t>
            </a:r>
            <a:r>
              <a:rPr lang="en-US" altLang="ko-KR" sz="1200" dirty="0" smtClean="0">
                <a:latin typeface="Times New Roman" panose="02020603050405020304" pitchFamily="18" charset="0"/>
                <a:ea typeface="돋움" pitchFamily="50" charset="-127"/>
                <a:cs typeface="Times New Roman" panose="02020603050405020304" pitchFamily="18" charset="0"/>
              </a:rPr>
              <a:t>Index </a:t>
            </a:r>
            <a:r>
              <a:rPr lang="en-US" altLang="ko-KR" sz="1200" dirty="0" err="1" smtClean="0">
                <a:latin typeface="Times New Roman" panose="02020603050405020304" pitchFamily="18" charset="0"/>
                <a:ea typeface="돋움" pitchFamily="50" charset="-127"/>
                <a:cs typeface="Times New Roman" panose="02020603050405020304" pitchFamily="18" charset="0"/>
              </a:rPr>
              <a:t>lớn</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err="1" smtClean="0">
                <a:latin typeface="Times New Roman" panose="02020603050405020304" pitchFamily="18" charset="0"/>
                <a:ea typeface="돋움" pitchFamily="50" charset="-127"/>
                <a:cs typeface="Times New Roman" panose="02020603050405020304" pitchFamily="18" charset="0"/>
              </a:rPr>
              <a:t>nhất</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err="1" smtClean="0">
                <a:latin typeface="Times New Roman" panose="02020603050405020304" pitchFamily="18" charset="0"/>
                <a:ea typeface="돋움" pitchFamily="50" charset="-127"/>
                <a:cs typeface="Times New Roman" panose="02020603050405020304" pitchFamily="18" charset="0"/>
              </a:rPr>
              <a:t>là</a:t>
            </a:r>
            <a:r>
              <a:rPr lang="ko-KR" altLang="en-US" sz="1200" dirty="0">
                <a:latin typeface="Times New Roman" panose="02020603050405020304" pitchFamily="18" charset="0"/>
                <a:ea typeface="돋움" pitchFamily="50" charset="-127"/>
                <a:cs typeface="Times New Roman" panose="02020603050405020304" pitchFamily="18" charset="0"/>
              </a:rPr>
              <a:t> </a:t>
            </a:r>
            <a:r>
              <a:rPr lang="en-US" altLang="ko-KR" sz="1200" dirty="0" smtClean="0">
                <a:latin typeface="Times New Roman" panose="02020603050405020304" pitchFamily="18" charset="0"/>
                <a:ea typeface="돋움" pitchFamily="50" charset="-127"/>
                <a:cs typeface="Times New Roman" panose="02020603050405020304" pitchFamily="18" charset="0"/>
              </a:rPr>
              <a:t>32kword</a:t>
            </a:r>
            <a:endParaRPr lang="ko-KR" altLang="en-US" sz="1200" dirty="0">
              <a:latin typeface="Times New Roman" panose="02020603050405020304" pitchFamily="18" charset="0"/>
              <a:ea typeface="돋움" pitchFamily="50" charset="-127"/>
              <a:cs typeface="Times New Roman" panose="02020603050405020304" pitchFamily="18" charset="0"/>
            </a:endParaRPr>
          </a:p>
        </p:txBody>
      </p:sp>
      <p:cxnSp>
        <p:nvCxnSpPr>
          <p:cNvPr id="44" name="직선 연결선 43"/>
          <p:cNvCxnSpPr/>
          <p:nvPr/>
        </p:nvCxnSpPr>
        <p:spPr bwMode="auto">
          <a:xfrm>
            <a:off x="8661412" y="2852936"/>
            <a:ext cx="425315" cy="0"/>
          </a:xfrm>
          <a:prstGeom prst="line">
            <a:avLst/>
          </a:prstGeom>
          <a:noFill/>
          <a:ln w="9525" cap="flat" cmpd="sng" algn="ctr">
            <a:solidFill>
              <a:schemeClr val="tx1">
                <a:lumMod val="50000"/>
                <a:lumOff val="50000"/>
              </a:schemeClr>
            </a:solidFill>
            <a:prstDash val="dash"/>
            <a:round/>
            <a:headEnd type="none" w="med" len="med"/>
            <a:tailEnd type="none" w="med" len="med"/>
          </a:ln>
          <a:effectLst/>
        </p:spPr>
      </p:cxnSp>
      <p:cxnSp>
        <p:nvCxnSpPr>
          <p:cNvPr id="45" name="직선 연결선 44"/>
          <p:cNvCxnSpPr/>
          <p:nvPr/>
        </p:nvCxnSpPr>
        <p:spPr bwMode="auto">
          <a:xfrm>
            <a:off x="8661412" y="6301891"/>
            <a:ext cx="425315" cy="0"/>
          </a:xfrm>
          <a:prstGeom prst="line">
            <a:avLst/>
          </a:prstGeom>
          <a:noFill/>
          <a:ln w="9525" cap="flat" cmpd="sng" algn="ctr">
            <a:solidFill>
              <a:schemeClr val="tx1">
                <a:lumMod val="50000"/>
                <a:lumOff val="50000"/>
              </a:schemeClr>
            </a:solidFill>
            <a:prstDash val="dash"/>
            <a:round/>
            <a:headEnd type="none" w="med" len="med"/>
            <a:tailEnd type="none" w="med" len="med"/>
          </a:ln>
          <a:effectLst/>
        </p:spPr>
      </p:cxnSp>
      <p:sp>
        <p:nvSpPr>
          <p:cNvPr id="34" name="TextBox 33"/>
          <p:cNvSpPr txBox="1"/>
          <p:nvPr/>
        </p:nvSpPr>
        <p:spPr>
          <a:xfrm>
            <a:off x="8714370" y="2883135"/>
            <a:ext cx="406265" cy="4228273"/>
          </a:xfrm>
          <a:prstGeom prst="rect">
            <a:avLst/>
          </a:prstGeom>
          <a:noFill/>
        </p:spPr>
        <p:txBody>
          <a:bodyPr vert="eaVert" wrap="none" rtlCol="0">
            <a:spAutoFit/>
          </a:bodyPr>
          <a:lstStyle/>
          <a:p>
            <a:r>
              <a:rPr lang="en-US" altLang="ko-KR" sz="1200" dirty="0" err="1" smtClean="0">
                <a:latin typeface="Times New Roman" panose="02020603050405020304" pitchFamily="18" charset="0"/>
                <a:ea typeface="돋움" pitchFamily="50" charset="-127"/>
                <a:cs typeface="Times New Roman" panose="02020603050405020304" pitchFamily="18" charset="0"/>
              </a:rPr>
              <a:t>Có</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err="1" smtClean="0">
                <a:latin typeface="Times New Roman" panose="02020603050405020304" pitchFamily="18" charset="0"/>
                <a:ea typeface="돋움" pitchFamily="50" charset="-127"/>
                <a:cs typeface="Times New Roman" panose="02020603050405020304" pitchFamily="18" charset="0"/>
              </a:rPr>
              <a:t>thể</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err="1" smtClean="0">
                <a:latin typeface="Times New Roman" panose="02020603050405020304" pitchFamily="18" charset="0"/>
                <a:ea typeface="돋움" pitchFamily="50" charset="-127"/>
                <a:cs typeface="Times New Roman" panose="02020603050405020304" pitchFamily="18" charset="0"/>
              </a:rPr>
              <a:t>lập</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vi-VN" altLang="ko-KR" sz="1200" dirty="0" smtClean="0">
                <a:latin typeface="Times New Roman" panose="02020603050405020304" pitchFamily="18" charset="0"/>
                <a:ea typeface="돋움" pitchFamily="50" charset="-127"/>
                <a:cs typeface="Times New Roman" panose="02020603050405020304" pitchFamily="18" charset="0"/>
              </a:rPr>
              <a:t>phương trình </a:t>
            </a:r>
            <a:r>
              <a:rPr lang="en-US" altLang="ko-KR" sz="1200" dirty="0" smtClean="0">
                <a:latin typeface="Times New Roman" panose="02020603050405020304" pitchFamily="18" charset="0"/>
                <a:ea typeface="돋움" pitchFamily="50" charset="-127"/>
                <a:cs typeface="Times New Roman" panose="02020603050405020304" pitchFamily="18" charset="0"/>
              </a:rPr>
              <a:t>Index </a:t>
            </a:r>
            <a:r>
              <a:rPr lang="en-US" altLang="ko-KR" sz="1200" dirty="0" err="1" smtClean="0">
                <a:latin typeface="Times New Roman" panose="02020603050405020304" pitchFamily="18" charset="0"/>
                <a:ea typeface="돋움" pitchFamily="50" charset="-127"/>
                <a:cs typeface="Times New Roman" panose="02020603050405020304" pitchFamily="18" charset="0"/>
              </a:rPr>
              <a:t>toàn</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err="1" smtClean="0">
                <a:latin typeface="Times New Roman" panose="02020603050405020304" pitchFamily="18" charset="0"/>
                <a:ea typeface="돋움" pitchFamily="50" charset="-127"/>
                <a:cs typeface="Times New Roman" panose="02020603050405020304" pitchFamily="18" charset="0"/>
              </a:rPr>
              <a:t>bộ</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err="1" smtClean="0">
                <a:latin typeface="Times New Roman" panose="02020603050405020304" pitchFamily="18" charset="0"/>
                <a:ea typeface="돋움" pitchFamily="50" charset="-127"/>
                <a:cs typeface="Times New Roman" panose="02020603050405020304" pitchFamily="18" charset="0"/>
              </a:rPr>
              <a:t>khoảng</a:t>
            </a:r>
            <a:r>
              <a:rPr lang="en-US" altLang="ko-KR" sz="1200" dirty="0">
                <a:latin typeface="Times New Roman" panose="02020603050405020304" pitchFamily="18" charset="0"/>
                <a:ea typeface="돋움" pitchFamily="50" charset="-127"/>
                <a:cs typeface="Times New Roman" panose="02020603050405020304" pitchFamily="18" charset="0"/>
              </a:rPr>
              <a:t> </a:t>
            </a:r>
            <a:r>
              <a:rPr lang="en-US" altLang="ko-KR" sz="1200" dirty="0" smtClean="0">
                <a:latin typeface="Times New Roman" panose="02020603050405020304" pitchFamily="18" charset="0"/>
                <a:ea typeface="돋움" pitchFamily="50" charset="-127"/>
                <a:cs typeface="Times New Roman" panose="02020603050405020304" pitchFamily="18" charset="0"/>
              </a:rPr>
              <a:t>4 0 8 6 </a:t>
            </a:r>
            <a:r>
              <a:rPr lang="en-US" altLang="ko-KR" sz="1200" dirty="0" err="1" smtClean="0">
                <a:latin typeface="Times New Roman" panose="02020603050405020304" pitchFamily="18" charset="0"/>
                <a:ea typeface="돋움" pitchFamily="50" charset="-127"/>
                <a:cs typeface="Times New Roman" panose="02020603050405020304" pitchFamily="18" charset="0"/>
              </a:rPr>
              <a:t>Kword</a:t>
            </a:r>
            <a:endParaRPr lang="ko-KR" altLang="en-US" sz="1200" dirty="0">
              <a:latin typeface="Times New Roman" panose="02020603050405020304" pitchFamily="18" charset="0"/>
              <a:ea typeface="돋움" pitchFamily="50" charset="-127"/>
              <a:cs typeface="Times New Roman" panose="02020603050405020304" pitchFamily="18" charset="0"/>
            </a:endParaRPr>
          </a:p>
        </p:txBody>
      </p:sp>
      <p:sp>
        <p:nvSpPr>
          <p:cNvPr id="48" name="TextBox 47"/>
          <p:cNvSpPr txBox="1"/>
          <p:nvPr/>
        </p:nvSpPr>
        <p:spPr>
          <a:xfrm>
            <a:off x="7463755" y="3674668"/>
            <a:ext cx="406265" cy="876650"/>
          </a:xfrm>
          <a:prstGeom prst="rect">
            <a:avLst/>
          </a:prstGeom>
          <a:noFill/>
        </p:spPr>
        <p:txBody>
          <a:bodyPr vert="eaVert" wrap="none" rtlCol="0">
            <a:spAutoFit/>
          </a:bodyPr>
          <a:lstStyle/>
          <a:p>
            <a:r>
              <a:rPr lang="en-US" altLang="ko-KR" sz="1200" dirty="0" err="1" smtClean="0">
                <a:latin typeface="Times New Roman" panose="02020603050405020304" pitchFamily="18" charset="0"/>
                <a:ea typeface="돋움" pitchFamily="50" charset="-127"/>
                <a:cs typeface="Times New Roman" panose="02020603050405020304" pitchFamily="18" charset="0"/>
              </a:rPr>
              <a:t>Xử</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err="1" smtClean="0">
                <a:latin typeface="Times New Roman" panose="02020603050405020304" pitchFamily="18" charset="0"/>
                <a:ea typeface="돋움" pitchFamily="50" charset="-127"/>
                <a:cs typeface="Times New Roman" panose="02020603050405020304" pitchFamily="18" charset="0"/>
              </a:rPr>
              <a:t>lý</a:t>
            </a:r>
            <a:r>
              <a:rPr lang="en-US" altLang="ko-KR" sz="1200" dirty="0" smtClean="0">
                <a:latin typeface="Times New Roman" panose="02020603050405020304" pitchFamily="18" charset="0"/>
                <a:ea typeface="돋움" pitchFamily="50" charset="-127"/>
                <a:cs typeface="Times New Roman" panose="02020603050405020304" pitchFamily="18" charset="0"/>
              </a:rPr>
              <a:t> 32 Bit</a:t>
            </a:r>
          </a:p>
        </p:txBody>
      </p:sp>
      <p:sp>
        <p:nvSpPr>
          <p:cNvPr id="35" name="이등변 삼각형 34"/>
          <p:cNvSpPr/>
          <p:nvPr/>
        </p:nvSpPr>
        <p:spPr bwMode="auto">
          <a:xfrm rot="5400000">
            <a:off x="7614448" y="3137297"/>
            <a:ext cx="167766" cy="904839"/>
          </a:xfrm>
          <a:prstGeom prst="triangle">
            <a:avLst/>
          </a:prstGeom>
          <a:solidFill>
            <a:srgbClr val="C00000"/>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54299826"/>
      </p:ext>
    </p:extLst>
  </p:cSld>
  <p:clrMapOvr>
    <a:masterClrMapping/>
  </p:clrMapOvr>
  <p:transition/>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TextBox 4"/>
          <p:cNvSpPr txBox="1">
            <a:spLocks noChangeArrowheads="1"/>
          </p:cNvSpPr>
          <p:nvPr/>
        </p:nvSpPr>
        <p:spPr bwMode="auto">
          <a:xfrm>
            <a:off x="485775" y="693738"/>
            <a:ext cx="648510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r>
              <a:rPr lang="en-US" altLang="ko-KR" sz="1200" b="1" dirty="0">
                <a:latin typeface="Times New Roman" panose="02020603050405020304" pitchFamily="18" charset="0"/>
                <a:cs typeface="Times New Roman" panose="02020603050405020304" pitchFamily="18" charset="0"/>
              </a:rPr>
              <a:t>	6) </a:t>
            </a:r>
            <a:r>
              <a:rPr lang="en-US" altLang="ko-KR" sz="1200" b="1" dirty="0" err="1" smtClean="0">
                <a:latin typeface="Times New Roman" panose="02020603050405020304" pitchFamily="18" charset="0"/>
                <a:cs typeface="Times New Roman" panose="02020603050405020304" pitchFamily="18" charset="0"/>
              </a:rPr>
              <a:t>Khả</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năng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tương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thích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với</a:t>
            </a:r>
            <a:r>
              <a:rPr lang="en-US" altLang="ko-KR" sz="1200" b="1" dirty="0" smtClean="0">
                <a:latin typeface="Times New Roman" panose="02020603050405020304" pitchFamily="18" charset="0"/>
                <a:cs typeface="Times New Roman" panose="02020603050405020304" pitchFamily="18" charset="0"/>
              </a:rPr>
              <a:t> Model </a:t>
            </a:r>
            <a:r>
              <a:rPr lang="en-US" altLang="ko-KR" sz="1200" b="1" dirty="0" err="1" smtClean="0">
                <a:latin typeface="Times New Roman" panose="02020603050405020304" pitchFamily="18" charset="0"/>
                <a:cs typeface="Times New Roman" panose="02020603050405020304" pitchFamily="18" charset="0"/>
              </a:rPr>
              <a:t>hiện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tại</a:t>
            </a:r>
            <a:r>
              <a:rPr lang="en-US" altLang="ko-KR" sz="1200" b="1" dirty="0" smtClean="0">
                <a:latin typeface="Times New Roman" panose="02020603050405020304" pitchFamily="18" charset="0"/>
                <a:cs typeface="Times New Roman" panose="02020603050405020304" pitchFamily="18" charset="0"/>
              </a:rPr>
              <a:t>.</a:t>
            </a:r>
            <a:endParaRPr lang="en-US" altLang="ko-KR" sz="1200" b="1"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Do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loại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Mô</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đun</a:t>
            </a:r>
            <a:r>
              <a:rPr lang="en-US" altLang="ko-KR" sz="1200" dirty="0" smtClean="0">
                <a:latin typeface="Times New Roman" panose="02020603050405020304" pitchFamily="18" charset="0"/>
                <a:cs typeface="Times New Roman" panose="02020603050405020304" pitchFamily="18" charset="0"/>
              </a:rPr>
              <a:t> Series Q  </a:t>
            </a:r>
            <a:r>
              <a:rPr lang="en-US" altLang="ko-KR" sz="1200" dirty="0" err="1" smtClean="0">
                <a:latin typeface="Times New Roman" panose="02020603050405020304" pitchFamily="18" charset="0"/>
                <a:cs typeface="Times New Roman" panose="02020603050405020304" pitchFamily="18" charset="0"/>
              </a:rPr>
              <a:t>hiện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tại</a:t>
            </a:r>
            <a:r>
              <a:rPr lang="en-US" altLang="ko-KR" sz="1200" dirty="0" smtClean="0">
                <a:latin typeface="Times New Roman" panose="02020603050405020304" pitchFamily="18" charset="0"/>
                <a:cs typeface="Times New Roman" panose="02020603050405020304" pitchFamily="18" charset="0"/>
              </a:rPr>
              <a:t> ở Model </a:t>
            </a:r>
            <a:r>
              <a:rPr lang="en-US" altLang="ko-KR" sz="1200" dirty="0" err="1" smtClean="0">
                <a:latin typeface="Times New Roman" panose="02020603050405020304" pitchFamily="18" charset="0"/>
                <a:cs typeface="Times New Roman" panose="02020603050405020304" pitchFamily="18" charset="0"/>
              </a:rPr>
              <a:t>mới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nên</a:t>
            </a:r>
            <a:r>
              <a:rPr lang="en-US" altLang="ko-KR" sz="1200" dirty="0" smtClean="0">
                <a:latin typeface="Times New Roman" panose="02020603050405020304" pitchFamily="18" charset="0"/>
                <a:cs typeface="Times New Roman" panose="02020603050405020304" pitchFamily="18" charset="0"/>
              </a:rPr>
              <a:t> chi </a:t>
            </a:r>
            <a:r>
              <a:rPr lang="en-US" altLang="ko-KR" sz="1200" dirty="0" err="1" smtClean="0">
                <a:latin typeface="Times New Roman" panose="02020603050405020304" pitchFamily="18" charset="0"/>
                <a:cs typeface="Times New Roman" panose="02020603050405020304" pitchFamily="18" charset="0"/>
              </a:rPr>
              <a:t>phí</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bảo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trì</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cũng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giảm</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20070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6013" y="1763713"/>
            <a:ext cx="7380287" cy="375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708" name="TextBox 7"/>
          <p:cNvSpPr txBox="1">
            <a:spLocks noChangeArrowheads="1"/>
          </p:cNvSpPr>
          <p:nvPr/>
        </p:nvSpPr>
        <p:spPr bwMode="auto">
          <a:xfrm>
            <a:off x="6773863" y="2020888"/>
            <a:ext cx="29450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dirty="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Khi</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sử</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dụng</a:t>
            </a:r>
            <a:r>
              <a:rPr lang="en-US" altLang="ko-KR" sz="1000" b="1" dirty="0" smtClean="0">
                <a:latin typeface="Times New Roman" panose="02020603050405020304" pitchFamily="18" charset="0"/>
                <a:ea typeface="굴림체" pitchFamily="49" charset="-127"/>
                <a:cs typeface="Times New Roman" panose="02020603050405020304" pitchFamily="18" charset="0"/>
              </a:rPr>
              <a:t> Series  GOT 900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cần</a:t>
            </a:r>
            <a:r>
              <a:rPr lang="en-US" altLang="ko-KR" sz="1000" b="1" dirty="0" smtClean="0">
                <a:latin typeface="Times New Roman" panose="02020603050405020304" pitchFamily="18" charset="0"/>
                <a:ea typeface="굴림체" pitchFamily="49" charset="-127"/>
                <a:cs typeface="Times New Roman" panose="02020603050405020304" pitchFamily="18" charset="0"/>
              </a:rPr>
              <a:t>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cài</a:t>
            </a:r>
            <a:r>
              <a:rPr lang="en-US" altLang="ko-KR" sz="1000" b="1" dirty="0" smtClean="0">
                <a:latin typeface="Times New Roman" panose="02020603050405020304" pitchFamily="18" charset="0"/>
                <a:ea typeface="굴림체" pitchFamily="49" charset="-127"/>
                <a:cs typeface="Times New Roman" panose="02020603050405020304" pitchFamily="18" charset="0"/>
              </a:rPr>
              <a:t> OS </a:t>
            </a:r>
            <a:r>
              <a:rPr lang="en-US" altLang="ko-KR" sz="1000" b="1" dirty="0" err="1" smtClean="0">
                <a:latin typeface="Times New Roman" panose="02020603050405020304" pitchFamily="18" charset="0"/>
                <a:ea typeface="굴림체" pitchFamily="49" charset="-127"/>
                <a:cs typeface="Times New Roman" panose="02020603050405020304" pitchFamily="18" charset="0"/>
              </a:rPr>
              <a:t>riêng</a:t>
            </a:r>
            <a:r>
              <a:rPr lang="en-US" altLang="ko-KR" sz="1000" b="1" dirty="0">
                <a:latin typeface="Times New Roman" panose="02020603050405020304" pitchFamily="18" charset="0"/>
                <a:ea typeface="굴림체" pitchFamily="49" charset="-127"/>
                <a:cs typeface="Times New Roman" panose="02020603050405020304" pitchFamily="18" charset="0"/>
              </a:rPr>
              <a:t>.</a:t>
            </a:r>
            <a:endParaRPr lang="ko-KR" altLang="en-US" sz="1000" b="1" dirty="0">
              <a:latin typeface="Times New Roman" panose="02020603050405020304" pitchFamily="18" charset="0"/>
              <a:ea typeface="굴림체" pitchFamily="49" charset="-127"/>
              <a:cs typeface="Times New Roman" panose="02020603050405020304" pitchFamily="18" charset="0"/>
            </a:endParaRPr>
          </a:p>
        </p:txBody>
      </p:sp>
      <p:sp>
        <p:nvSpPr>
          <p:cNvPr id="200709" name="Text Box 8"/>
          <p:cNvSpPr txBox="1">
            <a:spLocks noChangeArrowheads="1"/>
          </p:cNvSpPr>
          <p:nvPr/>
        </p:nvSpPr>
        <p:spPr bwMode="auto">
          <a:xfrm>
            <a:off x="7761312" y="84138"/>
            <a:ext cx="21002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3. </a:t>
            </a:r>
            <a:r>
              <a:rPr lang="en-US" altLang="ko-KR" sz="1600" b="1" dirty="0" err="1" smtClean="0">
                <a:latin typeface="Times New Roman" panose="02020603050405020304" pitchFamily="18" charset="0"/>
                <a:cs typeface="Times New Roman" panose="02020603050405020304" pitchFamily="18" charset="0"/>
              </a:rPr>
              <a:t>Sử</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dụng</a:t>
            </a:r>
            <a:r>
              <a:rPr lang="en-US" altLang="ko-KR" sz="1600" b="1" dirty="0" smtClean="0">
                <a:latin typeface="Times New Roman" panose="02020603050405020304" pitchFamily="18" charset="0"/>
                <a:cs typeface="Times New Roman" panose="02020603050405020304" pitchFamily="18" charset="0"/>
              </a:rPr>
              <a:t> UDH CPU</a:t>
            </a:r>
            <a:endParaRPr lang="ko-KR" altLang="en-US" sz="1600" b="1" dirty="0">
              <a:latin typeface="Times New Roman" panose="02020603050405020304" pitchFamily="18" charset="0"/>
              <a:cs typeface="Times New Roman" panose="02020603050405020304" pitchFamily="18" charset="0"/>
            </a:endParaRPr>
          </a:p>
        </p:txBody>
      </p:sp>
      <p:sp>
        <p:nvSpPr>
          <p:cNvPr id="200710"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1379079" y="1718586"/>
            <a:ext cx="1116124" cy="455503"/>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 name="TextBox 2"/>
          <p:cNvSpPr txBox="1"/>
          <p:nvPr/>
        </p:nvSpPr>
        <p:spPr>
          <a:xfrm>
            <a:off x="1379079" y="1789371"/>
            <a:ext cx="1356462" cy="313932"/>
          </a:xfrm>
          <a:prstGeom prst="rect">
            <a:avLst/>
          </a:prstGeom>
          <a:noFill/>
        </p:spPr>
        <p:txBody>
          <a:bodyPr wrap="none" rtlCol="0">
            <a:spAutoFit/>
          </a:bodyPr>
          <a:lstStyle/>
          <a:p>
            <a:r>
              <a:rPr lang="en-US" altLang="ko-KR" sz="1200" dirty="0" smtClean="0">
                <a:latin typeface="Times New Roman" panose="02020603050405020304" pitchFamily="18" charset="0"/>
                <a:ea typeface="돋움" pitchFamily="50" charset="-127"/>
                <a:cs typeface="Times New Roman" panose="02020603050405020304" pitchFamily="18" charset="0"/>
              </a:rPr>
              <a:t>MELSEC Series Q</a:t>
            </a:r>
            <a:endParaRPr lang="ko-KR" altLang="en-US" sz="1200" dirty="0">
              <a:latin typeface="Times New Roman" panose="02020603050405020304" pitchFamily="18" charset="0"/>
              <a:ea typeface="돋움" pitchFamily="50" charset="-127"/>
              <a:cs typeface="Times New Roman" panose="02020603050405020304" pitchFamily="18" charset="0"/>
            </a:endParaRPr>
          </a:p>
        </p:txBody>
      </p:sp>
      <p:sp>
        <p:nvSpPr>
          <p:cNvPr id="9" name="직사각형 8"/>
          <p:cNvSpPr/>
          <p:nvPr/>
        </p:nvSpPr>
        <p:spPr bwMode="auto">
          <a:xfrm>
            <a:off x="5447531" y="1810554"/>
            <a:ext cx="1224000" cy="455503"/>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0" name="TextBox 9"/>
          <p:cNvSpPr txBox="1"/>
          <p:nvPr/>
        </p:nvSpPr>
        <p:spPr>
          <a:xfrm>
            <a:off x="5385048" y="1777345"/>
            <a:ext cx="1223412" cy="535531"/>
          </a:xfrm>
          <a:prstGeom prst="rect">
            <a:avLst/>
          </a:prstGeom>
          <a:noFill/>
        </p:spPr>
        <p:txBody>
          <a:bodyPr wrap="none" rtlCol="0">
            <a:spAutoFit/>
          </a:bodyPr>
          <a:lstStyle/>
          <a:p>
            <a:r>
              <a:rPr lang="en-US" altLang="ko-KR" sz="1200" dirty="0" err="1" smtClean="0">
                <a:latin typeface="Times New Roman" panose="02020603050405020304" pitchFamily="18" charset="0"/>
                <a:ea typeface="돋움" pitchFamily="50" charset="-127"/>
                <a:cs typeface="Times New Roman" panose="02020603050405020304" pitchFamily="18" charset="0"/>
              </a:rPr>
              <a:t>Thiết</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err="1" smtClean="0">
                <a:latin typeface="Times New Roman" panose="02020603050405020304" pitchFamily="18" charset="0"/>
                <a:ea typeface="돋움" pitchFamily="50" charset="-127"/>
                <a:cs typeface="Times New Roman" panose="02020603050405020304" pitchFamily="18" charset="0"/>
              </a:rPr>
              <a:t>bị</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err="1" smtClean="0">
                <a:latin typeface="Times New Roman" panose="02020603050405020304" pitchFamily="18" charset="0"/>
                <a:ea typeface="돋움" pitchFamily="50" charset="-127"/>
                <a:cs typeface="Times New Roman" panose="02020603050405020304" pitchFamily="18" charset="0"/>
              </a:rPr>
              <a:t>biểu</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err="1" smtClean="0">
                <a:latin typeface="Times New Roman" panose="02020603050405020304" pitchFamily="18" charset="0"/>
                <a:ea typeface="돋움" pitchFamily="50" charset="-127"/>
                <a:cs typeface="Times New Roman" panose="02020603050405020304" pitchFamily="18" charset="0"/>
              </a:rPr>
              <a:t>thị</a:t>
            </a:r>
            <a:endParaRPr lang="en-US" altLang="ko-KR" sz="1200" dirty="0" smtClean="0">
              <a:latin typeface="Times New Roman" panose="02020603050405020304" pitchFamily="18" charset="0"/>
              <a:ea typeface="돋움" pitchFamily="50" charset="-127"/>
              <a:cs typeface="Times New Roman" panose="02020603050405020304" pitchFamily="18" charset="0"/>
            </a:endParaRPr>
          </a:p>
          <a:p>
            <a:r>
              <a:rPr lang="en-US" altLang="ko-KR" sz="1200" dirty="0" smtClean="0">
                <a:latin typeface="Times New Roman" panose="02020603050405020304" pitchFamily="18" charset="0"/>
                <a:ea typeface="돋움" pitchFamily="50" charset="-127"/>
                <a:cs typeface="Times New Roman" panose="02020603050405020304" pitchFamily="18" charset="0"/>
              </a:rPr>
              <a:t>Series GOT1000</a:t>
            </a:r>
            <a:endParaRPr lang="ko-KR" altLang="en-US" sz="1200" dirty="0">
              <a:latin typeface="Times New Roman" panose="02020603050405020304" pitchFamily="18" charset="0"/>
              <a:ea typeface="돋움" pitchFamily="50" charset="-127"/>
              <a:cs typeface="Times New Roman" panose="02020603050405020304" pitchFamily="18" charset="0"/>
            </a:endParaRPr>
          </a:p>
        </p:txBody>
      </p:sp>
      <p:sp>
        <p:nvSpPr>
          <p:cNvPr id="4" name="직사각형 3"/>
          <p:cNvSpPr/>
          <p:nvPr/>
        </p:nvSpPr>
        <p:spPr bwMode="auto">
          <a:xfrm>
            <a:off x="2927251" y="2805205"/>
            <a:ext cx="1149045" cy="455503"/>
          </a:xfrm>
          <a:prstGeom prst="rect">
            <a:avLst/>
          </a:prstGeom>
          <a:solidFill>
            <a:srgbClr val="C00000"/>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2" name="TextBox 11"/>
          <p:cNvSpPr txBox="1"/>
          <p:nvPr/>
        </p:nvSpPr>
        <p:spPr>
          <a:xfrm>
            <a:off x="2792760" y="2780928"/>
            <a:ext cx="1415772" cy="463204"/>
          </a:xfrm>
          <a:prstGeom prst="rect">
            <a:avLst/>
          </a:prstGeom>
          <a:noFill/>
        </p:spPr>
        <p:txBody>
          <a:bodyPr wrap="none" rtlCol="0">
            <a:spAutoFit/>
          </a:bodyPr>
          <a:lstStyle/>
          <a:p>
            <a:pPr algn="ctr"/>
            <a:r>
              <a:rPr lang="en-US" altLang="ko-KR" sz="1050" b="1" dirty="0" err="1" smtClean="0">
                <a:solidFill>
                  <a:schemeClr val="bg1"/>
                </a:solidFill>
                <a:latin typeface="Times New Roman" panose="02020603050405020304" pitchFamily="18" charset="0"/>
                <a:ea typeface="돋움" pitchFamily="50" charset="-127"/>
                <a:cs typeface="Times New Roman" panose="02020603050405020304" pitchFamily="18" charset="0"/>
              </a:rPr>
              <a:t>Sử</a:t>
            </a:r>
            <a:r>
              <a:rPr lang="en-US" altLang="ko-KR" sz="105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solidFill>
                  <a:schemeClr val="bg1"/>
                </a:solidFill>
                <a:latin typeface="Times New Roman" panose="02020603050405020304" pitchFamily="18" charset="0"/>
                <a:ea typeface="돋움" pitchFamily="50" charset="-127"/>
                <a:cs typeface="Times New Roman" panose="02020603050405020304" pitchFamily="18" charset="0"/>
              </a:rPr>
              <a:t>dụng</a:t>
            </a:r>
            <a:r>
              <a:rPr lang="en-US" altLang="ko-KR" sz="105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solidFill>
                  <a:schemeClr val="bg1"/>
                </a:solidFill>
                <a:latin typeface="Times New Roman" panose="02020603050405020304" pitchFamily="18" charset="0"/>
                <a:ea typeface="돋움" pitchFamily="50" charset="-127"/>
                <a:cs typeface="Times New Roman" panose="02020603050405020304" pitchFamily="18" charset="0"/>
              </a:rPr>
              <a:t>chung</a:t>
            </a:r>
            <a:r>
              <a:rPr lang="en-US" altLang="ko-KR" sz="105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solidFill>
                  <a:schemeClr val="bg1"/>
                </a:solidFill>
                <a:latin typeface="Times New Roman" panose="02020603050405020304" pitchFamily="18" charset="0"/>
                <a:ea typeface="돋움" pitchFamily="50" charset="-127"/>
                <a:cs typeface="Times New Roman" panose="02020603050405020304" pitchFamily="18" charset="0"/>
              </a:rPr>
              <a:t>cho</a:t>
            </a:r>
            <a:endParaRPr lang="en-US" altLang="ko-KR" sz="1050" b="1" dirty="0" smtClean="0">
              <a:solidFill>
                <a:schemeClr val="bg1"/>
              </a:solidFill>
              <a:latin typeface="Times New Roman" panose="02020603050405020304" pitchFamily="18" charset="0"/>
              <a:ea typeface="돋움" pitchFamily="50" charset="-127"/>
              <a:cs typeface="Times New Roman" panose="02020603050405020304" pitchFamily="18" charset="0"/>
            </a:endParaRPr>
          </a:p>
          <a:p>
            <a:pPr algn="ctr"/>
            <a:r>
              <a:rPr lang="en-US" altLang="ko-KR" sz="105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solidFill>
                  <a:schemeClr val="bg1"/>
                </a:solidFill>
                <a:latin typeface="Times New Roman" panose="02020603050405020304" pitchFamily="18" charset="0"/>
                <a:ea typeface="돋움" pitchFamily="50" charset="-127"/>
                <a:cs typeface="Times New Roman" panose="02020603050405020304" pitchFamily="18" charset="0"/>
              </a:rPr>
              <a:t>các</a:t>
            </a:r>
            <a:r>
              <a:rPr lang="en-US" altLang="ko-KR" sz="105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solidFill>
                  <a:schemeClr val="bg1"/>
                </a:solidFill>
                <a:latin typeface="Times New Roman" panose="02020603050405020304" pitchFamily="18" charset="0"/>
                <a:ea typeface="돋움" pitchFamily="50" charset="-127"/>
                <a:cs typeface="Times New Roman" panose="02020603050405020304" pitchFamily="18" charset="0"/>
              </a:rPr>
              <a:t>sản</a:t>
            </a:r>
            <a:r>
              <a:rPr lang="en-US" altLang="ko-KR" sz="105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solidFill>
                  <a:schemeClr val="bg1"/>
                </a:solidFill>
                <a:latin typeface="Times New Roman" panose="02020603050405020304" pitchFamily="18" charset="0"/>
                <a:ea typeface="돋움" pitchFamily="50" charset="-127"/>
                <a:cs typeface="Times New Roman" panose="02020603050405020304" pitchFamily="18" charset="0"/>
              </a:rPr>
              <a:t>phẩm</a:t>
            </a:r>
            <a:r>
              <a:rPr lang="en-US" altLang="ko-KR" sz="105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solidFill>
                  <a:schemeClr val="bg1"/>
                </a:solidFill>
                <a:latin typeface="Times New Roman" panose="02020603050405020304" pitchFamily="18" charset="0"/>
                <a:ea typeface="돋움" pitchFamily="50" charset="-127"/>
                <a:cs typeface="Times New Roman" panose="02020603050405020304" pitchFamily="18" charset="0"/>
              </a:rPr>
              <a:t>bảo</a:t>
            </a:r>
            <a:r>
              <a:rPr lang="en-US" altLang="ko-KR" sz="105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solidFill>
                  <a:schemeClr val="bg1"/>
                </a:solidFill>
                <a:latin typeface="Times New Roman" panose="02020603050405020304" pitchFamily="18" charset="0"/>
                <a:ea typeface="돋움" pitchFamily="50" charset="-127"/>
                <a:cs typeface="Times New Roman" panose="02020603050405020304" pitchFamily="18" charset="0"/>
              </a:rPr>
              <a:t>trì</a:t>
            </a:r>
            <a:endParaRPr lang="ko-KR" altLang="en-US" sz="1050" b="1" dirty="0">
              <a:solidFill>
                <a:schemeClr val="bg1"/>
              </a:solidFill>
              <a:latin typeface="Times New Roman" panose="02020603050405020304" pitchFamily="18" charset="0"/>
              <a:ea typeface="돋움" pitchFamily="50" charset="-127"/>
              <a:cs typeface="Times New Roman" panose="02020603050405020304" pitchFamily="18" charset="0"/>
            </a:endParaRPr>
          </a:p>
        </p:txBody>
      </p:sp>
      <p:sp>
        <p:nvSpPr>
          <p:cNvPr id="13" name="직사각형 12"/>
          <p:cNvSpPr/>
          <p:nvPr/>
        </p:nvSpPr>
        <p:spPr bwMode="auto">
          <a:xfrm>
            <a:off x="1686161" y="2921812"/>
            <a:ext cx="1116124" cy="455503"/>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4" name="TextBox 13"/>
          <p:cNvSpPr txBox="1"/>
          <p:nvPr/>
        </p:nvSpPr>
        <p:spPr>
          <a:xfrm>
            <a:off x="1772412" y="2997691"/>
            <a:ext cx="1050288" cy="313932"/>
          </a:xfrm>
          <a:prstGeom prst="rect">
            <a:avLst/>
          </a:prstGeom>
          <a:noFill/>
        </p:spPr>
        <p:txBody>
          <a:bodyPr wrap="none" rtlCol="0">
            <a:spAutoFit/>
          </a:bodyPr>
          <a:lstStyle/>
          <a:p>
            <a:r>
              <a:rPr lang="en-US" altLang="ko-KR" sz="1200" dirty="0" smtClean="0">
                <a:latin typeface="Times New Roman" panose="02020603050405020304" pitchFamily="18" charset="0"/>
                <a:ea typeface="돋움" pitchFamily="50" charset="-127"/>
                <a:cs typeface="Times New Roman" panose="02020603050405020304" pitchFamily="18" charset="0"/>
              </a:rPr>
              <a:t>[ Model </a:t>
            </a:r>
            <a:r>
              <a:rPr lang="en-US" altLang="ko-KR" sz="1200" dirty="0" err="1" smtClean="0">
                <a:latin typeface="Times New Roman" panose="02020603050405020304" pitchFamily="18" charset="0"/>
                <a:ea typeface="돋움" pitchFamily="50" charset="-127"/>
                <a:cs typeface="Times New Roman" panose="02020603050405020304" pitchFamily="18" charset="0"/>
              </a:rPr>
              <a:t>mới</a:t>
            </a:r>
            <a:r>
              <a:rPr lang="ko-KR" altLang="en-US"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smtClean="0">
                <a:latin typeface="Times New Roman" panose="02020603050405020304" pitchFamily="18" charset="0"/>
                <a:ea typeface="돋움" pitchFamily="50" charset="-127"/>
                <a:cs typeface="Times New Roman" panose="02020603050405020304" pitchFamily="18" charset="0"/>
              </a:rPr>
              <a:t>]</a:t>
            </a:r>
            <a:endParaRPr lang="ko-KR" altLang="en-US" sz="1200" dirty="0">
              <a:latin typeface="Times New Roman" panose="02020603050405020304" pitchFamily="18" charset="0"/>
              <a:ea typeface="돋움" pitchFamily="50" charset="-127"/>
              <a:cs typeface="Times New Roman" panose="02020603050405020304" pitchFamily="18" charset="0"/>
            </a:endParaRPr>
          </a:p>
        </p:txBody>
      </p:sp>
      <p:sp>
        <p:nvSpPr>
          <p:cNvPr id="15" name="직사각형 14"/>
          <p:cNvSpPr/>
          <p:nvPr/>
        </p:nvSpPr>
        <p:spPr bwMode="auto">
          <a:xfrm>
            <a:off x="5516005" y="2921812"/>
            <a:ext cx="1116124" cy="455503"/>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6" name="TextBox 15"/>
          <p:cNvSpPr txBox="1"/>
          <p:nvPr/>
        </p:nvSpPr>
        <p:spPr>
          <a:xfrm>
            <a:off x="5602256" y="2997691"/>
            <a:ext cx="1821332" cy="313932"/>
          </a:xfrm>
          <a:prstGeom prst="rect">
            <a:avLst/>
          </a:prstGeom>
          <a:noFill/>
        </p:spPr>
        <p:txBody>
          <a:bodyPr wrap="none" rtlCol="0">
            <a:spAutoFit/>
          </a:bodyPr>
          <a:lstStyle/>
          <a:p>
            <a:r>
              <a:rPr lang="en-US" altLang="ko-KR" sz="1200" dirty="0" smtClean="0">
                <a:latin typeface="Times New Roman" panose="02020603050405020304" pitchFamily="18" charset="0"/>
                <a:ea typeface="돋움" pitchFamily="50" charset="-127"/>
                <a:cs typeface="Times New Roman" panose="02020603050405020304" pitchFamily="18" charset="0"/>
              </a:rPr>
              <a:t>[ Model </a:t>
            </a:r>
            <a:r>
              <a:rPr lang="en-US" altLang="ko-KR" sz="1200" dirty="0" err="1" smtClean="0">
                <a:latin typeface="Times New Roman" panose="02020603050405020304" pitchFamily="18" charset="0"/>
                <a:ea typeface="돋움" pitchFamily="50" charset="-127"/>
                <a:cs typeface="Times New Roman" panose="02020603050405020304" pitchFamily="18" charset="0"/>
              </a:rPr>
              <a:t>từ</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err="1" smtClean="0">
                <a:latin typeface="Times New Roman" panose="02020603050405020304" pitchFamily="18" charset="0"/>
                <a:ea typeface="돋움" pitchFamily="50" charset="-127"/>
                <a:cs typeface="Times New Roman" panose="02020603050405020304" pitchFamily="18" charset="0"/>
              </a:rPr>
              <a:t>trước</a:t>
            </a:r>
            <a:r>
              <a:rPr lang="en-US" altLang="ko-KR"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err="1" smtClean="0">
                <a:latin typeface="Times New Roman" panose="02020603050405020304" pitchFamily="18" charset="0"/>
                <a:ea typeface="돋움" pitchFamily="50" charset="-127"/>
                <a:cs typeface="Times New Roman" panose="02020603050405020304" pitchFamily="18" charset="0"/>
              </a:rPr>
              <a:t>đến</a:t>
            </a:r>
            <a:r>
              <a:rPr lang="en-US" altLang="ko-KR" sz="1200" dirty="0" smtClean="0">
                <a:latin typeface="Times New Roman" panose="02020603050405020304" pitchFamily="18" charset="0"/>
                <a:ea typeface="돋움" pitchFamily="50" charset="-127"/>
                <a:cs typeface="Times New Roman" panose="02020603050405020304" pitchFamily="18" charset="0"/>
              </a:rPr>
              <a:t> nay</a:t>
            </a:r>
            <a:r>
              <a:rPr lang="ko-KR" altLang="en-US" sz="1200" dirty="0" smtClean="0">
                <a:latin typeface="Times New Roman" panose="02020603050405020304" pitchFamily="18" charset="0"/>
                <a:ea typeface="돋움" pitchFamily="50" charset="-127"/>
                <a:cs typeface="Times New Roman" panose="02020603050405020304" pitchFamily="18" charset="0"/>
              </a:rPr>
              <a:t> </a:t>
            </a:r>
            <a:r>
              <a:rPr lang="en-US" altLang="ko-KR" sz="1200" dirty="0" smtClean="0">
                <a:latin typeface="Times New Roman" panose="02020603050405020304" pitchFamily="18" charset="0"/>
                <a:ea typeface="돋움" pitchFamily="50" charset="-127"/>
                <a:cs typeface="Times New Roman" panose="02020603050405020304" pitchFamily="18" charset="0"/>
              </a:rPr>
              <a:t>]</a:t>
            </a:r>
            <a:endParaRPr lang="ko-KR" altLang="en-US" sz="1200" dirty="0">
              <a:latin typeface="Times New Roman" panose="02020603050405020304" pitchFamily="18" charset="0"/>
              <a:ea typeface="돋움" pitchFamily="50" charset="-127"/>
              <a:cs typeface="Times New Roman" panose="02020603050405020304" pitchFamily="18" charset="0"/>
            </a:endParaRPr>
          </a:p>
        </p:txBody>
      </p:sp>
      <p:sp>
        <p:nvSpPr>
          <p:cNvPr id="19" name="직사각형 18"/>
          <p:cNvSpPr/>
          <p:nvPr/>
        </p:nvSpPr>
        <p:spPr bwMode="auto">
          <a:xfrm>
            <a:off x="1331454" y="3515740"/>
            <a:ext cx="936000" cy="455503"/>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0" name="TextBox 19"/>
          <p:cNvSpPr txBox="1"/>
          <p:nvPr/>
        </p:nvSpPr>
        <p:spPr>
          <a:xfrm>
            <a:off x="1261542" y="3542400"/>
            <a:ext cx="1116011" cy="410241"/>
          </a:xfrm>
          <a:prstGeom prst="rect">
            <a:avLst/>
          </a:prstGeom>
          <a:noFill/>
        </p:spPr>
        <p:txBody>
          <a:bodyPr wrap="none" rtlCol="0">
            <a:spAutoFit/>
          </a:bodyPr>
          <a:lstStyle/>
          <a:p>
            <a:r>
              <a:rPr lang="en-US" altLang="ko-KR" sz="900" dirty="0" smtClean="0">
                <a:latin typeface="Times New Roman" panose="02020603050405020304" pitchFamily="18" charset="0"/>
                <a:ea typeface="돋움" pitchFamily="50" charset="-127"/>
                <a:cs typeface="Times New Roman" panose="02020603050405020304" pitchFamily="18" charset="0"/>
              </a:rPr>
              <a:t>Base </a:t>
            </a:r>
            <a:r>
              <a:rPr lang="en-US" altLang="ko-KR" sz="900" dirty="0" err="1" smtClean="0">
                <a:latin typeface="Times New Roman" panose="02020603050405020304" pitchFamily="18" charset="0"/>
                <a:ea typeface="돋움" pitchFamily="50" charset="-127"/>
                <a:cs typeface="Times New Roman" panose="02020603050405020304" pitchFamily="18" charset="0"/>
              </a:rPr>
              <a:t>cơ</a:t>
            </a:r>
            <a:r>
              <a:rPr lang="en-US" altLang="ko-KR" sz="900" dirty="0" smtClean="0">
                <a:latin typeface="Times New Roman" panose="02020603050405020304" pitchFamily="18" charset="0"/>
                <a:ea typeface="돋움" pitchFamily="50" charset="-127"/>
                <a:cs typeface="Times New Roman" panose="02020603050405020304" pitchFamily="18" charset="0"/>
              </a:rPr>
              <a:t> </a:t>
            </a:r>
            <a:r>
              <a:rPr lang="en-US" altLang="ko-KR" sz="900" dirty="0" err="1" smtClean="0">
                <a:latin typeface="Times New Roman" panose="02020603050405020304" pitchFamily="18" charset="0"/>
                <a:ea typeface="돋움" pitchFamily="50" charset="-127"/>
                <a:cs typeface="Times New Roman" panose="02020603050405020304" pitchFamily="18" charset="0"/>
              </a:rPr>
              <a:t>bản</a:t>
            </a:r>
            <a:r>
              <a:rPr lang="en-US" altLang="ko-KR" sz="900" dirty="0" smtClean="0">
                <a:latin typeface="Times New Roman" panose="02020603050405020304" pitchFamily="18" charset="0"/>
                <a:ea typeface="돋움" pitchFamily="50" charset="-127"/>
                <a:cs typeface="Times New Roman" panose="02020603050405020304" pitchFamily="18" charset="0"/>
              </a:rPr>
              <a:t> </a:t>
            </a:r>
            <a:r>
              <a:rPr lang="en-US" altLang="ko-KR" sz="900" dirty="0" err="1" smtClean="0">
                <a:latin typeface="Times New Roman" panose="02020603050405020304" pitchFamily="18" charset="0"/>
                <a:ea typeface="돋움" pitchFamily="50" charset="-127"/>
                <a:cs typeface="Times New Roman" panose="02020603050405020304" pitchFamily="18" charset="0"/>
              </a:rPr>
              <a:t>tốc</a:t>
            </a:r>
            <a:r>
              <a:rPr lang="en-US" altLang="ko-KR" sz="900" dirty="0" smtClean="0">
                <a:latin typeface="Times New Roman" panose="02020603050405020304" pitchFamily="18" charset="0"/>
                <a:ea typeface="돋움" pitchFamily="50" charset="-127"/>
                <a:cs typeface="Times New Roman" panose="02020603050405020304" pitchFamily="18" charset="0"/>
              </a:rPr>
              <a:t> </a:t>
            </a:r>
            <a:r>
              <a:rPr lang="en-US" altLang="ko-KR" sz="900" dirty="0" err="1" smtClean="0">
                <a:latin typeface="Times New Roman" panose="02020603050405020304" pitchFamily="18" charset="0"/>
                <a:ea typeface="돋움" pitchFamily="50" charset="-127"/>
                <a:cs typeface="Times New Roman" panose="02020603050405020304" pitchFamily="18" charset="0"/>
              </a:rPr>
              <a:t>độ</a:t>
            </a:r>
            <a:r>
              <a:rPr lang="en-US" altLang="ko-KR" sz="900" dirty="0" smtClean="0">
                <a:latin typeface="Times New Roman" panose="02020603050405020304" pitchFamily="18" charset="0"/>
                <a:ea typeface="돋움" pitchFamily="50" charset="-127"/>
                <a:cs typeface="Times New Roman" panose="02020603050405020304" pitchFamily="18" charset="0"/>
              </a:rPr>
              <a:t> </a:t>
            </a:r>
          </a:p>
          <a:p>
            <a:r>
              <a:rPr lang="en-US" altLang="ko-KR" sz="900" dirty="0" err="1" smtClean="0">
                <a:latin typeface="Times New Roman" panose="02020603050405020304" pitchFamily="18" charset="0"/>
                <a:ea typeface="돋움" pitchFamily="50" charset="-127"/>
                <a:cs typeface="Times New Roman" panose="02020603050405020304" pitchFamily="18" charset="0"/>
              </a:rPr>
              <a:t>cao</a:t>
            </a:r>
            <a:r>
              <a:rPr lang="en-US" altLang="ko-KR" sz="900" dirty="0" smtClean="0">
                <a:latin typeface="Times New Roman" panose="02020603050405020304" pitchFamily="18" charset="0"/>
                <a:ea typeface="돋움" pitchFamily="50" charset="-127"/>
                <a:cs typeface="Times New Roman" panose="02020603050405020304" pitchFamily="18" charset="0"/>
              </a:rPr>
              <a:t> </a:t>
            </a:r>
            <a:r>
              <a:rPr lang="en-US" altLang="ko-KR" sz="900" dirty="0" err="1" smtClean="0">
                <a:latin typeface="Times New Roman" panose="02020603050405020304" pitchFamily="18" charset="0"/>
                <a:ea typeface="돋움" pitchFamily="50" charset="-127"/>
                <a:cs typeface="Times New Roman" panose="02020603050405020304" pitchFamily="18" charset="0"/>
              </a:rPr>
              <a:t>giữa</a:t>
            </a:r>
            <a:r>
              <a:rPr lang="en-US" altLang="ko-KR" sz="900" dirty="0" smtClean="0">
                <a:latin typeface="Times New Roman" panose="02020603050405020304" pitchFamily="18" charset="0"/>
                <a:ea typeface="돋움" pitchFamily="50" charset="-127"/>
                <a:cs typeface="Times New Roman" panose="02020603050405020304" pitchFamily="18" charset="0"/>
              </a:rPr>
              <a:t> Multi</a:t>
            </a:r>
            <a:r>
              <a:rPr lang="ko-KR" altLang="en-US" sz="900" dirty="0" smtClean="0">
                <a:latin typeface="Times New Roman" panose="02020603050405020304" pitchFamily="18" charset="0"/>
                <a:ea typeface="돋움" pitchFamily="50" charset="-127"/>
                <a:cs typeface="Times New Roman" panose="02020603050405020304" pitchFamily="18" charset="0"/>
              </a:rPr>
              <a:t> </a:t>
            </a:r>
            <a:r>
              <a:rPr lang="en-US" altLang="ko-KR" sz="900" dirty="0" smtClean="0">
                <a:latin typeface="Times New Roman" panose="02020603050405020304" pitchFamily="18" charset="0"/>
                <a:ea typeface="돋움" pitchFamily="50" charset="-127"/>
                <a:cs typeface="Times New Roman" panose="02020603050405020304" pitchFamily="18" charset="0"/>
              </a:rPr>
              <a:t>CPU</a:t>
            </a:r>
          </a:p>
        </p:txBody>
      </p:sp>
      <p:sp>
        <p:nvSpPr>
          <p:cNvPr id="21" name="직사각형 20"/>
          <p:cNvSpPr/>
          <p:nvPr/>
        </p:nvSpPr>
        <p:spPr bwMode="auto">
          <a:xfrm>
            <a:off x="3808301" y="3552658"/>
            <a:ext cx="936000" cy="455503"/>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8" name="TextBox 17"/>
          <p:cNvSpPr txBox="1"/>
          <p:nvPr/>
        </p:nvSpPr>
        <p:spPr>
          <a:xfrm>
            <a:off x="3728864" y="3624445"/>
            <a:ext cx="1091966" cy="258532"/>
          </a:xfrm>
          <a:prstGeom prst="rect">
            <a:avLst/>
          </a:prstGeom>
          <a:noFill/>
        </p:spPr>
        <p:txBody>
          <a:bodyPr wrap="none" rtlCol="0">
            <a:spAutoFit/>
          </a:bodyPr>
          <a:lstStyle/>
          <a:p>
            <a:r>
              <a:rPr lang="en-US" altLang="ko-KR" sz="900" dirty="0" err="1" smtClean="0">
                <a:latin typeface="Times New Roman" panose="02020603050405020304" pitchFamily="18" charset="0"/>
                <a:ea typeface="돋움" pitchFamily="50" charset="-127"/>
                <a:cs typeface="Times New Roman" panose="02020603050405020304" pitchFamily="18" charset="0"/>
              </a:rPr>
              <a:t>Mô</a:t>
            </a:r>
            <a:r>
              <a:rPr lang="en-US" altLang="ko-KR" sz="900" dirty="0" smtClean="0">
                <a:latin typeface="Times New Roman" panose="02020603050405020304" pitchFamily="18" charset="0"/>
                <a:ea typeface="돋움" pitchFamily="50" charset="-127"/>
                <a:cs typeface="Times New Roman" panose="02020603050405020304" pitchFamily="18" charset="0"/>
              </a:rPr>
              <a:t> </a:t>
            </a:r>
            <a:r>
              <a:rPr lang="en-US" altLang="ko-KR" sz="900" dirty="0" err="1" smtClean="0">
                <a:latin typeface="Times New Roman" panose="02020603050405020304" pitchFamily="18" charset="0"/>
                <a:ea typeface="돋움" pitchFamily="50" charset="-127"/>
                <a:cs typeface="Times New Roman" panose="02020603050405020304" pitchFamily="18" charset="0"/>
              </a:rPr>
              <a:t>đun</a:t>
            </a:r>
            <a:r>
              <a:rPr lang="en-US" altLang="ko-KR" sz="900" dirty="0" smtClean="0">
                <a:latin typeface="Times New Roman" panose="02020603050405020304" pitchFamily="18" charset="0"/>
                <a:ea typeface="돋움" pitchFamily="50" charset="-127"/>
                <a:cs typeface="Times New Roman" panose="02020603050405020304" pitchFamily="18" charset="0"/>
              </a:rPr>
              <a:t> </a:t>
            </a:r>
            <a:r>
              <a:rPr lang="en-US" altLang="ko-KR" sz="900" dirty="0" err="1" smtClean="0">
                <a:latin typeface="Times New Roman" panose="02020603050405020304" pitchFamily="18" charset="0"/>
                <a:ea typeface="돋움" pitchFamily="50" charset="-127"/>
                <a:cs typeface="Times New Roman" panose="02020603050405020304" pitchFamily="18" charset="0"/>
              </a:rPr>
              <a:t>điện</a:t>
            </a:r>
            <a:r>
              <a:rPr lang="en-US" altLang="ko-KR" sz="900" dirty="0" smtClean="0">
                <a:latin typeface="Times New Roman" panose="02020603050405020304" pitchFamily="18" charset="0"/>
                <a:ea typeface="돋움" pitchFamily="50" charset="-127"/>
                <a:cs typeface="Times New Roman" panose="02020603050405020304" pitchFamily="18" charset="0"/>
              </a:rPr>
              <a:t> </a:t>
            </a:r>
            <a:r>
              <a:rPr lang="en-US" altLang="ko-KR" sz="900" dirty="0" err="1" smtClean="0">
                <a:latin typeface="Times New Roman" panose="02020603050405020304" pitchFamily="18" charset="0"/>
                <a:ea typeface="돋움" pitchFamily="50" charset="-127"/>
                <a:cs typeface="Times New Roman" panose="02020603050405020304" pitchFamily="18" charset="0"/>
              </a:rPr>
              <a:t>nguồn</a:t>
            </a:r>
            <a:endParaRPr lang="ko-KR" altLang="en-US" sz="900" dirty="0">
              <a:latin typeface="Times New Roman" panose="02020603050405020304" pitchFamily="18" charset="0"/>
              <a:ea typeface="돋움" pitchFamily="50" charset="-127"/>
              <a:cs typeface="Times New Roman" panose="02020603050405020304" pitchFamily="18" charset="0"/>
            </a:endParaRPr>
          </a:p>
        </p:txBody>
      </p:sp>
      <p:sp>
        <p:nvSpPr>
          <p:cNvPr id="22" name="직사각형 21"/>
          <p:cNvSpPr/>
          <p:nvPr/>
        </p:nvSpPr>
        <p:spPr bwMode="auto">
          <a:xfrm>
            <a:off x="7353647" y="3515740"/>
            <a:ext cx="936000" cy="455503"/>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3" name="TextBox 22"/>
          <p:cNvSpPr txBox="1"/>
          <p:nvPr/>
        </p:nvSpPr>
        <p:spPr>
          <a:xfrm>
            <a:off x="7364541" y="3542400"/>
            <a:ext cx="986167" cy="424732"/>
          </a:xfrm>
          <a:prstGeom prst="rect">
            <a:avLst/>
          </a:prstGeom>
          <a:noFill/>
        </p:spPr>
        <p:txBody>
          <a:bodyPr wrap="none" rtlCol="0">
            <a:spAutoFit/>
          </a:bodyPr>
          <a:lstStyle/>
          <a:p>
            <a:r>
              <a:rPr lang="en-US" altLang="ko-KR" sz="900" dirty="0" err="1" smtClean="0">
                <a:latin typeface="Times New Roman" panose="02020603050405020304" pitchFamily="18" charset="0"/>
                <a:ea typeface="돋움" pitchFamily="50" charset="-127"/>
                <a:cs typeface="Times New Roman" panose="02020603050405020304" pitchFamily="18" charset="0"/>
              </a:rPr>
              <a:t>Các</a:t>
            </a:r>
            <a:r>
              <a:rPr lang="en-US" altLang="ko-KR" sz="900" dirty="0" smtClean="0">
                <a:latin typeface="Times New Roman" panose="02020603050405020304" pitchFamily="18" charset="0"/>
                <a:ea typeface="돋움" pitchFamily="50" charset="-127"/>
                <a:cs typeface="Times New Roman" panose="02020603050405020304" pitchFamily="18" charset="0"/>
              </a:rPr>
              <a:t> </a:t>
            </a:r>
            <a:r>
              <a:rPr lang="en-US" altLang="ko-KR" sz="900" dirty="0" err="1" smtClean="0">
                <a:latin typeface="Times New Roman" panose="02020603050405020304" pitchFamily="18" charset="0"/>
                <a:ea typeface="돋움" pitchFamily="50" charset="-127"/>
                <a:cs typeface="Times New Roman" panose="02020603050405020304" pitchFamily="18" charset="0"/>
              </a:rPr>
              <a:t>loại</a:t>
            </a:r>
            <a:r>
              <a:rPr lang="en-US" altLang="ko-KR" sz="900" dirty="0" smtClean="0">
                <a:latin typeface="Times New Roman" panose="02020603050405020304" pitchFamily="18" charset="0"/>
                <a:ea typeface="돋움" pitchFamily="50" charset="-127"/>
                <a:cs typeface="Times New Roman" panose="02020603050405020304" pitchFamily="18" charset="0"/>
              </a:rPr>
              <a:t> </a:t>
            </a:r>
            <a:r>
              <a:rPr lang="en-US" altLang="ko-KR" sz="900" dirty="0" err="1" smtClean="0">
                <a:latin typeface="Times New Roman" panose="02020603050405020304" pitchFamily="18" charset="0"/>
                <a:ea typeface="돋움" pitchFamily="50" charset="-127"/>
                <a:cs typeface="Times New Roman" panose="02020603050405020304" pitchFamily="18" charset="0"/>
              </a:rPr>
              <a:t>Mô</a:t>
            </a:r>
            <a:r>
              <a:rPr lang="en-US" altLang="ko-KR" sz="900" dirty="0" smtClean="0">
                <a:latin typeface="Times New Roman" panose="02020603050405020304" pitchFamily="18" charset="0"/>
                <a:ea typeface="돋움" pitchFamily="50" charset="-127"/>
                <a:cs typeface="Times New Roman" panose="02020603050405020304" pitchFamily="18" charset="0"/>
              </a:rPr>
              <a:t> </a:t>
            </a:r>
            <a:r>
              <a:rPr lang="en-US" altLang="ko-KR" sz="900" dirty="0" err="1" smtClean="0">
                <a:latin typeface="Times New Roman" panose="02020603050405020304" pitchFamily="18" charset="0"/>
                <a:ea typeface="돋움" pitchFamily="50" charset="-127"/>
                <a:cs typeface="Times New Roman" panose="02020603050405020304" pitchFamily="18" charset="0"/>
              </a:rPr>
              <a:t>đun</a:t>
            </a:r>
            <a:r>
              <a:rPr lang="en-US" altLang="ko-KR" sz="900" dirty="0" smtClean="0">
                <a:latin typeface="Times New Roman" panose="02020603050405020304" pitchFamily="18" charset="0"/>
                <a:ea typeface="돋움" pitchFamily="50" charset="-127"/>
                <a:cs typeface="Times New Roman" panose="02020603050405020304" pitchFamily="18" charset="0"/>
              </a:rPr>
              <a:t> </a:t>
            </a:r>
          </a:p>
          <a:p>
            <a:r>
              <a:rPr lang="en-US" altLang="ko-KR" sz="900" dirty="0" smtClean="0">
                <a:latin typeface="Times New Roman" panose="02020603050405020304" pitchFamily="18" charset="0"/>
                <a:ea typeface="돋움" pitchFamily="50" charset="-127"/>
                <a:cs typeface="Times New Roman" panose="02020603050405020304" pitchFamily="18" charset="0"/>
              </a:rPr>
              <a:t>Series Q</a:t>
            </a:r>
          </a:p>
        </p:txBody>
      </p:sp>
      <p:sp>
        <p:nvSpPr>
          <p:cNvPr id="24" name="TextBox 23"/>
          <p:cNvSpPr txBox="1"/>
          <p:nvPr/>
        </p:nvSpPr>
        <p:spPr>
          <a:xfrm>
            <a:off x="4916996" y="3612925"/>
            <a:ext cx="900100" cy="258532"/>
          </a:xfrm>
          <a:prstGeom prst="rect">
            <a:avLst/>
          </a:prstGeom>
          <a:solidFill>
            <a:schemeClr val="bg1">
              <a:lumMod val="85000"/>
            </a:schemeClr>
          </a:solidFill>
        </p:spPr>
        <p:txBody>
          <a:bodyPr wrap="square" rtlCol="0">
            <a:spAutoFit/>
          </a:bodyPr>
          <a:lstStyle/>
          <a:p>
            <a:r>
              <a:rPr lang="en-US" altLang="ko-KR" sz="900" dirty="0" smtClean="0">
                <a:latin typeface="Times New Roman" panose="02020603050405020304" pitchFamily="18" charset="0"/>
                <a:ea typeface="돋움" pitchFamily="50" charset="-127"/>
                <a:cs typeface="Times New Roman" panose="02020603050405020304" pitchFamily="18" charset="0"/>
              </a:rPr>
              <a:t>Base </a:t>
            </a:r>
            <a:r>
              <a:rPr lang="en-US" altLang="ko-KR" sz="900" dirty="0" err="1" smtClean="0">
                <a:latin typeface="Times New Roman" panose="02020603050405020304" pitchFamily="18" charset="0"/>
                <a:ea typeface="돋움" pitchFamily="50" charset="-127"/>
                <a:cs typeface="Times New Roman" panose="02020603050405020304" pitchFamily="18" charset="0"/>
              </a:rPr>
              <a:t>cơ</a:t>
            </a:r>
            <a:r>
              <a:rPr lang="en-US" altLang="ko-KR" sz="900" dirty="0" smtClean="0">
                <a:latin typeface="Times New Roman" panose="02020603050405020304" pitchFamily="18" charset="0"/>
                <a:ea typeface="돋움" pitchFamily="50" charset="-127"/>
                <a:cs typeface="Times New Roman" panose="02020603050405020304" pitchFamily="18" charset="0"/>
              </a:rPr>
              <a:t> </a:t>
            </a:r>
            <a:r>
              <a:rPr lang="en-US" altLang="ko-KR" sz="900" dirty="0" err="1" smtClean="0">
                <a:latin typeface="Times New Roman" panose="02020603050405020304" pitchFamily="18" charset="0"/>
                <a:ea typeface="돋움" pitchFamily="50" charset="-127"/>
                <a:cs typeface="Times New Roman" panose="02020603050405020304" pitchFamily="18" charset="0"/>
              </a:rPr>
              <a:t>bản</a:t>
            </a:r>
            <a:endParaRPr lang="en-US" altLang="ko-KR" sz="900" dirty="0" smtClean="0">
              <a:latin typeface="Times New Roman" panose="02020603050405020304" pitchFamily="18" charset="0"/>
              <a:ea typeface="돋움" pitchFamily="50" charset="-127"/>
              <a:cs typeface="Times New Roman" panose="02020603050405020304" pitchFamily="18" charset="0"/>
            </a:endParaRPr>
          </a:p>
        </p:txBody>
      </p:sp>
    </p:spTree>
    <p:extLst>
      <p:ext uri="{BB962C8B-B14F-4D97-AF65-F5344CB8AC3E}">
        <p14:creationId xmlns:p14="http://schemas.microsoft.com/office/powerpoint/2010/main" val="4052277736"/>
      </p:ext>
    </p:extLst>
  </p:cSld>
  <p:clrMapOvr>
    <a:masterClrMapping/>
  </p:clrMapOvr>
  <p:transition/>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TextBox 3"/>
          <p:cNvSpPr txBox="1">
            <a:spLocks noChangeArrowheads="1"/>
          </p:cNvSpPr>
          <p:nvPr/>
        </p:nvSpPr>
        <p:spPr bwMode="auto">
          <a:xfrm>
            <a:off x="333375" y="692150"/>
            <a:ext cx="9633406"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r>
              <a:rPr lang="en-US" altLang="ko-KR" sz="1200" b="1" dirty="0">
                <a:latin typeface="Times New Roman" panose="02020603050405020304" pitchFamily="18" charset="0"/>
                <a:cs typeface="Times New Roman" panose="02020603050405020304" pitchFamily="18" charset="0"/>
              </a:rPr>
              <a:t>	   7) </a:t>
            </a:r>
            <a:r>
              <a:rPr lang="en-US" altLang="ko-KR" sz="1200" b="1" dirty="0" err="1" smtClean="0">
                <a:latin typeface="Times New Roman" panose="02020603050405020304" pitchFamily="18" charset="0"/>
                <a:cs typeface="Times New Roman" panose="02020603050405020304" pitchFamily="18" charset="0"/>
              </a:rPr>
              <a:t>Có</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thể</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bảo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bảo</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quản</a:t>
            </a:r>
            <a:r>
              <a:rPr lang="en-US" altLang="ko-KR" sz="1200" b="1" dirty="0" smtClean="0">
                <a:latin typeface="Times New Roman" panose="02020603050405020304" pitchFamily="18" charset="0"/>
                <a:cs typeface="Times New Roman" panose="02020603050405020304" pitchFamily="18" charset="0"/>
              </a:rPr>
              <a:t>(</a:t>
            </a:r>
            <a:r>
              <a:rPr lang="en-US" altLang="ko-KR" sz="1200" b="1" dirty="0" err="1" smtClean="0">
                <a:latin typeface="Times New Roman" panose="02020603050405020304" pitchFamily="18" charset="0"/>
                <a:cs typeface="Times New Roman" panose="02020603050405020304" pitchFamily="18" charset="0"/>
              </a:rPr>
              <a:t>lưu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giữ</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lâu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dài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chức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năng</a:t>
            </a:r>
            <a:r>
              <a:rPr lang="en-US" altLang="ko-KR" sz="1200" b="1" dirty="0" smtClean="0">
                <a:latin typeface="Times New Roman" panose="02020603050405020304" pitchFamily="18" charset="0"/>
                <a:cs typeface="Times New Roman" panose="02020603050405020304" pitchFamily="18" charset="0"/>
              </a:rPr>
              <a:t> Back-up..</a:t>
            </a:r>
            <a:endParaRPr lang="en-US" altLang="ko-KR" sz="1200" b="1"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lưu</a:t>
            </a:r>
            <a:r>
              <a:rPr lang="en-US" altLang="ko-KR" sz="1200" dirty="0" smtClean="0">
                <a:latin typeface="Times New Roman" panose="02020603050405020304" pitchFamily="18" charset="0"/>
                <a:cs typeface="Times New Roman" panose="02020603050405020304" pitchFamily="18" charset="0"/>
              </a:rPr>
              <a:t> Program File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Parameter File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Program Memory</a:t>
            </a:r>
            <a:r>
              <a:rPr lang="en-US" altLang="ko-KR" sz="1200" dirty="0">
                <a:latin typeface="Times New Roman" panose="02020603050405020304" pitchFamily="18" charset="0"/>
                <a:cs typeface="Times New Roman" panose="02020603050405020304" pitchFamily="18" charset="0"/>
              </a:rPr>
              <a:t> (Flash ROM ) </a:t>
            </a:r>
            <a:r>
              <a:rPr lang="en-US" altLang="ko-KR" sz="1200" dirty="0" err="1" smtClean="0">
                <a:latin typeface="Times New Roman" panose="02020603050405020304" pitchFamily="18" charset="0"/>
                <a:cs typeface="Times New Roman" panose="02020603050405020304" pitchFamily="18" charset="0"/>
              </a:rPr>
              <a:t>không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cần</a:t>
            </a:r>
            <a:r>
              <a:rPr lang="en-US" altLang="ko-KR" sz="1200" dirty="0" smtClean="0">
                <a:latin typeface="Times New Roman" panose="02020603050405020304" pitchFamily="18" charset="0"/>
                <a:cs typeface="Times New Roman" panose="02020603050405020304" pitchFamily="18" charset="0"/>
              </a:rPr>
              <a:t> Battery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tạo</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gian</a:t>
            </a:r>
            <a:r>
              <a:rPr lang="en-US" altLang="ko-KR" sz="1200" dirty="0" smtClean="0">
                <a:latin typeface="Times New Roman" panose="02020603050405020304" pitchFamily="18" charset="0"/>
                <a:cs typeface="Times New Roman" panose="02020603050405020304" pitchFamily="18" charset="0"/>
              </a:rPr>
              <a:t> Backup Battery </a:t>
            </a:r>
            <a:r>
              <a:rPr lang="en-US" altLang="ko-KR" sz="1200" dirty="0" err="1" smtClean="0">
                <a:latin typeface="Times New Roman" panose="02020603050405020304" pitchFamily="18" charset="0"/>
                <a:cs typeface="Times New Roman" panose="02020603050405020304" pitchFamily="18" charset="0"/>
              </a:rPr>
              <a:t>nhằm</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trước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hỏng</a:t>
            </a:r>
            <a:r>
              <a:rPr lang="en-US" altLang="ko-KR" sz="1200" dirty="0" smtClean="0">
                <a:latin typeface="Times New Roman" panose="02020603050405020304" pitchFamily="18" charset="0"/>
                <a:cs typeface="Times New Roman" panose="02020603050405020304" pitchFamily="18" charset="0"/>
              </a:rPr>
              <a:t> Program </a:t>
            </a:r>
            <a:r>
              <a:rPr lang="en-US" altLang="ko-KR" sz="1200" dirty="0" err="1" smtClean="0">
                <a:latin typeface="Times New Roman" panose="02020603050405020304" pitchFamily="18" charset="0"/>
                <a:cs typeface="Times New Roman" panose="02020603050405020304" pitchFamily="18" charset="0"/>
              </a:rPr>
              <a:t>hoặc</a:t>
            </a:r>
            <a:r>
              <a:rPr lang="en-US" altLang="ko-KR" sz="1200" dirty="0" smtClean="0">
                <a:latin typeface="Times New Roman" panose="02020603050405020304" pitchFamily="18" charset="0"/>
                <a:cs typeface="Times New Roman" panose="02020603050405020304" pitchFamily="18" charset="0"/>
              </a:rPr>
              <a:t> Parameter do </a:t>
            </a:r>
            <a:r>
              <a:rPr lang="en-US" altLang="ko-KR" sz="1200" dirty="0" err="1" smtClean="0">
                <a:latin typeface="Times New Roman" panose="02020603050405020304" pitchFamily="18" charset="0"/>
                <a:cs typeface="Times New Roman" panose="02020603050405020304" pitchFamily="18" charset="0"/>
              </a:rPr>
              <a:t>quên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thời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thay</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thế</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battery.</a:t>
            </a:r>
            <a:endParaRPr lang="en-US" altLang="ko-KR" sz="1200"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Có</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thể</a:t>
            </a:r>
            <a:r>
              <a:rPr lang="en-US" altLang="ko-KR" sz="1200" dirty="0" smtClean="0">
                <a:latin typeface="Times New Roman" panose="02020603050405020304" pitchFamily="18" charset="0"/>
                <a:cs typeface="Times New Roman" panose="02020603050405020304" pitchFamily="18" charset="0"/>
              </a:rPr>
              <a:t> Backup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quan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trọng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như</a:t>
            </a:r>
            <a:r>
              <a:rPr lang="en-US" altLang="ko-KR" sz="1200" dirty="0" smtClean="0">
                <a:latin typeface="Times New Roman" panose="02020603050405020304" pitchFamily="18" charset="0"/>
                <a:cs typeface="Times New Roman" panose="02020603050405020304" pitchFamily="18" charset="0"/>
              </a:rPr>
              <a:t> Device Data… </a:t>
            </a:r>
            <a:r>
              <a:rPr lang="en-US" altLang="ko-KR" sz="1200" dirty="0" err="1" smtClean="0">
                <a:latin typeface="Times New Roman" panose="02020603050405020304" pitchFamily="18" charset="0"/>
                <a:cs typeface="Times New Roman" panose="02020603050405020304" pitchFamily="18" charset="0"/>
              </a:rPr>
              <a:t>lên</a:t>
            </a:r>
            <a:r>
              <a:rPr lang="en-US" altLang="ko-KR" sz="1200" dirty="0" smtClean="0">
                <a:latin typeface="Times New Roman" panose="02020603050405020304" pitchFamily="18" charset="0"/>
                <a:cs typeface="Times New Roman" panose="02020603050405020304" pitchFamily="18" charset="0"/>
              </a:rPr>
              <a:t> ROM </a:t>
            </a:r>
            <a:r>
              <a:rPr lang="en-US" altLang="ko-KR" sz="1200" dirty="0" err="1" smtClean="0">
                <a:latin typeface="Times New Roman" panose="02020603050405020304" pitchFamily="18" charset="0"/>
                <a:cs typeface="Times New Roman" panose="02020603050405020304" pitchFamily="18" charset="0"/>
              </a:rPr>
              <a:t>tiêu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chuẩn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để</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ngừa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việc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mất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mát</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do </a:t>
            </a:r>
            <a:r>
              <a:rPr lang="en-US" altLang="ko-KR" sz="1200" dirty="0" err="1" smtClean="0">
                <a:latin typeface="Times New Roman" panose="02020603050405020304" pitchFamily="18" charset="0"/>
                <a:cs typeface="Times New Roman" panose="02020603050405020304" pitchFamily="18" charset="0"/>
              </a:rPr>
              <a:t>sự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phóng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của</a:t>
            </a:r>
            <a:r>
              <a:rPr lang="en-US" altLang="ko-KR" sz="1200" dirty="0" smtClean="0">
                <a:latin typeface="Times New Roman" panose="02020603050405020304" pitchFamily="18" charset="0"/>
                <a:cs typeface="Times New Roman" panose="02020603050405020304" pitchFamily="18" charset="0"/>
              </a:rPr>
              <a:t> battery.</a:t>
            </a:r>
            <a:endParaRPr lang="en-US" altLang="ko-KR" sz="1200"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Dữ</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liệu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đã</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được</a:t>
            </a:r>
            <a:r>
              <a:rPr lang="en-US" altLang="ko-KR" sz="1200" dirty="0" smtClean="0">
                <a:latin typeface="Times New Roman" panose="02020603050405020304" pitchFamily="18" charset="0"/>
                <a:cs typeface="Times New Roman" panose="02020603050405020304" pitchFamily="18" charset="0"/>
              </a:rPr>
              <a:t> Back-up </a:t>
            </a:r>
            <a:r>
              <a:rPr lang="en-US" altLang="ko-KR" sz="1200" dirty="0" err="1" smtClean="0">
                <a:latin typeface="Times New Roman" panose="02020603050405020304" pitchFamily="18" charset="0"/>
                <a:cs typeface="Times New Roman" panose="02020603050405020304" pitchFamily="18" charset="0"/>
              </a:rPr>
              <a:t>khi</a:t>
            </a:r>
            <a:r>
              <a:rPr lang="en-US" altLang="ko-KR" sz="1200" dirty="0" smtClean="0">
                <a:latin typeface="Times New Roman" panose="02020603050405020304" pitchFamily="18" charset="0"/>
                <a:cs typeface="Times New Roman" panose="02020603050405020304" pitchFamily="18" charset="0"/>
              </a:rPr>
              <a:t> ON </a:t>
            </a:r>
            <a:r>
              <a:rPr lang="en-US" altLang="ko-KR" sz="1200" dirty="0" err="1" smtClean="0">
                <a:latin typeface="Times New Roman" panose="02020603050405020304" pitchFamily="18" charset="0"/>
                <a:cs typeface="Times New Roman" panose="02020603050405020304" pitchFamily="18" charset="0"/>
              </a:rPr>
              <a:t>nguồn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điện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sau</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sẽ</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tự</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khôi</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phục</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p:txBody>
      </p:sp>
      <p:pic>
        <p:nvPicPr>
          <p:cNvPr id="20173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55700" y="2160588"/>
            <a:ext cx="7534275" cy="407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732" name="Text Box 8"/>
          <p:cNvSpPr txBox="1">
            <a:spLocks noChangeArrowheads="1"/>
          </p:cNvSpPr>
          <p:nvPr/>
        </p:nvSpPr>
        <p:spPr bwMode="auto">
          <a:xfrm>
            <a:off x="7761312" y="84138"/>
            <a:ext cx="21002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3. </a:t>
            </a:r>
            <a:r>
              <a:rPr lang="en-US" altLang="ko-KR" sz="1600" b="1" dirty="0" err="1" smtClean="0">
                <a:latin typeface="Times New Roman" panose="02020603050405020304" pitchFamily="18" charset="0"/>
                <a:cs typeface="Times New Roman" panose="02020603050405020304" pitchFamily="18" charset="0"/>
              </a:rPr>
              <a:t>Sử</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dụng</a:t>
            </a:r>
            <a:r>
              <a:rPr lang="en-US" altLang="ko-KR" sz="1600" b="1" dirty="0" smtClean="0">
                <a:latin typeface="Times New Roman" panose="02020603050405020304" pitchFamily="18" charset="0"/>
                <a:cs typeface="Times New Roman" panose="02020603050405020304" pitchFamily="18" charset="0"/>
              </a:rPr>
              <a:t> UDH CPU</a:t>
            </a:r>
            <a:endParaRPr lang="ko-KR" altLang="en-US" sz="1600" b="1" dirty="0">
              <a:latin typeface="Times New Roman" panose="02020603050405020304" pitchFamily="18" charset="0"/>
              <a:cs typeface="Times New Roman" panose="02020603050405020304" pitchFamily="18" charset="0"/>
            </a:endParaRPr>
          </a:p>
        </p:txBody>
      </p:sp>
      <p:sp>
        <p:nvSpPr>
          <p:cNvPr id="201733"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 name="직사각형 1"/>
          <p:cNvSpPr/>
          <p:nvPr/>
        </p:nvSpPr>
        <p:spPr bwMode="auto">
          <a:xfrm>
            <a:off x="1155700" y="4113076"/>
            <a:ext cx="1133004" cy="468052"/>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8" name="TextBox 7"/>
          <p:cNvSpPr txBox="1"/>
          <p:nvPr/>
        </p:nvSpPr>
        <p:spPr>
          <a:xfrm>
            <a:off x="1120775" y="4113076"/>
            <a:ext cx="1349344" cy="313932"/>
          </a:xfrm>
          <a:prstGeom prst="rect">
            <a:avLst/>
          </a:prstGeom>
          <a:noFill/>
        </p:spPr>
        <p:txBody>
          <a:bodyPr wrap="none" rtlCol="0">
            <a:spAutoFit/>
          </a:bodyPr>
          <a:lstStyle/>
          <a:p>
            <a:r>
              <a:rPr lang="en-US" altLang="ko-KR" sz="1200" dirty="0" smtClean="0">
                <a:latin typeface="Times New Roman" panose="02020603050405020304" pitchFamily="18" charset="0"/>
                <a:ea typeface="돋움" pitchFamily="50" charset="-127"/>
                <a:cs typeface="Times New Roman" panose="02020603050405020304" pitchFamily="18" charset="0"/>
              </a:rPr>
              <a:t>Programming Tool</a:t>
            </a:r>
            <a:endParaRPr lang="ko-KR" altLang="en-US" sz="1200" dirty="0">
              <a:latin typeface="Times New Roman" panose="02020603050405020304" pitchFamily="18" charset="0"/>
              <a:ea typeface="돋움" pitchFamily="50" charset="-127"/>
              <a:cs typeface="Times New Roman" panose="02020603050405020304" pitchFamily="18" charset="0"/>
            </a:endParaRPr>
          </a:p>
        </p:txBody>
      </p:sp>
      <p:sp>
        <p:nvSpPr>
          <p:cNvPr id="4" name="직사각형 3"/>
          <p:cNvSpPr/>
          <p:nvPr/>
        </p:nvSpPr>
        <p:spPr bwMode="auto">
          <a:xfrm>
            <a:off x="2252700" y="3255255"/>
            <a:ext cx="2304000" cy="455503"/>
          </a:xfrm>
          <a:prstGeom prst="rect">
            <a:avLst/>
          </a:prstGeom>
          <a:solidFill>
            <a:schemeClr val="tx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3" name="TextBox 12"/>
          <p:cNvSpPr txBox="1"/>
          <p:nvPr/>
        </p:nvSpPr>
        <p:spPr>
          <a:xfrm>
            <a:off x="2843622" y="3340038"/>
            <a:ext cx="1080296" cy="313932"/>
          </a:xfrm>
          <a:prstGeom prst="rect">
            <a:avLst/>
          </a:prstGeom>
          <a:noFill/>
        </p:spPr>
        <p:txBody>
          <a:bodyPr wrap="none" rtlCol="0">
            <a:spAutoFit/>
          </a:bodyPr>
          <a:lstStyle/>
          <a:p>
            <a:r>
              <a:rPr lang="en-US" altLang="ko-KR" sz="1200" b="1" dirty="0" err="1" smtClean="0">
                <a:solidFill>
                  <a:schemeClr val="bg1"/>
                </a:solidFill>
                <a:latin typeface="Times New Roman" panose="02020603050405020304" pitchFamily="18" charset="0"/>
                <a:ea typeface="돋움" pitchFamily="50" charset="-127"/>
                <a:cs typeface="Times New Roman" panose="02020603050405020304" pitchFamily="18" charset="0"/>
              </a:rPr>
              <a:t>Viết</a:t>
            </a:r>
            <a:r>
              <a:rPr lang="en-US" altLang="ko-KR" sz="1200" b="1" dirty="0" smtClean="0">
                <a:solidFill>
                  <a:schemeClr val="bg1"/>
                </a:solidFill>
                <a:latin typeface="Times New Roman" panose="02020603050405020304" pitchFamily="18" charset="0"/>
                <a:ea typeface="돋움" pitchFamily="50" charset="-127"/>
                <a:cs typeface="Times New Roman" panose="02020603050405020304" pitchFamily="18" charset="0"/>
              </a:rPr>
              <a:t> Program</a:t>
            </a:r>
            <a:endParaRPr lang="ko-KR" altLang="en-US" sz="1200" b="1" dirty="0">
              <a:solidFill>
                <a:schemeClr val="bg1"/>
              </a:solidFill>
              <a:latin typeface="Times New Roman" panose="02020603050405020304" pitchFamily="18" charset="0"/>
              <a:ea typeface="돋움" pitchFamily="50" charset="-127"/>
              <a:cs typeface="Times New Roman" panose="02020603050405020304" pitchFamily="18" charset="0"/>
            </a:endParaRPr>
          </a:p>
        </p:txBody>
      </p:sp>
      <p:sp>
        <p:nvSpPr>
          <p:cNvPr id="14" name="직사각형 13"/>
          <p:cNvSpPr/>
          <p:nvPr/>
        </p:nvSpPr>
        <p:spPr bwMode="auto">
          <a:xfrm>
            <a:off x="5772367" y="2203231"/>
            <a:ext cx="1620000" cy="455503"/>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17" name="TextBox 16"/>
          <p:cNvSpPr txBox="1"/>
          <p:nvPr/>
        </p:nvSpPr>
        <p:spPr>
          <a:xfrm>
            <a:off x="4583363" y="2207665"/>
            <a:ext cx="1377749" cy="535531"/>
          </a:xfrm>
          <a:prstGeom prst="rect">
            <a:avLst/>
          </a:prstGeom>
          <a:noFill/>
        </p:spPr>
        <p:txBody>
          <a:bodyPr wrap="none" rtlCol="0">
            <a:spAutoFit/>
          </a:bodyPr>
          <a:lstStyle/>
          <a:p>
            <a:pPr algn="ctr"/>
            <a:r>
              <a:rPr lang="en-US" altLang="ko-KR" sz="1200" b="1" dirty="0" smtClean="0">
                <a:solidFill>
                  <a:schemeClr val="bg1"/>
                </a:solidFill>
                <a:latin typeface="Times New Roman" panose="02020603050405020304" pitchFamily="18" charset="0"/>
                <a:ea typeface="돋움" pitchFamily="50" charset="-127"/>
                <a:cs typeface="Times New Roman" panose="02020603050405020304" pitchFamily="18" charset="0"/>
              </a:rPr>
              <a:t>Program Memory</a:t>
            </a:r>
          </a:p>
          <a:p>
            <a:pPr algn="ctr"/>
            <a:r>
              <a:rPr lang="en-US" altLang="ko-KR" sz="1200" b="1" dirty="0" smtClean="0">
                <a:solidFill>
                  <a:schemeClr val="bg1"/>
                </a:solidFill>
                <a:latin typeface="Times New Roman" panose="02020603050405020304" pitchFamily="18" charset="0"/>
                <a:ea typeface="돋움" pitchFamily="50" charset="-127"/>
                <a:cs typeface="Times New Roman" panose="02020603050405020304" pitchFamily="18" charset="0"/>
              </a:rPr>
              <a:t>(Flash ROM)</a:t>
            </a:r>
            <a:endParaRPr lang="ko-KR" altLang="en-US" sz="1200" b="1" dirty="0">
              <a:solidFill>
                <a:schemeClr val="bg1"/>
              </a:solidFill>
              <a:latin typeface="Times New Roman" panose="02020603050405020304" pitchFamily="18" charset="0"/>
              <a:ea typeface="돋움" pitchFamily="50" charset="-127"/>
              <a:cs typeface="Times New Roman" panose="02020603050405020304" pitchFamily="18" charset="0"/>
            </a:endParaRPr>
          </a:p>
        </p:txBody>
      </p:sp>
      <p:sp>
        <p:nvSpPr>
          <p:cNvPr id="11" name="직사각형 10"/>
          <p:cNvSpPr/>
          <p:nvPr/>
        </p:nvSpPr>
        <p:spPr bwMode="auto">
          <a:xfrm>
            <a:off x="7317574" y="3455252"/>
            <a:ext cx="696126" cy="455503"/>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30" name="TextBox 29"/>
          <p:cNvSpPr txBox="1"/>
          <p:nvPr/>
        </p:nvSpPr>
        <p:spPr>
          <a:xfrm>
            <a:off x="7136050" y="3340039"/>
            <a:ext cx="1274708" cy="648544"/>
          </a:xfrm>
          <a:prstGeom prst="rect">
            <a:avLst/>
          </a:prstGeom>
          <a:solidFill>
            <a:schemeClr val="bg1"/>
          </a:solidFill>
        </p:spPr>
        <p:txBody>
          <a:bodyPr wrap="none" rtlCol="0">
            <a:noAutofit/>
          </a:bodyPr>
          <a:lstStyle/>
          <a:p>
            <a:pPr algn="ctr"/>
            <a:r>
              <a:rPr lang="en-US" altLang="ko-KR" sz="1200" b="1" dirty="0" err="1" smtClean="0">
                <a:solidFill>
                  <a:srgbClr val="C00000"/>
                </a:solidFill>
                <a:latin typeface="Times New Roman" panose="02020603050405020304" pitchFamily="18" charset="0"/>
                <a:ea typeface="돋움" pitchFamily="50" charset="-127"/>
                <a:cs typeface="Times New Roman" panose="02020603050405020304" pitchFamily="18" charset="0"/>
              </a:rPr>
              <a:t>Không</a:t>
            </a:r>
            <a:r>
              <a:rPr lang="en-US" altLang="ko-KR" sz="1200" b="1" dirty="0" smtClean="0">
                <a:solidFill>
                  <a:srgbClr val="C00000"/>
                </a:solidFill>
                <a:latin typeface="Times New Roman" panose="02020603050405020304" pitchFamily="18" charset="0"/>
                <a:ea typeface="돋움" pitchFamily="50" charset="-127"/>
                <a:cs typeface="Times New Roman" panose="02020603050405020304" pitchFamily="18" charset="0"/>
              </a:rPr>
              <a:t> </a:t>
            </a:r>
            <a:r>
              <a:rPr lang="en-US" altLang="ko-KR" sz="1200" b="1" dirty="0" err="1" smtClean="0">
                <a:solidFill>
                  <a:srgbClr val="C00000"/>
                </a:solidFill>
                <a:latin typeface="Times New Roman" panose="02020603050405020304" pitchFamily="18" charset="0"/>
                <a:ea typeface="돋움" pitchFamily="50" charset="-127"/>
                <a:cs typeface="Times New Roman" panose="02020603050405020304" pitchFamily="18" charset="0"/>
              </a:rPr>
              <a:t>cần</a:t>
            </a:r>
            <a:endParaRPr lang="en-US" altLang="ko-KR" sz="1200" b="1" dirty="0" smtClean="0">
              <a:solidFill>
                <a:srgbClr val="C00000"/>
              </a:solidFill>
              <a:latin typeface="Times New Roman" panose="02020603050405020304" pitchFamily="18" charset="0"/>
              <a:ea typeface="돋움" pitchFamily="50" charset="-127"/>
              <a:cs typeface="Times New Roman" panose="02020603050405020304" pitchFamily="18" charset="0"/>
            </a:endParaRPr>
          </a:p>
          <a:p>
            <a:pPr algn="ctr"/>
            <a:r>
              <a:rPr lang="en-US" altLang="ko-KR" sz="1200" b="1" dirty="0" smtClean="0">
                <a:solidFill>
                  <a:srgbClr val="C00000"/>
                </a:solidFill>
                <a:latin typeface="Times New Roman" panose="02020603050405020304" pitchFamily="18" charset="0"/>
                <a:ea typeface="돋움" pitchFamily="50" charset="-127"/>
                <a:cs typeface="Times New Roman" panose="02020603050405020304" pitchFamily="18" charset="0"/>
              </a:rPr>
              <a:t>Back-up Battery</a:t>
            </a:r>
            <a:endParaRPr lang="ko-KR" altLang="en-US" sz="1200" b="1" dirty="0">
              <a:solidFill>
                <a:srgbClr val="C00000"/>
              </a:solidFill>
              <a:latin typeface="Times New Roman" panose="02020603050405020304" pitchFamily="18" charset="0"/>
              <a:ea typeface="돋움" pitchFamily="50" charset="-127"/>
              <a:cs typeface="Times New Roman" panose="02020603050405020304" pitchFamily="18" charset="0"/>
            </a:endParaRPr>
          </a:p>
        </p:txBody>
      </p:sp>
      <p:sp>
        <p:nvSpPr>
          <p:cNvPr id="12" name="오른쪽 화살표 11"/>
          <p:cNvSpPr/>
          <p:nvPr/>
        </p:nvSpPr>
        <p:spPr bwMode="auto">
          <a:xfrm>
            <a:off x="4497667" y="3010469"/>
            <a:ext cx="450000" cy="904839"/>
          </a:xfrm>
          <a:prstGeom prst="rightArrow">
            <a:avLst>
              <a:gd name="adj1" fmla="val 50000"/>
              <a:gd name="adj2" fmla="val 121437"/>
            </a:avLst>
          </a:prstGeom>
          <a:solidFill>
            <a:schemeClr val="tx1"/>
          </a:solidFill>
          <a:ln w="9525" cap="flat" cmpd="sng" algn="ctr">
            <a:solidFill>
              <a:schemeClr val="tx1"/>
            </a:solid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pic>
        <p:nvPicPr>
          <p:cNvPr id="21094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72237" y="2788219"/>
            <a:ext cx="1310130" cy="3506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 name="TextBox 14"/>
          <p:cNvSpPr txBox="1"/>
          <p:nvPr/>
        </p:nvSpPr>
        <p:spPr>
          <a:xfrm>
            <a:off x="5180761" y="2762250"/>
            <a:ext cx="1406604" cy="294568"/>
          </a:xfrm>
          <a:prstGeom prst="rect">
            <a:avLst/>
          </a:prstGeom>
          <a:noFill/>
        </p:spPr>
        <p:txBody>
          <a:bodyPr wrap="none" rtlCol="0">
            <a:spAutoFit/>
          </a:bodyPr>
          <a:lstStyle/>
          <a:p>
            <a:r>
              <a:rPr lang="en-US" altLang="ko-KR" sz="1200" b="1" dirty="0" err="1" smtClean="0">
                <a:solidFill>
                  <a:schemeClr val="bg1"/>
                </a:solidFill>
                <a:latin typeface="Times New Roman" panose="02020603050405020304" pitchFamily="18" charset="0"/>
                <a:ea typeface="돋움" pitchFamily="50" charset="-127"/>
                <a:cs typeface="Times New Roman" panose="02020603050405020304" pitchFamily="18" charset="0"/>
              </a:rPr>
              <a:t>Bộ</a:t>
            </a:r>
            <a:r>
              <a:rPr lang="en-US" altLang="ko-KR" sz="12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200" b="1" dirty="0" err="1" smtClean="0">
                <a:solidFill>
                  <a:schemeClr val="bg1"/>
                </a:solidFill>
                <a:latin typeface="Times New Roman" panose="02020603050405020304" pitchFamily="18" charset="0"/>
                <a:ea typeface="돋움" pitchFamily="50" charset="-127"/>
                <a:cs typeface="Times New Roman" panose="02020603050405020304" pitchFamily="18" charset="0"/>
              </a:rPr>
              <a:t>nhớ</a:t>
            </a:r>
            <a:r>
              <a:rPr lang="en-US" altLang="ko-KR" sz="12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200" b="1" dirty="0" err="1" smtClean="0">
                <a:solidFill>
                  <a:schemeClr val="bg1"/>
                </a:solidFill>
                <a:latin typeface="Times New Roman" panose="02020603050405020304" pitchFamily="18" charset="0"/>
                <a:ea typeface="돋움" pitchFamily="50" charset="-127"/>
                <a:cs typeface="Times New Roman" panose="02020603050405020304" pitchFamily="18" charset="0"/>
              </a:rPr>
              <a:t>trong</a:t>
            </a:r>
            <a:r>
              <a:rPr lang="en-US" altLang="ko-KR" sz="1200" b="1" dirty="0" smtClean="0">
                <a:solidFill>
                  <a:schemeClr val="bg1"/>
                </a:solidFill>
                <a:latin typeface="Times New Roman" panose="02020603050405020304" pitchFamily="18" charset="0"/>
                <a:ea typeface="돋움" pitchFamily="50" charset="-127"/>
                <a:cs typeface="Times New Roman" panose="02020603050405020304" pitchFamily="18" charset="0"/>
              </a:rPr>
              <a:t> CPU</a:t>
            </a:r>
            <a:endParaRPr lang="ko-KR" altLang="en-US" sz="1200" b="1" dirty="0">
              <a:solidFill>
                <a:schemeClr val="bg1"/>
              </a:solidFill>
              <a:latin typeface="Times New Roman" panose="02020603050405020304" pitchFamily="18" charset="0"/>
              <a:ea typeface="돋움" pitchFamily="50" charset="-127"/>
              <a:cs typeface="Times New Roman" panose="02020603050405020304" pitchFamily="18" charset="0"/>
            </a:endParaRPr>
          </a:p>
        </p:txBody>
      </p:sp>
      <p:pic>
        <p:nvPicPr>
          <p:cNvPr id="21094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89004" y="3228975"/>
            <a:ext cx="1271312" cy="11181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84182" y="4019679"/>
            <a:ext cx="1271312" cy="3585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TextBox 18"/>
          <p:cNvSpPr txBox="1"/>
          <p:nvPr/>
        </p:nvSpPr>
        <p:spPr>
          <a:xfrm>
            <a:off x="4642299" y="3599989"/>
            <a:ext cx="1757211" cy="657103"/>
          </a:xfrm>
          <a:prstGeom prst="rect">
            <a:avLst/>
          </a:prstGeom>
          <a:noFill/>
        </p:spPr>
        <p:txBody>
          <a:bodyPr wrap="none" rtlCol="0">
            <a:spAutoFit/>
          </a:bodyPr>
          <a:lstStyle/>
          <a:p>
            <a:pPr algn="ctr"/>
            <a:r>
              <a:rPr lang="en-US" altLang="ko-KR" sz="1050" b="1" dirty="0" err="1" smtClean="0">
                <a:latin typeface="Times New Roman" panose="02020603050405020304" pitchFamily="18" charset="0"/>
                <a:ea typeface="돋움" pitchFamily="50" charset="-127"/>
                <a:cs typeface="Times New Roman" panose="02020603050405020304" pitchFamily="18" charset="0"/>
              </a:rPr>
              <a:t>Chuyên</a:t>
            </a:r>
            <a:r>
              <a:rPr lang="en-US" altLang="ko-KR" sz="1050" b="1" dirty="0" smtClean="0">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latin typeface="Times New Roman" panose="02020603050405020304" pitchFamily="18" charset="0"/>
                <a:ea typeface="돋움" pitchFamily="50" charset="-127"/>
                <a:cs typeface="Times New Roman" panose="02020603050405020304" pitchFamily="18" charset="0"/>
              </a:rPr>
              <a:t>thực</a:t>
            </a:r>
            <a:r>
              <a:rPr lang="en-US" altLang="ko-KR" sz="1050" b="1" dirty="0" smtClean="0">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latin typeface="Times New Roman" panose="02020603050405020304" pitchFamily="18" charset="0"/>
                <a:ea typeface="돋움" pitchFamily="50" charset="-127"/>
                <a:cs typeface="Times New Roman" panose="02020603050405020304" pitchFamily="18" charset="0"/>
              </a:rPr>
              <a:t>hiện</a:t>
            </a:r>
            <a:r>
              <a:rPr lang="en-US" altLang="ko-KR" sz="1050" b="1" dirty="0" smtClean="0">
                <a:latin typeface="Times New Roman" panose="02020603050405020304" pitchFamily="18" charset="0"/>
                <a:ea typeface="돋움" pitchFamily="50" charset="-127"/>
                <a:cs typeface="Times New Roman" panose="02020603050405020304" pitchFamily="18" charset="0"/>
              </a:rPr>
              <a:t> Program</a:t>
            </a:r>
          </a:p>
          <a:p>
            <a:pPr algn="ctr"/>
            <a:r>
              <a:rPr lang="en-US" altLang="ko-KR" sz="1050" b="1" dirty="0" smtClean="0">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latin typeface="Times New Roman" panose="02020603050405020304" pitchFamily="18" charset="0"/>
                <a:ea typeface="돋움" pitchFamily="50" charset="-127"/>
                <a:cs typeface="Times New Roman" panose="02020603050405020304" pitchFamily="18" charset="0"/>
              </a:rPr>
              <a:t>vùng</a:t>
            </a:r>
            <a:r>
              <a:rPr lang="en-US" altLang="ko-KR" sz="1050" b="1" dirty="0" smtClean="0">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latin typeface="Times New Roman" panose="02020603050405020304" pitchFamily="18" charset="0"/>
                <a:ea typeface="돋움" pitchFamily="50" charset="-127"/>
                <a:cs typeface="Times New Roman" panose="02020603050405020304" pitchFamily="18" charset="0"/>
              </a:rPr>
              <a:t>nhớ</a:t>
            </a:r>
            <a:r>
              <a:rPr lang="en-US" altLang="ko-KR" sz="1050" b="1" dirty="0" smtClean="0">
                <a:latin typeface="Times New Roman" panose="02020603050405020304" pitchFamily="18" charset="0"/>
                <a:ea typeface="돋움" pitchFamily="50" charset="-127"/>
                <a:cs typeface="Times New Roman" panose="02020603050405020304" pitchFamily="18" charset="0"/>
              </a:rPr>
              <a:t> </a:t>
            </a:r>
            <a:r>
              <a:rPr lang="en-US" altLang="ko-KR" sz="1050" b="1" dirty="0" err="1" smtClean="0">
                <a:latin typeface="Times New Roman" panose="02020603050405020304" pitchFamily="18" charset="0"/>
                <a:ea typeface="돋움" pitchFamily="50" charset="-127"/>
                <a:cs typeface="Times New Roman" panose="02020603050405020304" pitchFamily="18" charset="0"/>
              </a:rPr>
              <a:t>đệm</a:t>
            </a:r>
            <a:r>
              <a:rPr lang="en-US" altLang="ko-KR" sz="1050" b="1" dirty="0" smtClean="0">
                <a:latin typeface="Times New Roman" panose="02020603050405020304" pitchFamily="18" charset="0"/>
                <a:ea typeface="돋움" pitchFamily="50" charset="-127"/>
                <a:cs typeface="Times New Roman" panose="02020603050405020304" pitchFamily="18" charset="0"/>
              </a:rPr>
              <a:t> Program</a:t>
            </a:r>
          </a:p>
          <a:p>
            <a:pPr algn="ctr"/>
            <a:r>
              <a:rPr lang="en-US" altLang="ko-KR" sz="1050" b="1" dirty="0" smtClean="0">
                <a:latin typeface="Times New Roman" panose="02020603050405020304" pitchFamily="18" charset="0"/>
                <a:ea typeface="돋움" pitchFamily="50" charset="-127"/>
                <a:cs typeface="Times New Roman" panose="02020603050405020304" pitchFamily="18" charset="0"/>
              </a:rPr>
              <a:t>(SRAM)</a:t>
            </a:r>
          </a:p>
        </p:txBody>
      </p:sp>
      <p:pic>
        <p:nvPicPr>
          <p:cNvPr id="210948"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27762" y="4779118"/>
            <a:ext cx="1390124" cy="9901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9" name="TextBox 28"/>
          <p:cNvSpPr txBox="1"/>
          <p:nvPr/>
        </p:nvSpPr>
        <p:spPr>
          <a:xfrm>
            <a:off x="7027762" y="4905164"/>
            <a:ext cx="1390124" cy="757130"/>
          </a:xfrm>
          <a:prstGeom prst="rect">
            <a:avLst/>
          </a:prstGeom>
          <a:noFill/>
        </p:spPr>
        <p:txBody>
          <a:bodyPr wrap="none" rtlCol="0">
            <a:noAutofit/>
          </a:bodyPr>
          <a:lstStyle>
            <a:defPPr>
              <a:defRPr lang="ko-KR"/>
            </a:defPPr>
            <a:lvl1pPr algn="ctr">
              <a:defRPr sz="1200" b="1">
                <a:solidFill>
                  <a:srgbClr val="C00000"/>
                </a:solidFill>
                <a:latin typeface="Times New Roman" panose="02020603050405020304" pitchFamily="18" charset="0"/>
                <a:ea typeface="돋움" pitchFamily="50" charset="-127"/>
                <a:cs typeface="Times New Roman" panose="02020603050405020304" pitchFamily="18" charset="0"/>
              </a:defRPr>
            </a:lvl1pPr>
          </a:lstStyle>
          <a:p>
            <a:r>
              <a:rPr lang="en-US" altLang="ko-KR" dirty="0">
                <a:solidFill>
                  <a:schemeClr val="bg1"/>
                </a:solidFill>
              </a:rPr>
              <a:t>File Back-up </a:t>
            </a:r>
          </a:p>
          <a:p>
            <a:r>
              <a:rPr lang="en-US" altLang="ko-KR" dirty="0">
                <a:solidFill>
                  <a:schemeClr val="bg1"/>
                </a:solidFill>
              </a:rPr>
              <a:t>Latch Data</a:t>
            </a:r>
          </a:p>
          <a:p>
            <a:r>
              <a:rPr lang="en-US" altLang="ko-KR" dirty="0">
                <a:solidFill>
                  <a:schemeClr val="bg1"/>
                </a:solidFill>
              </a:rPr>
              <a:t>(ROM </a:t>
            </a:r>
            <a:r>
              <a:rPr lang="en-US" altLang="ko-KR" dirty="0" err="1">
                <a:solidFill>
                  <a:schemeClr val="bg1"/>
                </a:solidFill>
              </a:rPr>
              <a:t>tiêu</a:t>
            </a:r>
            <a:r>
              <a:rPr lang="en-US" altLang="ko-KR" dirty="0">
                <a:solidFill>
                  <a:schemeClr val="bg1"/>
                </a:solidFill>
              </a:rPr>
              <a:t> </a:t>
            </a:r>
            <a:r>
              <a:rPr lang="en-US" altLang="ko-KR" dirty="0" err="1">
                <a:solidFill>
                  <a:schemeClr val="bg1"/>
                </a:solidFill>
              </a:rPr>
              <a:t>chuẩn</a:t>
            </a:r>
            <a:r>
              <a:rPr lang="en-US" altLang="ko-KR" dirty="0">
                <a:solidFill>
                  <a:schemeClr val="bg1"/>
                </a:solidFill>
              </a:rPr>
              <a:t>)</a:t>
            </a:r>
            <a:endParaRPr lang="ko-KR" altLang="en-US" dirty="0">
              <a:solidFill>
                <a:schemeClr val="bg1"/>
              </a:solidFill>
            </a:endParaRPr>
          </a:p>
        </p:txBody>
      </p:sp>
      <p:sp>
        <p:nvSpPr>
          <p:cNvPr id="34" name="직사각형 33"/>
          <p:cNvSpPr/>
          <p:nvPr/>
        </p:nvSpPr>
        <p:spPr bwMode="auto">
          <a:xfrm>
            <a:off x="4835705" y="5006491"/>
            <a:ext cx="1370398" cy="319759"/>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no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3" name="TextBox 22"/>
          <p:cNvSpPr txBox="1"/>
          <p:nvPr/>
        </p:nvSpPr>
        <p:spPr>
          <a:xfrm>
            <a:off x="4907611" y="5026701"/>
            <a:ext cx="1135247" cy="277768"/>
          </a:xfrm>
          <a:prstGeom prst="rect">
            <a:avLst/>
          </a:prstGeom>
          <a:noFill/>
        </p:spPr>
        <p:txBody>
          <a:bodyPr wrap="none" rtlCol="0">
            <a:spAutoFit/>
          </a:bodyPr>
          <a:lstStyle/>
          <a:p>
            <a:pPr algn="ctr"/>
            <a:r>
              <a:rPr lang="en-US" altLang="ko-KR" sz="1100" dirty="0" smtClean="0">
                <a:latin typeface="Times New Roman" panose="02020603050405020304" pitchFamily="18" charset="0"/>
                <a:ea typeface="돋움" pitchFamily="50" charset="-127"/>
                <a:cs typeface="Times New Roman" panose="02020603050405020304" pitchFamily="18" charset="0"/>
              </a:rPr>
              <a:t>Device Memory</a:t>
            </a:r>
            <a:endParaRPr lang="ko-KR" altLang="en-US" sz="1100" dirty="0">
              <a:latin typeface="Times New Roman" panose="02020603050405020304" pitchFamily="18" charset="0"/>
              <a:ea typeface="돋움" pitchFamily="50" charset="-127"/>
              <a:cs typeface="Times New Roman" panose="02020603050405020304" pitchFamily="18" charset="0"/>
            </a:endParaRPr>
          </a:p>
        </p:txBody>
      </p:sp>
      <p:sp>
        <p:nvSpPr>
          <p:cNvPr id="35" name="직사각형 34"/>
          <p:cNvSpPr/>
          <p:nvPr/>
        </p:nvSpPr>
        <p:spPr bwMode="auto">
          <a:xfrm>
            <a:off x="4875778" y="4745284"/>
            <a:ext cx="1370398" cy="159880"/>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no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1" name="TextBox 20"/>
          <p:cNvSpPr txBox="1"/>
          <p:nvPr/>
        </p:nvSpPr>
        <p:spPr>
          <a:xfrm>
            <a:off x="4947825" y="4643905"/>
            <a:ext cx="1226617" cy="313932"/>
          </a:xfrm>
          <a:prstGeom prst="rect">
            <a:avLst/>
          </a:prstGeom>
          <a:solidFill>
            <a:schemeClr val="bg1"/>
          </a:solidFill>
        </p:spPr>
        <p:txBody>
          <a:bodyPr wrap="square" rtlCol="0">
            <a:spAutoFit/>
          </a:bodyPr>
          <a:lstStyle/>
          <a:p>
            <a:pPr algn="ctr"/>
            <a:r>
              <a:rPr lang="en-US" altLang="ko-KR" sz="1200" b="1" dirty="0" smtClean="0">
                <a:latin typeface="Times New Roman" panose="02020603050405020304" pitchFamily="18" charset="0"/>
                <a:ea typeface="돋움" pitchFamily="50" charset="-127"/>
                <a:cs typeface="Times New Roman" panose="02020603050405020304" pitchFamily="18" charset="0"/>
              </a:rPr>
              <a:t>Device Data</a:t>
            </a:r>
            <a:endParaRPr lang="ko-KR" altLang="en-US" sz="1200" b="1" dirty="0">
              <a:latin typeface="Times New Roman" panose="02020603050405020304" pitchFamily="18" charset="0"/>
              <a:ea typeface="돋움" pitchFamily="50" charset="-127"/>
              <a:cs typeface="Times New Roman" panose="02020603050405020304" pitchFamily="18" charset="0"/>
            </a:endParaRPr>
          </a:p>
        </p:txBody>
      </p:sp>
      <p:sp>
        <p:nvSpPr>
          <p:cNvPr id="36" name="직사각형 35"/>
          <p:cNvSpPr/>
          <p:nvPr/>
        </p:nvSpPr>
        <p:spPr bwMode="auto">
          <a:xfrm>
            <a:off x="4836876" y="5450420"/>
            <a:ext cx="1370398" cy="391580"/>
          </a:xfrm>
          <a:prstGeom prst="rect">
            <a:avLst/>
          </a:prstGeom>
          <a:solidFill>
            <a:schemeClr val="bg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no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5" name="TextBox 24"/>
          <p:cNvSpPr txBox="1"/>
          <p:nvPr/>
        </p:nvSpPr>
        <p:spPr>
          <a:xfrm>
            <a:off x="4917112" y="5425020"/>
            <a:ext cx="1217000" cy="480901"/>
          </a:xfrm>
          <a:prstGeom prst="rect">
            <a:avLst/>
          </a:prstGeom>
          <a:noFill/>
        </p:spPr>
        <p:txBody>
          <a:bodyPr wrap="none" rtlCol="0">
            <a:spAutoFit/>
          </a:bodyPr>
          <a:lstStyle/>
          <a:p>
            <a:pPr algn="ctr"/>
            <a:r>
              <a:rPr lang="en-US" altLang="ko-KR" sz="1100" dirty="0" smtClean="0">
                <a:latin typeface="Times New Roman" panose="02020603050405020304" pitchFamily="18" charset="0"/>
                <a:ea typeface="돋움" pitchFamily="50" charset="-127"/>
                <a:cs typeface="Times New Roman" panose="02020603050405020304" pitchFamily="18" charset="0"/>
              </a:rPr>
              <a:t>File Register</a:t>
            </a:r>
          </a:p>
          <a:p>
            <a:pPr algn="ctr"/>
            <a:r>
              <a:rPr lang="en-US" altLang="ko-KR" sz="1100" dirty="0" smtClean="0">
                <a:latin typeface="Times New Roman" panose="02020603050405020304" pitchFamily="18" charset="0"/>
                <a:ea typeface="돋움" pitchFamily="50" charset="-127"/>
                <a:cs typeface="Times New Roman" panose="02020603050405020304" pitchFamily="18" charset="0"/>
              </a:rPr>
              <a:t>(RAM </a:t>
            </a:r>
            <a:r>
              <a:rPr lang="en-US" altLang="ko-KR" sz="1100" dirty="0" err="1" smtClean="0">
                <a:latin typeface="Times New Roman" panose="02020603050405020304" pitchFamily="18" charset="0"/>
                <a:ea typeface="돋움" pitchFamily="50" charset="-127"/>
                <a:cs typeface="Times New Roman" panose="02020603050405020304" pitchFamily="18" charset="0"/>
              </a:rPr>
              <a:t>tiêu</a:t>
            </a:r>
            <a:r>
              <a:rPr lang="en-US" altLang="ko-KR" sz="1100" dirty="0" smtClean="0">
                <a:latin typeface="Times New Roman" panose="02020603050405020304" pitchFamily="18" charset="0"/>
                <a:ea typeface="돋움" pitchFamily="50" charset="-127"/>
                <a:cs typeface="Times New Roman" panose="02020603050405020304" pitchFamily="18" charset="0"/>
              </a:rPr>
              <a:t> </a:t>
            </a:r>
            <a:r>
              <a:rPr lang="en-US" altLang="ko-KR" sz="1100" dirty="0" err="1" smtClean="0">
                <a:latin typeface="Times New Roman" panose="02020603050405020304" pitchFamily="18" charset="0"/>
                <a:ea typeface="돋움" pitchFamily="50" charset="-127"/>
                <a:cs typeface="Times New Roman" panose="02020603050405020304" pitchFamily="18" charset="0"/>
              </a:rPr>
              <a:t>chuẩn</a:t>
            </a:r>
            <a:r>
              <a:rPr lang="en-US" altLang="ko-KR" sz="1100" dirty="0" smtClean="0">
                <a:latin typeface="Times New Roman" panose="02020603050405020304" pitchFamily="18" charset="0"/>
                <a:ea typeface="돋움" pitchFamily="50" charset="-127"/>
                <a:cs typeface="Times New Roman" panose="02020603050405020304" pitchFamily="18" charset="0"/>
              </a:rPr>
              <a:t>)</a:t>
            </a:r>
            <a:endParaRPr lang="ko-KR" altLang="en-US" sz="1100" dirty="0">
              <a:latin typeface="Times New Roman" panose="02020603050405020304" pitchFamily="18" charset="0"/>
              <a:ea typeface="돋움" pitchFamily="50" charset="-127"/>
              <a:cs typeface="Times New Roman" panose="02020603050405020304" pitchFamily="18" charset="0"/>
            </a:endParaRPr>
          </a:p>
        </p:txBody>
      </p:sp>
      <p:sp>
        <p:nvSpPr>
          <p:cNvPr id="7" name="오각형 6"/>
          <p:cNvSpPr/>
          <p:nvPr/>
        </p:nvSpPr>
        <p:spPr bwMode="auto">
          <a:xfrm>
            <a:off x="6115050" y="5074569"/>
            <a:ext cx="1142206" cy="468000"/>
          </a:xfrm>
          <a:prstGeom prst="homePlate">
            <a:avLst/>
          </a:prstGeom>
          <a:solidFill>
            <a:schemeClr val="tx1"/>
          </a:solidFill>
          <a:ln w="9525" cap="flat" cmpd="sng" algn="ctr">
            <a:noFill/>
            <a:prstDash val="solid"/>
            <a:round/>
            <a:headEnd type="none" w="med" len="med"/>
            <a:tailEnd type="none" w="med" len="med"/>
          </a:ln>
          <a:effectLst/>
        </p:spPr>
        <p:txBody>
          <a:bodyPr vert="horz" wrap="square" lIns="85337" tIns="42669" rIns="85337" bIns="42669" numCol="1" rtlCol="0" anchor="ctr" anchorCtr="0" compatLnSpc="1">
            <a:prstTxWarp prst="textNoShape">
              <a:avLst/>
            </a:prstTxWarp>
            <a:spAutoFit/>
          </a:bodyPr>
          <a:lstStyle/>
          <a:p>
            <a:pPr marL="342900" marR="0" indent="-342900" algn="l" defTabSz="854075" rtl="0" eaLnBrk="1" fontAlgn="base" latinLnBrk="1" hangingPunct="1">
              <a:lnSpc>
                <a:spcPct val="120000"/>
              </a:lnSpc>
              <a:spcBef>
                <a:spcPct val="0"/>
              </a:spcBef>
              <a:spcAft>
                <a:spcPct val="0"/>
              </a:spcAft>
              <a:buClrTx/>
              <a:buSzTx/>
              <a:buFontTx/>
              <a:buNone/>
              <a:tabLst/>
            </a:pPr>
            <a:endParaRPr kumimoji="1" lang="ko-KR" altLang="en-US"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p:txBody>
      </p:sp>
      <p:sp>
        <p:nvSpPr>
          <p:cNvPr id="27" name="TextBox 26"/>
          <p:cNvSpPr txBox="1"/>
          <p:nvPr/>
        </p:nvSpPr>
        <p:spPr>
          <a:xfrm>
            <a:off x="6070651" y="5054205"/>
            <a:ext cx="1192955" cy="445571"/>
          </a:xfrm>
          <a:prstGeom prst="rect">
            <a:avLst/>
          </a:prstGeom>
          <a:noFill/>
        </p:spPr>
        <p:txBody>
          <a:bodyPr wrap="none" rtlCol="0">
            <a:spAutoFit/>
          </a:bodyPr>
          <a:lstStyle/>
          <a:p>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ON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điều</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kiện</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p>
          <a:p>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thực</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 </a:t>
            </a:r>
            <a:r>
              <a:rPr lang="en-US" altLang="ko-KR" sz="1000" b="1" dirty="0" err="1" smtClean="0">
                <a:solidFill>
                  <a:schemeClr val="bg1"/>
                </a:solidFill>
                <a:latin typeface="Times New Roman" panose="02020603050405020304" pitchFamily="18" charset="0"/>
                <a:ea typeface="돋움" pitchFamily="50" charset="-127"/>
                <a:cs typeface="Times New Roman" panose="02020603050405020304" pitchFamily="18" charset="0"/>
              </a:rPr>
              <a:t>hiện</a:t>
            </a:r>
            <a:r>
              <a:rPr lang="en-US" altLang="ko-KR" sz="1000" b="1" dirty="0" smtClean="0">
                <a:solidFill>
                  <a:schemeClr val="bg1"/>
                </a:solidFill>
                <a:latin typeface="Times New Roman" panose="02020603050405020304" pitchFamily="18" charset="0"/>
                <a:ea typeface="돋움" pitchFamily="50" charset="-127"/>
                <a:cs typeface="Times New Roman" panose="02020603050405020304" pitchFamily="18" charset="0"/>
              </a:rPr>
              <a:t> Back-up</a:t>
            </a:r>
            <a:endParaRPr lang="ko-KR" altLang="en-US" sz="1000" b="1" dirty="0">
              <a:solidFill>
                <a:schemeClr val="bg1"/>
              </a:solidFill>
              <a:latin typeface="Times New Roman" panose="02020603050405020304" pitchFamily="18" charset="0"/>
              <a:ea typeface="돋움" pitchFamily="50" charset="-127"/>
              <a:cs typeface="Times New Roman" panose="02020603050405020304" pitchFamily="18" charset="0"/>
            </a:endParaRPr>
          </a:p>
        </p:txBody>
      </p:sp>
    </p:spTree>
    <p:extLst>
      <p:ext uri="{BB962C8B-B14F-4D97-AF65-F5344CB8AC3E}">
        <p14:creationId xmlns:p14="http://schemas.microsoft.com/office/powerpoint/2010/main" val="4226445121"/>
      </p:ext>
    </p:extLst>
  </p:cSld>
  <p:clrMapOvr>
    <a:masterClrMapping/>
  </p:clrMapOvr>
  <p:transition/>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extBox 4"/>
          <p:cNvSpPr txBox="1">
            <a:spLocks noChangeArrowheads="1"/>
          </p:cNvSpPr>
          <p:nvPr/>
        </p:nvSpPr>
        <p:spPr bwMode="auto">
          <a:xfrm>
            <a:off x="449263" y="942975"/>
            <a:ext cx="9017000" cy="719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79388"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179388"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179388"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179388"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179388"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179388"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endParaRPr lang="en-US" altLang="ko-KR" sz="1200" b="1" dirty="0">
              <a:latin typeface="Times New Roman" panose="02020603050405020304" pitchFamily="18" charset="0"/>
              <a:cs typeface="Times New Roman" panose="02020603050405020304" pitchFamily="18" charset="0"/>
            </a:endParaRPr>
          </a:p>
          <a:p>
            <a:pPr eaLnBrk="1" hangingPunct="1">
              <a:lnSpc>
                <a:spcPct val="190000"/>
              </a:lnSpc>
              <a:spcBef>
                <a:spcPct val="0"/>
              </a:spcBef>
              <a:buFontTx/>
              <a:buNone/>
            </a:pPr>
            <a:r>
              <a:rPr lang="en-US" altLang="ko-KR" sz="1200" b="1" dirty="0">
                <a:latin typeface="Times New Roman" panose="02020603050405020304" pitchFamily="18" charset="0"/>
                <a:cs typeface="Times New Roman" panose="02020603050405020304" pitchFamily="18" charset="0"/>
              </a:rPr>
              <a:t>	1) </a:t>
            </a:r>
            <a:r>
              <a:rPr lang="en-US" altLang="ko-KR" sz="1200" b="1" dirty="0" smtClean="0">
                <a:latin typeface="Times New Roman" panose="02020603050405020304" pitchFamily="18" charset="0"/>
                <a:cs typeface="Times New Roman" panose="02020603050405020304" pitchFamily="18" charset="0"/>
              </a:rPr>
              <a:t>Back-Up Program </a:t>
            </a:r>
            <a:r>
              <a:rPr lang="en-US" altLang="ko-KR" sz="1200" b="1" dirty="0" err="1" smtClean="0">
                <a:latin typeface="Times New Roman" panose="02020603050405020304" pitchFamily="18" charset="0"/>
                <a:cs typeface="Times New Roman" panose="02020603050405020304" pitchFamily="18" charset="0"/>
              </a:rPr>
              <a:t>hiện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tại</a:t>
            </a:r>
            <a:r>
              <a:rPr lang="en-US" altLang="ko-KR" sz="1200" dirty="0">
                <a:latin typeface="Times New Roman" panose="02020603050405020304" pitchFamily="18" charset="0"/>
                <a:cs typeface="Times New Roman" panose="02020603050405020304" pitchFamily="18" charset="0"/>
              </a:rPr>
              <a:t>		</a:t>
            </a:r>
          </a:p>
        </p:txBody>
      </p:sp>
      <p:sp>
        <p:nvSpPr>
          <p:cNvPr id="202755" name="Rectangle 2"/>
          <p:cNvSpPr>
            <a:spLocks noChangeArrowheads="1"/>
          </p:cNvSpPr>
          <p:nvPr/>
        </p:nvSpPr>
        <p:spPr bwMode="auto">
          <a:xfrm>
            <a:off x="550863" y="1027113"/>
            <a:ext cx="228299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solidFill>
                  <a:srgbClr val="292929"/>
                </a:solidFill>
                <a:latin typeface="Times New Roman" panose="02020603050405020304" pitchFamily="18" charset="0"/>
                <a:cs typeface="Times New Roman" panose="02020603050405020304" pitchFamily="18" charset="0"/>
              </a:rPr>
              <a:t>4-1. </a:t>
            </a:r>
            <a:r>
              <a:rPr lang="en-US" altLang="ko-KR" sz="1200" b="1" dirty="0" err="1" smtClean="0">
                <a:solidFill>
                  <a:srgbClr val="292929"/>
                </a:solidFill>
                <a:latin typeface="Times New Roman" panose="02020603050405020304" pitchFamily="18" charset="0"/>
                <a:cs typeface="Times New Roman" panose="02020603050405020304" pitchFamily="18" charset="0"/>
              </a:rPr>
              <a:t>Phương</a:t>
            </a:r>
            <a:r>
              <a:rPr lang="en-US" altLang="ko-KR" sz="1200" b="1" dirty="0" smtClean="0">
                <a:solidFill>
                  <a:srgbClr val="292929"/>
                </a:solidFill>
                <a:latin typeface="Times New Roman" panose="02020603050405020304" pitchFamily="18" charset="0"/>
                <a:cs typeface="Times New Roman" panose="02020603050405020304" pitchFamily="18" charset="0"/>
              </a:rPr>
              <a:t> </a:t>
            </a:r>
            <a:r>
              <a:rPr lang="en-US" altLang="ko-KR" sz="1200" b="1" dirty="0" err="1" smtClean="0">
                <a:solidFill>
                  <a:srgbClr val="292929"/>
                </a:solidFill>
                <a:latin typeface="Times New Roman" panose="02020603050405020304" pitchFamily="18" charset="0"/>
                <a:cs typeface="Times New Roman" panose="02020603050405020304" pitchFamily="18" charset="0"/>
              </a:rPr>
              <a:t>pháp</a:t>
            </a:r>
            <a:r>
              <a:rPr lang="en-US" altLang="ko-KR" sz="1200" b="1" dirty="0" smtClean="0">
                <a:solidFill>
                  <a:srgbClr val="292929"/>
                </a:solidFill>
                <a:latin typeface="Times New Roman" panose="02020603050405020304" pitchFamily="18" charset="0"/>
                <a:cs typeface="Times New Roman" panose="02020603050405020304" pitchFamily="18" charset="0"/>
              </a:rPr>
              <a:t> </a:t>
            </a:r>
            <a:r>
              <a:rPr lang="en-US" altLang="ko-KR" sz="1200" b="1" dirty="0" err="1" smtClean="0">
                <a:solidFill>
                  <a:srgbClr val="292929"/>
                </a:solidFill>
                <a:latin typeface="Times New Roman" panose="02020603050405020304" pitchFamily="18" charset="0"/>
                <a:cs typeface="Times New Roman" panose="02020603050405020304" pitchFamily="18" charset="0"/>
              </a:rPr>
              <a:t>thay</a:t>
            </a:r>
            <a:r>
              <a:rPr lang="en-US" altLang="ko-KR" sz="1200" b="1" dirty="0" smtClean="0">
                <a:solidFill>
                  <a:srgbClr val="292929"/>
                </a:solidFill>
                <a:latin typeface="Times New Roman" panose="02020603050405020304" pitchFamily="18" charset="0"/>
                <a:cs typeface="Times New Roman" panose="02020603050405020304" pitchFamily="18" charset="0"/>
              </a:rPr>
              <a:t> </a:t>
            </a:r>
            <a:r>
              <a:rPr lang="en-US" altLang="ko-KR" sz="1200" b="1" dirty="0" err="1" smtClean="0">
                <a:solidFill>
                  <a:srgbClr val="292929"/>
                </a:solidFill>
                <a:latin typeface="Times New Roman" panose="02020603050405020304" pitchFamily="18" charset="0"/>
                <a:cs typeface="Times New Roman" panose="02020603050405020304" pitchFamily="18" charset="0"/>
              </a:rPr>
              <a:t>thế</a:t>
            </a:r>
            <a:r>
              <a:rPr lang="en-US" altLang="ko-KR" sz="1200" b="1" dirty="0" smtClean="0">
                <a:solidFill>
                  <a:srgbClr val="292929"/>
                </a:solidFill>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CPU</a:t>
            </a:r>
            <a:endParaRPr lang="ko-KR" altLang="en-US" sz="1200" b="1" dirty="0">
              <a:latin typeface="Times New Roman" panose="02020603050405020304" pitchFamily="18" charset="0"/>
              <a:cs typeface="Times New Roman" panose="02020603050405020304" pitchFamily="18" charset="0"/>
            </a:endParaRPr>
          </a:p>
        </p:txBody>
      </p:sp>
      <p:sp>
        <p:nvSpPr>
          <p:cNvPr id="202756" name="Rectangle 2"/>
          <p:cNvSpPr>
            <a:spLocks noChangeArrowheads="1"/>
          </p:cNvSpPr>
          <p:nvPr/>
        </p:nvSpPr>
        <p:spPr bwMode="auto">
          <a:xfrm>
            <a:off x="415925" y="692150"/>
            <a:ext cx="2481770" cy="3508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b="1" dirty="0">
                <a:solidFill>
                  <a:srgbClr val="292929"/>
                </a:solidFill>
                <a:latin typeface="Times New Roman" panose="02020603050405020304" pitchFamily="18" charset="0"/>
                <a:cs typeface="Times New Roman" panose="02020603050405020304" pitchFamily="18" charset="0"/>
              </a:rPr>
              <a:t>4. </a:t>
            </a:r>
            <a:r>
              <a:rPr lang="en-US" altLang="ko-KR" sz="1400" b="1" dirty="0" err="1" smtClean="0">
                <a:solidFill>
                  <a:srgbClr val="292929"/>
                </a:solidFill>
                <a:latin typeface="Times New Roman" panose="02020603050405020304" pitchFamily="18" charset="0"/>
                <a:cs typeface="Times New Roman" panose="02020603050405020304" pitchFamily="18" charset="0"/>
              </a:rPr>
              <a:t>Phương</a:t>
            </a:r>
            <a:r>
              <a:rPr lang="en-US" altLang="ko-KR" sz="1400" b="1" dirty="0" smtClean="0">
                <a:solidFill>
                  <a:srgbClr val="292929"/>
                </a:solidFill>
                <a:latin typeface="Times New Roman" panose="02020603050405020304" pitchFamily="18" charset="0"/>
                <a:cs typeface="Times New Roman" panose="02020603050405020304" pitchFamily="18" charset="0"/>
              </a:rPr>
              <a:t> </a:t>
            </a:r>
            <a:r>
              <a:rPr lang="en-US" altLang="ko-KR" sz="1400" b="1" dirty="0" err="1" smtClean="0">
                <a:solidFill>
                  <a:srgbClr val="292929"/>
                </a:solidFill>
                <a:latin typeface="Times New Roman" panose="02020603050405020304" pitchFamily="18" charset="0"/>
                <a:cs typeface="Times New Roman" panose="02020603050405020304" pitchFamily="18" charset="0"/>
              </a:rPr>
              <a:t>pháp</a:t>
            </a:r>
            <a:r>
              <a:rPr lang="en-US" altLang="ko-KR" sz="1400" b="1" dirty="0" smtClean="0">
                <a:solidFill>
                  <a:srgbClr val="292929"/>
                </a:solidFill>
                <a:latin typeface="Times New Roman" panose="02020603050405020304" pitchFamily="18" charset="0"/>
                <a:cs typeface="Times New Roman" panose="02020603050405020304" pitchFamily="18" charset="0"/>
              </a:rPr>
              <a:t> </a:t>
            </a:r>
            <a:r>
              <a:rPr lang="en-US" altLang="ko-KR" sz="1400" b="1" dirty="0" err="1" smtClean="0">
                <a:solidFill>
                  <a:srgbClr val="292929"/>
                </a:solidFill>
                <a:latin typeface="Times New Roman" panose="02020603050405020304" pitchFamily="18" charset="0"/>
                <a:cs typeface="Times New Roman" panose="02020603050405020304" pitchFamily="18" charset="0"/>
              </a:rPr>
              <a:t>thay</a:t>
            </a:r>
            <a:r>
              <a:rPr lang="en-US" altLang="ko-KR" sz="1400" b="1" dirty="0" smtClean="0">
                <a:solidFill>
                  <a:srgbClr val="292929"/>
                </a:solidFill>
                <a:latin typeface="Times New Roman" panose="02020603050405020304" pitchFamily="18" charset="0"/>
                <a:cs typeface="Times New Roman" panose="02020603050405020304" pitchFamily="18" charset="0"/>
              </a:rPr>
              <a:t> </a:t>
            </a:r>
            <a:r>
              <a:rPr lang="en-US" altLang="ko-KR" sz="1400" b="1" dirty="0" err="1" smtClean="0">
                <a:solidFill>
                  <a:srgbClr val="292929"/>
                </a:solidFill>
                <a:latin typeface="Times New Roman" panose="02020603050405020304" pitchFamily="18" charset="0"/>
                <a:cs typeface="Times New Roman" panose="02020603050405020304" pitchFamily="18" charset="0"/>
              </a:rPr>
              <a:t>thế</a:t>
            </a:r>
            <a:r>
              <a:rPr lang="en-US" altLang="ko-KR" sz="1400" b="1" dirty="0" smtClean="0">
                <a:solidFill>
                  <a:srgbClr val="292929"/>
                </a:solidFill>
                <a:latin typeface="Times New Roman" panose="02020603050405020304" pitchFamily="18" charset="0"/>
                <a:cs typeface="Times New Roman" panose="02020603050405020304" pitchFamily="18" charset="0"/>
              </a:rPr>
              <a:t> </a:t>
            </a:r>
            <a:r>
              <a:rPr lang="en-US" altLang="ko-KR" sz="1400" b="1" dirty="0" smtClean="0">
                <a:latin typeface="Times New Roman" panose="02020603050405020304" pitchFamily="18" charset="0"/>
                <a:cs typeface="Times New Roman" panose="02020603050405020304" pitchFamily="18" charset="0"/>
              </a:rPr>
              <a:t>CPU</a:t>
            </a:r>
            <a:endParaRPr lang="ko-KR" altLang="en-US" sz="1400" dirty="0">
              <a:latin typeface="Times New Roman" panose="02020603050405020304" pitchFamily="18" charset="0"/>
              <a:cs typeface="Times New Roman" panose="02020603050405020304" pitchFamily="18" charset="0"/>
            </a:endParaRPr>
          </a:p>
        </p:txBody>
      </p:sp>
      <p:grpSp>
        <p:nvGrpSpPr>
          <p:cNvPr id="202757" name="Group 57"/>
          <p:cNvGrpSpPr>
            <a:grpSpLocks/>
          </p:cNvGrpSpPr>
          <p:nvPr/>
        </p:nvGrpSpPr>
        <p:grpSpPr bwMode="auto">
          <a:xfrm>
            <a:off x="1130300" y="2420938"/>
            <a:ext cx="7977188" cy="3960812"/>
            <a:chOff x="319" y="1707"/>
            <a:chExt cx="4638" cy="2940"/>
          </a:xfrm>
        </p:grpSpPr>
        <p:pic>
          <p:nvPicPr>
            <p:cNvPr id="202767" name="Picture 4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8" y="1893"/>
              <a:ext cx="3139" cy="2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2768" name="Picture 4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6" y="1715"/>
              <a:ext cx="2696" cy="1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2769" name="Picture 4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9" y="1943"/>
              <a:ext cx="1220" cy="23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2770" name="Rectangle 50"/>
            <p:cNvSpPr>
              <a:spLocks noChangeArrowheads="1"/>
            </p:cNvSpPr>
            <p:nvPr/>
          </p:nvSpPr>
          <p:spPr bwMode="auto">
            <a:xfrm>
              <a:off x="1661" y="1707"/>
              <a:ext cx="205" cy="145"/>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2771" name="Rectangle 51"/>
            <p:cNvSpPr>
              <a:spLocks noChangeArrowheads="1"/>
            </p:cNvSpPr>
            <p:nvPr/>
          </p:nvSpPr>
          <p:spPr bwMode="auto">
            <a:xfrm>
              <a:off x="387" y="2086"/>
              <a:ext cx="562" cy="145"/>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2772" name="Rectangle 52"/>
            <p:cNvSpPr>
              <a:spLocks noChangeArrowheads="1"/>
            </p:cNvSpPr>
            <p:nvPr/>
          </p:nvSpPr>
          <p:spPr bwMode="auto">
            <a:xfrm>
              <a:off x="2264" y="2433"/>
              <a:ext cx="1095" cy="145"/>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2773" name="Rectangle 53"/>
            <p:cNvSpPr>
              <a:spLocks noChangeArrowheads="1"/>
            </p:cNvSpPr>
            <p:nvPr/>
          </p:nvSpPr>
          <p:spPr bwMode="auto">
            <a:xfrm>
              <a:off x="1962" y="2683"/>
              <a:ext cx="445" cy="137"/>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2774" name="Rectangle 54"/>
            <p:cNvSpPr>
              <a:spLocks noChangeArrowheads="1"/>
            </p:cNvSpPr>
            <p:nvPr/>
          </p:nvSpPr>
          <p:spPr bwMode="auto">
            <a:xfrm>
              <a:off x="4338" y="2595"/>
              <a:ext cx="507" cy="121"/>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sp>
        <p:nvSpPr>
          <p:cNvPr id="202758" name="Text Box 55"/>
          <p:cNvSpPr txBox="1">
            <a:spLocks noChangeArrowheads="1"/>
          </p:cNvSpPr>
          <p:nvPr/>
        </p:nvSpPr>
        <p:spPr bwMode="auto">
          <a:xfrm>
            <a:off x="901700" y="1695450"/>
            <a:ext cx="3381375" cy="3139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Parameter</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Program</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Reading</a:t>
            </a:r>
          </a:p>
        </p:txBody>
      </p:sp>
      <p:sp>
        <p:nvSpPr>
          <p:cNvPr id="202759" name="Text Box 56"/>
          <p:cNvSpPr txBox="1">
            <a:spLocks noChangeArrowheads="1"/>
          </p:cNvSpPr>
          <p:nvPr/>
        </p:nvSpPr>
        <p:spPr bwMode="auto">
          <a:xfrm>
            <a:off x="1104900" y="1982788"/>
            <a:ext cx="8531225"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a:latin typeface="Times New Roman" panose="02020603050405020304" pitchFamily="18" charset="0"/>
                <a:cs typeface="Times New Roman" panose="02020603050405020304" pitchFamily="18" charset="0"/>
              </a:rPr>
              <a:t>① Online →② Read from PLC →③ Program memory/Device memory →④ Param+Prog →⑤ Execute</a:t>
            </a:r>
          </a:p>
        </p:txBody>
      </p:sp>
      <p:sp>
        <p:nvSpPr>
          <p:cNvPr id="202760" name="Text Box 58"/>
          <p:cNvSpPr txBox="1">
            <a:spLocks noChangeArrowheads="1"/>
          </p:cNvSpPr>
          <p:nvPr/>
        </p:nvSpPr>
        <p:spPr bwMode="auto">
          <a:xfrm>
            <a:off x="3170238" y="2276475"/>
            <a:ext cx="31115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①</a:t>
            </a:r>
          </a:p>
        </p:txBody>
      </p:sp>
      <p:sp>
        <p:nvSpPr>
          <p:cNvPr id="202761" name="Text Box 59"/>
          <p:cNvSpPr txBox="1">
            <a:spLocks noChangeArrowheads="1"/>
          </p:cNvSpPr>
          <p:nvPr/>
        </p:nvSpPr>
        <p:spPr bwMode="auto">
          <a:xfrm>
            <a:off x="974725" y="2781300"/>
            <a:ext cx="31115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②</a:t>
            </a:r>
          </a:p>
        </p:txBody>
      </p:sp>
      <p:sp>
        <p:nvSpPr>
          <p:cNvPr id="202762" name="Text Box 60"/>
          <p:cNvSpPr txBox="1">
            <a:spLocks noChangeArrowheads="1"/>
          </p:cNvSpPr>
          <p:nvPr/>
        </p:nvSpPr>
        <p:spPr bwMode="auto">
          <a:xfrm>
            <a:off x="4227513" y="3227388"/>
            <a:ext cx="31115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③</a:t>
            </a:r>
          </a:p>
        </p:txBody>
      </p:sp>
      <p:sp>
        <p:nvSpPr>
          <p:cNvPr id="202763" name="Text Box 61"/>
          <p:cNvSpPr txBox="1">
            <a:spLocks noChangeArrowheads="1"/>
          </p:cNvSpPr>
          <p:nvPr/>
        </p:nvSpPr>
        <p:spPr bwMode="auto">
          <a:xfrm>
            <a:off x="3684588" y="3578225"/>
            <a:ext cx="31115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④</a:t>
            </a:r>
          </a:p>
        </p:txBody>
      </p:sp>
      <p:sp>
        <p:nvSpPr>
          <p:cNvPr id="202764" name="Text Box 62"/>
          <p:cNvSpPr txBox="1">
            <a:spLocks noChangeArrowheads="1"/>
          </p:cNvSpPr>
          <p:nvPr/>
        </p:nvSpPr>
        <p:spPr bwMode="auto">
          <a:xfrm>
            <a:off x="7762875" y="3500438"/>
            <a:ext cx="31115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⑤</a:t>
            </a:r>
          </a:p>
        </p:txBody>
      </p:sp>
      <p:sp>
        <p:nvSpPr>
          <p:cNvPr id="202765" name="Text Box 8"/>
          <p:cNvSpPr txBox="1">
            <a:spLocks noChangeArrowheads="1"/>
          </p:cNvSpPr>
          <p:nvPr/>
        </p:nvSpPr>
        <p:spPr bwMode="auto">
          <a:xfrm>
            <a:off x="7024147" y="84138"/>
            <a:ext cx="28135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4. </a:t>
            </a:r>
            <a:r>
              <a:rPr lang="en-US" altLang="ko-KR" sz="1600" b="1" dirty="0" err="1" smtClean="0">
                <a:latin typeface="Times New Roman" panose="02020603050405020304" pitchFamily="18" charset="0"/>
                <a:cs typeface="Times New Roman" panose="02020603050405020304" pitchFamily="18" charset="0"/>
              </a:rPr>
              <a:t>Phương</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pháp</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thay</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thế</a:t>
            </a:r>
            <a:r>
              <a:rPr lang="en-US" altLang="ko-KR" sz="1600" b="1" dirty="0" smtClean="0">
                <a:latin typeface="Times New Roman" panose="02020603050405020304" pitchFamily="18" charset="0"/>
                <a:cs typeface="Times New Roman" panose="02020603050405020304" pitchFamily="18" charset="0"/>
              </a:rPr>
              <a:t> CPU</a:t>
            </a:r>
            <a:endParaRPr lang="ko-KR" altLang="en-US" sz="1600" b="1" dirty="0">
              <a:latin typeface="Times New Roman" panose="02020603050405020304" pitchFamily="18" charset="0"/>
              <a:cs typeface="Times New Roman" panose="02020603050405020304" pitchFamily="18" charset="0"/>
            </a:endParaRPr>
          </a:p>
        </p:txBody>
      </p:sp>
      <p:sp>
        <p:nvSpPr>
          <p:cNvPr id="202766"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00523040"/>
      </p:ext>
    </p:extLst>
  </p:cSld>
  <p:clrMapOvr>
    <a:masterClrMapping/>
  </p:clrMapOvr>
  <p:transition/>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377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3150" y="1622425"/>
            <a:ext cx="6334125" cy="432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3779" name="Rectangle 5"/>
          <p:cNvSpPr>
            <a:spLocks noChangeArrowheads="1"/>
          </p:cNvSpPr>
          <p:nvPr/>
        </p:nvSpPr>
        <p:spPr bwMode="auto">
          <a:xfrm>
            <a:off x="1651000" y="4200525"/>
            <a:ext cx="895350" cy="215900"/>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3780" name="Rectangle 6"/>
          <p:cNvSpPr>
            <a:spLocks noChangeArrowheads="1"/>
          </p:cNvSpPr>
          <p:nvPr/>
        </p:nvSpPr>
        <p:spPr bwMode="auto">
          <a:xfrm>
            <a:off x="6122988" y="2714625"/>
            <a:ext cx="1073150" cy="203200"/>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3781" name="Text Box 7"/>
          <p:cNvSpPr txBox="1">
            <a:spLocks noChangeArrowheads="1"/>
          </p:cNvSpPr>
          <p:nvPr/>
        </p:nvSpPr>
        <p:spPr bwMode="auto">
          <a:xfrm>
            <a:off x="869950" y="1282700"/>
            <a:ext cx="6345238" cy="2927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a:latin typeface="Times New Roman" panose="02020603050405020304" pitchFamily="18" charset="0"/>
                <a:cs typeface="Times New Roman" panose="02020603050405020304" pitchFamily="18" charset="0"/>
              </a:rPr>
              <a:t> ① Program memory/Device memory →② Device memory →③ Execute</a:t>
            </a:r>
          </a:p>
        </p:txBody>
      </p:sp>
      <p:sp>
        <p:nvSpPr>
          <p:cNvPr id="203782" name="Text Box 8"/>
          <p:cNvSpPr txBox="1">
            <a:spLocks noChangeArrowheads="1"/>
          </p:cNvSpPr>
          <p:nvPr/>
        </p:nvSpPr>
        <p:spPr bwMode="auto">
          <a:xfrm>
            <a:off x="819150" y="981075"/>
            <a:ext cx="3381375" cy="2927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Device</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Data Reading</a:t>
            </a:r>
          </a:p>
        </p:txBody>
      </p:sp>
      <p:sp>
        <p:nvSpPr>
          <p:cNvPr id="203783" name="Text Box 9"/>
          <p:cNvSpPr txBox="1">
            <a:spLocks noChangeArrowheads="1"/>
          </p:cNvSpPr>
          <p:nvPr/>
        </p:nvSpPr>
        <p:spPr bwMode="auto">
          <a:xfrm>
            <a:off x="1733550" y="2306638"/>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①</a:t>
            </a:r>
          </a:p>
        </p:txBody>
      </p:sp>
      <p:sp>
        <p:nvSpPr>
          <p:cNvPr id="203784" name="Rectangle 10"/>
          <p:cNvSpPr>
            <a:spLocks noChangeArrowheads="1"/>
          </p:cNvSpPr>
          <p:nvPr/>
        </p:nvSpPr>
        <p:spPr bwMode="auto">
          <a:xfrm>
            <a:off x="1968500" y="2473325"/>
            <a:ext cx="2184400" cy="215900"/>
          </a:xfrm>
          <a:prstGeom prst="rect">
            <a:avLst/>
          </a:prstGeom>
          <a:noFill/>
          <a:ln w="2857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3785" name="Text Box 11"/>
          <p:cNvSpPr txBox="1">
            <a:spLocks noChangeArrowheads="1"/>
          </p:cNvSpPr>
          <p:nvPr/>
        </p:nvSpPr>
        <p:spPr bwMode="auto">
          <a:xfrm>
            <a:off x="1377950" y="4152900"/>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②</a:t>
            </a:r>
          </a:p>
        </p:txBody>
      </p:sp>
      <p:sp>
        <p:nvSpPr>
          <p:cNvPr id="203786" name="Text Box 12"/>
          <p:cNvSpPr txBox="1">
            <a:spLocks noChangeArrowheads="1"/>
          </p:cNvSpPr>
          <p:nvPr/>
        </p:nvSpPr>
        <p:spPr bwMode="auto">
          <a:xfrm>
            <a:off x="5846763" y="2574925"/>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③</a:t>
            </a:r>
          </a:p>
        </p:txBody>
      </p:sp>
      <p:sp>
        <p:nvSpPr>
          <p:cNvPr id="203787" name="Text Box 8"/>
          <p:cNvSpPr txBox="1">
            <a:spLocks noChangeArrowheads="1"/>
          </p:cNvSpPr>
          <p:nvPr/>
        </p:nvSpPr>
        <p:spPr bwMode="auto">
          <a:xfrm>
            <a:off x="7024147" y="84138"/>
            <a:ext cx="28135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4. </a:t>
            </a:r>
            <a:r>
              <a:rPr lang="vi-VN" altLang="ko-KR" sz="1600" b="1" dirty="0" smtClean="0">
                <a:latin typeface="Times New Roman" panose="02020603050405020304" pitchFamily="18" charset="0"/>
                <a:cs typeface="Times New Roman" panose="02020603050405020304" pitchFamily="18" charset="0"/>
              </a:rPr>
              <a:t>Phương pháp thay thế CPU</a:t>
            </a:r>
            <a:endParaRPr lang="ko-KR" altLang="en-US" sz="1600" b="1" dirty="0">
              <a:latin typeface="Times New Roman" panose="02020603050405020304" pitchFamily="18" charset="0"/>
              <a:cs typeface="Times New Roman" panose="02020603050405020304" pitchFamily="18" charset="0"/>
            </a:endParaRPr>
          </a:p>
        </p:txBody>
      </p:sp>
      <p:sp>
        <p:nvSpPr>
          <p:cNvPr id="203788"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71864838"/>
      </p:ext>
    </p:extLst>
  </p:cSld>
  <p:clrMapOvr>
    <a:masterClrMapping/>
  </p:clrMapOvr>
  <p:transition/>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02" name="Picture 2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35075" y="1838325"/>
            <a:ext cx="6307138" cy="432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4803" name="Rectangle 24"/>
          <p:cNvSpPr>
            <a:spLocks noChangeArrowheads="1"/>
          </p:cNvSpPr>
          <p:nvPr/>
        </p:nvSpPr>
        <p:spPr bwMode="auto">
          <a:xfrm>
            <a:off x="2130425" y="2681288"/>
            <a:ext cx="2201863" cy="228600"/>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ctr" eaLnBrk="1" hangingPunct="1">
              <a:spcBef>
                <a:spcPct val="0"/>
              </a:spcBef>
              <a:buFontTx/>
              <a:buNone/>
            </a:pPr>
            <a:endParaRPr lang="ko-KR" altLang="ko-KR" sz="900">
              <a:latin typeface="Times New Roman" panose="02020603050405020304" pitchFamily="18" charset="0"/>
              <a:ea typeface="HY견고딕" pitchFamily="18" charset="-127"/>
              <a:cs typeface="Times New Roman" panose="02020603050405020304" pitchFamily="18" charset="0"/>
            </a:endParaRPr>
          </a:p>
        </p:txBody>
      </p:sp>
      <p:sp>
        <p:nvSpPr>
          <p:cNvPr id="204804" name="Rectangle 25"/>
          <p:cNvSpPr>
            <a:spLocks noChangeArrowheads="1"/>
          </p:cNvSpPr>
          <p:nvPr/>
        </p:nvSpPr>
        <p:spPr bwMode="auto">
          <a:xfrm>
            <a:off x="1746250" y="3753036"/>
            <a:ext cx="769938" cy="215900"/>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4805" name="Rectangle 26"/>
          <p:cNvSpPr>
            <a:spLocks noChangeArrowheads="1"/>
          </p:cNvSpPr>
          <p:nvPr/>
        </p:nvSpPr>
        <p:spPr bwMode="auto">
          <a:xfrm>
            <a:off x="6300788" y="2935288"/>
            <a:ext cx="1017587" cy="215900"/>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4806" name="Text Box 27"/>
          <p:cNvSpPr txBox="1">
            <a:spLocks noChangeArrowheads="1"/>
          </p:cNvSpPr>
          <p:nvPr/>
        </p:nvSpPr>
        <p:spPr bwMode="auto">
          <a:xfrm>
            <a:off x="1052513" y="1341438"/>
            <a:ext cx="4368800" cy="2927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a:latin typeface="Times New Roman" panose="02020603050405020304" pitchFamily="18" charset="0"/>
                <a:cs typeface="Times New Roman" panose="02020603050405020304" pitchFamily="18" charset="0"/>
              </a:rPr>
              <a:t>① Standard RAM →② File register →③ Execute</a:t>
            </a:r>
          </a:p>
        </p:txBody>
      </p:sp>
      <p:sp>
        <p:nvSpPr>
          <p:cNvPr id="204807" name="Text Box 29"/>
          <p:cNvSpPr txBox="1">
            <a:spLocks noChangeArrowheads="1"/>
          </p:cNvSpPr>
          <p:nvPr/>
        </p:nvSpPr>
        <p:spPr bwMode="auto">
          <a:xfrm>
            <a:off x="1857375" y="2541588"/>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①</a:t>
            </a:r>
          </a:p>
        </p:txBody>
      </p:sp>
      <p:sp>
        <p:nvSpPr>
          <p:cNvPr id="204808" name="Text Box 30"/>
          <p:cNvSpPr txBox="1">
            <a:spLocks noChangeArrowheads="1"/>
          </p:cNvSpPr>
          <p:nvPr/>
        </p:nvSpPr>
        <p:spPr bwMode="auto">
          <a:xfrm>
            <a:off x="1385888" y="3492500"/>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②</a:t>
            </a:r>
          </a:p>
        </p:txBody>
      </p:sp>
      <p:sp>
        <p:nvSpPr>
          <p:cNvPr id="204809" name="Text Box 31"/>
          <p:cNvSpPr txBox="1">
            <a:spLocks noChangeArrowheads="1"/>
          </p:cNvSpPr>
          <p:nvPr/>
        </p:nvSpPr>
        <p:spPr bwMode="auto">
          <a:xfrm>
            <a:off x="6019800" y="2805113"/>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③</a:t>
            </a:r>
          </a:p>
        </p:txBody>
      </p:sp>
      <p:sp>
        <p:nvSpPr>
          <p:cNvPr id="204810" name="Text Box 32"/>
          <p:cNvSpPr txBox="1">
            <a:spLocks noChangeArrowheads="1"/>
          </p:cNvSpPr>
          <p:nvPr/>
        </p:nvSpPr>
        <p:spPr bwMode="auto">
          <a:xfrm>
            <a:off x="819150" y="981075"/>
            <a:ext cx="3381375" cy="2927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a:latin typeface="Times New Roman" panose="02020603050405020304" pitchFamily="18" charset="0"/>
                <a:cs typeface="Times New Roman" panose="02020603050405020304" pitchFamily="18" charset="0"/>
              </a:rPr>
              <a:t>▶ File Register Reading</a:t>
            </a:r>
          </a:p>
        </p:txBody>
      </p:sp>
      <p:sp>
        <p:nvSpPr>
          <p:cNvPr id="204811" name="Text Box 8"/>
          <p:cNvSpPr txBox="1">
            <a:spLocks noChangeArrowheads="1"/>
          </p:cNvSpPr>
          <p:nvPr/>
        </p:nvSpPr>
        <p:spPr bwMode="auto">
          <a:xfrm>
            <a:off x="7024147" y="84138"/>
            <a:ext cx="28135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4. </a:t>
            </a:r>
            <a:r>
              <a:rPr lang="vi-VN" altLang="ko-KR" sz="1600" b="1" dirty="0" smtClean="0">
                <a:latin typeface="Times New Roman" panose="02020603050405020304" pitchFamily="18" charset="0"/>
                <a:cs typeface="Times New Roman" panose="02020603050405020304" pitchFamily="18" charset="0"/>
              </a:rPr>
              <a:t>Phương pháp thay thế CPU</a:t>
            </a:r>
            <a:endParaRPr lang="ko-KR" altLang="en-US" sz="1600" b="1" dirty="0">
              <a:latin typeface="Times New Roman" panose="02020603050405020304" pitchFamily="18" charset="0"/>
              <a:cs typeface="Times New Roman" panose="02020603050405020304" pitchFamily="18" charset="0"/>
            </a:endParaRPr>
          </a:p>
        </p:txBody>
      </p:sp>
      <p:sp>
        <p:nvSpPr>
          <p:cNvPr id="204812"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051368711"/>
      </p:ext>
    </p:extLst>
  </p:cSld>
  <p:clrMapOvr>
    <a:masterClrMapping/>
  </p:clrMapOvr>
  <p:transition/>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Text Box 12"/>
          <p:cNvSpPr txBox="1">
            <a:spLocks noChangeArrowheads="1"/>
          </p:cNvSpPr>
          <p:nvPr/>
        </p:nvSpPr>
        <p:spPr bwMode="auto">
          <a:xfrm>
            <a:off x="819150" y="908050"/>
            <a:ext cx="8347075" cy="609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40000"/>
              </a:lnSpc>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Thực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hiện</a:t>
            </a:r>
            <a:r>
              <a:rPr lang="en-US" altLang="ko-KR" sz="1200" b="1" dirty="0" smtClean="0">
                <a:latin typeface="Times New Roman" panose="02020603050405020304" pitchFamily="18" charset="0"/>
                <a:cs typeface="Times New Roman" panose="02020603050405020304" pitchFamily="18" charset="0"/>
              </a:rPr>
              <a:t> Save as </a:t>
            </a:r>
            <a:r>
              <a:rPr lang="en-US" altLang="ko-KR" sz="1200" b="1" dirty="0" err="1" smtClean="0">
                <a:latin typeface="Times New Roman" panose="02020603050405020304" pitchFamily="18" charset="0"/>
                <a:cs typeface="Times New Roman" panose="02020603050405020304" pitchFamily="18" charset="0"/>
              </a:rPr>
              <a:t>sau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khi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hoàn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thành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công</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việc</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(Back up Data)</a:t>
            </a:r>
          </a:p>
          <a:p>
            <a:pPr eaLnBrk="1" hangingPunct="1">
              <a:lnSpc>
                <a:spcPct val="140000"/>
              </a:lnSpc>
              <a:spcBef>
                <a:spcPct val="0"/>
              </a:spcBef>
              <a:buFontTx/>
              <a:buNone/>
            </a:pPr>
            <a:r>
              <a:rPr lang="en-US" altLang="ko-KR" sz="1200" b="1" dirty="0">
                <a:latin typeface="Times New Roman" panose="02020603050405020304" pitchFamily="18" charset="0"/>
                <a:cs typeface="Times New Roman" panose="02020603050405020304" pitchFamily="18" charset="0"/>
              </a:rPr>
              <a:t>   ① Project →② Change PLC type →③ Q12(26)UDH →④ OK →⑤ Save as </a:t>
            </a:r>
            <a:r>
              <a:rPr lang="en-US" altLang="ko-KR" sz="1200" b="1" dirty="0" smtClean="0">
                <a:latin typeface="Times New Roman" panose="02020603050405020304" pitchFamily="18" charset="0"/>
                <a:cs typeface="Times New Roman" panose="02020603050405020304" pitchFamily="18" charset="0"/>
              </a:rPr>
              <a:t>(</a:t>
            </a:r>
            <a:r>
              <a:rPr lang="en-US" altLang="ko-KR" sz="1200" b="1" dirty="0" err="1" smtClean="0">
                <a:latin typeface="Times New Roman" panose="02020603050405020304" pitchFamily="18" charset="0"/>
                <a:cs typeface="Times New Roman" panose="02020603050405020304" pitchFamily="18" charset="0"/>
              </a:rPr>
              <a:t>lưu</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thay</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đổi</a:t>
            </a:r>
            <a:r>
              <a:rPr lang="en-US" altLang="ko-KR" sz="1200" b="1" dirty="0" smtClean="0">
                <a:latin typeface="Times New Roman" panose="02020603050405020304" pitchFamily="18" charset="0"/>
                <a:cs typeface="Times New Roman" panose="02020603050405020304" pitchFamily="18" charset="0"/>
              </a:rPr>
              <a:t> type) </a:t>
            </a:r>
            <a:endParaRPr lang="en-US" altLang="ko-KR" sz="1200" b="1" dirty="0">
              <a:latin typeface="Times New Roman" panose="02020603050405020304" pitchFamily="18" charset="0"/>
              <a:cs typeface="Times New Roman" panose="02020603050405020304" pitchFamily="18" charset="0"/>
            </a:endParaRPr>
          </a:p>
        </p:txBody>
      </p:sp>
      <p:grpSp>
        <p:nvGrpSpPr>
          <p:cNvPr id="205827" name="Group 15"/>
          <p:cNvGrpSpPr>
            <a:grpSpLocks/>
          </p:cNvGrpSpPr>
          <p:nvPr/>
        </p:nvGrpSpPr>
        <p:grpSpPr bwMode="auto">
          <a:xfrm>
            <a:off x="1098550" y="1692275"/>
            <a:ext cx="7599363" cy="4473575"/>
            <a:chOff x="458" y="1008"/>
            <a:chExt cx="4418" cy="2818"/>
          </a:xfrm>
        </p:grpSpPr>
        <p:grpSp>
          <p:nvGrpSpPr>
            <p:cNvPr id="205833" name="Group 4"/>
            <p:cNvGrpSpPr>
              <a:grpSpLocks/>
            </p:cNvGrpSpPr>
            <p:nvPr/>
          </p:nvGrpSpPr>
          <p:grpSpPr bwMode="auto">
            <a:xfrm>
              <a:off x="612" y="1071"/>
              <a:ext cx="4264" cy="2755"/>
              <a:chOff x="192" y="776"/>
              <a:chExt cx="3696" cy="3050"/>
            </a:xfrm>
          </p:grpSpPr>
          <p:pic>
            <p:nvPicPr>
              <p:cNvPr id="20583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 y="960"/>
                <a:ext cx="1517" cy="28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837"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 y="776"/>
                <a:ext cx="3149" cy="1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838"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60" y="1104"/>
                <a:ext cx="1728" cy="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83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60" y="1920"/>
                <a:ext cx="931" cy="18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5840" name="Rectangle 9"/>
              <p:cNvSpPr>
                <a:spLocks noChangeArrowheads="1"/>
              </p:cNvSpPr>
              <p:nvPr/>
            </p:nvSpPr>
            <p:spPr bwMode="auto">
              <a:xfrm>
                <a:off x="288" y="2040"/>
                <a:ext cx="688" cy="144"/>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841" name="Rectangle 10"/>
              <p:cNvSpPr>
                <a:spLocks noChangeArrowheads="1"/>
              </p:cNvSpPr>
              <p:nvPr/>
            </p:nvSpPr>
            <p:spPr bwMode="auto">
              <a:xfrm>
                <a:off x="2328" y="1632"/>
                <a:ext cx="944" cy="128"/>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5842" name="Rectangle 11"/>
              <p:cNvSpPr>
                <a:spLocks noChangeArrowheads="1"/>
              </p:cNvSpPr>
              <p:nvPr/>
            </p:nvSpPr>
            <p:spPr bwMode="auto">
              <a:xfrm>
                <a:off x="3352" y="1312"/>
                <a:ext cx="488" cy="136"/>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sp>
          <p:nvSpPr>
            <p:cNvPr id="205834" name="Text Box 13"/>
            <p:cNvSpPr txBox="1">
              <a:spLocks noChangeArrowheads="1"/>
            </p:cNvSpPr>
            <p:nvPr/>
          </p:nvSpPr>
          <p:spPr bwMode="auto">
            <a:xfrm>
              <a:off x="458" y="1008"/>
              <a:ext cx="181" cy="1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①</a:t>
              </a:r>
            </a:p>
          </p:txBody>
        </p:sp>
        <p:sp>
          <p:nvSpPr>
            <p:cNvPr id="205835" name="Rectangle 14"/>
            <p:cNvSpPr>
              <a:spLocks noChangeArrowheads="1"/>
            </p:cNvSpPr>
            <p:nvPr/>
          </p:nvSpPr>
          <p:spPr bwMode="auto">
            <a:xfrm>
              <a:off x="612" y="1065"/>
              <a:ext cx="363" cy="136"/>
            </a:xfrm>
            <a:prstGeom prst="rect">
              <a:avLst/>
            </a:prstGeom>
            <a:noFill/>
            <a:ln w="2857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sp>
        <p:nvSpPr>
          <p:cNvPr id="205828" name="Text Box 16"/>
          <p:cNvSpPr txBox="1">
            <a:spLocks noChangeArrowheads="1"/>
          </p:cNvSpPr>
          <p:nvPr/>
        </p:nvSpPr>
        <p:spPr bwMode="auto">
          <a:xfrm>
            <a:off x="1282700" y="3500438"/>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②</a:t>
            </a:r>
          </a:p>
        </p:txBody>
      </p:sp>
      <p:sp>
        <p:nvSpPr>
          <p:cNvPr id="205829" name="Text Box 17"/>
          <p:cNvSpPr txBox="1">
            <a:spLocks noChangeArrowheads="1"/>
          </p:cNvSpPr>
          <p:nvPr/>
        </p:nvSpPr>
        <p:spPr bwMode="auto">
          <a:xfrm>
            <a:off x="5318125" y="2924175"/>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③</a:t>
            </a:r>
          </a:p>
        </p:txBody>
      </p:sp>
      <p:sp>
        <p:nvSpPr>
          <p:cNvPr id="205830" name="Text Box 18"/>
          <p:cNvSpPr txBox="1">
            <a:spLocks noChangeArrowheads="1"/>
          </p:cNvSpPr>
          <p:nvPr/>
        </p:nvSpPr>
        <p:spPr bwMode="auto">
          <a:xfrm>
            <a:off x="7351713" y="2449513"/>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④</a:t>
            </a:r>
          </a:p>
        </p:txBody>
      </p:sp>
      <p:sp>
        <p:nvSpPr>
          <p:cNvPr id="205831" name="Text Box 8"/>
          <p:cNvSpPr txBox="1">
            <a:spLocks noChangeArrowheads="1"/>
          </p:cNvSpPr>
          <p:nvPr/>
        </p:nvSpPr>
        <p:spPr bwMode="auto">
          <a:xfrm>
            <a:off x="7024147" y="84138"/>
            <a:ext cx="28135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4. </a:t>
            </a:r>
            <a:r>
              <a:rPr lang="vi-VN" altLang="ko-KR" sz="1600" b="1" dirty="0" smtClean="0">
                <a:latin typeface="Times New Roman" panose="02020603050405020304" pitchFamily="18" charset="0"/>
                <a:cs typeface="Times New Roman" panose="02020603050405020304" pitchFamily="18" charset="0"/>
              </a:rPr>
              <a:t>Phương pháp thay thế CPU</a:t>
            </a:r>
            <a:endParaRPr lang="ko-KR" altLang="en-US" sz="1600" b="1" dirty="0">
              <a:latin typeface="Times New Roman" panose="02020603050405020304" pitchFamily="18" charset="0"/>
              <a:cs typeface="Times New Roman" panose="02020603050405020304" pitchFamily="18" charset="0"/>
            </a:endParaRPr>
          </a:p>
        </p:txBody>
      </p:sp>
      <p:sp>
        <p:nvSpPr>
          <p:cNvPr id="205832"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155737363"/>
      </p:ext>
    </p:extLst>
  </p:cSld>
  <p:clrMapOvr>
    <a:masterClrMapping/>
  </p:clrMapOvr>
  <p:transition/>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685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79988" y="3602038"/>
            <a:ext cx="4576762" cy="2203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6851"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3125" y="2084388"/>
            <a:ext cx="5126038" cy="195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685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33638" y="2366963"/>
            <a:ext cx="2320925" cy="3438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6853" name="Rectangle 8"/>
          <p:cNvSpPr>
            <a:spLocks noChangeArrowheads="1"/>
          </p:cNvSpPr>
          <p:nvPr/>
        </p:nvSpPr>
        <p:spPr bwMode="auto">
          <a:xfrm>
            <a:off x="3373438" y="2073275"/>
            <a:ext cx="392112" cy="209550"/>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206854" name="Rectangle 9"/>
          <p:cNvSpPr>
            <a:spLocks noChangeArrowheads="1"/>
          </p:cNvSpPr>
          <p:nvPr/>
        </p:nvSpPr>
        <p:spPr bwMode="auto">
          <a:xfrm>
            <a:off x="2576513" y="5353050"/>
            <a:ext cx="1314450" cy="138113"/>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6855" name="Text Box 11"/>
          <p:cNvSpPr txBox="1">
            <a:spLocks noChangeArrowheads="1"/>
          </p:cNvSpPr>
          <p:nvPr/>
        </p:nvSpPr>
        <p:spPr bwMode="auto">
          <a:xfrm>
            <a:off x="741363" y="915988"/>
            <a:ext cx="8894762"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r>
              <a:rPr lang="en-US" altLang="ko-KR" sz="1200" b="1" dirty="0">
                <a:latin typeface="Times New Roman" panose="02020603050405020304" pitchFamily="18" charset="0"/>
                <a:cs typeface="Times New Roman" panose="02020603050405020304" pitchFamily="18" charset="0"/>
              </a:rPr>
              <a:t>2) </a:t>
            </a:r>
            <a:r>
              <a:rPr lang="en-US" altLang="ko-KR" sz="1200" b="1" dirty="0" smtClean="0">
                <a:latin typeface="Times New Roman" panose="02020603050405020304" pitchFamily="18" charset="0"/>
                <a:cs typeface="Times New Roman" panose="02020603050405020304" pitchFamily="18" charset="0"/>
              </a:rPr>
              <a:t>CPU </a:t>
            </a:r>
            <a:r>
              <a:rPr lang="en-US" altLang="ko-KR" sz="1200" b="1" dirty="0" err="1" smtClean="0">
                <a:latin typeface="Times New Roman" panose="02020603050405020304" pitchFamily="18" charset="0"/>
                <a:cs typeface="Times New Roman" panose="02020603050405020304" pitchFamily="18" charset="0"/>
              </a:rPr>
              <a:t>hiện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tại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Thực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hiện</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thay</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thế</a:t>
            </a:r>
            <a:r>
              <a:rPr lang="ko-KR" altLang="en-US"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UDH CPU </a:t>
            </a:r>
            <a:r>
              <a:rPr lang="en-US" altLang="ko-KR" sz="1200" b="1" dirty="0" err="1" smtClean="0">
                <a:latin typeface="Times New Roman" panose="02020603050405020304" pitchFamily="18" charset="0"/>
                <a:cs typeface="Times New Roman" panose="02020603050405020304" pitchFamily="18" charset="0"/>
              </a:rPr>
              <a:t>mới</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(Format CPU </a:t>
            </a:r>
            <a:r>
              <a:rPr lang="en-US" altLang="ko-KR" sz="1200" b="1" dirty="0" err="1" smtClean="0">
                <a:latin typeface="Times New Roman" panose="02020603050405020304" pitchFamily="18" charset="0"/>
                <a:cs typeface="Times New Roman" panose="02020603050405020304" pitchFamily="18" charset="0"/>
              </a:rPr>
              <a:t>thay</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thế</a:t>
            </a:r>
            <a:r>
              <a:rPr lang="en-US" altLang="ko-KR" sz="1200" b="1" dirty="0" smtClean="0">
                <a:latin typeface="Times New Roman" panose="02020603050405020304" pitchFamily="18" charset="0"/>
                <a:cs typeface="Times New Roman" panose="02020603050405020304" pitchFamily="18" charset="0"/>
              </a:rPr>
              <a:t>)</a:t>
            </a:r>
            <a:endParaRPr lang="en-US" altLang="ko-KR" sz="1200" b="1" dirty="0">
              <a:latin typeface="Times New Roman" panose="02020603050405020304" pitchFamily="18" charset="0"/>
              <a:cs typeface="Times New Roman" panose="02020603050405020304" pitchFamily="18" charset="0"/>
            </a:endParaRPr>
          </a:p>
          <a:p>
            <a:pPr eaLnBrk="1" hangingPunct="1">
              <a:lnSpc>
                <a:spcPct val="150000"/>
              </a:lnSpc>
              <a:spcBef>
                <a:spcPct val="0"/>
              </a:spcBef>
              <a:buFontTx/>
              <a:buNone/>
            </a:pPr>
            <a:r>
              <a:rPr lang="en-US" altLang="ko-KR" sz="1200" b="1" dirty="0">
                <a:latin typeface="Times New Roman" panose="02020603050405020304" pitchFamily="18" charset="0"/>
                <a:cs typeface="Times New Roman" panose="02020603050405020304" pitchFamily="18" charset="0"/>
              </a:rPr>
              <a:t>   ▶ </a:t>
            </a:r>
            <a:r>
              <a:rPr lang="en-US" altLang="ko-KR" sz="1200" b="1" dirty="0" smtClean="0">
                <a:latin typeface="Times New Roman" panose="02020603050405020304" pitchFamily="18" charset="0"/>
                <a:cs typeface="Times New Roman" panose="02020603050405020304" pitchFamily="18" charset="0"/>
              </a:rPr>
              <a:t>Format CPU </a:t>
            </a:r>
            <a:r>
              <a:rPr lang="en-US" altLang="ko-KR" sz="1200" b="1" dirty="0" err="1" smtClean="0">
                <a:latin typeface="Times New Roman" panose="02020603050405020304" pitchFamily="18" charset="0"/>
                <a:cs typeface="Times New Roman" panose="02020603050405020304" pitchFamily="18" charset="0"/>
              </a:rPr>
              <a:t>mới</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   ① Online →② Format PLC memory →③ Program memory →④ Execute       </a:t>
            </a:r>
          </a:p>
        </p:txBody>
      </p:sp>
      <p:sp>
        <p:nvSpPr>
          <p:cNvPr id="206856" name="Rectangle 13"/>
          <p:cNvSpPr>
            <a:spLocks noChangeArrowheads="1"/>
          </p:cNvSpPr>
          <p:nvPr/>
        </p:nvSpPr>
        <p:spPr bwMode="auto">
          <a:xfrm>
            <a:off x="5811838" y="4365625"/>
            <a:ext cx="1560512" cy="576263"/>
          </a:xfrm>
          <a:prstGeom prst="rect">
            <a:avLst/>
          </a:prstGeom>
          <a:noFill/>
          <a:ln w="2857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6857" name="Text Box 14"/>
          <p:cNvSpPr txBox="1">
            <a:spLocks noChangeArrowheads="1"/>
          </p:cNvSpPr>
          <p:nvPr/>
        </p:nvSpPr>
        <p:spPr bwMode="auto">
          <a:xfrm>
            <a:off x="3103563" y="1930400"/>
            <a:ext cx="335348" cy="29270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a:latin typeface="Times New Roman" panose="02020603050405020304" pitchFamily="18" charset="0"/>
                <a:cs typeface="Times New Roman" panose="02020603050405020304" pitchFamily="18" charset="0"/>
              </a:rPr>
              <a:t>①</a:t>
            </a:r>
          </a:p>
        </p:txBody>
      </p:sp>
      <p:sp>
        <p:nvSpPr>
          <p:cNvPr id="206858" name="Text Box 15"/>
          <p:cNvSpPr txBox="1">
            <a:spLocks noChangeArrowheads="1"/>
          </p:cNvSpPr>
          <p:nvPr/>
        </p:nvSpPr>
        <p:spPr bwMode="auto">
          <a:xfrm>
            <a:off x="2301875" y="5272088"/>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②</a:t>
            </a:r>
          </a:p>
        </p:txBody>
      </p:sp>
      <p:sp>
        <p:nvSpPr>
          <p:cNvPr id="206859" name="Text Box 16"/>
          <p:cNvSpPr txBox="1">
            <a:spLocks noChangeArrowheads="1"/>
          </p:cNvSpPr>
          <p:nvPr/>
        </p:nvSpPr>
        <p:spPr bwMode="auto">
          <a:xfrm>
            <a:off x="5500688" y="4221163"/>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③</a:t>
            </a:r>
          </a:p>
        </p:txBody>
      </p:sp>
      <p:sp>
        <p:nvSpPr>
          <p:cNvPr id="206860" name="Text Box 17"/>
          <p:cNvSpPr txBox="1">
            <a:spLocks noChangeArrowheads="1"/>
          </p:cNvSpPr>
          <p:nvPr/>
        </p:nvSpPr>
        <p:spPr bwMode="auto">
          <a:xfrm>
            <a:off x="6122988" y="5445125"/>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④</a:t>
            </a:r>
          </a:p>
        </p:txBody>
      </p:sp>
      <p:sp>
        <p:nvSpPr>
          <p:cNvPr id="206861" name="Rectangle 18"/>
          <p:cNvSpPr>
            <a:spLocks noChangeArrowheads="1"/>
          </p:cNvSpPr>
          <p:nvPr/>
        </p:nvSpPr>
        <p:spPr bwMode="auto">
          <a:xfrm>
            <a:off x="6437313" y="5516563"/>
            <a:ext cx="777875" cy="217487"/>
          </a:xfrm>
          <a:prstGeom prst="rect">
            <a:avLst/>
          </a:prstGeom>
          <a:noFill/>
          <a:ln w="2857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6862" name="Text Box 8"/>
          <p:cNvSpPr txBox="1">
            <a:spLocks noChangeArrowheads="1"/>
          </p:cNvSpPr>
          <p:nvPr/>
        </p:nvSpPr>
        <p:spPr bwMode="auto">
          <a:xfrm>
            <a:off x="7024147" y="84138"/>
            <a:ext cx="28135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4. </a:t>
            </a:r>
            <a:r>
              <a:rPr lang="vi-VN" altLang="ko-KR" sz="1600" b="1" dirty="0" smtClean="0">
                <a:latin typeface="Times New Roman" panose="02020603050405020304" pitchFamily="18" charset="0"/>
                <a:cs typeface="Times New Roman" panose="02020603050405020304" pitchFamily="18" charset="0"/>
              </a:rPr>
              <a:t>Phương pháp thay thế CPU</a:t>
            </a:r>
            <a:endParaRPr lang="ko-KR" altLang="en-US" sz="1600" b="1" dirty="0">
              <a:latin typeface="Times New Roman" panose="02020603050405020304" pitchFamily="18" charset="0"/>
              <a:cs typeface="Times New Roman" panose="02020603050405020304" pitchFamily="18" charset="0"/>
            </a:endParaRPr>
          </a:p>
        </p:txBody>
      </p:sp>
      <p:sp>
        <p:nvSpPr>
          <p:cNvPr id="206863"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60012416"/>
      </p:ext>
    </p:extLst>
  </p:cSld>
  <p:clrMapOvr>
    <a:masterClrMapping/>
  </p:clrMapOvr>
  <p:transition/>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Text Box 6"/>
          <p:cNvSpPr txBox="1">
            <a:spLocks noChangeArrowheads="1"/>
          </p:cNvSpPr>
          <p:nvPr/>
        </p:nvSpPr>
        <p:spPr bwMode="auto">
          <a:xfrm>
            <a:off x="735013" y="893763"/>
            <a:ext cx="3381375" cy="3139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3) Back Up </a:t>
            </a:r>
            <a:r>
              <a:rPr lang="en-US" altLang="ko-KR" sz="1200" b="1" dirty="0" smtClean="0">
                <a:latin typeface="Times New Roman" panose="02020603050405020304" pitchFamily="18" charset="0"/>
                <a:cs typeface="Times New Roman" panose="02020603050405020304" pitchFamily="18" charset="0"/>
              </a:rPr>
              <a:t>Program Writing(Writing</a:t>
            </a:r>
            <a:r>
              <a:rPr lang="en-US" altLang="ko-KR" sz="1200" b="1" dirty="0">
                <a:latin typeface="Times New Roman" panose="02020603050405020304" pitchFamily="18" charset="0"/>
                <a:cs typeface="Times New Roman" panose="02020603050405020304" pitchFamily="18" charset="0"/>
              </a:rPr>
              <a:t>)</a:t>
            </a:r>
          </a:p>
        </p:txBody>
      </p:sp>
      <p:sp>
        <p:nvSpPr>
          <p:cNvPr id="207875" name="Text Box 7"/>
          <p:cNvSpPr txBox="1">
            <a:spLocks noChangeArrowheads="1"/>
          </p:cNvSpPr>
          <p:nvPr/>
        </p:nvSpPr>
        <p:spPr bwMode="auto">
          <a:xfrm>
            <a:off x="850900" y="1196975"/>
            <a:ext cx="8785225"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50000"/>
              </a:lnSpc>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Parameter + Program</a:t>
            </a:r>
            <a:r>
              <a:rPr lang="ko-KR" altLang="en-US" sz="1200" b="1" dirty="0" smtClean="0">
                <a:latin typeface="Times New Roman" panose="02020603050405020304" pitchFamily="18" charset="0"/>
                <a:cs typeface="Times New Roman" panose="02020603050405020304" pitchFamily="18" charset="0"/>
              </a:rPr>
              <a:t> </a:t>
            </a:r>
            <a:r>
              <a:rPr lang="en-US" altLang="ko-KR" sz="1200" b="1" dirty="0">
                <a:latin typeface="Times New Roman" panose="02020603050405020304" pitchFamily="18" charset="0"/>
                <a:cs typeface="Times New Roman" panose="02020603050405020304" pitchFamily="18" charset="0"/>
              </a:rPr>
              <a:t>Writing</a:t>
            </a:r>
          </a:p>
          <a:p>
            <a:pPr eaLnBrk="1" hangingPunct="1">
              <a:lnSpc>
                <a:spcPct val="150000"/>
              </a:lnSpc>
              <a:spcBef>
                <a:spcPct val="0"/>
              </a:spcBef>
              <a:buFontTx/>
              <a:buNone/>
            </a:pPr>
            <a:r>
              <a:rPr lang="en-US" altLang="ko-KR" sz="1200" b="1" dirty="0">
                <a:latin typeface="Times New Roman" panose="02020603050405020304" pitchFamily="18" charset="0"/>
                <a:cs typeface="Times New Roman" panose="02020603050405020304" pitchFamily="18" charset="0"/>
              </a:rPr>
              <a:t>    ① Online →② Write to PLC →③ Program memory/Device memory →④ </a:t>
            </a:r>
            <a:r>
              <a:rPr lang="en-US" altLang="ko-KR" sz="1200" b="1" dirty="0" err="1">
                <a:latin typeface="Times New Roman" panose="02020603050405020304" pitchFamily="18" charset="0"/>
                <a:cs typeface="Times New Roman" panose="02020603050405020304" pitchFamily="18" charset="0"/>
              </a:rPr>
              <a:t>Param+Prog</a:t>
            </a:r>
            <a:r>
              <a:rPr lang="en-US" altLang="ko-KR" sz="1200" b="1" dirty="0">
                <a:latin typeface="Times New Roman" panose="02020603050405020304" pitchFamily="18" charset="0"/>
                <a:cs typeface="Times New Roman" panose="02020603050405020304" pitchFamily="18" charset="0"/>
              </a:rPr>
              <a:t> →⑤ Execute               </a:t>
            </a:r>
          </a:p>
        </p:txBody>
      </p:sp>
      <p:grpSp>
        <p:nvGrpSpPr>
          <p:cNvPr id="207876" name="Group 24"/>
          <p:cNvGrpSpPr>
            <a:grpSpLocks/>
          </p:cNvGrpSpPr>
          <p:nvPr/>
        </p:nvGrpSpPr>
        <p:grpSpPr bwMode="auto">
          <a:xfrm>
            <a:off x="1209675" y="1946275"/>
            <a:ext cx="6786563" cy="4291013"/>
            <a:chOff x="340" y="1226"/>
            <a:chExt cx="3205" cy="2703"/>
          </a:xfrm>
        </p:grpSpPr>
        <p:pic>
          <p:nvPicPr>
            <p:cNvPr id="207879" name="Picture 4"/>
            <p:cNvPicPr>
              <a:picLocks noChangeAspect="1" noChangeArrowheads="1"/>
            </p:cNvPicPr>
            <p:nvPr/>
          </p:nvPicPr>
          <p:blipFill>
            <a:blip r:embed="rId3">
              <a:extLst>
                <a:ext uri="{28A0092B-C50C-407E-A947-70E740481C1C}">
                  <a14:useLocalDpi xmlns:a14="http://schemas.microsoft.com/office/drawing/2010/main" val="0"/>
                </a:ext>
              </a:extLst>
            </a:blip>
            <a:srcRect b="1935"/>
            <a:stretch>
              <a:fillRect/>
            </a:stretch>
          </p:blipFill>
          <p:spPr bwMode="auto">
            <a:xfrm>
              <a:off x="1566" y="1635"/>
              <a:ext cx="1979" cy="1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7880"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4" y="1315"/>
              <a:ext cx="2307" cy="1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7881" name="Picture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1" y="1543"/>
              <a:ext cx="1044" cy="23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7882" name="Rectangle 10"/>
            <p:cNvSpPr>
              <a:spLocks noChangeArrowheads="1"/>
            </p:cNvSpPr>
            <p:nvPr/>
          </p:nvSpPr>
          <p:spPr bwMode="auto">
            <a:xfrm>
              <a:off x="1579" y="1307"/>
              <a:ext cx="176" cy="145"/>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7883" name="Rectangle 11"/>
            <p:cNvSpPr>
              <a:spLocks noChangeArrowheads="1"/>
            </p:cNvSpPr>
            <p:nvPr/>
          </p:nvSpPr>
          <p:spPr bwMode="auto">
            <a:xfrm>
              <a:off x="489" y="1776"/>
              <a:ext cx="481" cy="145"/>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7884" name="Rectangle 12"/>
            <p:cNvSpPr>
              <a:spLocks noChangeArrowheads="1"/>
            </p:cNvSpPr>
            <p:nvPr/>
          </p:nvSpPr>
          <p:spPr bwMode="auto">
            <a:xfrm>
              <a:off x="1799" y="2006"/>
              <a:ext cx="776" cy="136"/>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7885" name="Rectangle 13"/>
            <p:cNvSpPr>
              <a:spLocks noChangeArrowheads="1"/>
            </p:cNvSpPr>
            <p:nvPr/>
          </p:nvSpPr>
          <p:spPr bwMode="auto">
            <a:xfrm>
              <a:off x="3118" y="2142"/>
              <a:ext cx="349" cy="91"/>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7886" name="Text Box 18"/>
            <p:cNvSpPr txBox="1">
              <a:spLocks noChangeArrowheads="1"/>
            </p:cNvSpPr>
            <p:nvPr/>
          </p:nvSpPr>
          <p:spPr bwMode="auto">
            <a:xfrm>
              <a:off x="1416" y="1226"/>
              <a:ext cx="147" cy="1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①</a:t>
              </a:r>
            </a:p>
          </p:txBody>
        </p:sp>
        <p:sp>
          <p:nvSpPr>
            <p:cNvPr id="207887" name="Text Box 19"/>
            <p:cNvSpPr txBox="1">
              <a:spLocks noChangeArrowheads="1"/>
            </p:cNvSpPr>
            <p:nvPr/>
          </p:nvSpPr>
          <p:spPr bwMode="auto">
            <a:xfrm>
              <a:off x="340" y="1706"/>
              <a:ext cx="147" cy="1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②</a:t>
              </a:r>
            </a:p>
          </p:txBody>
        </p:sp>
        <p:sp>
          <p:nvSpPr>
            <p:cNvPr id="207888" name="Text Box 20"/>
            <p:cNvSpPr txBox="1">
              <a:spLocks noChangeArrowheads="1"/>
            </p:cNvSpPr>
            <p:nvPr/>
          </p:nvSpPr>
          <p:spPr bwMode="auto">
            <a:xfrm>
              <a:off x="1640" y="1937"/>
              <a:ext cx="147" cy="1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③</a:t>
              </a:r>
            </a:p>
          </p:txBody>
        </p:sp>
        <p:sp>
          <p:nvSpPr>
            <p:cNvPr id="207889" name="Text Box 21"/>
            <p:cNvSpPr txBox="1">
              <a:spLocks noChangeArrowheads="1"/>
            </p:cNvSpPr>
            <p:nvPr/>
          </p:nvSpPr>
          <p:spPr bwMode="auto">
            <a:xfrm>
              <a:off x="2962" y="2051"/>
              <a:ext cx="147" cy="1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⑤</a:t>
              </a:r>
            </a:p>
          </p:txBody>
        </p:sp>
        <p:sp>
          <p:nvSpPr>
            <p:cNvPr id="207890" name="Rectangle 22"/>
            <p:cNvSpPr>
              <a:spLocks noChangeArrowheads="1"/>
            </p:cNvSpPr>
            <p:nvPr/>
          </p:nvSpPr>
          <p:spPr bwMode="auto">
            <a:xfrm>
              <a:off x="1610" y="2205"/>
              <a:ext cx="349" cy="136"/>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7891" name="Text Box 23"/>
            <p:cNvSpPr txBox="1">
              <a:spLocks noChangeArrowheads="1"/>
            </p:cNvSpPr>
            <p:nvPr/>
          </p:nvSpPr>
          <p:spPr bwMode="auto">
            <a:xfrm>
              <a:off x="1453" y="2148"/>
              <a:ext cx="147" cy="1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④</a:t>
              </a:r>
            </a:p>
          </p:txBody>
        </p:sp>
      </p:grpSp>
      <p:sp>
        <p:nvSpPr>
          <p:cNvPr id="207877" name="Text Box 8"/>
          <p:cNvSpPr txBox="1">
            <a:spLocks noChangeArrowheads="1"/>
          </p:cNvSpPr>
          <p:nvPr/>
        </p:nvSpPr>
        <p:spPr bwMode="auto">
          <a:xfrm>
            <a:off x="7024147" y="84138"/>
            <a:ext cx="28135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4. </a:t>
            </a:r>
            <a:r>
              <a:rPr lang="vi-VN" altLang="ko-KR" sz="1600" b="1" dirty="0" smtClean="0">
                <a:latin typeface="Times New Roman" panose="02020603050405020304" pitchFamily="18" charset="0"/>
                <a:cs typeface="Times New Roman" panose="02020603050405020304" pitchFamily="18" charset="0"/>
              </a:rPr>
              <a:t>Phương pháp thay thế CPU</a:t>
            </a:r>
            <a:endParaRPr lang="ko-KR" altLang="en-US" sz="1600" b="1" dirty="0">
              <a:latin typeface="Times New Roman" panose="02020603050405020304" pitchFamily="18" charset="0"/>
              <a:cs typeface="Times New Roman" panose="02020603050405020304" pitchFamily="18" charset="0"/>
            </a:endParaRPr>
          </a:p>
        </p:txBody>
      </p:sp>
      <p:sp>
        <p:nvSpPr>
          <p:cNvPr id="207878"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38910530"/>
      </p:ext>
    </p:extLst>
  </p:cSld>
  <p:clrMapOvr>
    <a:masterClrMapping/>
  </p:clrMapOvr>
  <p:transition/>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Text Box 18"/>
          <p:cNvSpPr txBox="1">
            <a:spLocks noChangeArrowheads="1"/>
          </p:cNvSpPr>
          <p:nvPr/>
        </p:nvSpPr>
        <p:spPr bwMode="auto">
          <a:xfrm>
            <a:off x="1027113" y="1354138"/>
            <a:ext cx="6345237" cy="2927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a:latin typeface="Times New Roman" panose="02020603050405020304" pitchFamily="18" charset="0"/>
                <a:cs typeface="Times New Roman" panose="02020603050405020304" pitchFamily="18" charset="0"/>
              </a:rPr>
              <a:t> ① Program memory/Device memory →② Device memory →③ Execute</a:t>
            </a:r>
          </a:p>
        </p:txBody>
      </p:sp>
      <p:sp>
        <p:nvSpPr>
          <p:cNvPr id="208899" name="Text Box 19"/>
          <p:cNvSpPr txBox="1">
            <a:spLocks noChangeArrowheads="1"/>
          </p:cNvSpPr>
          <p:nvPr/>
        </p:nvSpPr>
        <p:spPr bwMode="auto">
          <a:xfrm>
            <a:off x="974725" y="1052513"/>
            <a:ext cx="3382963" cy="2927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 </a:t>
            </a:r>
            <a:r>
              <a:rPr lang="en-US" altLang="ko-KR" sz="1200" b="1" dirty="0" smtClean="0">
                <a:latin typeface="Times New Roman" panose="02020603050405020304" pitchFamily="18" charset="0"/>
                <a:cs typeface="Times New Roman" panose="02020603050405020304" pitchFamily="18" charset="0"/>
              </a:rPr>
              <a:t>Device Data </a:t>
            </a:r>
            <a:r>
              <a:rPr lang="en-US" altLang="ko-KR" sz="1200" b="1" dirty="0">
                <a:latin typeface="Times New Roman" panose="02020603050405020304" pitchFamily="18" charset="0"/>
                <a:cs typeface="Times New Roman" panose="02020603050405020304" pitchFamily="18" charset="0"/>
              </a:rPr>
              <a:t>Writing</a:t>
            </a:r>
          </a:p>
        </p:txBody>
      </p:sp>
      <p:pic>
        <p:nvPicPr>
          <p:cNvPr id="208900" name="Picture 2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63663" y="1989138"/>
            <a:ext cx="6242050" cy="4319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8901" name="Rectangle 29"/>
          <p:cNvSpPr>
            <a:spLocks noChangeArrowheads="1"/>
          </p:cNvSpPr>
          <p:nvPr/>
        </p:nvSpPr>
        <p:spPr bwMode="auto">
          <a:xfrm>
            <a:off x="2087563" y="2794000"/>
            <a:ext cx="2447925" cy="293688"/>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8902" name="Rectangle 30"/>
          <p:cNvSpPr>
            <a:spLocks noChangeArrowheads="1"/>
          </p:cNvSpPr>
          <p:nvPr/>
        </p:nvSpPr>
        <p:spPr bwMode="auto">
          <a:xfrm>
            <a:off x="6321425" y="3097213"/>
            <a:ext cx="1100138" cy="196850"/>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8903" name="Rectangle 32"/>
          <p:cNvSpPr>
            <a:spLocks noChangeArrowheads="1"/>
          </p:cNvSpPr>
          <p:nvPr/>
        </p:nvSpPr>
        <p:spPr bwMode="auto">
          <a:xfrm>
            <a:off x="1600200" y="4724400"/>
            <a:ext cx="1481138" cy="504825"/>
          </a:xfrm>
          <a:prstGeom prst="rect">
            <a:avLst/>
          </a:prstGeom>
          <a:noFill/>
          <a:ln w="2857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8904" name="Text Box 33"/>
          <p:cNvSpPr txBox="1">
            <a:spLocks noChangeArrowheads="1"/>
          </p:cNvSpPr>
          <p:nvPr/>
        </p:nvSpPr>
        <p:spPr bwMode="auto">
          <a:xfrm>
            <a:off x="1811338" y="2674938"/>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①</a:t>
            </a:r>
          </a:p>
        </p:txBody>
      </p:sp>
      <p:sp>
        <p:nvSpPr>
          <p:cNvPr id="208905" name="Text Box 34"/>
          <p:cNvSpPr txBox="1">
            <a:spLocks noChangeArrowheads="1"/>
          </p:cNvSpPr>
          <p:nvPr/>
        </p:nvSpPr>
        <p:spPr bwMode="auto">
          <a:xfrm>
            <a:off x="1327150" y="4600575"/>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②</a:t>
            </a:r>
          </a:p>
        </p:txBody>
      </p:sp>
      <p:sp>
        <p:nvSpPr>
          <p:cNvPr id="208906" name="Text Box 35"/>
          <p:cNvSpPr txBox="1">
            <a:spLocks noChangeArrowheads="1"/>
          </p:cNvSpPr>
          <p:nvPr/>
        </p:nvSpPr>
        <p:spPr bwMode="auto">
          <a:xfrm>
            <a:off x="6046788" y="2968625"/>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③</a:t>
            </a:r>
          </a:p>
        </p:txBody>
      </p:sp>
      <p:sp>
        <p:nvSpPr>
          <p:cNvPr id="208907" name="Text Box 8"/>
          <p:cNvSpPr txBox="1">
            <a:spLocks noChangeArrowheads="1"/>
          </p:cNvSpPr>
          <p:nvPr/>
        </p:nvSpPr>
        <p:spPr bwMode="auto">
          <a:xfrm>
            <a:off x="7024147" y="84138"/>
            <a:ext cx="28135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4. </a:t>
            </a:r>
            <a:r>
              <a:rPr lang="vi-VN" altLang="ko-KR" sz="1600" b="1" dirty="0" smtClean="0">
                <a:latin typeface="Times New Roman" panose="02020603050405020304" pitchFamily="18" charset="0"/>
                <a:cs typeface="Times New Roman" panose="02020603050405020304" pitchFamily="18" charset="0"/>
              </a:rPr>
              <a:t>Phương pháp thay thế CPU</a:t>
            </a:r>
            <a:endParaRPr lang="ko-KR" altLang="en-US" sz="1600" b="1" dirty="0">
              <a:latin typeface="Times New Roman" panose="02020603050405020304" pitchFamily="18" charset="0"/>
              <a:cs typeface="Times New Roman" panose="02020603050405020304" pitchFamily="18" charset="0"/>
            </a:endParaRPr>
          </a:p>
        </p:txBody>
      </p:sp>
      <p:sp>
        <p:nvSpPr>
          <p:cNvPr id="208908"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501035427"/>
      </p:ext>
    </p:extLst>
  </p:cSld>
  <p:clrMapOvr>
    <a:masterClrMapping/>
  </p:clrMapOvr>
  <p:transition/>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922"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82725" y="1984375"/>
            <a:ext cx="5110163" cy="410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9923" name="Rectangle 9"/>
          <p:cNvSpPr>
            <a:spLocks noChangeArrowheads="1"/>
          </p:cNvSpPr>
          <p:nvPr/>
        </p:nvSpPr>
        <p:spPr bwMode="auto">
          <a:xfrm>
            <a:off x="1611313" y="3640138"/>
            <a:ext cx="1527175" cy="504825"/>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9924" name="Rectangle 11"/>
          <p:cNvSpPr>
            <a:spLocks noChangeArrowheads="1"/>
          </p:cNvSpPr>
          <p:nvPr/>
        </p:nvSpPr>
        <p:spPr bwMode="auto">
          <a:xfrm>
            <a:off x="5580063" y="3011488"/>
            <a:ext cx="838200" cy="215900"/>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9925" name="Text Box 13"/>
          <p:cNvSpPr txBox="1">
            <a:spLocks noChangeArrowheads="1"/>
          </p:cNvSpPr>
          <p:nvPr/>
        </p:nvSpPr>
        <p:spPr bwMode="auto">
          <a:xfrm>
            <a:off x="1285875" y="1354138"/>
            <a:ext cx="4370388" cy="2927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a:latin typeface="Times New Roman" panose="02020603050405020304" pitchFamily="18" charset="0"/>
                <a:cs typeface="Times New Roman" panose="02020603050405020304" pitchFamily="18" charset="0"/>
              </a:rPr>
              <a:t>① Standard RAM →② File register →③ Execute</a:t>
            </a:r>
          </a:p>
        </p:txBody>
      </p:sp>
      <p:sp>
        <p:nvSpPr>
          <p:cNvPr id="209926" name="Text Box 14"/>
          <p:cNvSpPr txBox="1">
            <a:spLocks noChangeArrowheads="1"/>
          </p:cNvSpPr>
          <p:nvPr/>
        </p:nvSpPr>
        <p:spPr bwMode="auto">
          <a:xfrm>
            <a:off x="1052513" y="993775"/>
            <a:ext cx="3381375" cy="2927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a:latin typeface="Times New Roman" panose="02020603050405020304" pitchFamily="18" charset="0"/>
                <a:cs typeface="Times New Roman" panose="02020603050405020304" pitchFamily="18" charset="0"/>
              </a:rPr>
              <a:t>▶ File Register Writing</a:t>
            </a:r>
          </a:p>
        </p:txBody>
      </p:sp>
      <p:sp>
        <p:nvSpPr>
          <p:cNvPr id="209927" name="Rectangle 15"/>
          <p:cNvSpPr>
            <a:spLocks noChangeArrowheads="1"/>
          </p:cNvSpPr>
          <p:nvPr/>
        </p:nvSpPr>
        <p:spPr bwMode="auto">
          <a:xfrm>
            <a:off x="2170113" y="2781300"/>
            <a:ext cx="1379537" cy="215900"/>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09928" name="Text Box 16"/>
          <p:cNvSpPr txBox="1">
            <a:spLocks noChangeArrowheads="1"/>
          </p:cNvSpPr>
          <p:nvPr/>
        </p:nvSpPr>
        <p:spPr bwMode="auto">
          <a:xfrm>
            <a:off x="1906588" y="2651125"/>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①</a:t>
            </a:r>
          </a:p>
        </p:txBody>
      </p:sp>
      <p:sp>
        <p:nvSpPr>
          <p:cNvPr id="209929" name="Text Box 17"/>
          <p:cNvSpPr txBox="1">
            <a:spLocks noChangeArrowheads="1"/>
          </p:cNvSpPr>
          <p:nvPr/>
        </p:nvSpPr>
        <p:spPr bwMode="auto">
          <a:xfrm>
            <a:off x="1416050" y="3424238"/>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②</a:t>
            </a:r>
          </a:p>
        </p:txBody>
      </p:sp>
      <p:sp>
        <p:nvSpPr>
          <p:cNvPr id="209930" name="Text Box 18"/>
          <p:cNvSpPr txBox="1">
            <a:spLocks noChangeArrowheads="1"/>
          </p:cNvSpPr>
          <p:nvPr/>
        </p:nvSpPr>
        <p:spPr bwMode="auto">
          <a:xfrm>
            <a:off x="5318125" y="2867025"/>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③</a:t>
            </a:r>
          </a:p>
        </p:txBody>
      </p:sp>
      <p:sp>
        <p:nvSpPr>
          <p:cNvPr id="209931" name="Text Box 8"/>
          <p:cNvSpPr txBox="1">
            <a:spLocks noChangeArrowheads="1"/>
          </p:cNvSpPr>
          <p:nvPr/>
        </p:nvSpPr>
        <p:spPr bwMode="auto">
          <a:xfrm>
            <a:off x="7024147" y="84138"/>
            <a:ext cx="28135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4. </a:t>
            </a:r>
            <a:r>
              <a:rPr lang="vi-VN" altLang="ko-KR" sz="1600" b="1" dirty="0" smtClean="0">
                <a:latin typeface="Times New Roman" panose="02020603050405020304" pitchFamily="18" charset="0"/>
                <a:cs typeface="Times New Roman" panose="02020603050405020304" pitchFamily="18" charset="0"/>
              </a:rPr>
              <a:t>Phương pháp thay thế CPU</a:t>
            </a:r>
            <a:endParaRPr lang="ko-KR" altLang="en-US" sz="1600" b="1" dirty="0">
              <a:latin typeface="Times New Roman" panose="02020603050405020304" pitchFamily="18" charset="0"/>
              <a:cs typeface="Times New Roman" panose="02020603050405020304" pitchFamily="18" charset="0"/>
            </a:endParaRPr>
          </a:p>
        </p:txBody>
      </p:sp>
      <p:sp>
        <p:nvSpPr>
          <p:cNvPr id="209932"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793743775"/>
      </p:ext>
    </p:extLst>
  </p:cSld>
  <p:clrMapOvr>
    <a:masterClrMapping/>
  </p:clrMapOvr>
  <p:transition/>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Text Box 6"/>
          <p:cNvSpPr txBox="1">
            <a:spLocks noChangeArrowheads="1"/>
          </p:cNvSpPr>
          <p:nvPr/>
        </p:nvSpPr>
        <p:spPr bwMode="auto">
          <a:xfrm>
            <a:off x="896938" y="947738"/>
            <a:ext cx="3381375" cy="3139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4) </a:t>
            </a:r>
            <a:r>
              <a:rPr lang="en-US" altLang="ko-KR" sz="1200" b="1" dirty="0" err="1" smtClean="0">
                <a:latin typeface="Times New Roman" panose="02020603050405020304" pitchFamily="18" charset="0"/>
                <a:cs typeface="Times New Roman" panose="02020603050405020304" pitchFamily="18" charset="0"/>
              </a:rPr>
              <a:t>Đánh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giá</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tốc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độ</a:t>
            </a:r>
            <a:r>
              <a:rPr lang="en-US" altLang="ko-KR" sz="1200" b="1" dirty="0" smtClean="0">
                <a:latin typeface="Times New Roman" panose="02020603050405020304" pitchFamily="18" charset="0"/>
                <a:cs typeface="Times New Roman" panose="02020603050405020304" pitchFamily="18" charset="0"/>
              </a:rPr>
              <a:t> Scan</a:t>
            </a:r>
            <a:endParaRPr lang="ko-KR" altLang="en-US" sz="1200" b="1" dirty="0">
              <a:latin typeface="Times New Roman" panose="02020603050405020304" pitchFamily="18" charset="0"/>
              <a:cs typeface="Times New Roman" panose="02020603050405020304" pitchFamily="18" charset="0"/>
            </a:endParaRPr>
          </a:p>
        </p:txBody>
      </p:sp>
      <p:grpSp>
        <p:nvGrpSpPr>
          <p:cNvPr id="210947" name="Group 13"/>
          <p:cNvGrpSpPr>
            <a:grpSpLocks/>
          </p:cNvGrpSpPr>
          <p:nvPr/>
        </p:nvGrpSpPr>
        <p:grpSpPr bwMode="auto">
          <a:xfrm>
            <a:off x="1285875" y="1773238"/>
            <a:ext cx="7959725" cy="4162425"/>
            <a:chOff x="115" y="1053"/>
            <a:chExt cx="5892" cy="2622"/>
          </a:xfrm>
        </p:grpSpPr>
        <p:pic>
          <p:nvPicPr>
            <p:cNvPr id="210955"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4" y="1292"/>
              <a:ext cx="1815" cy="22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095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01" y="1315"/>
              <a:ext cx="2706" cy="2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0957"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2" y="1061"/>
              <a:ext cx="2696" cy="1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095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5" y="1289"/>
              <a:ext cx="1220" cy="23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0959" name="Rectangle 9"/>
            <p:cNvSpPr>
              <a:spLocks noChangeArrowheads="1"/>
            </p:cNvSpPr>
            <p:nvPr/>
          </p:nvSpPr>
          <p:spPr bwMode="auto">
            <a:xfrm>
              <a:off x="1457" y="1053"/>
              <a:ext cx="205" cy="145"/>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10960" name="Rectangle 10"/>
            <p:cNvSpPr>
              <a:spLocks noChangeArrowheads="1"/>
            </p:cNvSpPr>
            <p:nvPr/>
          </p:nvSpPr>
          <p:spPr bwMode="auto">
            <a:xfrm>
              <a:off x="183" y="2205"/>
              <a:ext cx="562" cy="145"/>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10961" name="Rectangle 11"/>
            <p:cNvSpPr>
              <a:spLocks noChangeArrowheads="1"/>
            </p:cNvSpPr>
            <p:nvPr/>
          </p:nvSpPr>
          <p:spPr bwMode="auto">
            <a:xfrm>
              <a:off x="1396" y="2976"/>
              <a:ext cx="771" cy="137"/>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grpSp>
      <p:sp>
        <p:nvSpPr>
          <p:cNvPr id="210948" name="Text Box 12"/>
          <p:cNvSpPr txBox="1">
            <a:spLocks noChangeArrowheads="1"/>
          </p:cNvSpPr>
          <p:nvPr/>
        </p:nvSpPr>
        <p:spPr bwMode="auto">
          <a:xfrm>
            <a:off x="1054100" y="1282700"/>
            <a:ext cx="5421313" cy="2927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a:latin typeface="Times New Roman" panose="02020603050405020304" pitchFamily="18" charset="0"/>
                <a:cs typeface="Times New Roman" panose="02020603050405020304" pitchFamily="18" charset="0"/>
              </a:rPr>
              <a:t>① Online →② Monitor →③ Program monitor list </a:t>
            </a:r>
          </a:p>
        </p:txBody>
      </p:sp>
      <p:sp>
        <p:nvSpPr>
          <p:cNvPr id="210949" name="Text Box 14"/>
          <p:cNvSpPr txBox="1">
            <a:spLocks noChangeArrowheads="1"/>
          </p:cNvSpPr>
          <p:nvPr/>
        </p:nvSpPr>
        <p:spPr bwMode="auto">
          <a:xfrm>
            <a:off x="2816225" y="1671638"/>
            <a:ext cx="335348" cy="29270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a:latin typeface="Times New Roman" panose="02020603050405020304" pitchFamily="18" charset="0"/>
                <a:cs typeface="Times New Roman" panose="02020603050405020304" pitchFamily="18" charset="0"/>
              </a:rPr>
              <a:t>①</a:t>
            </a:r>
          </a:p>
        </p:txBody>
      </p:sp>
      <p:sp>
        <p:nvSpPr>
          <p:cNvPr id="210950" name="Text Box 15"/>
          <p:cNvSpPr txBox="1">
            <a:spLocks noChangeArrowheads="1"/>
          </p:cNvSpPr>
          <p:nvPr/>
        </p:nvSpPr>
        <p:spPr bwMode="auto">
          <a:xfrm>
            <a:off x="1109663" y="3490913"/>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②</a:t>
            </a:r>
          </a:p>
        </p:txBody>
      </p:sp>
      <p:sp>
        <p:nvSpPr>
          <p:cNvPr id="210951" name="Text Box 16"/>
          <p:cNvSpPr txBox="1">
            <a:spLocks noChangeArrowheads="1"/>
          </p:cNvSpPr>
          <p:nvPr/>
        </p:nvSpPr>
        <p:spPr bwMode="auto">
          <a:xfrm>
            <a:off x="2795588" y="4633913"/>
            <a:ext cx="311304" cy="2593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HY견고딕" pitchFamily="18" charset="-127"/>
                <a:cs typeface="Times New Roman" panose="02020603050405020304" pitchFamily="18" charset="0"/>
              </a:rPr>
              <a:t>③</a:t>
            </a:r>
          </a:p>
        </p:txBody>
      </p:sp>
      <p:sp>
        <p:nvSpPr>
          <p:cNvPr id="210952" name="AutoShape 17"/>
          <p:cNvSpPr>
            <a:spLocks noChangeArrowheads="1"/>
          </p:cNvSpPr>
          <p:nvPr/>
        </p:nvSpPr>
        <p:spPr bwMode="auto">
          <a:xfrm>
            <a:off x="4344988" y="4702175"/>
            <a:ext cx="1171575" cy="431800"/>
          </a:xfrm>
          <a:prstGeom prst="rightArrow">
            <a:avLst>
              <a:gd name="adj1" fmla="val 41176"/>
              <a:gd name="adj2" fmla="val 60307"/>
            </a:avLst>
          </a:prstGeom>
          <a:solidFill>
            <a:schemeClr val="folHlink"/>
          </a:solidFill>
          <a:ln w="9525" algn="ctr">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10953" name="Text Box 8"/>
          <p:cNvSpPr txBox="1">
            <a:spLocks noChangeArrowheads="1"/>
          </p:cNvSpPr>
          <p:nvPr/>
        </p:nvSpPr>
        <p:spPr bwMode="auto">
          <a:xfrm>
            <a:off x="7024147" y="84138"/>
            <a:ext cx="28135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algn="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4. </a:t>
            </a:r>
            <a:r>
              <a:rPr lang="vi-VN" altLang="ko-KR" sz="1600" b="1" dirty="0" smtClean="0">
                <a:latin typeface="Times New Roman" panose="02020603050405020304" pitchFamily="18" charset="0"/>
                <a:cs typeface="Times New Roman" panose="02020603050405020304" pitchFamily="18" charset="0"/>
              </a:rPr>
              <a:t>Phương pháp thay thế CPU</a:t>
            </a:r>
            <a:endParaRPr lang="ko-KR" altLang="en-US" sz="1600" b="1" dirty="0">
              <a:latin typeface="Times New Roman" panose="02020603050405020304" pitchFamily="18" charset="0"/>
              <a:cs typeface="Times New Roman" panose="02020603050405020304" pitchFamily="18" charset="0"/>
            </a:endParaRPr>
          </a:p>
        </p:txBody>
      </p:sp>
      <p:sp>
        <p:nvSpPr>
          <p:cNvPr id="21095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566250848"/>
      </p:ext>
    </p:extLst>
  </p:cSld>
  <p:clrMapOvr>
    <a:masterClrMapping/>
  </p:clrMapOvr>
  <p:transition/>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8"/>
          <p:cNvSpPr>
            <a:spLocks noChangeArrowheads="1"/>
          </p:cNvSpPr>
          <p:nvPr/>
        </p:nvSpPr>
        <p:spPr bwMode="auto">
          <a:xfrm>
            <a:off x="763588" y="1073150"/>
            <a:ext cx="8928100" cy="544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endParaRPr lang="en-US" altLang="ko-KR" sz="1200" b="1"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*List Chart </a:t>
            </a:r>
            <a:r>
              <a:rPr lang="en-US" altLang="ko-KR" sz="1200" b="1" dirty="0" smtClean="0">
                <a:latin typeface="Times New Roman" panose="02020603050405020304" pitchFamily="18" charset="0"/>
                <a:cs typeface="Times New Roman" panose="02020603050405020304" pitchFamily="18" charset="0"/>
              </a:rPr>
              <a:t>(Chart </a:t>
            </a:r>
            <a:r>
              <a:rPr lang="en-US" altLang="ko-KR" sz="1200" b="1" dirty="0" err="1" smtClean="0">
                <a:latin typeface="Times New Roman" panose="02020603050405020304" pitchFamily="18" charset="0"/>
                <a:cs typeface="Times New Roman" panose="02020603050405020304" pitchFamily="18" charset="0"/>
              </a:rPr>
              <a:t>mục</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lục</a:t>
            </a:r>
            <a:r>
              <a:rPr lang="en-US" altLang="ko-KR" sz="1200" b="1" dirty="0" smtClean="0">
                <a:latin typeface="Times New Roman" panose="02020603050405020304" pitchFamily="18" charset="0"/>
                <a:cs typeface="Times New Roman" panose="02020603050405020304" pitchFamily="18" charset="0"/>
              </a:rPr>
              <a:t>)</a:t>
            </a:r>
            <a:endParaRPr lang="en-US" altLang="ko-KR" sz="1200" b="1"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b="1"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b="1"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b="1" dirty="0">
              <a:latin typeface="Times New Roman" panose="02020603050405020304" pitchFamily="18" charset="0"/>
              <a:cs typeface="Times New Roman" panose="02020603050405020304" pitchFamily="18" charset="0"/>
            </a:endParaRPr>
          </a:p>
          <a:p>
            <a:pPr eaLnBrk="1" hangingPunct="1">
              <a:lnSpc>
                <a:spcPct val="50000"/>
              </a:lnSpc>
              <a:spcBef>
                <a:spcPct val="0"/>
              </a:spcBef>
              <a:buFontTx/>
              <a:buNone/>
            </a:pPr>
            <a:r>
              <a:rPr lang="en-US" altLang="ko-KR" sz="1200" b="1" dirty="0">
                <a:latin typeface="Times New Roman" panose="02020603050405020304" pitchFamily="18" charset="0"/>
                <a:cs typeface="Times New Roman" panose="02020603050405020304" pitchFamily="18" charset="0"/>
              </a:rPr>
              <a:t>*Ladder Chart </a:t>
            </a:r>
            <a:r>
              <a:rPr lang="en-US" altLang="ko-KR" sz="1200" b="1" dirty="0" smtClean="0">
                <a:latin typeface="Times New Roman" panose="02020603050405020304" pitchFamily="18" charset="0"/>
                <a:cs typeface="Times New Roman" panose="02020603050405020304" pitchFamily="18" charset="0"/>
              </a:rPr>
              <a:t>(Chart </a:t>
            </a:r>
            <a:r>
              <a:rPr lang="en-US" altLang="ko-KR" sz="1200" b="1" dirty="0" err="1" smtClean="0">
                <a:latin typeface="Times New Roman" panose="02020603050405020304" pitchFamily="18" charset="0"/>
                <a:cs typeface="Times New Roman" panose="02020603050405020304" pitchFamily="18" charset="0"/>
              </a:rPr>
              <a:t>hình</a:t>
            </a:r>
            <a:r>
              <a:rPr lang="en-US" altLang="ko-KR" sz="1200" b="1" dirty="0" smtClean="0">
                <a:latin typeface="Times New Roman" panose="02020603050405020304" pitchFamily="18" charset="0"/>
                <a:cs typeface="Times New Roman" panose="02020603050405020304" pitchFamily="18" charset="0"/>
              </a:rPr>
              <a:t> </a:t>
            </a:r>
            <a:r>
              <a:rPr lang="en-US" altLang="ko-KR" sz="1200" b="1" dirty="0" err="1" smtClean="0">
                <a:latin typeface="Times New Roman" panose="02020603050405020304" pitchFamily="18" charset="0"/>
                <a:cs typeface="Times New Roman" panose="02020603050405020304" pitchFamily="18" charset="0"/>
              </a:rPr>
              <a:t>thang</a:t>
            </a:r>
            <a:r>
              <a:rPr lang="en-US" altLang="ko-KR" sz="1200" b="1" dirty="0" smtClean="0">
                <a:latin typeface="Times New Roman" panose="02020603050405020304" pitchFamily="18" charset="0"/>
                <a:cs typeface="Times New Roman" panose="02020603050405020304" pitchFamily="18" charset="0"/>
              </a:rPr>
              <a:t>)</a:t>
            </a:r>
            <a:endParaRPr lang="en-US" altLang="ko-KR" sz="1200" b="1"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endParaRPr lang="en-US" altLang="ko-KR" sz="1200" b="1"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endParaRPr lang="en-US" altLang="ko-KR" sz="1200" b="1"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endParaRPr lang="en-US" altLang="ko-KR" sz="1200" b="1" dirty="0">
              <a:latin typeface="Times New Roman" panose="02020603050405020304" pitchFamily="18" charset="0"/>
              <a:cs typeface="Times New Roman" panose="02020603050405020304" pitchFamily="18" charset="0"/>
            </a:endParaRPr>
          </a:p>
          <a:p>
            <a:pPr eaLnBrk="1" hangingPunct="1">
              <a:lnSpc>
                <a:spcPct val="190000"/>
              </a:lnSpc>
              <a:spcBef>
                <a:spcPct val="0"/>
              </a:spcBef>
              <a:buFontTx/>
              <a:buNone/>
            </a:pPr>
            <a:r>
              <a:rPr lang="en-US" altLang="ko-KR" sz="1200" b="1" dirty="0">
                <a:latin typeface="Times New Roman" panose="02020603050405020304" pitchFamily="18" charset="0"/>
                <a:cs typeface="Times New Roman" panose="02020603050405020304" pitchFamily="18" charset="0"/>
              </a:rPr>
              <a:t>*SFC (</a:t>
            </a:r>
            <a:r>
              <a:rPr lang="en-US" altLang="ko-KR" sz="1200" b="1" dirty="0" err="1">
                <a:latin typeface="Times New Roman" panose="02020603050405020304" pitchFamily="18" charset="0"/>
                <a:cs typeface="Times New Roman" panose="02020603050405020304" pitchFamily="18" charset="0"/>
              </a:rPr>
              <a:t>Sequencial</a:t>
            </a:r>
            <a:r>
              <a:rPr lang="en-US" altLang="ko-KR" sz="1200" b="1" dirty="0">
                <a:latin typeface="Times New Roman" panose="02020603050405020304" pitchFamily="18" charset="0"/>
                <a:cs typeface="Times New Roman" panose="02020603050405020304" pitchFamily="18" charset="0"/>
              </a:rPr>
              <a:t> Function Chart)</a:t>
            </a:r>
            <a:r>
              <a:rPr lang="en-US" altLang="ko-KR" sz="1200" dirty="0">
                <a:latin typeface="Times New Roman" panose="02020603050405020304" pitchFamily="18" charset="0"/>
                <a:cs typeface="Times New Roman" panose="02020603050405020304" pitchFamily="18" charset="0"/>
              </a:rPr>
              <a:t> :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ngôn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ngữ</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đã</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cấu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trúc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áp</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cho</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logic </a:t>
            </a:r>
            <a:r>
              <a:rPr lang="en-US" altLang="ko-KR" sz="1200" dirty="0" err="1" smtClean="0">
                <a:latin typeface="Times New Roman" panose="02020603050405020304" pitchFamily="18" charset="0"/>
                <a:cs typeface="Times New Roman" panose="02020603050405020304" pitchFamily="18" charset="0"/>
              </a:rPr>
              <a:t>phức</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tạp</a:t>
            </a:r>
            <a:r>
              <a:rPr lang="en-US" altLang="ko-KR" sz="1200" dirty="0" smtClean="0">
                <a:latin typeface="Times New Roman" panose="02020603050405020304" pitchFamily="18" charset="0"/>
                <a:cs typeface="Times New Roman" panose="02020603050405020304" pitchFamily="18" charset="0"/>
              </a:rPr>
              <a:t>.</a:t>
            </a:r>
          </a:p>
          <a:p>
            <a:pPr eaLnBrk="1" hangingPunct="1">
              <a:lnSpc>
                <a:spcPct val="19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Là</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đồ</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thị</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theo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thứ</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tự</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nhiều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khối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trình</a:t>
            </a: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Program Block) </a:t>
            </a:r>
            <a:r>
              <a:rPr lang="en-US" altLang="ko-KR" sz="1200" dirty="0" err="1">
                <a:latin typeface="Times New Roman" panose="02020603050405020304" pitchFamily="18" charset="0"/>
                <a:cs typeface="Times New Roman" panose="02020603050405020304" pitchFamily="18" charset="0"/>
              </a:rPr>
              <a:t>đã</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làm</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theo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Nemonic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hoặc</a:t>
            </a:r>
            <a:r>
              <a:rPr lang="en-US" altLang="ko-KR" sz="1200" dirty="0">
                <a:latin typeface="Times New Roman" panose="02020603050405020304" pitchFamily="18" charset="0"/>
                <a:cs typeface="Times New Roman" panose="02020603050405020304" pitchFamily="18" charset="0"/>
              </a:rPr>
              <a:t> </a:t>
            </a: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sơ</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đồ</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hình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thang</a:t>
            </a:r>
            <a:r>
              <a:rPr lang="en-US" altLang="ko-KR" sz="1200" dirty="0">
                <a:latin typeface="Times New Roman" panose="02020603050405020304" pitchFamily="18" charset="0"/>
                <a:cs typeface="Times New Roman" panose="02020603050405020304" pitchFamily="18" charset="0"/>
              </a:rPr>
              <a:t>(Ladder diagram) </a:t>
            </a:r>
            <a:r>
              <a:rPr lang="en-US" altLang="ko-KR" sz="1200" dirty="0" err="1">
                <a:latin typeface="Times New Roman" panose="02020603050405020304" pitchFamily="18" charset="0"/>
                <a:cs typeface="Times New Roman" panose="02020603050405020304" pitchFamily="18" charset="0"/>
              </a:rPr>
              <a:t>để</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điều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đó</a:t>
            </a:r>
            <a:r>
              <a:rPr lang="en-US" altLang="ko-KR" sz="1200" dirty="0" smtClean="0">
                <a:latin typeface="Times New Roman" panose="02020603050405020304" pitchFamily="18" charset="0"/>
                <a:cs typeface="Times New Roman" panose="02020603050405020304" pitchFamily="18" charset="0"/>
              </a:rPr>
              <a:t>.</a:t>
            </a:r>
            <a:endParaRPr lang="en-US" altLang="ko-KR" sz="1200" b="1" dirty="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 Mnemonic code</a:t>
            </a:r>
            <a:r>
              <a:rPr lang="en-US" altLang="ko-KR" sz="1200" dirty="0">
                <a:latin typeface="Times New Roman" pitchFamily="18" charset="0"/>
                <a:cs typeface="Times New Roman" pitchFamily="18" charset="0"/>
              </a:rPr>
              <a:t>: Code </a:t>
            </a:r>
            <a:r>
              <a:rPr lang="en-US" altLang="ko-KR" sz="1200" dirty="0" err="1">
                <a:latin typeface="Times New Roman" pitchFamily="18" charset="0"/>
                <a:cs typeface="Times New Roman" pitchFamily="18" charset="0"/>
              </a:rPr>
              <a:t>biểu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hiện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ngắn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gọn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dễ</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nhớ</a:t>
            </a:r>
            <a:r>
              <a:rPr lang="en-US" altLang="ko-KR" sz="1200" dirty="0">
                <a:latin typeface="Times New Roman" pitchFamily="18" charset="0"/>
                <a:cs typeface="Times New Roman" pitchFamily="18" charset="0"/>
              </a:rPr>
              <a:t>.</a:t>
            </a:r>
          </a:p>
        </p:txBody>
      </p:sp>
      <p:pic>
        <p:nvPicPr>
          <p:cNvPr id="211971" name="Picture 4"/>
          <p:cNvPicPr>
            <a:picLocks noChangeAspect="1" noChangeArrowheads="1"/>
          </p:cNvPicPr>
          <p:nvPr/>
        </p:nvPicPr>
        <p:blipFill rotWithShape="1">
          <a:blip r:embed="rId2">
            <a:extLst>
              <a:ext uri="{28A0092B-C50C-407E-A947-70E740481C1C}">
                <a14:useLocalDpi xmlns:a14="http://schemas.microsoft.com/office/drawing/2010/main" val="0"/>
              </a:ext>
            </a:extLst>
          </a:blip>
          <a:srcRect l="19428" t="34428"/>
          <a:stretch/>
        </p:blipFill>
        <p:spPr bwMode="auto">
          <a:xfrm>
            <a:off x="958441" y="3522662"/>
            <a:ext cx="3713163" cy="146049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211972" name="Picture 5"/>
          <p:cNvPicPr>
            <a:picLocks noChangeAspect="1" noChangeArrowheads="1"/>
          </p:cNvPicPr>
          <p:nvPr/>
        </p:nvPicPr>
        <p:blipFill rotWithShape="1">
          <a:blip r:embed="rId3">
            <a:extLst>
              <a:ext uri="{28A0092B-C50C-407E-A947-70E740481C1C}">
                <a14:useLocalDpi xmlns:a14="http://schemas.microsoft.com/office/drawing/2010/main" val="0"/>
              </a:ext>
            </a:extLst>
          </a:blip>
          <a:srcRect l="20262" t="50000" r="54613"/>
          <a:stretch/>
        </p:blipFill>
        <p:spPr bwMode="auto">
          <a:xfrm>
            <a:off x="950987" y="1700809"/>
            <a:ext cx="2551113" cy="1475780"/>
          </a:xfrm>
          <a:prstGeom prst="rect">
            <a:avLst/>
          </a:prstGeom>
          <a:noFill/>
          <a:ln w="19050" algn="ctr">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211973" name="Picture 6"/>
          <p:cNvPicPr>
            <a:picLocks noChangeAspect="1" noChangeArrowheads="1"/>
          </p:cNvPicPr>
          <p:nvPr/>
        </p:nvPicPr>
        <p:blipFill>
          <a:blip r:embed="rId4">
            <a:extLst>
              <a:ext uri="{28A0092B-C50C-407E-A947-70E740481C1C}">
                <a14:useLocalDpi xmlns:a14="http://schemas.microsoft.com/office/drawing/2010/main" val="0"/>
              </a:ext>
            </a:extLst>
          </a:blip>
          <a:srcRect l="989"/>
          <a:stretch>
            <a:fillRect/>
          </a:stretch>
        </p:blipFill>
        <p:spPr bwMode="auto">
          <a:xfrm>
            <a:off x="7365268" y="3573016"/>
            <a:ext cx="2386012" cy="2801937"/>
          </a:xfrm>
          <a:prstGeom prst="rect">
            <a:avLst/>
          </a:prstGeom>
          <a:noFill/>
          <a:ln w="19050" algn="ctr">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211974" name="Text Box 9"/>
          <p:cNvSpPr txBox="1">
            <a:spLocks noChangeArrowheads="1"/>
          </p:cNvSpPr>
          <p:nvPr/>
        </p:nvSpPr>
        <p:spPr bwMode="auto">
          <a:xfrm>
            <a:off x="8203458" y="3224213"/>
            <a:ext cx="1070022" cy="288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spAutoFit/>
          </a:bodyPr>
          <a:lstStyle>
            <a:lvl1pPr marL="342900" indent="-342900" defTabSz="854075" eaLnBrk="0" hangingPunct="0">
              <a:spcBef>
                <a:spcPct val="20000"/>
              </a:spcBef>
              <a:buChar char="•"/>
              <a:defRPr kumimoji="1" sz="25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2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19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16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16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spcBef>
                <a:spcPct val="0"/>
              </a:spcBef>
              <a:buFontTx/>
              <a:buNone/>
            </a:pPr>
            <a:r>
              <a:rPr lang="en-US" altLang="ko-KR" sz="1200" b="1" dirty="0">
                <a:latin typeface="Times New Roman" panose="02020603050405020304" pitchFamily="18" charset="0"/>
                <a:cs typeface="Times New Roman" panose="02020603050405020304" pitchFamily="18" charset="0"/>
              </a:rPr>
              <a:t>&lt;SFC Chart&gt;</a:t>
            </a:r>
          </a:p>
        </p:txBody>
      </p:sp>
      <p:sp>
        <p:nvSpPr>
          <p:cNvPr id="211975" name="Text Box 10"/>
          <p:cNvSpPr txBox="1">
            <a:spLocks noChangeArrowheads="1"/>
          </p:cNvSpPr>
          <p:nvPr/>
        </p:nvSpPr>
        <p:spPr bwMode="auto">
          <a:xfrm>
            <a:off x="482600" y="657225"/>
            <a:ext cx="10567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5. </a:t>
            </a:r>
            <a:r>
              <a:rPr lang="en-US" altLang="ko-KR" sz="1600" b="1" dirty="0" err="1" smtClean="0">
                <a:latin typeface="Times New Roman" panose="02020603050405020304" pitchFamily="18" charset="0"/>
                <a:cs typeface="Times New Roman" panose="02020603050405020304" pitchFamily="18" charset="0"/>
              </a:rPr>
              <a:t>Phụ</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lục</a:t>
            </a:r>
            <a:endParaRPr lang="ko-KR" altLang="en-US" sz="1600" b="1" dirty="0">
              <a:latin typeface="Times New Roman" panose="02020603050405020304" pitchFamily="18" charset="0"/>
              <a:cs typeface="Times New Roman" panose="02020603050405020304" pitchFamily="18" charset="0"/>
            </a:endParaRPr>
          </a:p>
        </p:txBody>
      </p:sp>
      <p:sp>
        <p:nvSpPr>
          <p:cNvPr id="211976" name="Text Box 12"/>
          <p:cNvSpPr txBox="1">
            <a:spLocks noChangeArrowheads="1"/>
          </p:cNvSpPr>
          <p:nvPr/>
        </p:nvSpPr>
        <p:spPr bwMode="auto">
          <a:xfrm>
            <a:off x="596900" y="1000125"/>
            <a:ext cx="17234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400" b="1" dirty="0">
                <a:latin typeface="Times New Roman" panose="02020603050405020304" pitchFamily="18" charset="0"/>
                <a:cs typeface="Times New Roman" panose="02020603050405020304" pitchFamily="18" charset="0"/>
              </a:rPr>
              <a:t>5-1. </a:t>
            </a:r>
            <a:r>
              <a:rPr lang="en-US" altLang="ko-KR" sz="1400" b="1" dirty="0" err="1" smtClean="0">
                <a:latin typeface="Times New Roman" panose="02020603050405020304" pitchFamily="18" charset="0"/>
                <a:cs typeface="Times New Roman" panose="02020603050405020304" pitchFamily="18" charset="0"/>
              </a:rPr>
              <a:t>Thuật</a:t>
            </a:r>
            <a:r>
              <a:rPr lang="en-US" altLang="ko-KR" sz="1400" b="1" dirty="0" smtClean="0">
                <a:latin typeface="Times New Roman" panose="02020603050405020304" pitchFamily="18" charset="0"/>
                <a:cs typeface="Times New Roman" panose="02020603050405020304" pitchFamily="18" charset="0"/>
              </a:rPr>
              <a:t> </a:t>
            </a:r>
            <a:r>
              <a:rPr lang="en-US" altLang="ko-KR" sz="1400" b="1" dirty="0" err="1" smtClean="0">
                <a:latin typeface="Times New Roman" panose="02020603050405020304" pitchFamily="18" charset="0"/>
                <a:cs typeface="Times New Roman" panose="02020603050405020304" pitchFamily="18" charset="0"/>
              </a:rPr>
              <a:t>ngữ</a:t>
            </a:r>
            <a:r>
              <a:rPr lang="en-US" altLang="ko-KR" sz="1400" b="1" dirty="0" smtClean="0">
                <a:latin typeface="Times New Roman" panose="02020603050405020304" pitchFamily="18" charset="0"/>
                <a:cs typeface="Times New Roman" panose="02020603050405020304" pitchFamily="18" charset="0"/>
              </a:rPr>
              <a:t> PLC</a:t>
            </a:r>
            <a:endParaRPr lang="ko-KR" altLang="en-US" sz="1400" b="1" dirty="0">
              <a:latin typeface="Times New Roman" panose="02020603050405020304" pitchFamily="18" charset="0"/>
              <a:cs typeface="Times New Roman" panose="02020603050405020304" pitchFamily="18" charset="0"/>
            </a:endParaRPr>
          </a:p>
        </p:txBody>
      </p:sp>
      <p:sp>
        <p:nvSpPr>
          <p:cNvPr id="21197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
        <p:nvSpPr>
          <p:cNvPr id="211978" name="Text Box 10"/>
          <p:cNvSpPr txBox="1">
            <a:spLocks noChangeArrowheads="1"/>
          </p:cNvSpPr>
          <p:nvPr/>
        </p:nvSpPr>
        <p:spPr bwMode="auto">
          <a:xfrm>
            <a:off x="8769424" y="80963"/>
            <a:ext cx="10567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5. </a:t>
            </a:r>
            <a:r>
              <a:rPr lang="en-US" altLang="ko-KR" sz="1600" b="1" dirty="0" err="1" smtClean="0">
                <a:latin typeface="Times New Roman" panose="02020603050405020304" pitchFamily="18" charset="0"/>
                <a:cs typeface="Times New Roman" panose="02020603050405020304" pitchFamily="18" charset="0"/>
              </a:rPr>
              <a:t>Phụ</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lục</a:t>
            </a:r>
            <a:endParaRPr lang="ko-KR" altLang="en-US" sz="16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147828631"/>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3"/>
          <p:cNvSpPr>
            <a:spLocks noChangeArrowheads="1"/>
          </p:cNvSpPr>
          <p:nvPr/>
        </p:nvSpPr>
        <p:spPr bwMode="auto">
          <a:xfrm>
            <a:off x="488950" y="657225"/>
            <a:ext cx="9148763" cy="3681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a:t>
            </a:r>
            <a:r>
              <a:rPr lang="en-US" altLang="ko-KR" sz="1200" dirty="0">
                <a:latin typeface="Times New Roman" panose="02020603050405020304" pitchFamily="18" charset="0"/>
                <a:cs typeface="Times New Roman" panose="02020603050405020304" pitchFamily="18" charset="0"/>
              </a:rPr>
              <a:t>Routine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Nghĩa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việc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hoặc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đã</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đóng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ván</a:t>
            </a:r>
            <a:r>
              <a:rPr lang="ko-KR" altLang="en-US" sz="1200" dirty="0">
                <a:latin typeface="Times New Roman" pitchFamily="18" charset="0"/>
                <a:cs typeface="Times New Roman" pitchFamily="18" charset="0"/>
              </a:rPr>
              <a:t>”</a:t>
            </a:r>
          </a:p>
          <a:p>
            <a:pPr eaLnBrk="1" hangingPunct="1">
              <a:lnSpc>
                <a:spcPct val="110000"/>
              </a:lnSpc>
              <a:spcBef>
                <a:spcPct val="0"/>
              </a:spcBef>
              <a:buFontTx/>
              <a:buNone/>
            </a:pPr>
            <a:r>
              <a:rPr lang="ko-KR" altLang="en-US"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Là</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một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chuỗi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những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lệnh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để</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thực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hiện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công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việc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đặc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biệt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với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tư</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cách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là</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một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phần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của</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chương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trình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máy</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tính</a:t>
            </a:r>
            <a:r>
              <a:rPr lang="en-US" altLang="ko-KR" sz="1200" dirty="0">
                <a:latin typeface="Times New Roman" pitchFamily="18" charset="0"/>
                <a:cs typeface="Times New Roman" pitchFamily="18" charset="0"/>
              </a:rPr>
              <a:t>.</a:t>
            </a:r>
          </a:p>
          <a:p>
            <a:pPr eaLnBrk="1" hangingPunct="1">
              <a:lnSpc>
                <a:spcPct val="110000"/>
              </a:lnSpc>
              <a:spcBef>
                <a:spcPct val="0"/>
              </a:spcBef>
              <a:buFontTx/>
              <a:buNone/>
            </a:pPr>
            <a:endParaRPr lang="en-US" altLang="ko-KR" sz="1200" dirty="0">
              <a:latin typeface="Times New Roman" pitchFamily="18" charset="0"/>
              <a:cs typeface="Times New Roman" pitchFamily="18" charset="0"/>
            </a:endParaRP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*Subroutine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itchFamily="18" charset="0"/>
                <a:cs typeface="Times New Roman" pitchFamily="18" charset="0"/>
              </a:rPr>
              <a:t>Chương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trình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đơn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vị</a:t>
            </a:r>
            <a:r>
              <a:rPr lang="en-US" altLang="ko-KR" sz="1200" dirty="0">
                <a:latin typeface="Times New Roman" pitchFamily="18" charset="0"/>
                <a:cs typeface="Times New Roman" pitchFamily="18" charset="0"/>
              </a:rPr>
              <a:t>(</a:t>
            </a:r>
            <a:r>
              <a:rPr lang="en-US" altLang="ko-KR" sz="1200" dirty="0" err="1">
                <a:latin typeface="Times New Roman" pitchFamily="18" charset="0"/>
                <a:cs typeface="Times New Roman" pitchFamily="18" charset="0"/>
              </a:rPr>
              <a:t>đoạn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chương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trình</a:t>
            </a:r>
            <a:r>
              <a:rPr lang="en-US" altLang="ko-KR" sz="1200" dirty="0">
                <a:latin typeface="Times New Roman" pitchFamily="18" charset="0"/>
                <a:cs typeface="Times New Roman" pitchFamily="18" charset="0"/>
              </a:rPr>
              <a:t> con) </a:t>
            </a:r>
            <a:r>
              <a:rPr lang="en-US" altLang="ko-KR" sz="1200" dirty="0" err="1">
                <a:latin typeface="Times New Roman" pitchFamily="18" charset="0"/>
                <a:cs typeface="Times New Roman" pitchFamily="18" charset="0"/>
              </a:rPr>
              <a:t>độc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lập</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đã</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làm</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để</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có</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thể</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hoạt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động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quá</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trình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làm</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việc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đã</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được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thực</a:t>
            </a:r>
            <a:endParaRPr lang="en-US" altLang="ko-KR" sz="1200" dirty="0">
              <a:latin typeface="Times New Roman" pitchFamily="18" charset="0"/>
              <a:cs typeface="Times New Roman" pitchFamily="18" charset="0"/>
            </a:endParaRPr>
          </a:p>
          <a:p>
            <a:pPr eaLnBrk="1" hangingPunct="1">
              <a:lnSpc>
                <a:spcPct val="110000"/>
              </a:lnSpc>
              <a:spcBef>
                <a:spcPct val="0"/>
              </a:spcBef>
              <a:buFontTx/>
              <a:buNone/>
            </a:pP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hiện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lặp</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lại</a:t>
            </a:r>
            <a:r>
              <a:rPr lang="en-US" altLang="ko-KR" sz="1200" dirty="0">
                <a:latin typeface="Times New Roman" pitchFamily="18" charset="0"/>
                <a:cs typeface="Times New Roman" pitchFamily="18" charset="0"/>
              </a:rPr>
              <a:t> ở </a:t>
            </a:r>
            <a:r>
              <a:rPr lang="en-US" altLang="ko-KR" sz="1200" dirty="0" err="1">
                <a:latin typeface="Times New Roman" pitchFamily="18" charset="0"/>
                <a:cs typeface="Times New Roman" pitchFamily="18" charset="0"/>
              </a:rPr>
              <a:t>trong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một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chương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trình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chủ</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theo</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công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đồng</a:t>
            </a:r>
            <a:r>
              <a:rPr lang="en-US" altLang="ko-KR" sz="1200" dirty="0">
                <a:latin typeface="Times New Roman" pitchFamily="18" charset="0"/>
                <a:cs typeface="Times New Roman" pitchFamily="18" charset="0"/>
              </a:rPr>
              <a:t>.</a:t>
            </a:r>
          </a:p>
          <a:p>
            <a:pPr eaLnBrk="1" hangingPunct="1">
              <a:lnSpc>
                <a:spcPct val="110000"/>
              </a:lnSpc>
              <a:spcBef>
                <a:spcPct val="0"/>
              </a:spcBef>
              <a:buFontTx/>
              <a:buNone/>
            </a:pPr>
            <a:r>
              <a:rPr lang="en-US" altLang="ko-KR" sz="1200" dirty="0" smtClean="0">
                <a:latin typeface="Times New Roman" pitchFamily="18" charset="0"/>
                <a:cs typeface="Times New Roman"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*Interrupt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itchFamily="18" charset="0"/>
                <a:cs typeface="Times New Roman" pitchFamily="18" charset="0"/>
              </a:rPr>
              <a:t>Chức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năng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làm</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cho</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có</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thể</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xử</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lý</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công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việc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một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cách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liên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tục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không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để</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bị</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gián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đoạn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hoạt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động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dù</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phát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sinh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trên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máy</a:t>
            </a:r>
            <a:r>
              <a:rPr lang="en-US" altLang="ko-KR" sz="1200" dirty="0">
                <a:latin typeface="Times New Roman" pitchFamily="18" charset="0"/>
                <a:cs typeface="Times New Roman" pitchFamily="18" charset="0"/>
              </a:rPr>
              <a:t> </a:t>
            </a:r>
          </a:p>
          <a:p>
            <a:pPr eaLnBrk="1" hangingPunct="1">
              <a:lnSpc>
                <a:spcPct val="110000"/>
              </a:lnSpc>
              <a:spcBef>
                <a:spcPct val="0"/>
              </a:spcBef>
              <a:buFontTx/>
              <a:buNone/>
            </a:pP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tính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những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việc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không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để</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dự</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đoán</a:t>
            </a:r>
            <a:r>
              <a:rPr lang="en-US" altLang="ko-KR" sz="1200" dirty="0">
                <a:latin typeface="Times New Roman" pitchFamily="18" charset="0"/>
                <a:cs typeface="Times New Roman" pitchFamily="18" charset="0"/>
              </a:rPr>
              <a:t> ở </a:t>
            </a:r>
            <a:r>
              <a:rPr lang="en-US" altLang="ko-KR" sz="1200" dirty="0" err="1">
                <a:latin typeface="Times New Roman" pitchFamily="18" charset="0"/>
                <a:cs typeface="Times New Roman" pitchFamily="18" charset="0"/>
              </a:rPr>
              <a:t>hệ</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thống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vận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hành</a:t>
            </a:r>
            <a:r>
              <a:rPr lang="en-US" altLang="ko-KR" sz="1200" dirty="0">
                <a:latin typeface="Times New Roman" pitchFamily="18" charset="0"/>
                <a:cs typeface="Times New Roman" pitchFamily="18" charset="0"/>
              </a:rPr>
              <a:t>.</a:t>
            </a:r>
          </a:p>
          <a:p>
            <a:pPr eaLnBrk="1" hangingPunct="1">
              <a:lnSpc>
                <a:spcPct val="110000"/>
              </a:lnSpc>
              <a:spcBef>
                <a:spcPct val="0"/>
              </a:spcBef>
              <a:buFontTx/>
              <a:buNone/>
            </a:pPr>
            <a:endParaRPr lang="en-US" altLang="ko-KR" sz="1200" dirty="0">
              <a:latin typeface="Times New Roman" pitchFamily="18" charset="0"/>
              <a:cs typeface="Times New Roman" pitchFamily="18" charset="0"/>
            </a:endParaRP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*Graphic loader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Tool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biên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tập</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hoặc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chỉnh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trình</a:t>
            </a:r>
            <a:r>
              <a:rPr lang="en-US" altLang="ko-KR" sz="1200" dirty="0">
                <a:latin typeface="Times New Roman" panose="02020603050405020304" pitchFamily="18" charset="0"/>
                <a:cs typeface="Times New Roman" panose="02020603050405020304" pitchFamily="18" charset="0"/>
              </a:rPr>
              <a:t> PLC, </a:t>
            </a:r>
            <a:r>
              <a:rPr lang="en-US" altLang="ko-KR" sz="1200" dirty="0" err="1">
                <a:latin typeface="Times New Roman" panose="02020603050405020304" pitchFamily="18" charset="0"/>
                <a:cs typeface="Times New Roman" panose="02020603050405020304" pitchFamily="18" charset="0"/>
              </a:rPr>
              <a:t>cho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đến</a:t>
            </a:r>
            <a:r>
              <a:rPr lang="en-US" altLang="ko-KR" sz="1200" dirty="0">
                <a:latin typeface="Times New Roman" panose="02020603050405020304" pitchFamily="18" charset="0"/>
                <a:cs typeface="Times New Roman" panose="02020603050405020304" pitchFamily="18" charset="0"/>
              </a:rPr>
              <a:t> nay </a:t>
            </a:r>
            <a:r>
              <a:rPr lang="en-US" altLang="ko-KR" sz="1200" dirty="0" err="1">
                <a:latin typeface="Times New Roman" panose="02020603050405020304" pitchFamily="18" charset="0"/>
                <a:cs typeface="Times New Roman" panose="02020603050405020304" pitchFamily="18" charset="0"/>
              </a:rPr>
              <a:t>nó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đã</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Tool </a:t>
            </a:r>
            <a:r>
              <a:rPr lang="en-US" altLang="ko-KR" sz="1200" dirty="0" err="1">
                <a:latin typeface="Times New Roman" panose="02020603050405020304" pitchFamily="18" charset="0"/>
                <a:cs typeface="Times New Roman" panose="02020603050405020304" pitchFamily="18" charset="0"/>
              </a:rPr>
              <a:t>của</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hệ</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điều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hành</a:t>
            </a:r>
            <a:r>
              <a:rPr lang="en-US" altLang="ko-KR" sz="1200" dirty="0">
                <a:latin typeface="Times New Roman" panose="02020603050405020304" pitchFamily="18" charset="0"/>
                <a:cs typeface="Times New Roman" panose="02020603050405020304" pitchFamily="18" charset="0"/>
              </a:rPr>
              <a:t> DOS </a:t>
            </a:r>
            <a:r>
              <a:rPr lang="en-US" altLang="ko-KR" sz="1200" dirty="0" err="1">
                <a:latin typeface="Times New Roman" panose="02020603050405020304" pitchFamily="18" charset="0"/>
                <a:cs typeface="Times New Roman" panose="02020603050405020304" pitchFamily="18" charset="0"/>
              </a:rPr>
              <a:t>tuy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nhiên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gần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đây</a:t>
            </a:r>
            <a:r>
              <a:rPr lang="en-US" altLang="ko-KR" sz="1200" dirty="0">
                <a:latin typeface="Times New Roman" panose="02020603050405020304" pitchFamily="18" charset="0"/>
                <a:cs typeface="Times New Roman" panose="02020603050405020304" pitchFamily="18" charset="0"/>
              </a:rPr>
              <a:t> Tool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hệ</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điều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hành</a:t>
            </a:r>
            <a:r>
              <a:rPr lang="en-US" altLang="ko-KR" sz="1200" dirty="0">
                <a:latin typeface="Times New Roman" panose="02020603050405020304" pitchFamily="18" charset="0"/>
                <a:cs typeface="Times New Roman" panose="02020603050405020304" pitchFamily="18" charset="0"/>
              </a:rPr>
              <a:t> Window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phát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triển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xu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thế</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dần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phổ</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cập</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rộng</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hơn</a:t>
            </a:r>
            <a:r>
              <a:rPr lang="en-US" altLang="ko-KR" sz="1200" dirty="0" smtClean="0">
                <a:latin typeface="Times New Roman" panose="02020603050405020304" pitchFamily="18" charset="0"/>
                <a:cs typeface="Times New Roman" panose="02020603050405020304" pitchFamily="18" charset="0"/>
              </a:rPr>
              <a:t>.</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*Reset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itchFamily="18" charset="0"/>
                <a:cs typeface="Times New Roman" pitchFamily="18" charset="0"/>
              </a:rPr>
              <a:t>Là</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việc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làm</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cho</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các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dữ</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liệu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bên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trong</a:t>
            </a:r>
            <a:r>
              <a:rPr lang="en-US" altLang="ko-KR" sz="1200" dirty="0">
                <a:latin typeface="Times New Roman" pitchFamily="18" charset="0"/>
                <a:cs typeface="Times New Roman" pitchFamily="18" charset="0"/>
              </a:rPr>
              <a:t> PLC </a:t>
            </a:r>
            <a:r>
              <a:rPr lang="en-US" altLang="ko-KR" sz="1200" dirty="0" err="1">
                <a:latin typeface="Times New Roman" pitchFamily="18" charset="0"/>
                <a:cs typeface="Times New Roman" pitchFamily="18" charset="0"/>
              </a:rPr>
              <a:t>trở</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lại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trạng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thái</a:t>
            </a:r>
            <a:r>
              <a:rPr lang="en-US" altLang="ko-KR" sz="1200" dirty="0">
                <a:latin typeface="Times New Roman" pitchFamily="18" charset="0"/>
                <a:cs typeface="Times New Roman" pitchFamily="18" charset="0"/>
              </a:rPr>
              <a:t> ban </a:t>
            </a:r>
            <a:r>
              <a:rPr lang="en-US" altLang="ko-KR" sz="1200" dirty="0" err="1">
                <a:latin typeface="Times New Roman" pitchFamily="18" charset="0"/>
                <a:cs typeface="Times New Roman" pitchFamily="18" charset="0"/>
              </a:rPr>
              <a:t>đầu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Lệnh</a:t>
            </a:r>
            <a:r>
              <a:rPr lang="en-US" altLang="ko-KR" sz="1200" dirty="0">
                <a:latin typeface="Times New Roman" pitchFamily="18" charset="0"/>
                <a:cs typeface="Times New Roman" pitchFamily="18" charset="0"/>
              </a:rPr>
              <a:t> RST </a:t>
            </a:r>
            <a:r>
              <a:rPr lang="en-US" altLang="ko-KR" sz="1200" dirty="0" err="1">
                <a:latin typeface="Times New Roman" pitchFamily="18" charset="0"/>
                <a:cs typeface="Times New Roman" pitchFamily="18" charset="0"/>
              </a:rPr>
              <a:t>của</a:t>
            </a:r>
            <a:r>
              <a:rPr lang="en-US" altLang="ko-KR" sz="1200" dirty="0">
                <a:latin typeface="Times New Roman" pitchFamily="18" charset="0"/>
                <a:cs typeface="Times New Roman" pitchFamily="18" charset="0"/>
              </a:rPr>
              <a:t> Counter, Timer, Relay </a:t>
            </a:r>
            <a:r>
              <a:rPr lang="en-US" altLang="ko-KR" sz="1200" dirty="0" err="1">
                <a:latin typeface="Times New Roman" pitchFamily="18" charset="0"/>
                <a:cs typeface="Times New Roman" pitchFamily="18" charset="0"/>
              </a:rPr>
              <a:t>phụ</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được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sử</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dụng</a:t>
            </a:r>
            <a:r>
              <a:rPr lang="en-US" altLang="ko-KR" sz="1200" dirty="0">
                <a:latin typeface="Times New Roman" pitchFamily="18" charset="0"/>
                <a:cs typeface="Times New Roman" pitchFamily="18" charset="0"/>
              </a:rPr>
              <a:t>. </a:t>
            </a:r>
            <a:r>
              <a:rPr lang="en-US" altLang="ko-KR" sz="1200" dirty="0" smtClean="0">
                <a:latin typeface="Times New Roman" pitchFamily="18" charset="0"/>
                <a:cs typeface="Times New Roman" pitchFamily="18" charset="0"/>
              </a:rPr>
              <a:t> </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*Relay </a:t>
            </a:r>
            <a:r>
              <a:rPr lang="en-US" altLang="ko-KR" sz="1200" dirty="0" err="1">
                <a:latin typeface="Times New Roman" panose="02020603050405020304" pitchFamily="18" charset="0"/>
                <a:cs typeface="Times New Roman" panose="02020603050405020304" pitchFamily="18" charset="0"/>
              </a:rPr>
              <a:t>bên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trong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Relay </a:t>
            </a:r>
            <a:r>
              <a:rPr lang="en-US" altLang="ko-KR" sz="1200" dirty="0" err="1">
                <a:latin typeface="Times New Roman" panose="02020603050405020304" pitchFamily="18" charset="0"/>
                <a:cs typeface="Times New Roman" panose="02020603050405020304" pitchFamily="18" charset="0"/>
              </a:rPr>
              <a:t>chuyên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cài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đặt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trong</a:t>
            </a:r>
            <a:r>
              <a:rPr lang="en-US" altLang="ko-KR" sz="1200" dirty="0">
                <a:latin typeface="Times New Roman" panose="02020603050405020304" pitchFamily="18" charset="0"/>
                <a:cs typeface="Times New Roman" panose="02020603050405020304" pitchFamily="18" charset="0"/>
              </a:rPr>
              <a:t> PLC, </a:t>
            </a:r>
            <a:r>
              <a:rPr lang="en-US" altLang="ko-KR" sz="1200" dirty="0" err="1">
                <a:latin typeface="Times New Roman" panose="02020603050405020304" pitchFamily="18" charset="0"/>
                <a:cs typeface="Times New Roman" panose="02020603050405020304" pitchFamily="18" charset="0"/>
              </a:rPr>
              <a:t>nó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thể</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như</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dữ</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liệu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trong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trình</a:t>
            </a:r>
            <a:r>
              <a:rPr lang="en-US" altLang="ko-KR" sz="1200" dirty="0">
                <a:latin typeface="Times New Roman" panose="02020603050405020304" pitchFamily="18" charset="0"/>
                <a:cs typeface="Times New Roman" panose="02020603050405020304" pitchFamily="18" charset="0"/>
              </a:rPr>
              <a:t>(program) </a:t>
            </a:r>
            <a:r>
              <a:rPr lang="en-US" altLang="ko-KR" sz="1200" dirty="0" err="1">
                <a:latin typeface="Times New Roman" panose="02020603050405020304" pitchFamily="18" charset="0"/>
                <a:cs typeface="Times New Roman" panose="02020603050405020304" pitchFamily="18" charset="0"/>
              </a:rPr>
              <a:t>nhưng</a:t>
            </a:r>
            <a:endParaRPr lang="en-US" altLang="ko-KR" sz="1200" dirty="0">
              <a:latin typeface="Times New Roman" panose="02020603050405020304" pitchFamily="18" charset="0"/>
              <a:cs typeface="Times New Roman" panose="02020603050405020304" pitchFamily="18" charset="0"/>
            </a:endParaRPr>
          </a:p>
          <a:p>
            <a:pPr eaLnBrk="1" hangingPunct="1">
              <a:lnSpc>
                <a:spcPct val="11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thể</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ngoài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còn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gọi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Relay </a:t>
            </a:r>
            <a:r>
              <a:rPr lang="en-US" altLang="ko-KR" sz="1200" dirty="0" err="1">
                <a:latin typeface="Times New Roman" panose="02020603050405020304" pitchFamily="18" charset="0"/>
                <a:cs typeface="Times New Roman" panose="02020603050405020304" pitchFamily="18" charset="0"/>
              </a:rPr>
              <a:t>phụ</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hoặc</a:t>
            </a:r>
            <a:r>
              <a:rPr lang="en-US" altLang="ko-KR" sz="1200" dirty="0">
                <a:latin typeface="Times New Roman" panose="02020603050405020304" pitchFamily="18" charset="0"/>
                <a:cs typeface="Times New Roman" panose="02020603050405020304" pitchFamily="18" charset="0"/>
              </a:rPr>
              <a:t> Relay </a:t>
            </a:r>
            <a:r>
              <a:rPr lang="en-US" altLang="ko-KR" sz="1200" dirty="0" err="1">
                <a:latin typeface="Times New Roman" panose="02020603050405020304" pitchFamily="18" charset="0"/>
                <a:cs typeface="Times New Roman" panose="02020603050405020304" pitchFamily="18" charset="0"/>
              </a:rPr>
              <a:t>ghi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nhớ</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tạm</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thời</a:t>
            </a:r>
            <a:r>
              <a:rPr lang="en-US" altLang="ko-KR" sz="1200" dirty="0">
                <a:latin typeface="Times New Roman" panose="02020603050405020304" pitchFamily="18" charset="0"/>
                <a:cs typeface="Times New Roman" panose="02020603050405020304" pitchFamily="18" charset="0"/>
              </a:rPr>
              <a:t>.</a:t>
            </a:r>
            <a:r>
              <a:rPr lang="en-US" altLang="ko-KR" sz="2000" dirty="0">
                <a:latin typeface="Times New Roman" pitchFamily="18" charset="0"/>
                <a:ea typeface="HY견고딕" pitchFamily="18" charset="-127"/>
                <a:cs typeface="Times New Roman" pitchFamily="18" charset="0"/>
              </a:rPr>
              <a:t> </a:t>
            </a:r>
          </a:p>
          <a:p>
            <a:pPr eaLnBrk="1" hangingPunct="1">
              <a:lnSpc>
                <a:spcPct val="11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p:txBody>
      </p:sp>
      <p:sp>
        <p:nvSpPr>
          <p:cNvPr id="212995" name="Text Box 10"/>
          <p:cNvSpPr txBox="1">
            <a:spLocks noChangeArrowheads="1"/>
          </p:cNvSpPr>
          <p:nvPr/>
        </p:nvSpPr>
        <p:spPr bwMode="auto">
          <a:xfrm>
            <a:off x="8805428" y="80963"/>
            <a:ext cx="10567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5. </a:t>
            </a:r>
            <a:r>
              <a:rPr lang="en-US" altLang="ko-KR" sz="1600" b="1" dirty="0" err="1" smtClean="0">
                <a:latin typeface="Times New Roman" panose="02020603050405020304" pitchFamily="18" charset="0"/>
                <a:cs typeface="Times New Roman" panose="02020603050405020304" pitchFamily="18" charset="0"/>
              </a:rPr>
              <a:t>Phụ</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lục</a:t>
            </a:r>
            <a:endParaRPr lang="ko-KR" altLang="en-US" sz="1600" b="1" dirty="0">
              <a:latin typeface="Times New Roman" panose="02020603050405020304" pitchFamily="18" charset="0"/>
              <a:cs typeface="Times New Roman" panose="02020603050405020304" pitchFamily="18" charset="0"/>
            </a:endParaRPr>
          </a:p>
        </p:txBody>
      </p:sp>
      <p:sp>
        <p:nvSpPr>
          <p:cNvPr id="212996" name="Rectangle 11"/>
          <p:cNvSpPr>
            <a:spLocks noChangeArrowheads="1"/>
          </p:cNvSpPr>
          <p:nvPr/>
        </p:nvSpPr>
        <p:spPr bwMode="auto">
          <a:xfrm>
            <a:off x="495300" y="4519825"/>
            <a:ext cx="8905501" cy="1742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85337" tIns="42669" rIns="85337" bIns="42669" anchor="ct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a:t>
            </a:r>
            <a:r>
              <a:rPr lang="en-US" altLang="ko-KR" sz="1200" dirty="0" err="1">
                <a:latin typeface="Times New Roman" panose="02020603050405020304" pitchFamily="18" charset="0"/>
                <a:cs typeface="Times New Roman" panose="02020603050405020304" pitchFamily="18" charset="0"/>
              </a:rPr>
              <a:t>Bộ</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nhớ</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chớp</a:t>
            </a:r>
            <a:r>
              <a:rPr lang="en-US" altLang="ko-KR" sz="1200" dirty="0">
                <a:latin typeface="Times New Roman" panose="02020603050405020304" pitchFamily="18" charset="0"/>
                <a:cs typeface="Times New Roman" panose="02020603050405020304" pitchFamily="18" charset="0"/>
              </a:rPr>
              <a:t>(</a:t>
            </a:r>
            <a:r>
              <a:rPr lang="en-US" altLang="ko-KR" sz="1200" dirty="0" err="1">
                <a:latin typeface="Times New Roman" panose="02020603050405020304" pitchFamily="18" charset="0"/>
                <a:cs typeface="Times New Roman" panose="02020603050405020304" pitchFamily="18" charset="0"/>
              </a:rPr>
              <a:t>bộ</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nhớ</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nhanh</a:t>
            </a:r>
            <a:r>
              <a:rPr lang="en-US" altLang="ko-KR" sz="1200" dirty="0">
                <a:latin typeface="Times New Roman" panose="02020603050405020304" pitchFamily="18" charset="0"/>
                <a:cs typeface="Times New Roman" panose="02020603050405020304" pitchFamily="18" charset="0"/>
              </a:rPr>
              <a:t>-Flash Memory): </a:t>
            </a:r>
            <a:r>
              <a:rPr lang="en-US" altLang="ko-KR" sz="1200" dirty="0" err="1">
                <a:latin typeface="Times New Roman" panose="02020603050405020304" pitchFamily="18" charset="0"/>
                <a:cs typeface="Times New Roman" panose="02020603050405020304" pitchFamily="18" charset="0"/>
              </a:rPr>
              <a:t>Về</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mặt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thiết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bị</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nhớ</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máy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tính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bị</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thể</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xóa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lại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dữ</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liệu</a:t>
            </a:r>
            <a:r>
              <a:rPr lang="en-US" altLang="ko-KR" sz="1200" dirty="0">
                <a:latin typeface="Times New Roman" panose="02020603050405020304" pitchFamily="18" charset="0"/>
                <a:cs typeface="Times New Roman" panose="02020603050405020304" pitchFamily="18" charset="0"/>
              </a:rPr>
              <a:t>. </a:t>
            </a: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Khác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với</a:t>
            </a:r>
            <a:r>
              <a:rPr lang="en-US" altLang="ko-KR" sz="1200" dirty="0">
                <a:latin typeface="Times New Roman" panose="02020603050405020304" pitchFamily="18" charset="0"/>
                <a:cs typeface="Times New Roman" panose="02020603050405020304" pitchFamily="18" charset="0"/>
              </a:rPr>
              <a:t> EEPROM </a:t>
            </a:r>
            <a:r>
              <a:rPr lang="en-US" altLang="ko-KR" sz="1200" dirty="0" err="1">
                <a:latin typeface="Times New Roman" panose="02020603050405020304" pitchFamily="18" charset="0"/>
                <a:cs typeface="Times New Roman" panose="02020603050405020304" pitchFamily="18" charset="0"/>
              </a:rPr>
              <a:t>nó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thể</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xóa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trong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khối</a:t>
            </a:r>
            <a:r>
              <a:rPr lang="en-US" altLang="ko-KR" sz="1200" dirty="0">
                <a:latin typeface="Times New Roman" panose="02020603050405020304" pitchFamily="18" charset="0"/>
                <a:cs typeface="Times New Roman" panose="02020603050405020304" pitchFamily="18" charset="0"/>
              </a:rPr>
              <a:t>(Block)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cấu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bởi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nhiều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vực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Bộ</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nhớ</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chớp</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tốn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ít</a:t>
            </a:r>
            <a:r>
              <a:rPr lang="en-US" altLang="ko-KR" sz="1200" dirty="0">
                <a:latin typeface="Times New Roman" panose="02020603050405020304" pitchFamily="18" charset="0"/>
                <a:cs typeface="Times New Roman" panose="02020603050405020304" pitchFamily="18" charset="0"/>
              </a:rPr>
              <a:t> chi </a:t>
            </a:r>
            <a:r>
              <a:rPr lang="en-US" altLang="ko-KR" sz="1200" dirty="0" err="1">
                <a:latin typeface="Times New Roman" panose="02020603050405020304" pitchFamily="18" charset="0"/>
                <a:cs typeface="Times New Roman" panose="02020603050405020304" pitchFamily="18" charset="0"/>
              </a:rPr>
              <a:t>phí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hơn</a:t>
            </a:r>
            <a:endParaRPr lang="ko-KR" altLang="en-US" sz="1200" dirty="0">
              <a:latin typeface="Times New Roman" pitchFamily="18" charset="0"/>
              <a:cs typeface="Times New Roman" pitchFamily="18" charset="0"/>
            </a:endParaRPr>
          </a:p>
          <a:p>
            <a:pPr eaLnBrk="1" hangingPunct="1">
              <a:lnSpc>
                <a:spcPct val="130000"/>
              </a:lnSpc>
              <a:spcBef>
                <a:spcPct val="0"/>
              </a:spcBef>
              <a:buFontTx/>
              <a:buNone/>
            </a:pP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so </a:t>
            </a:r>
            <a:r>
              <a:rPr lang="en-US" altLang="ko-KR" sz="1200" dirty="0" err="1">
                <a:latin typeface="Times New Roman" panose="02020603050405020304" pitchFamily="18" charset="0"/>
                <a:cs typeface="Times New Roman" panose="02020603050405020304" pitchFamily="18" charset="0"/>
              </a:rPr>
              <a:t>với</a:t>
            </a:r>
            <a:r>
              <a:rPr lang="en-US" altLang="ko-KR" sz="1200" dirty="0">
                <a:latin typeface="Times New Roman" panose="02020603050405020304" pitchFamily="18" charset="0"/>
                <a:cs typeface="Times New Roman" panose="02020603050405020304" pitchFamily="18" charset="0"/>
              </a:rPr>
              <a:t> EEPROM </a:t>
            </a:r>
            <a:r>
              <a:rPr lang="en-US" altLang="ko-KR" sz="1200" dirty="0" err="1">
                <a:latin typeface="Times New Roman" panose="02020603050405020304" pitchFamily="18" charset="0"/>
                <a:cs typeface="Times New Roman" panose="02020603050405020304" pitchFamily="18" charset="0"/>
              </a:rPr>
              <a:t>nên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chủ</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yếu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như</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lưu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thái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rắn</a:t>
            </a:r>
            <a:r>
              <a:rPr lang="en-US" altLang="ko-KR" sz="1200" dirty="0">
                <a:latin typeface="Times New Roman" panose="02020603050405020304" pitchFamily="18" charset="0"/>
                <a:cs typeface="Times New Roman" panose="02020603050405020304" pitchFamily="18" charset="0"/>
              </a:rPr>
              <a:t> (solid-state)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lượng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quan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trọng</a:t>
            </a:r>
            <a:r>
              <a:rPr lang="en-US" altLang="ko-KR" sz="1200" dirty="0">
                <a:latin typeface="Times New Roman" panose="02020603050405020304" pitchFamily="18" charset="0"/>
                <a:cs typeface="Times New Roman" panose="02020603050405020304" pitchFamily="18" charset="0"/>
              </a:rPr>
              <a:t> ở </a:t>
            </a:r>
            <a:r>
              <a:rPr lang="en-US" altLang="ko-KR" sz="1200" dirty="0" err="1">
                <a:latin typeface="Times New Roman" panose="02020603050405020304" pitchFamily="18" charset="0"/>
                <a:cs typeface="Times New Roman" panose="02020603050405020304" pitchFamily="18" charset="0"/>
              </a:rPr>
              <a:t>mức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độ</a:t>
            </a:r>
            <a:r>
              <a:rPr lang="en-US" altLang="ko-KR" sz="1200" dirty="0">
                <a:latin typeface="Times New Roman" panose="02020603050405020304" pitchFamily="18" charset="0"/>
                <a:cs typeface="Times New Roman" panose="02020603050405020304" pitchFamily="18" charset="0"/>
              </a:rPr>
              <a:t> </a:t>
            </a: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nào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bị</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a:t>
            </a:r>
            <a:r>
              <a:rPr lang="en-US" altLang="ko-KR" sz="1200" dirty="0">
                <a:latin typeface="Times New Roman" panose="02020603050405020304" pitchFamily="18" charset="0"/>
                <a:cs typeface="Times New Roman" panose="02020603050405020304" pitchFamily="18" charset="0"/>
              </a:rPr>
              <a:t>.</a:t>
            </a: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tiêu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biểu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việc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bộ</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nhớ</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này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ko-KR" altLang="en-US"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máy</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nghe</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nhạc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kỹ</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thuật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số</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máy</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ảnh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kỹ</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thuật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số</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điện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thoại</a:t>
            </a:r>
            <a:r>
              <a:rPr lang="en-US" altLang="ko-KR" sz="1200" dirty="0">
                <a:latin typeface="Times New Roman" pitchFamily="18" charset="0"/>
                <a:cs typeface="Times New Roman" pitchFamily="18" charset="0"/>
              </a:rPr>
              <a:t> di </a:t>
            </a:r>
            <a:r>
              <a:rPr lang="en-US" altLang="ko-KR" sz="1200" dirty="0" err="1">
                <a:latin typeface="Times New Roman" pitchFamily="18" charset="0"/>
                <a:cs typeface="Times New Roman" pitchFamily="18" charset="0"/>
              </a:rPr>
              <a:t>động</a:t>
            </a:r>
            <a:r>
              <a:rPr lang="en-US" altLang="ko-KR" sz="1200" dirty="0">
                <a:latin typeface="Times New Roman" pitchFamily="18" charset="0"/>
                <a:cs typeface="Times New Roman" pitchFamily="18" charset="0"/>
              </a:rPr>
              <a:t>…</a:t>
            </a:r>
          </a:p>
          <a:p>
            <a:pPr eaLnBrk="1" hangingPunct="1">
              <a:lnSpc>
                <a:spcPct val="130000"/>
              </a:lnSpc>
              <a:spcBef>
                <a:spcPct val="0"/>
              </a:spcBef>
              <a:buFontTx/>
              <a:buNone/>
            </a:pP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Sử</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dụng</a:t>
            </a:r>
            <a:r>
              <a:rPr lang="en-US" altLang="ko-KR" sz="1200" dirty="0">
                <a:latin typeface="Times New Roman" pitchFamily="18" charset="0"/>
                <a:cs typeface="Times New Roman" pitchFamily="18" charset="0"/>
              </a:rPr>
              <a:t> ổ USB </a:t>
            </a:r>
            <a:r>
              <a:rPr lang="en-US" altLang="ko-KR" sz="1200" dirty="0" err="1">
                <a:latin typeface="Times New Roman" pitchFamily="18" charset="0"/>
                <a:cs typeface="Times New Roman" pitchFamily="18" charset="0"/>
              </a:rPr>
              <a:t>nhiều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với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mục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đích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lưu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các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dữ</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liệu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thông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thường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và</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chuyển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dữ</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liệu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với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máy</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tính</a:t>
            </a:r>
            <a:r>
              <a:rPr lang="en-US" altLang="ko-KR" sz="1200" dirty="0">
                <a:latin typeface="Times New Roman" pitchFamily="18" charset="0"/>
                <a:cs typeface="Times New Roman" pitchFamily="18" charset="0"/>
              </a:rPr>
              <a:t>,</a:t>
            </a:r>
          </a:p>
          <a:p>
            <a:pPr eaLnBrk="1" hangingPunct="1">
              <a:lnSpc>
                <a:spcPct val="130000"/>
              </a:lnSpc>
              <a:spcBef>
                <a:spcPct val="0"/>
              </a:spcBef>
              <a:buFontTx/>
              <a:buNone/>
            </a:pP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lúc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này</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bộ</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nhớ</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chớp</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cũng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được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sử</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dụng</a:t>
            </a:r>
            <a:r>
              <a:rPr lang="en-US" altLang="ko-KR" sz="1200" dirty="0">
                <a:latin typeface="Times New Roman" pitchFamily="18" charset="0"/>
                <a:cs typeface="Times New Roman" pitchFamily="18" charset="0"/>
              </a:rPr>
              <a:t>.</a:t>
            </a:r>
          </a:p>
        </p:txBody>
      </p:sp>
      <p:sp>
        <p:nvSpPr>
          <p:cNvPr id="212997"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96739118"/>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3"/>
          <p:cNvSpPr>
            <a:spLocks noChangeArrowheads="1"/>
          </p:cNvSpPr>
          <p:nvPr/>
        </p:nvSpPr>
        <p:spPr bwMode="auto">
          <a:xfrm>
            <a:off x="484188" y="892175"/>
            <a:ext cx="9148762" cy="5613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3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*Bit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đơn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vị</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nhỏ</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trong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kỹ</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thuật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số</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tuân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theo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hệ</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nhị</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phân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2 </a:t>
            </a:r>
            <a:r>
              <a:rPr lang="en-US" altLang="ko-KR" sz="1200" dirty="0" err="1">
                <a:latin typeface="Times New Roman" panose="02020603050405020304" pitchFamily="18" charset="0"/>
                <a:cs typeface="Times New Roman" panose="02020603050405020304" pitchFamily="18" charset="0"/>
              </a:rPr>
              <a:t>chữ</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số</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itchFamily="18" charset="0"/>
                <a:cs typeface="Times New Roman" pitchFamily="18" charset="0"/>
              </a:rPr>
              <a:t>0</a:t>
            </a:r>
            <a:r>
              <a:rPr lang="ko-KR" altLang="en-US" sz="1200" dirty="0">
                <a:latin typeface="Times New Roman" panose="02020603050405020304" pitchFamily="18" charset="0"/>
                <a:cs typeface="Times New Roman" panose="02020603050405020304" pitchFamily="18" charset="0"/>
              </a:rPr>
              <a:t> </a:t>
            </a:r>
            <a:r>
              <a:rPr lang="en-US" altLang="ko-KR" sz="1200" dirty="0" err="1">
                <a:latin typeface="Times New Roman" pitchFamily="18" charset="0"/>
                <a:cs typeface="Times New Roman" pitchFamily="18" charset="0"/>
              </a:rPr>
              <a:t>hoặc</a:t>
            </a:r>
            <a:r>
              <a:rPr lang="ko-KR" altLang="en-US" sz="1200" dirty="0">
                <a:latin typeface="Times New Roman" panose="02020603050405020304" pitchFamily="18" charset="0"/>
                <a:cs typeface="Times New Roman" panose="02020603050405020304" pitchFamily="18" charset="0"/>
              </a:rPr>
              <a:t> </a:t>
            </a:r>
            <a:r>
              <a:rPr lang="en-US" altLang="ko-KR" sz="1200" dirty="0">
                <a:latin typeface="Times New Roman" pitchFamily="18" charset="0"/>
                <a:cs typeface="Times New Roman" pitchFamily="18" charset="0"/>
              </a:rPr>
              <a:t>1. Ở PLC Bit, </a:t>
            </a:r>
            <a:r>
              <a:rPr lang="en-US" altLang="ko-KR" sz="1200" dirty="0" err="1">
                <a:latin typeface="Times New Roman" pitchFamily="18" charset="0"/>
                <a:cs typeface="Times New Roman" pitchFamily="18" charset="0"/>
              </a:rPr>
              <a:t>tiếp</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điểm</a:t>
            </a:r>
            <a:r>
              <a:rPr lang="en-US" altLang="ko-KR" sz="1200" dirty="0">
                <a:latin typeface="Times New Roman" pitchFamily="18" charset="0"/>
                <a:cs typeface="Times New Roman" pitchFamily="18" charset="0"/>
              </a:rPr>
              <a:t>, Point </a:t>
            </a:r>
            <a:r>
              <a:rPr lang="en-US" altLang="ko-KR" sz="1200" dirty="0" err="1">
                <a:latin typeface="Times New Roman" pitchFamily="18" charset="0"/>
                <a:cs typeface="Times New Roman" pitchFamily="18" charset="0"/>
              </a:rPr>
              <a:t>được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sử</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dụng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như</a:t>
            </a:r>
            <a:r>
              <a:rPr lang="en-US" altLang="ko-KR" sz="1200" dirty="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những</a:t>
            </a:r>
            <a:endParaRPr lang="en-US" altLang="ko-KR" sz="1200" dirty="0" smtClean="0">
              <a:latin typeface="Times New Roman" pitchFamily="18" charset="0"/>
              <a:cs typeface="Times New Roman" pitchFamily="18" charset="0"/>
            </a:endParaRPr>
          </a:p>
          <a:p>
            <a:pPr eaLnBrk="1" hangingPunct="1">
              <a:lnSpc>
                <a:spcPct val="130000"/>
              </a:lnSpc>
              <a:spcBef>
                <a:spcPct val="0"/>
              </a:spcBef>
              <a:buFontTx/>
              <a:buNone/>
            </a:pPr>
            <a:r>
              <a:rPr lang="en-US" altLang="ko-KR" sz="1200" dirty="0">
                <a:latin typeface="Times New Roman" pitchFamily="18" charset="0"/>
                <a:cs typeface="Times New Roman" pitchFamily="18" charset="0"/>
              </a:rPr>
              <a:t> </a:t>
            </a:r>
            <a:r>
              <a:rPr lang="en-US" altLang="ko-KR" sz="1200" dirty="0" smtClean="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thuật</a:t>
            </a:r>
            <a:r>
              <a:rPr lang="en-US" altLang="ko-KR" sz="1200" dirty="0" smtClean="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ngữ</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có</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cùng</a:t>
            </a:r>
            <a:r>
              <a:rPr lang="en-US" altLang="ko-KR" sz="1200" dirty="0">
                <a:latin typeface="Times New Roman" pitchFamily="18" charset="0"/>
                <a:cs typeface="Times New Roman" pitchFamily="18" charset="0"/>
              </a:rPr>
              <a:t> ý </a:t>
            </a:r>
            <a:r>
              <a:rPr lang="en-US" altLang="ko-KR" sz="1200" dirty="0" err="1">
                <a:latin typeface="Times New Roman" pitchFamily="18" charset="0"/>
                <a:cs typeface="Times New Roman" pitchFamily="18" charset="0"/>
              </a:rPr>
              <a:t>nghĩa</a:t>
            </a:r>
            <a:r>
              <a:rPr lang="en-US" altLang="ko-KR" sz="1200" dirty="0">
                <a:latin typeface="Times New Roman" pitchFamily="18" charset="0"/>
                <a:cs typeface="Times New Roman" pitchFamily="18" charset="0"/>
              </a:rPr>
              <a:t>. </a:t>
            </a:r>
          </a:p>
          <a:p>
            <a:pPr eaLnBrk="1" hangingPunct="1">
              <a:lnSpc>
                <a:spcPct val="13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*Byte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itchFamily="18" charset="0"/>
                <a:cs typeface="Times New Roman" pitchFamily="18" charset="0"/>
              </a:rPr>
              <a:t>Là</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sự</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biểu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hiện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bằng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đơn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vị</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xử</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lý</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thông</a:t>
            </a:r>
            <a:r>
              <a:rPr lang="en-US" altLang="ko-KR" sz="1200" dirty="0">
                <a:latin typeface="Times New Roman" pitchFamily="18" charset="0"/>
                <a:cs typeface="Times New Roman" pitchFamily="18" charset="0"/>
              </a:rPr>
              <a:t> tin </a:t>
            </a:r>
            <a:r>
              <a:rPr lang="en-US" altLang="ko-KR" sz="1200" dirty="0" err="1">
                <a:latin typeface="Times New Roman" pitchFamily="18" charset="0"/>
                <a:cs typeface="Times New Roman" pitchFamily="18" charset="0"/>
              </a:rPr>
              <a:t>của</a:t>
            </a:r>
            <a:r>
              <a:rPr lang="en-US" altLang="ko-KR" sz="1200" dirty="0">
                <a:latin typeface="Times New Roman" pitchFamily="18" charset="0"/>
                <a:cs typeface="Times New Roman" pitchFamily="18" charset="0"/>
              </a:rPr>
              <a:t> 8 Bit </a:t>
            </a:r>
            <a:r>
              <a:rPr lang="en-US" altLang="ko-KR" sz="1200" dirty="0" err="1">
                <a:latin typeface="Times New Roman" pitchFamily="18" charset="0"/>
                <a:cs typeface="Times New Roman" pitchFamily="18" charset="0"/>
              </a:rPr>
              <a:t>gộp</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lại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với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nhau</a:t>
            </a:r>
            <a:r>
              <a:rPr lang="en-US" altLang="ko-KR" sz="1200" dirty="0">
                <a:latin typeface="Times New Roman" pitchFamily="18" charset="0"/>
                <a:cs typeface="Times New Roman" pitchFamily="18" charset="0"/>
              </a:rPr>
              <a:t>. ( 1byte=8bit ) </a:t>
            </a:r>
          </a:p>
          <a:p>
            <a:pPr eaLnBrk="1" hangingPunct="1">
              <a:lnSpc>
                <a:spcPct val="130000"/>
              </a:lnSpc>
              <a:spcBef>
                <a:spcPct val="0"/>
              </a:spcBef>
              <a:buFontTx/>
              <a:buNone/>
            </a:pPr>
            <a:endParaRPr lang="en-US" altLang="ko-KR" sz="1200" dirty="0">
              <a:latin typeface="Times New Roman" pitchFamily="18" charset="0"/>
              <a:cs typeface="Times New Roman" pitchFamily="18" charset="0"/>
            </a:endParaRPr>
          </a:p>
          <a:p>
            <a:pPr eaLnBrk="1" hangingPunct="1">
              <a:lnSpc>
                <a:spcPct val="130000"/>
              </a:lnSpc>
              <a:spcBef>
                <a:spcPct val="0"/>
              </a:spcBef>
              <a:buNone/>
            </a:pPr>
            <a:r>
              <a:rPr lang="en-US" altLang="ko-KR" sz="1200" dirty="0" smtClean="0">
                <a:latin typeface="Times New Roman" panose="02020603050405020304" pitchFamily="18" charset="0"/>
                <a:cs typeface="Times New Roman" panose="02020603050405020304" pitchFamily="18" charset="0"/>
              </a:rPr>
              <a:t>*Word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itchFamily="18" charset="0"/>
                <a:cs typeface="Times New Roman" pitchFamily="18" charset="0"/>
              </a:rPr>
              <a:t>Là</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sự</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biểu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hiện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bằng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đơn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vị</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xử</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lý</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thông</a:t>
            </a:r>
            <a:r>
              <a:rPr lang="en-US" altLang="ko-KR" sz="1200" dirty="0">
                <a:latin typeface="Times New Roman" pitchFamily="18" charset="0"/>
                <a:cs typeface="Times New Roman" pitchFamily="18" charset="0"/>
              </a:rPr>
              <a:t> tin </a:t>
            </a:r>
            <a:r>
              <a:rPr lang="en-US" altLang="ko-KR" sz="1200" dirty="0" err="1">
                <a:latin typeface="Times New Roman" pitchFamily="18" charset="0"/>
                <a:cs typeface="Times New Roman" pitchFamily="18" charset="0"/>
              </a:rPr>
              <a:t>của</a:t>
            </a:r>
            <a:r>
              <a:rPr lang="en-US" altLang="ko-KR" sz="1200" dirty="0">
                <a:latin typeface="Times New Roman" pitchFamily="18" charset="0"/>
                <a:cs typeface="Times New Roman" pitchFamily="18" charset="0"/>
              </a:rPr>
              <a:t> 16 </a:t>
            </a:r>
            <a:r>
              <a:rPr lang="en-US" altLang="ko-KR" sz="1200" dirty="0" err="1">
                <a:latin typeface="Times New Roman" pitchFamily="18" charset="0"/>
                <a:cs typeface="Times New Roman" pitchFamily="18" charset="0"/>
              </a:rPr>
              <a:t>gộp</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lại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với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nhau</a:t>
            </a:r>
            <a:r>
              <a:rPr lang="en-US" altLang="ko-KR" sz="1200" dirty="0">
                <a:latin typeface="Times New Roman" pitchFamily="18" charset="0"/>
                <a:cs typeface="Times New Roman" pitchFamily="18" charset="0"/>
              </a:rPr>
              <a:t>. ( 1word=16bit ) </a:t>
            </a:r>
          </a:p>
          <a:p>
            <a:pPr eaLnBrk="1" hangingPunct="1">
              <a:lnSpc>
                <a:spcPct val="130000"/>
              </a:lnSpc>
              <a:spcBef>
                <a:spcPct val="0"/>
              </a:spcBef>
              <a:buFontTx/>
              <a:buNone/>
            </a:pPr>
            <a:endParaRPr lang="en-US" altLang="ko-KR" sz="1200" dirty="0">
              <a:latin typeface="Times New Roman" pitchFamily="18" charset="0"/>
              <a:cs typeface="Times New Roman" pitchFamily="18" charset="0"/>
            </a:endParaRPr>
          </a:p>
          <a:p>
            <a:pPr eaLnBrk="1" hangingPunct="1">
              <a:lnSpc>
                <a:spcPct val="130000"/>
              </a:lnSpc>
              <a:spcBef>
                <a:spcPct val="0"/>
              </a:spcBef>
              <a:buFontTx/>
              <a:buNone/>
            </a:pPr>
            <a:r>
              <a:rPr lang="en-US" altLang="ko-KR" sz="1200" dirty="0">
                <a:latin typeface="Times New Roman" pitchFamily="18" charset="0"/>
                <a:cs typeface="Times New Roman" pitchFamily="18" charset="0"/>
              </a:rPr>
              <a:t>*Relay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Relay ở </a:t>
            </a:r>
            <a:r>
              <a:rPr lang="en-US" altLang="ko-KR" sz="1200" dirty="0" err="1">
                <a:latin typeface="Times New Roman" panose="02020603050405020304" pitchFamily="18" charset="0"/>
                <a:cs typeface="Times New Roman" panose="02020603050405020304" pitchFamily="18" charset="0"/>
              </a:rPr>
              <a:t>tiếp</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điểm</a:t>
            </a:r>
            <a:r>
              <a:rPr lang="en-US" altLang="ko-KR" sz="1200" dirty="0">
                <a:latin typeface="Times New Roman" panose="02020603050405020304" pitchFamily="18" charset="0"/>
                <a:cs typeface="Times New Roman" panose="02020603050405020304" pitchFamily="18" charset="0"/>
              </a:rPr>
              <a:t>(contact element)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PLC. Do AC, DC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chung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một</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cách</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thông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thường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tuy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nhiên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giới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giạn</a:t>
            </a:r>
            <a:r>
              <a:rPr lang="en-US" altLang="ko-KR" sz="1200" dirty="0">
                <a:latin typeface="Times New Roman" panose="02020603050405020304" pitchFamily="18" charset="0"/>
                <a:cs typeface="Times New Roman" panose="02020603050405020304" pitchFamily="18" charset="0"/>
              </a:rPr>
              <a:t> ở </a:t>
            </a:r>
            <a:r>
              <a:rPr lang="en-US" altLang="ko-KR" sz="1200" dirty="0" err="1">
                <a:latin typeface="Times New Roman" panose="02020603050405020304" pitchFamily="18" charset="0"/>
                <a:cs typeface="Times New Roman" panose="02020603050405020304" pitchFamily="18" charset="0"/>
              </a:rPr>
              <a:t>biên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độ</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đóng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mở</a:t>
            </a:r>
            <a:r>
              <a:rPr lang="en-US" altLang="ko-KR" sz="1200" dirty="0">
                <a:latin typeface="Times New Roman" panose="02020603050405020304" pitchFamily="18" charset="0"/>
                <a:cs typeface="Times New Roman" panose="02020603050405020304" pitchFamily="18" charset="0"/>
              </a:rPr>
              <a:t>. </a:t>
            </a:r>
          </a:p>
          <a:p>
            <a:pPr eaLnBrk="1" hangingPunct="1">
              <a:lnSpc>
                <a:spcPct val="13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*TR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Switching Transistor(</a:t>
            </a:r>
            <a:r>
              <a:rPr lang="en-US" altLang="ko-KR" sz="1200" dirty="0" err="1">
                <a:latin typeface="Times New Roman" panose="02020603050405020304" pitchFamily="18" charset="0"/>
                <a:cs typeface="Times New Roman" panose="02020603050405020304" pitchFamily="18" charset="0"/>
              </a:rPr>
              <a:t>Tranzito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chuyển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mạch</a:t>
            </a:r>
            <a:r>
              <a:rPr lang="en-US" altLang="ko-KR" sz="1200" dirty="0">
                <a:latin typeface="Times New Roman" panose="02020603050405020304" pitchFamily="18" charset="0"/>
                <a:cs typeface="Times New Roman" panose="02020603050405020304" pitchFamily="18" charset="0"/>
              </a:rPr>
              <a:t>) ở </a:t>
            </a:r>
            <a:r>
              <a:rPr lang="en-US" altLang="ko-KR" sz="1200" dirty="0" err="1">
                <a:latin typeface="Times New Roman" panose="02020603050405020304" pitchFamily="18" charset="0"/>
                <a:cs typeface="Times New Roman" panose="02020603050405020304" pitchFamily="18" charset="0"/>
              </a:rPr>
              <a:t>tiếp</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điểm</a:t>
            </a:r>
            <a:r>
              <a:rPr lang="en-US" altLang="ko-KR" sz="1200" dirty="0">
                <a:latin typeface="Times New Roman" panose="02020603050405020304" pitchFamily="18" charset="0"/>
                <a:cs typeface="Times New Roman" panose="02020603050405020304" pitchFamily="18" charset="0"/>
              </a:rPr>
              <a:t>(contact element)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PLC. </a:t>
            </a:r>
            <a:r>
              <a:rPr lang="en-US" altLang="ko-KR" sz="1200" dirty="0" err="1">
                <a:latin typeface="Times New Roman" panose="02020603050405020304" pitchFamily="18" charset="0"/>
                <a:cs typeface="Times New Roman" panose="02020603050405020304" pitchFamily="18" charset="0"/>
              </a:rPr>
              <a:t>Chuyên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cho</a:t>
            </a:r>
            <a:endParaRPr lang="en-US" altLang="ko-KR" sz="1200" dirty="0" smtClean="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DC </a:t>
            </a:r>
            <a:r>
              <a:rPr lang="en-US" altLang="ko-KR" sz="1200" dirty="0" err="1">
                <a:latin typeface="Times New Roman" panose="02020603050405020304" pitchFamily="18" charset="0"/>
                <a:cs typeface="Times New Roman" panose="02020603050405020304" pitchFamily="18" charset="0"/>
              </a:rPr>
              <a:t>nên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tuổi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thọ</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mang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tính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bán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vĩnh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cửu</a:t>
            </a:r>
            <a:r>
              <a:rPr lang="en-US" altLang="ko-KR" sz="1200" dirty="0">
                <a:latin typeface="Times New Roman" panose="02020603050405020304" pitchFamily="18" charset="0"/>
                <a:cs typeface="Times New Roman" panose="02020603050405020304" pitchFamily="18" charset="0"/>
              </a:rPr>
              <a:t>.</a:t>
            </a:r>
            <a:endParaRPr lang="ko-KR" altLang="en-US" sz="1200" dirty="0">
              <a:latin typeface="Times New Roman" pitchFamily="18" charset="0"/>
              <a:cs typeface="Times New Roman" pitchFamily="18" charset="0"/>
            </a:endParaRPr>
          </a:p>
          <a:p>
            <a:pPr eaLnBrk="1" hangingPunct="1">
              <a:lnSpc>
                <a:spcPct val="130000"/>
              </a:lnSpc>
              <a:spcBef>
                <a:spcPct val="0"/>
              </a:spcBef>
              <a:buFontTx/>
              <a:buNone/>
            </a:pPr>
            <a:endParaRPr lang="ko-KR" altLang="en-US" sz="1200" dirty="0">
              <a:latin typeface="Times New Roman" pitchFamily="18" charset="0"/>
              <a:cs typeface="Times New Roman" pitchFamily="18" charset="0"/>
            </a:endParaRPr>
          </a:p>
          <a:p>
            <a:pPr eaLnBrk="1" hangingPunct="1">
              <a:lnSpc>
                <a:spcPct val="130000"/>
              </a:lnSpc>
              <a:spcBef>
                <a:spcPct val="0"/>
              </a:spcBef>
              <a:buFontTx/>
              <a:buNone/>
            </a:pPr>
            <a:r>
              <a:rPr lang="ko-KR" altLang="en-US" sz="1200" dirty="0">
                <a:latin typeface="Times New Roman" pitchFamily="18" charset="0"/>
                <a:cs typeface="Times New Roman" pitchFamily="18" charset="0"/>
              </a:rPr>
              <a:t>*</a:t>
            </a:r>
            <a:r>
              <a:rPr lang="en-US" altLang="ko-KR" sz="1200" dirty="0">
                <a:latin typeface="Times New Roman" panose="02020603050405020304" pitchFamily="18" charset="0"/>
                <a:cs typeface="Times New Roman" panose="02020603050405020304" pitchFamily="18" charset="0"/>
              </a:rPr>
              <a:t>SSR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Relay </a:t>
            </a:r>
            <a:r>
              <a:rPr lang="en-US" altLang="ko-KR" sz="1200" dirty="0" err="1">
                <a:latin typeface="Times New Roman" panose="02020603050405020304" pitchFamily="18" charset="0"/>
                <a:cs typeface="Times New Roman" panose="02020603050405020304" pitchFamily="18" charset="0"/>
              </a:rPr>
              <a:t>bán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dẫn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tiếp</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điểm</a:t>
            </a:r>
            <a:r>
              <a:rPr lang="en-US" altLang="ko-KR" sz="1200" dirty="0">
                <a:latin typeface="Times New Roman" panose="02020603050405020304" pitchFamily="18" charset="0"/>
                <a:cs typeface="Times New Roman" panose="02020603050405020304" pitchFamily="18" charset="0"/>
              </a:rPr>
              <a:t> ở </a:t>
            </a:r>
            <a:r>
              <a:rPr lang="en-US" altLang="ko-KR" sz="1200" dirty="0" err="1">
                <a:latin typeface="Times New Roman" panose="02020603050405020304" pitchFamily="18" charset="0"/>
                <a:cs typeface="Times New Roman" panose="02020603050405020304" pitchFamily="18" charset="0"/>
              </a:rPr>
              <a:t>tiếp</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điểm</a:t>
            </a:r>
            <a:r>
              <a:rPr lang="en-US" altLang="ko-KR" sz="1200" dirty="0">
                <a:latin typeface="Times New Roman" panose="02020603050405020304" pitchFamily="18" charset="0"/>
                <a:cs typeface="Times New Roman" panose="02020603050405020304" pitchFamily="18" charset="0"/>
              </a:rPr>
              <a:t>(contact element)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PLC. </a:t>
            </a:r>
            <a:r>
              <a:rPr lang="en-US" altLang="ko-KR" sz="1200" dirty="0" err="1">
                <a:latin typeface="Times New Roman" panose="02020603050405020304" pitchFamily="18" charset="0"/>
                <a:cs typeface="Times New Roman" panose="02020603050405020304" pitchFamily="18" charset="0"/>
              </a:rPr>
              <a:t>Chuyên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cho</a:t>
            </a:r>
            <a:r>
              <a:rPr lang="en-US" altLang="ko-KR" sz="1200" dirty="0">
                <a:latin typeface="Times New Roman" panose="02020603050405020304" pitchFamily="18" charset="0"/>
                <a:cs typeface="Times New Roman" panose="02020603050405020304" pitchFamily="18" charset="0"/>
              </a:rPr>
              <a:t> AC </a:t>
            </a:r>
            <a:r>
              <a:rPr lang="en-US" altLang="ko-KR" sz="1200" dirty="0" err="1">
                <a:latin typeface="Times New Roman" panose="02020603050405020304" pitchFamily="18" charset="0"/>
                <a:cs typeface="Times New Roman" panose="02020603050405020304" pitchFamily="18" charset="0"/>
              </a:rPr>
              <a:t>nên</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tuổi</a:t>
            </a: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thọ</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mang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tính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bán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vĩnh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cửu</a:t>
            </a:r>
            <a:r>
              <a:rPr lang="en-US" altLang="ko-KR" sz="1200" dirty="0">
                <a:latin typeface="Times New Roman" panose="02020603050405020304" pitchFamily="18" charset="0"/>
                <a:cs typeface="Times New Roman" panose="02020603050405020304" pitchFamily="18" charset="0"/>
              </a:rPr>
              <a:t>. </a:t>
            </a:r>
          </a:p>
          <a:p>
            <a:pPr eaLnBrk="1" hangingPunct="1">
              <a:lnSpc>
                <a:spcPct val="13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*Module</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yếu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tố</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tiêu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chuẩn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hóa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mang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năng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nhất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định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cấu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thành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hệ</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thống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thiết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bị</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tạo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để</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cài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Base. </a:t>
            </a:r>
          </a:p>
          <a:p>
            <a:pPr eaLnBrk="1" hangingPunct="1">
              <a:lnSpc>
                <a:spcPct val="130000"/>
              </a:lnSpc>
              <a:spcBef>
                <a:spcPct val="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a:latin typeface="Times New Roman" panose="02020603050405020304" pitchFamily="18" charset="0"/>
                <a:cs typeface="Times New Roman" panose="02020603050405020304" pitchFamily="18" charset="0"/>
              </a:rPr>
              <a:t>(</a:t>
            </a:r>
            <a:r>
              <a:rPr lang="en-US" altLang="ko-KR" sz="1200" dirty="0" err="1">
                <a:latin typeface="Times New Roman" panose="02020603050405020304" pitchFamily="18" charset="0"/>
                <a:cs typeface="Times New Roman" panose="02020603050405020304" pitchFamily="18" charset="0"/>
              </a:rPr>
              <a:t>Ví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a:t>
            </a:r>
            <a:r>
              <a:rPr lang="en-US" altLang="ko-KR" sz="1200" dirty="0">
                <a:latin typeface="Times New Roman" panose="02020603050405020304" pitchFamily="18" charset="0"/>
                <a:cs typeface="Times New Roman" panose="02020603050405020304" pitchFamily="18" charset="0"/>
              </a:rPr>
              <a:t>) CPU</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Module, Module </a:t>
            </a:r>
            <a:r>
              <a:rPr lang="en-US" altLang="ko-KR" sz="1200" dirty="0" err="1">
                <a:latin typeface="Times New Roman" panose="02020603050405020304" pitchFamily="18" charset="0"/>
                <a:cs typeface="Times New Roman" panose="02020603050405020304" pitchFamily="18" charset="0"/>
              </a:rPr>
              <a:t>nguồn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điện</a:t>
            </a:r>
            <a:r>
              <a:rPr lang="en-US" altLang="ko-KR" sz="1200" dirty="0">
                <a:latin typeface="Times New Roman" panose="02020603050405020304" pitchFamily="18" charset="0"/>
                <a:cs typeface="Times New Roman" panose="02020603050405020304" pitchFamily="18" charset="0"/>
              </a:rPr>
              <a:t>, Module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Module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a:t>
            </a:r>
          </a:p>
          <a:p>
            <a:pPr eaLnBrk="1" hangingPunct="1">
              <a:lnSpc>
                <a:spcPct val="130000"/>
              </a:lnSpc>
              <a:spcBef>
                <a:spcPct val="0"/>
              </a:spcBef>
              <a:buFontTx/>
              <a:buNone/>
            </a:pP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None/>
            </a:pPr>
            <a:r>
              <a:rPr lang="en-US" altLang="ko-KR" sz="1200" dirty="0">
                <a:latin typeface="Times New Roman" panose="02020603050405020304" pitchFamily="18" charset="0"/>
                <a:cs typeface="Times New Roman" panose="02020603050405020304" pitchFamily="18" charset="0"/>
              </a:rPr>
              <a:t>* Analog module: Module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cơ</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bản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PLC</a:t>
            </a:r>
            <a:r>
              <a:rPr lang="ko-KR" altLang="en-US"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là</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điều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khiển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kỹ</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thuật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số</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ON/OFF,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Module </a:t>
            </a:r>
            <a:r>
              <a:rPr lang="en-US" altLang="ko-KR" sz="1200" dirty="0" err="1">
                <a:latin typeface="Times New Roman" panose="02020603050405020304" pitchFamily="18" charset="0"/>
                <a:cs typeface="Times New Roman" panose="02020603050405020304" pitchFamily="18" charset="0"/>
              </a:rPr>
              <a:t>đặc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thù</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trang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bị</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A/D</a:t>
            </a:r>
          </a:p>
          <a:p>
            <a:pPr eaLnBrk="1" hangingPunct="1">
              <a:lnSpc>
                <a:spcPct val="130000"/>
              </a:lnSpc>
              <a:spcBef>
                <a:spcPct val="0"/>
              </a:spcBef>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Converter(</a:t>
            </a:r>
            <a:r>
              <a:rPr lang="en-US" altLang="ko-KR" sz="1200" dirty="0" err="1" smtClean="0">
                <a:latin typeface="Times New Roman" panose="02020603050405020304" pitchFamily="18" charset="0"/>
                <a:cs typeface="Times New Roman" panose="02020603050405020304" pitchFamily="18" charset="0"/>
              </a:rPr>
              <a:t>chuyển</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tín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hiệu</a:t>
            </a:r>
            <a:r>
              <a:rPr lang="en-US" altLang="ko-KR" sz="1200" dirty="0">
                <a:latin typeface="Times New Roman" panose="02020603050405020304" pitchFamily="18" charset="0"/>
                <a:cs typeface="Times New Roman" panose="02020603050405020304" pitchFamily="18" charset="0"/>
              </a:rPr>
              <a:t> analog sang </a:t>
            </a:r>
            <a:r>
              <a:rPr lang="en-US" altLang="ko-KR" sz="1200" dirty="0" err="1">
                <a:latin typeface="Times New Roman" panose="02020603050405020304" pitchFamily="18" charset="0"/>
                <a:cs typeface="Times New Roman" panose="02020603050405020304" pitchFamily="18" charset="0"/>
              </a:rPr>
              <a:t>tín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kỹ</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thuật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số</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a:t>
            </a:r>
            <a:r>
              <a:rPr lang="en-US" altLang="ko-KR" sz="1200" dirty="0">
                <a:latin typeface="Times New Roman" panose="02020603050405020304" pitchFamily="18" charset="0"/>
                <a:cs typeface="Times New Roman" panose="02020603050405020304" pitchFamily="18" charset="0"/>
              </a:rPr>
              <a:t> D/A Converter(</a:t>
            </a:r>
            <a:r>
              <a:rPr lang="en-US" altLang="ko-KR" sz="1200" dirty="0" err="1">
                <a:latin typeface="Times New Roman" panose="02020603050405020304" pitchFamily="18" charset="0"/>
                <a:cs typeface="Times New Roman" panose="02020603050405020304" pitchFamily="18" charset="0"/>
              </a:rPr>
              <a:t>chuyển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tín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kỹ</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thuật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số</a:t>
            </a:r>
            <a:r>
              <a:rPr lang="en-US" altLang="ko-KR" sz="1200" dirty="0">
                <a:latin typeface="Times New Roman" panose="02020603050405020304" pitchFamily="18" charset="0"/>
                <a:cs typeface="Times New Roman" panose="02020603050405020304" pitchFamily="18" charset="0"/>
              </a:rPr>
              <a:t> sang </a:t>
            </a:r>
            <a:r>
              <a:rPr lang="en-US" altLang="ko-KR" sz="1200" dirty="0" err="1">
                <a:latin typeface="Times New Roman" panose="02020603050405020304" pitchFamily="18" charset="0"/>
                <a:cs typeface="Times New Roman" panose="02020603050405020304" pitchFamily="18" charset="0"/>
              </a:rPr>
              <a:t>tín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hiệu</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analog)</a:t>
            </a:r>
          </a:p>
          <a:p>
            <a:pPr eaLnBrk="1" hangingPunct="1">
              <a:lnSpc>
                <a:spcPct val="130000"/>
              </a:lnSpc>
              <a:spcBef>
                <a:spcPct val="0"/>
              </a:spcBef>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ở </a:t>
            </a:r>
            <a:r>
              <a:rPr lang="en-US" altLang="ko-KR" sz="1200" dirty="0" err="1">
                <a:latin typeface="Times New Roman" panose="02020603050405020304" pitchFamily="18" charset="0"/>
                <a:cs typeface="Times New Roman" panose="02020603050405020304" pitchFamily="18" charset="0"/>
              </a:rPr>
              <a:t>bên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trong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thiết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bị</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để</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thể</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điều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khiển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áp</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dòng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tín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liên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tục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Mục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đích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Module A/D</a:t>
            </a:r>
            <a:r>
              <a:rPr lang="ko-KR" altLang="en-US"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là</a:t>
            </a:r>
            <a:r>
              <a:rPr lang="en-US" altLang="ko-KR" sz="1200" dirty="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nó</a:t>
            </a:r>
            <a:endParaRPr lang="en-US" altLang="ko-KR" sz="1200" dirty="0" smtClean="0">
              <a:latin typeface="Times New Roman" pitchFamily="18" charset="0"/>
              <a:cs typeface="Times New Roman" pitchFamily="18" charset="0"/>
            </a:endParaRPr>
          </a:p>
          <a:p>
            <a:pPr eaLnBrk="1" hangingPunct="1">
              <a:lnSpc>
                <a:spcPct val="130000"/>
              </a:lnSpc>
              <a:spcBef>
                <a:spcPct val="0"/>
              </a:spcBef>
              <a:buNone/>
            </a:pPr>
            <a:r>
              <a:rPr lang="en-US" altLang="ko-KR" sz="1200" dirty="0">
                <a:latin typeface="Times New Roman" pitchFamily="18" charset="0"/>
                <a:cs typeface="Times New Roman" pitchFamily="18" charset="0"/>
              </a:rPr>
              <a:t> </a:t>
            </a:r>
            <a:r>
              <a:rPr lang="en-US" altLang="ko-KR" sz="1200" dirty="0" smtClean="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được</a:t>
            </a:r>
            <a:r>
              <a:rPr lang="en-US" altLang="ko-KR" sz="1200" dirty="0" smtClean="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sử</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dụng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khi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điều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khiển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nhiệt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độ</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áp</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suất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lưu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lượng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bằng</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PLC, </a:t>
            </a:r>
            <a:r>
              <a:rPr lang="en-US" altLang="ko-KR" sz="1200" dirty="0" err="1">
                <a:latin typeface="Times New Roman" panose="02020603050405020304" pitchFamily="18" charset="0"/>
                <a:cs typeface="Times New Roman" panose="02020603050405020304" pitchFamily="18" charset="0"/>
              </a:rPr>
              <a:t>còn</a:t>
            </a:r>
            <a:r>
              <a:rPr lang="en-US" altLang="ko-KR" sz="1200" dirty="0">
                <a:latin typeface="Times New Roman" panose="02020603050405020304" pitchFamily="18" charset="0"/>
                <a:cs typeface="Times New Roman" panose="02020603050405020304" pitchFamily="18" charset="0"/>
              </a:rPr>
              <a:t> D/A</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Module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sử</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dụng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việc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điều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khiển</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tốc</a:t>
            </a:r>
            <a:endParaRPr lang="en-US" altLang="ko-KR" sz="1200" dirty="0">
              <a:latin typeface="Times New Roman" panose="02020603050405020304" pitchFamily="18" charset="0"/>
              <a:cs typeface="Times New Roman" panose="02020603050405020304" pitchFamily="18" charset="0"/>
            </a:endParaRPr>
          </a:p>
          <a:p>
            <a:pPr eaLnBrk="1" hangingPunct="1">
              <a:lnSpc>
                <a:spcPct val="130000"/>
              </a:lnSpc>
              <a:spcBef>
                <a:spcPct val="0"/>
              </a:spcBef>
              <a:buNone/>
            </a:pP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độ</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động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cơ</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cảm</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ứng</a:t>
            </a:r>
            <a:r>
              <a:rPr lang="en-US" altLang="ko-KR" sz="1200" dirty="0">
                <a:latin typeface="Times New Roman" panose="02020603050405020304" pitchFamily="18" charset="0"/>
                <a:cs typeface="Times New Roman" panose="02020603050405020304" pitchFamily="18" charset="0"/>
              </a:rPr>
              <a:t>(Induction Motor) </a:t>
            </a:r>
            <a:r>
              <a:rPr lang="en-US" altLang="ko-KR" sz="1200" dirty="0" err="1">
                <a:latin typeface="Times New Roman" panose="02020603050405020304" pitchFamily="18" charset="0"/>
                <a:cs typeface="Times New Roman" panose="02020603050405020304" pitchFamily="18" charset="0"/>
              </a:rPr>
              <a:t>bằng</a:t>
            </a:r>
            <a:r>
              <a:rPr lang="en-US" altLang="ko-KR" sz="1200" dirty="0">
                <a:latin typeface="Times New Roman" panose="02020603050405020304" pitchFamily="18" charset="0"/>
                <a:cs typeface="Times New Roman" panose="02020603050405020304" pitchFamily="18" charset="0"/>
              </a:rPr>
              <a:t> Inverter...</a:t>
            </a:r>
          </a:p>
        </p:txBody>
      </p:sp>
      <p:sp>
        <p:nvSpPr>
          <p:cNvPr id="214019" name="Text Box 7"/>
          <p:cNvSpPr txBox="1">
            <a:spLocks noChangeArrowheads="1"/>
          </p:cNvSpPr>
          <p:nvPr/>
        </p:nvSpPr>
        <p:spPr bwMode="auto">
          <a:xfrm>
            <a:off x="8805428" y="80963"/>
            <a:ext cx="10567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5. </a:t>
            </a:r>
            <a:r>
              <a:rPr lang="en-US" altLang="ko-KR" sz="1600" b="1" dirty="0" err="1" smtClean="0">
                <a:latin typeface="Times New Roman" panose="02020603050405020304" pitchFamily="18" charset="0"/>
                <a:cs typeface="Times New Roman" panose="02020603050405020304" pitchFamily="18" charset="0"/>
              </a:rPr>
              <a:t>Phụ</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lục</a:t>
            </a:r>
            <a:endParaRPr lang="ko-KR" altLang="en-US" sz="1600" b="1" dirty="0">
              <a:latin typeface="Times New Roman" panose="02020603050405020304" pitchFamily="18" charset="0"/>
              <a:cs typeface="Times New Roman" panose="02020603050405020304" pitchFamily="18" charset="0"/>
            </a:endParaRPr>
          </a:p>
        </p:txBody>
      </p:sp>
      <p:sp>
        <p:nvSpPr>
          <p:cNvPr id="214020"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403997467"/>
      </p:ext>
    </p:extLst>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Text Box 3"/>
          <p:cNvSpPr txBox="1">
            <a:spLocks noChangeArrowheads="1"/>
          </p:cNvSpPr>
          <p:nvPr/>
        </p:nvSpPr>
        <p:spPr bwMode="auto">
          <a:xfrm>
            <a:off x="488950" y="692696"/>
            <a:ext cx="9159875" cy="594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80000"/>
              </a:lnSpc>
              <a:spcBef>
                <a:spcPct val="50000"/>
              </a:spcBef>
              <a:buFontTx/>
              <a:buNone/>
            </a:pPr>
            <a:endParaRPr lang="en-US" altLang="ko-KR" sz="200" dirty="0">
              <a:latin typeface="Times New Roman" panose="02020603050405020304" pitchFamily="18" charset="0"/>
              <a:cs typeface="Times New Roman" panose="02020603050405020304" pitchFamily="18" charset="0"/>
            </a:endParaRPr>
          </a:p>
          <a:p>
            <a:pPr eaLnBrk="1" hangingPunct="1">
              <a:lnSpc>
                <a:spcPct val="80000"/>
              </a:lnSpc>
              <a:spcBef>
                <a:spcPct val="50000"/>
              </a:spcBef>
              <a:buNone/>
            </a:pP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itchFamily="18" charset="0"/>
                <a:cs typeface="Times New Roman" pitchFamily="18" charset="0"/>
              </a:rPr>
              <a:t>Mắc</a:t>
            </a:r>
            <a:r>
              <a:rPr lang="en-US" altLang="ko-KR" sz="1200" dirty="0" smtClean="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nối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tiếp</a:t>
            </a:r>
            <a:r>
              <a:rPr lang="en-US" altLang="ko-KR" sz="1200" dirty="0">
                <a:latin typeface="Times New Roman" pitchFamily="18" charset="0"/>
                <a:cs typeface="Times New Roman" pitchFamily="18" charset="0"/>
              </a:rPr>
              <a:t> (serial) : </a:t>
            </a:r>
            <a:r>
              <a:rPr lang="en-US" altLang="ko-KR" sz="1200" dirty="0" err="1">
                <a:latin typeface="Times New Roman" pitchFamily="18" charset="0"/>
                <a:cs typeface="Times New Roman" pitchFamily="18" charset="0"/>
              </a:rPr>
              <a:t>Được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sử</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dụng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vào</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việc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trao</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đổi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thông</a:t>
            </a:r>
            <a:r>
              <a:rPr lang="en-US" altLang="ko-KR" sz="1200" dirty="0">
                <a:latin typeface="Times New Roman" pitchFamily="18" charset="0"/>
                <a:cs typeface="Times New Roman" pitchFamily="18" charset="0"/>
              </a:rPr>
              <a:t> tin </a:t>
            </a:r>
            <a:r>
              <a:rPr lang="en-US" altLang="ko-KR" sz="1200" dirty="0" err="1">
                <a:latin typeface="Times New Roman" pitchFamily="18" charset="0"/>
                <a:cs typeface="Times New Roman" pitchFamily="18" charset="0"/>
              </a:rPr>
              <a:t>giữa</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máy</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tính</a:t>
            </a:r>
            <a:r>
              <a:rPr lang="en-US" altLang="ko-KR" sz="1200" dirty="0">
                <a:latin typeface="Times New Roman" pitchFamily="18" charset="0"/>
                <a:cs typeface="Times New Roman" pitchFamily="18" charset="0"/>
              </a:rPr>
              <a:t>(</a:t>
            </a:r>
            <a:r>
              <a:rPr lang="en-US" altLang="ko-KR" sz="1200" dirty="0" err="1">
                <a:latin typeface="Times New Roman" pitchFamily="18" charset="0"/>
                <a:cs typeface="Times New Roman" pitchFamily="18" charset="0"/>
              </a:rPr>
              <a:t>trang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bị</a:t>
            </a:r>
            <a:r>
              <a:rPr lang="en-US" altLang="ko-KR" sz="1200" dirty="0">
                <a:latin typeface="Times New Roman" pitchFamily="18" charset="0"/>
                <a:cs typeface="Times New Roman" pitchFamily="18" charset="0"/>
              </a:rPr>
              <a:t> Graphic Loader) </a:t>
            </a:r>
            <a:r>
              <a:rPr lang="en-US" altLang="ko-KR" sz="1200" dirty="0" err="1">
                <a:latin typeface="Times New Roman" pitchFamily="18" charset="0"/>
                <a:cs typeface="Times New Roman" pitchFamily="18" charset="0"/>
              </a:rPr>
              <a:t>với</a:t>
            </a:r>
            <a:r>
              <a:rPr lang="en-US" altLang="ko-KR" sz="1200" dirty="0">
                <a:latin typeface="Times New Roman" pitchFamily="18" charset="0"/>
                <a:cs typeface="Times New Roman" pitchFamily="18" charset="0"/>
              </a:rPr>
              <a:t> PLC, </a:t>
            </a:r>
            <a:r>
              <a:rPr lang="en-US" altLang="ko-KR" sz="1200" dirty="0" err="1">
                <a:latin typeface="Times New Roman" pitchFamily="18" charset="0"/>
                <a:cs typeface="Times New Roman" pitchFamily="18" charset="0"/>
              </a:rPr>
              <a:t>hoặc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giữa</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đồng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hồ</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đo</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thông</a:t>
            </a:r>
            <a:r>
              <a:rPr lang="en-US" altLang="ko-KR" sz="1200" dirty="0">
                <a:latin typeface="Times New Roman" pitchFamily="18" charset="0"/>
                <a:cs typeface="Times New Roman" pitchFamily="18" charset="0"/>
              </a:rPr>
              <a:t> </a:t>
            </a:r>
          </a:p>
          <a:p>
            <a:pPr eaLnBrk="1" hangingPunct="1">
              <a:lnSpc>
                <a:spcPct val="80000"/>
              </a:lnSpc>
              <a:spcBef>
                <a:spcPct val="50000"/>
              </a:spcBef>
              <a:buFontTx/>
              <a:buNone/>
            </a:pPr>
            <a:r>
              <a:rPr lang="en-US" altLang="ko-KR" sz="1200" dirty="0">
                <a:latin typeface="Times New Roman" pitchFamily="18" charset="0"/>
                <a:cs typeface="Times New Roman" pitchFamily="18" charset="0"/>
              </a:rPr>
              <a:t>                     </a:t>
            </a:r>
            <a:r>
              <a:rPr lang="en-US" altLang="ko-KR" sz="1200" dirty="0" smtClean="0">
                <a:latin typeface="Times New Roman" pitchFamily="18" charset="0"/>
                <a:cs typeface="Times New Roman" pitchFamily="18" charset="0"/>
              </a:rPr>
              <a:t>                  minh(</a:t>
            </a:r>
            <a:r>
              <a:rPr lang="en-US" altLang="ko-KR" sz="1200" dirty="0" err="1" smtClean="0">
                <a:latin typeface="Times New Roman" pitchFamily="18" charset="0"/>
                <a:cs typeface="Times New Roman" pitchFamily="18" charset="0"/>
              </a:rPr>
              <a:t>cân</a:t>
            </a:r>
            <a:r>
              <a:rPr lang="en-US" altLang="ko-KR" sz="1200" dirty="0" smtClean="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điện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tử</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với</a:t>
            </a:r>
            <a:r>
              <a:rPr lang="en-US" altLang="ko-KR" sz="1200" dirty="0">
                <a:latin typeface="Times New Roman" pitchFamily="18" charset="0"/>
                <a:cs typeface="Times New Roman" pitchFamily="18" charset="0"/>
              </a:rPr>
              <a:t> PLC. </a:t>
            </a:r>
          </a:p>
          <a:p>
            <a:pPr eaLnBrk="1" hangingPunct="1">
              <a:lnSpc>
                <a:spcPct val="80000"/>
              </a:lnSpc>
              <a:spcBef>
                <a:spcPct val="50000"/>
              </a:spcBef>
              <a:buFontTx/>
              <a:buNone/>
            </a:pPr>
            <a:r>
              <a:rPr lang="en-US" altLang="ko-KR" sz="1200" dirty="0">
                <a:latin typeface="Times New Roman" pitchFamily="18" charset="0"/>
                <a:cs typeface="Times New Roman" pitchFamily="18" charset="0"/>
              </a:rPr>
              <a:t>                     </a:t>
            </a:r>
            <a:r>
              <a:rPr lang="en-US" altLang="ko-KR" sz="1200" dirty="0" smtClean="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Vốn</a:t>
            </a:r>
            <a:r>
              <a:rPr lang="en-US" altLang="ko-KR" sz="1200" dirty="0" smtClean="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lẽ</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tín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hiệu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dữ</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liệu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của</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máy</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tính</a:t>
            </a:r>
            <a:r>
              <a:rPr lang="ko-KR" altLang="en-US"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phải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được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xử</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lý</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theo</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đơn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vị</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8bit </a:t>
            </a:r>
            <a:r>
              <a:rPr lang="en-US" altLang="ko-KR" sz="1200" dirty="0" err="1">
                <a:latin typeface="Times New Roman" panose="02020603050405020304" pitchFamily="18" charset="0"/>
                <a:cs typeface="Times New Roman" panose="02020603050405020304" pitchFamily="18" charset="0"/>
              </a:rPr>
              <a:t>hoặc</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16bit</a:t>
            </a:r>
            <a:r>
              <a:rPr lang="ko-KR" altLang="en-US"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nhưng</a:t>
            </a:r>
            <a:r>
              <a:rPr lang="en-US" altLang="ko-KR" sz="1200" dirty="0">
                <a:latin typeface="Times New Roman" pitchFamily="18" charset="0"/>
                <a:cs typeface="Times New Roman" pitchFamily="18" charset="0"/>
              </a:rPr>
              <a:t> do </a:t>
            </a:r>
            <a:r>
              <a:rPr lang="en-US" altLang="ko-KR" sz="1200" dirty="0" err="1">
                <a:latin typeface="Times New Roman" pitchFamily="18" charset="0"/>
                <a:cs typeface="Times New Roman" pitchFamily="18" charset="0"/>
              </a:rPr>
              <a:t>việc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nối</a:t>
            </a:r>
            <a:r>
              <a:rPr lang="en-US" altLang="ko-KR" sz="1200" dirty="0">
                <a:latin typeface="Times New Roman" pitchFamily="18" charset="0"/>
                <a:cs typeface="Times New Roman" pitchFamily="18" charset="0"/>
              </a:rPr>
              <a:t> 16 </a:t>
            </a:r>
            <a:r>
              <a:rPr lang="en-US" altLang="ko-KR" sz="1200" dirty="0" err="1">
                <a:latin typeface="Times New Roman" pitchFamily="18" charset="0"/>
                <a:cs typeface="Times New Roman" pitchFamily="18" charset="0"/>
              </a:rPr>
              <a:t>đoạn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dây</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đến</a:t>
            </a:r>
            <a:r>
              <a:rPr lang="en-US" altLang="ko-KR" sz="1200" dirty="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tận</a:t>
            </a:r>
            <a:endParaRPr lang="en-US" altLang="ko-KR" sz="1200" dirty="0" smtClean="0">
              <a:latin typeface="Times New Roman" pitchFamily="18" charset="0"/>
              <a:cs typeface="Times New Roman" pitchFamily="18" charset="0"/>
            </a:endParaRPr>
          </a:p>
          <a:p>
            <a:pPr eaLnBrk="1" hangingPunct="1">
              <a:lnSpc>
                <a:spcPct val="80000"/>
              </a:lnSpc>
              <a:spcBef>
                <a:spcPct val="50000"/>
              </a:spcBef>
              <a:buFontTx/>
              <a:buNone/>
            </a:pPr>
            <a:r>
              <a:rPr lang="en-US" altLang="ko-KR" sz="1200" dirty="0">
                <a:latin typeface="Times New Roman" pitchFamily="18" charset="0"/>
                <a:cs typeface="Times New Roman" pitchFamily="18" charset="0"/>
              </a:rPr>
              <a:t> </a:t>
            </a:r>
            <a:r>
              <a:rPr lang="en-US" altLang="ko-KR" sz="1200" dirty="0" smtClean="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nơi</a:t>
            </a:r>
            <a:r>
              <a:rPr lang="en-US" altLang="ko-KR" sz="1200" dirty="0" smtClean="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xa</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rất</a:t>
            </a:r>
            <a:r>
              <a:rPr lang="en-US" altLang="ko-KR" sz="1200" dirty="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khó</a:t>
            </a:r>
            <a:r>
              <a:rPr lang="en-US" altLang="ko-KR" sz="1200" dirty="0" smtClean="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khăn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nên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việc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phân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nối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tiếp</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các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tín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hiệu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mắc</a:t>
            </a:r>
            <a:r>
              <a:rPr lang="en-US" altLang="ko-KR" sz="1200" dirty="0">
                <a:latin typeface="Times New Roman" pitchFamily="18" charset="0"/>
                <a:cs typeface="Times New Roman" pitchFamily="18" charset="0"/>
              </a:rPr>
              <a:t> song </a:t>
            </a:r>
            <a:r>
              <a:rPr lang="en-US" altLang="ko-KR" sz="1200" dirty="0" err="1">
                <a:latin typeface="Times New Roman" pitchFamily="18" charset="0"/>
                <a:cs typeface="Times New Roman" pitchFamily="18" charset="0"/>
              </a:rPr>
              <a:t>song</a:t>
            </a:r>
            <a:r>
              <a:rPr lang="en-US" altLang="ko-KR" sz="1200" dirty="0">
                <a:latin typeface="Times New Roman" pitchFamily="18" charset="0"/>
                <a:cs typeface="Times New Roman" pitchFamily="18" charset="0"/>
              </a:rPr>
              <a:t> 16 bit </a:t>
            </a:r>
            <a:r>
              <a:rPr lang="en-US" altLang="ko-KR" sz="1200" dirty="0" err="1">
                <a:latin typeface="Times New Roman" pitchFamily="18" charset="0"/>
                <a:cs typeface="Times New Roman" pitchFamily="18" charset="0"/>
              </a:rPr>
              <a:t>theo</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quy</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tắc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nhất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định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rồi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gửi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sau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khi</a:t>
            </a:r>
            <a:r>
              <a:rPr lang="en-US" altLang="ko-KR" sz="1200" dirty="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nhận</a:t>
            </a:r>
            <a:endParaRPr lang="en-US" altLang="ko-KR" sz="1200" dirty="0" smtClean="0">
              <a:latin typeface="Times New Roman" pitchFamily="18" charset="0"/>
              <a:cs typeface="Times New Roman" pitchFamily="18" charset="0"/>
            </a:endParaRPr>
          </a:p>
          <a:p>
            <a:pPr eaLnBrk="1" hangingPunct="1">
              <a:lnSpc>
                <a:spcPct val="80000"/>
              </a:lnSpc>
              <a:spcBef>
                <a:spcPct val="50000"/>
              </a:spcBef>
              <a:buFontTx/>
              <a:buNone/>
            </a:pPr>
            <a:r>
              <a:rPr lang="en-US" altLang="ko-KR" sz="1200" dirty="0">
                <a:latin typeface="Times New Roman" pitchFamily="18" charset="0"/>
                <a:cs typeface="Times New Roman" pitchFamily="18" charset="0"/>
              </a:rPr>
              <a:t> </a:t>
            </a:r>
            <a:r>
              <a:rPr lang="en-US" altLang="ko-KR" sz="1200" dirty="0" smtClean="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nó</a:t>
            </a:r>
            <a:r>
              <a:rPr lang="en-US" altLang="ko-KR" sz="1200" dirty="0" smtClean="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sẽ</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tổ</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hợp</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lại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như</a:t>
            </a:r>
            <a:r>
              <a:rPr lang="en-US" altLang="ko-KR" sz="1200" dirty="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trạng</a:t>
            </a:r>
            <a:r>
              <a:rPr lang="en-US" altLang="ko-KR" sz="1200" dirty="0" smtClean="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thái</a:t>
            </a:r>
            <a:r>
              <a:rPr lang="en-US" altLang="ko-KR" sz="1200" dirty="0">
                <a:latin typeface="Times New Roman" pitchFamily="18" charset="0"/>
                <a:cs typeface="Times New Roman" pitchFamily="18" charset="0"/>
              </a:rPr>
              <a:t> ban </a:t>
            </a:r>
            <a:r>
              <a:rPr lang="en-US" altLang="ko-KR" sz="1200" dirty="0" err="1">
                <a:latin typeface="Times New Roman" pitchFamily="18" charset="0"/>
                <a:cs typeface="Times New Roman" pitchFamily="18" charset="0"/>
              </a:rPr>
              <a:t>đầu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gọi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là</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phương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thức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thông</a:t>
            </a:r>
            <a:r>
              <a:rPr lang="en-US" altLang="ko-KR" sz="1200" dirty="0">
                <a:latin typeface="Times New Roman" pitchFamily="18" charset="0"/>
                <a:cs typeface="Times New Roman" pitchFamily="18" charset="0"/>
              </a:rPr>
              <a:t> tin </a:t>
            </a:r>
            <a:r>
              <a:rPr lang="en-US" altLang="ko-KR" sz="1200" dirty="0" err="1">
                <a:latin typeface="Times New Roman" pitchFamily="18" charset="0"/>
                <a:cs typeface="Times New Roman" pitchFamily="18" charset="0"/>
              </a:rPr>
              <a:t>mắc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nối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tiếp</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Lúc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này</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thiết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bị</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mạch</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được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sử</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dụng</a:t>
            </a:r>
            <a:r>
              <a:rPr lang="en-US" altLang="ko-KR" sz="1200" dirty="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là</a:t>
            </a:r>
            <a:endParaRPr lang="en-US" altLang="ko-KR" sz="1200" dirty="0" smtClean="0">
              <a:latin typeface="Times New Roman" pitchFamily="18" charset="0"/>
              <a:cs typeface="Times New Roman" pitchFamily="18" charset="0"/>
            </a:endParaRPr>
          </a:p>
          <a:p>
            <a:pPr eaLnBrk="1" hangingPunct="1">
              <a:lnSpc>
                <a:spcPct val="80000"/>
              </a:lnSpc>
              <a:spcBef>
                <a:spcPct val="50000"/>
              </a:spcBef>
              <a:buFontTx/>
              <a:buNone/>
            </a:pPr>
            <a:r>
              <a:rPr lang="en-US" altLang="ko-KR" sz="1200" dirty="0">
                <a:latin typeface="Times New Roman" pitchFamily="18" charset="0"/>
                <a:cs typeface="Times New Roman" pitchFamily="18" charset="0"/>
              </a:rPr>
              <a:t> </a:t>
            </a:r>
            <a:r>
              <a:rPr lang="en-US" altLang="ko-KR" sz="1200" dirty="0" smtClean="0">
                <a:latin typeface="Times New Roman" pitchFamily="18" charset="0"/>
                <a:cs typeface="Times New Roman" pitchFamily="18" charset="0"/>
              </a:rPr>
              <a:t>                                       RS-232C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dây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của</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cáp</a:t>
            </a:r>
            <a:r>
              <a:rPr lang="en-US" altLang="ko-KR" sz="1200" dirty="0" smtClean="0">
                <a:latin typeface="Times New Roman" panose="02020603050405020304" pitchFamily="18" charset="0"/>
                <a:cs typeface="Times New Roman" panose="02020603050405020304" pitchFamily="18" charset="0"/>
              </a:rPr>
              <a:t> RS-232C </a:t>
            </a:r>
            <a:r>
              <a:rPr lang="en-US" altLang="ko-KR" sz="1200" dirty="0" err="1">
                <a:latin typeface="Times New Roman" panose="02020603050405020304" pitchFamily="18" charset="0"/>
                <a:cs typeface="Times New Roman" panose="02020603050405020304" pitchFamily="18" charset="0"/>
              </a:rPr>
              <a:t>này</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chia </a:t>
            </a:r>
            <a:r>
              <a:rPr lang="en-US" altLang="ko-KR" sz="1200" dirty="0" err="1">
                <a:latin typeface="Times New Roman" panose="02020603050405020304" pitchFamily="18" charset="0"/>
                <a:cs typeface="Times New Roman" panose="02020603050405020304" pitchFamily="18" charset="0"/>
              </a:rPr>
              <a:t>thành</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3∼4 </a:t>
            </a:r>
            <a:r>
              <a:rPr lang="en-US" altLang="ko-KR" sz="1200" dirty="0" err="1">
                <a:latin typeface="Times New Roman" panose="02020603050405020304" pitchFamily="18" charset="0"/>
                <a:cs typeface="Times New Roman" panose="02020603050405020304" pitchFamily="18" charset="0"/>
              </a:rPr>
              <a:t>đoạn</a:t>
            </a:r>
            <a:r>
              <a:rPr lang="en-US" altLang="ko-KR" sz="1200" dirty="0">
                <a:latin typeface="Times New Roman" panose="02020603050405020304" pitchFamily="18" charset="0"/>
                <a:cs typeface="Times New Roman" panose="02020603050405020304" pitchFamily="18" charset="0"/>
              </a:rPr>
              <a:t>. </a:t>
            </a:r>
          </a:p>
          <a:p>
            <a:pPr eaLnBrk="1" hangingPunct="1">
              <a:lnSpc>
                <a:spcPct val="80000"/>
              </a:lnSpc>
              <a:spcBef>
                <a:spcPct val="50000"/>
              </a:spcBef>
              <a:buFontTx/>
              <a:buNone/>
            </a:pPr>
            <a:endParaRPr lang="en-US" altLang="ko-KR" sz="200" dirty="0">
              <a:latin typeface="Times New Roman" pitchFamily="18" charset="0"/>
              <a:cs typeface="Times New Roman" pitchFamily="18" charset="0"/>
            </a:endParaRPr>
          </a:p>
          <a:p>
            <a:pPr eaLnBrk="1" hangingPunct="1">
              <a:lnSpc>
                <a:spcPct val="190000"/>
              </a:lnSpc>
              <a:spcBef>
                <a:spcPct val="50000"/>
              </a:spcBef>
              <a:buFontTx/>
              <a:buNone/>
            </a:pPr>
            <a:r>
              <a:rPr lang="en-US" altLang="ko-KR" sz="1200" dirty="0">
                <a:latin typeface="Times New Roman" panose="02020603050405020304" pitchFamily="18" charset="0"/>
                <a:cs typeface="Times New Roman" panose="02020603050405020304" pitchFamily="18" charset="0"/>
              </a:rPr>
              <a:t>*Sink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a:t>
            </a:r>
            <a:r>
              <a:rPr lang="en-US" altLang="ko-KR" sz="1200" dirty="0" err="1">
                <a:latin typeface="Times New Roman" panose="02020603050405020304" pitchFamily="18" charset="0"/>
                <a:cs typeface="Times New Roman" panose="02020603050405020304" pitchFamily="18" charset="0"/>
              </a:rPr>
              <a:t>loại</a:t>
            </a:r>
            <a:r>
              <a:rPr lang="en-US" altLang="ko-KR" sz="1200" dirty="0">
                <a:latin typeface="Times New Roman" panose="02020603050405020304" pitchFamily="18" charset="0"/>
                <a:cs typeface="Times New Roman" panose="02020603050405020304" pitchFamily="18" charset="0"/>
              </a:rPr>
              <a:t> + Common) :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nếu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loại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tín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loại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dòng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điện</a:t>
            </a:r>
            <a:r>
              <a:rPr lang="en-US" altLang="ko-KR" sz="1200" dirty="0">
                <a:latin typeface="Times New Roman" panose="02020603050405020304" pitchFamily="18" charset="0"/>
                <a:cs typeface="Times New Roman" panose="02020603050405020304" pitchFamily="18" charset="0"/>
              </a:rPr>
              <a:t> 1 </a:t>
            </a:r>
            <a:r>
              <a:rPr lang="en-US" altLang="ko-KR" sz="1200" dirty="0" err="1">
                <a:latin typeface="Times New Roman" panose="02020603050405020304" pitchFamily="18" charset="0"/>
                <a:cs typeface="Times New Roman" panose="02020603050405020304" pitchFamily="18" charset="0"/>
              </a:rPr>
              <a:t>chiều</a:t>
            </a:r>
            <a:r>
              <a:rPr lang="en-US" altLang="ko-KR" sz="1200" dirty="0">
                <a:latin typeface="Times New Roman" panose="02020603050405020304" pitchFamily="18" charset="0"/>
                <a:cs typeface="Times New Roman" panose="02020603050405020304" pitchFamily="18" charset="0"/>
              </a:rPr>
              <a:t>(DC 12/24V)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tín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vào</a:t>
            </a:r>
            <a:r>
              <a:rPr lang="en-US" altLang="ko-KR" sz="1200" dirty="0" smtClean="0">
                <a:latin typeface="Times New Roman" panose="02020603050405020304" pitchFamily="18" charset="0"/>
                <a:cs typeface="Times New Roman" panose="02020603050405020304" pitchFamily="18" charset="0"/>
              </a:rPr>
              <a:t> ON</a:t>
            </a:r>
          </a:p>
          <a:p>
            <a:pPr eaLnBrk="1" hangingPunct="1">
              <a:lnSpc>
                <a:spcPct val="190000"/>
              </a:lnSpc>
              <a:spcBef>
                <a:spcPct val="50000"/>
              </a:spcBef>
              <a:buFontTx/>
              <a:buNone/>
            </a:pP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dòng</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bằng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cổng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PLC. (-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a:t>
            </a:r>
          </a:p>
          <a:p>
            <a:pPr eaLnBrk="1" hangingPunct="1">
              <a:lnSpc>
                <a:spcPct val="80000"/>
              </a:lnSpc>
              <a:spcBef>
                <a:spcPct val="50000"/>
              </a:spcBef>
              <a:buFontTx/>
              <a:buNone/>
            </a:pPr>
            <a:endParaRPr lang="en-US" altLang="ko-KR" sz="200" dirty="0">
              <a:latin typeface="Times New Roman" pitchFamily="18" charset="0"/>
              <a:cs typeface="Times New Roman" pitchFamily="18" charset="0"/>
            </a:endParaRPr>
          </a:p>
          <a:p>
            <a:pPr eaLnBrk="1" hangingPunct="1">
              <a:lnSpc>
                <a:spcPct val="160000"/>
              </a:lnSpc>
              <a:spcBef>
                <a:spcPct val="50000"/>
              </a:spcBef>
              <a:buFontTx/>
              <a:buNone/>
            </a:pPr>
            <a:r>
              <a:rPr lang="en-US" altLang="ko-KR" sz="1200" dirty="0">
                <a:latin typeface="Times New Roman" panose="02020603050405020304" pitchFamily="18" charset="0"/>
                <a:cs typeface="Times New Roman" panose="02020603050405020304" pitchFamily="18" charset="0"/>
              </a:rPr>
              <a:t>*Source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loại</a:t>
            </a:r>
            <a:r>
              <a:rPr lang="en-US" altLang="ko-KR" sz="1200" dirty="0">
                <a:latin typeface="Times New Roman" panose="02020603050405020304" pitchFamily="18" charset="0"/>
                <a:cs typeface="Times New Roman" panose="02020603050405020304" pitchFamily="18" charset="0"/>
              </a:rPr>
              <a:t> - Common) :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nếu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loại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tín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loại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dòng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điện</a:t>
            </a:r>
            <a:r>
              <a:rPr lang="en-US" altLang="ko-KR" sz="1200" dirty="0">
                <a:latin typeface="Times New Roman" panose="02020603050405020304" pitchFamily="18" charset="0"/>
                <a:cs typeface="Times New Roman" panose="02020603050405020304" pitchFamily="18" charset="0"/>
              </a:rPr>
              <a:t> 1 </a:t>
            </a:r>
            <a:r>
              <a:rPr lang="en-US" altLang="ko-KR" sz="1200" dirty="0" err="1">
                <a:latin typeface="Times New Roman" panose="02020603050405020304" pitchFamily="18" charset="0"/>
                <a:cs typeface="Times New Roman" panose="02020603050405020304" pitchFamily="18" charset="0"/>
              </a:rPr>
              <a:t>chiều</a:t>
            </a:r>
            <a:r>
              <a:rPr lang="en-US" altLang="ko-KR" sz="1200" dirty="0">
                <a:latin typeface="Times New Roman" panose="02020603050405020304" pitchFamily="18" charset="0"/>
                <a:cs typeface="Times New Roman" panose="02020603050405020304" pitchFamily="18" charset="0"/>
              </a:rPr>
              <a:t>(DC 12/24V),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tín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hiệu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ON</a:t>
            </a:r>
            <a:r>
              <a:rPr lang="ko-KR" altLang="en-US" sz="1200" dirty="0" smtClean="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dòng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điện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sẽ</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được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đưa</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vào</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từ</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cổng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đầu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vào</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PLC sang </a:t>
            </a:r>
            <a:r>
              <a:rPr lang="en-US" altLang="ko-KR" sz="1200" dirty="0" err="1">
                <a:latin typeface="Times New Roman" panose="02020603050405020304" pitchFamily="18" charset="0"/>
                <a:cs typeface="Times New Roman" panose="02020603050405020304" pitchFamily="18" charset="0"/>
              </a:rPr>
              <a:t>công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tắc</a:t>
            </a:r>
            <a:r>
              <a:rPr lang="en-US" altLang="ko-KR" sz="1200" dirty="0">
                <a:latin typeface="Times New Roman" panose="02020603050405020304" pitchFamily="18" charset="0"/>
                <a:cs typeface="Times New Roman" panose="02020603050405020304" pitchFamily="18" charset="0"/>
              </a:rPr>
              <a:t>. (+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a:t>
            </a:r>
          </a:p>
          <a:p>
            <a:pPr eaLnBrk="1" hangingPunct="1">
              <a:lnSpc>
                <a:spcPct val="80000"/>
              </a:lnSpc>
              <a:spcBef>
                <a:spcPct val="50000"/>
              </a:spcBef>
              <a:buFontTx/>
              <a:buNone/>
            </a:pPr>
            <a:endParaRPr lang="en-US" altLang="ko-KR" sz="200" dirty="0">
              <a:latin typeface="Times New Roman" pitchFamily="18" charset="0"/>
              <a:cs typeface="Times New Roman" pitchFamily="18" charset="0"/>
            </a:endParaRPr>
          </a:p>
          <a:p>
            <a:pPr eaLnBrk="1" hangingPunct="1">
              <a:lnSpc>
                <a:spcPct val="160000"/>
              </a:lnSpc>
              <a:spcBef>
                <a:spcPct val="50000"/>
              </a:spcBef>
              <a:buFontTx/>
              <a:buNone/>
            </a:pPr>
            <a:r>
              <a:rPr lang="en-US" altLang="ko-KR" sz="1200" dirty="0">
                <a:latin typeface="Times New Roman" panose="02020603050405020304" pitchFamily="18" charset="0"/>
                <a:cs typeface="Times New Roman" panose="02020603050405020304" pitchFamily="18" charset="0"/>
              </a:rPr>
              <a:t>*Sink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nếu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loại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loại</a:t>
            </a:r>
            <a:r>
              <a:rPr lang="en-US" altLang="ko-KR" sz="1200" dirty="0">
                <a:latin typeface="Times New Roman" panose="02020603050405020304" pitchFamily="18" charset="0"/>
                <a:cs typeface="Times New Roman" panose="02020603050405020304" pitchFamily="18" charset="0"/>
              </a:rPr>
              <a:t> Transistor,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tiếp</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điểm</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PLC ON</a:t>
            </a:r>
            <a:r>
              <a:rPr lang="ko-KR" altLang="en-US"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dòng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điện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sẽ</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được</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đưa</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vào</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từ</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tải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đến</a:t>
            </a:r>
            <a:r>
              <a:rPr lang="en-US" altLang="ko-KR" sz="1200" dirty="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cổng</a:t>
            </a:r>
            <a:endParaRPr lang="en-US" altLang="ko-KR" sz="1200" dirty="0" smtClean="0">
              <a:latin typeface="Times New Roman" pitchFamily="18" charset="0"/>
              <a:cs typeface="Times New Roman" pitchFamily="18" charset="0"/>
            </a:endParaRPr>
          </a:p>
          <a:p>
            <a:pPr eaLnBrk="1" hangingPunct="1">
              <a:lnSpc>
                <a:spcPct val="160000"/>
              </a:lnSpc>
              <a:spcBef>
                <a:spcPct val="50000"/>
              </a:spcBef>
              <a:buFontTx/>
              <a:buNone/>
            </a:pPr>
            <a:r>
              <a:rPr lang="en-US" altLang="ko-KR" sz="1200" dirty="0">
                <a:latin typeface="Times New Roman" pitchFamily="18" charset="0"/>
                <a:cs typeface="Times New Roman" pitchFamily="18" charset="0"/>
              </a:rPr>
              <a:t> </a:t>
            </a:r>
            <a:r>
              <a:rPr lang="en-US" altLang="ko-KR" sz="1200" dirty="0" smtClean="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đầu</a:t>
            </a:r>
            <a:r>
              <a:rPr lang="en-US" altLang="ko-KR" sz="1200" dirty="0" smtClean="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ra.</a:t>
            </a:r>
            <a:r>
              <a:rPr lang="en-US" altLang="ko-KR" sz="1200" dirty="0">
                <a:latin typeface="Times New Roman" pitchFamily="18" charset="0"/>
                <a:cs typeface="Times New Roman" pitchFamily="18" charset="0"/>
              </a:rPr>
              <a:t> (- </a:t>
            </a:r>
            <a:r>
              <a:rPr lang="en-US" altLang="ko-KR" sz="1200" dirty="0" err="1">
                <a:latin typeface="Times New Roman" pitchFamily="18" charset="0"/>
                <a:cs typeface="Times New Roman" pitchFamily="18" charset="0"/>
              </a:rPr>
              <a:t>đầu</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ra</a:t>
            </a:r>
            <a:r>
              <a:rPr lang="en-US" altLang="ko-KR" sz="1200" dirty="0">
                <a:latin typeface="Times New Roman" pitchFamily="18" charset="0"/>
                <a:cs typeface="Times New Roman" pitchFamily="18" charset="0"/>
              </a:rPr>
              <a:t>)</a:t>
            </a:r>
          </a:p>
          <a:p>
            <a:pPr eaLnBrk="1" hangingPunct="1">
              <a:lnSpc>
                <a:spcPct val="80000"/>
              </a:lnSpc>
              <a:spcBef>
                <a:spcPct val="50000"/>
              </a:spcBef>
              <a:buFontTx/>
              <a:buNone/>
            </a:pPr>
            <a:endParaRPr lang="en-US" altLang="ko-KR" sz="200" dirty="0">
              <a:latin typeface="Times New Roman" pitchFamily="18" charset="0"/>
              <a:cs typeface="Times New Roman" pitchFamily="18" charset="0"/>
            </a:endParaRPr>
          </a:p>
          <a:p>
            <a:pPr eaLnBrk="1" hangingPunct="1">
              <a:lnSpc>
                <a:spcPct val="160000"/>
              </a:lnSpc>
              <a:spcBef>
                <a:spcPct val="50000"/>
              </a:spcBef>
              <a:buFontTx/>
              <a:buNone/>
            </a:pPr>
            <a:r>
              <a:rPr lang="en-US" altLang="ko-KR" sz="1200" dirty="0">
                <a:latin typeface="Times New Roman" panose="02020603050405020304" pitchFamily="18" charset="0"/>
                <a:cs typeface="Times New Roman" panose="02020603050405020304" pitchFamily="18" charset="0"/>
              </a:rPr>
              <a:t>*Source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phương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nếu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loại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loại</a:t>
            </a:r>
            <a:r>
              <a:rPr lang="en-US" altLang="ko-KR" sz="1200" dirty="0">
                <a:latin typeface="Times New Roman" panose="02020603050405020304" pitchFamily="18" charset="0"/>
                <a:cs typeface="Times New Roman" panose="02020603050405020304" pitchFamily="18" charset="0"/>
              </a:rPr>
              <a:t> Transistor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khi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tiếp</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điểm</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 PLC ON </a:t>
            </a:r>
            <a:r>
              <a:rPr lang="en-US" altLang="ko-KR" sz="1200" dirty="0" err="1">
                <a:latin typeface="Times New Roman" panose="02020603050405020304" pitchFamily="18" charset="0"/>
                <a:cs typeface="Times New Roman" panose="02020603050405020304" pitchFamily="18" charset="0"/>
              </a:rPr>
              <a:t>thì</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dòng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sẽ</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được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đưa</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từ</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cổng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smtClean="0">
                <a:latin typeface="Times New Roman" panose="02020603050405020304" pitchFamily="18" charset="0"/>
                <a:cs typeface="Times New Roman" panose="02020603050405020304" pitchFamily="18" charset="0"/>
              </a:rPr>
              <a:t>ra</a:t>
            </a:r>
            <a:r>
              <a:rPr lang="en-US" altLang="ko-KR" sz="1200" dirty="0" smtClean="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đến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tải</a:t>
            </a:r>
            <a:r>
              <a:rPr lang="en-US" altLang="ko-KR" sz="1200" dirty="0">
                <a:latin typeface="Times New Roman" panose="02020603050405020304" pitchFamily="18" charset="0"/>
                <a:cs typeface="Times New Roman" panose="02020603050405020304" pitchFamily="18" charset="0"/>
              </a:rPr>
              <a:t>. (+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ra</a:t>
            </a:r>
            <a:r>
              <a:rPr lang="en-US" altLang="ko-KR" sz="1200" dirty="0">
                <a:latin typeface="Times New Roman" panose="02020603050405020304" pitchFamily="18" charset="0"/>
                <a:cs typeface="Times New Roman" panose="02020603050405020304" pitchFamily="18" charset="0"/>
              </a:rPr>
              <a:t>)</a:t>
            </a:r>
          </a:p>
          <a:p>
            <a:pPr eaLnBrk="1" hangingPunct="1">
              <a:lnSpc>
                <a:spcPct val="80000"/>
              </a:lnSpc>
              <a:spcBef>
                <a:spcPct val="50000"/>
              </a:spcBef>
              <a:buFontTx/>
              <a:buNone/>
            </a:pPr>
            <a:endParaRPr lang="en-US" altLang="ko-KR" sz="200" dirty="0">
              <a:latin typeface="Times New Roman" pitchFamily="18" charset="0"/>
              <a:cs typeface="Times New Roman" pitchFamily="18" charset="0"/>
            </a:endParaRPr>
          </a:p>
          <a:p>
            <a:pPr eaLnBrk="1" hangingPunct="1">
              <a:lnSpc>
                <a:spcPct val="80000"/>
              </a:lnSpc>
              <a:spcBef>
                <a:spcPct val="50000"/>
              </a:spcBef>
              <a:buFontTx/>
              <a:buNone/>
            </a:pPr>
            <a:endParaRPr lang="en-US" altLang="ko-KR" sz="200" dirty="0">
              <a:latin typeface="Times New Roman" pitchFamily="18" charset="0"/>
              <a:cs typeface="Times New Roman" pitchFamily="18" charset="0"/>
            </a:endParaRPr>
          </a:p>
          <a:p>
            <a:pPr eaLnBrk="1" hangingPunct="1">
              <a:spcBef>
                <a:spcPct val="50000"/>
              </a:spcBef>
              <a:buFontTx/>
              <a:buNone/>
            </a:pPr>
            <a:r>
              <a:rPr lang="en-US" altLang="ko-KR" sz="1200" dirty="0">
                <a:latin typeface="Times New Roman" panose="02020603050405020304" pitchFamily="18" charset="0"/>
                <a:cs typeface="Times New Roman" panose="02020603050405020304" pitchFamily="18" charset="0"/>
              </a:rPr>
              <a:t>*</a:t>
            </a:r>
            <a:r>
              <a:rPr lang="ko-KR" altLang="en-US"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Dòng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điện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hoạt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động</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giới</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hạn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giá</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trị</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dòng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điện</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mạch</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đầu</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vào</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trong</a:t>
            </a:r>
            <a:r>
              <a:rPr lang="en-US" altLang="ko-KR" sz="1200" dirty="0">
                <a:latin typeface="Times New Roman" panose="02020603050405020304" pitchFamily="18" charset="0"/>
                <a:cs typeface="Times New Roman" panose="02020603050405020304" pitchFamily="18" charset="0"/>
              </a:rPr>
              <a:t> PLC </a:t>
            </a:r>
            <a:r>
              <a:rPr lang="en-US" altLang="ko-KR" sz="1200" dirty="0" err="1">
                <a:latin typeface="Times New Roman" panose="02020603050405020304" pitchFamily="18" charset="0"/>
                <a:cs typeface="Times New Roman" panose="02020603050405020304" pitchFamily="18" charset="0"/>
              </a:rPr>
              <a:t>có</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thể</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kiểm</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tra</a:t>
            </a:r>
            <a:r>
              <a:rPr lang="en-US" altLang="ko-KR" sz="1200" dirty="0">
                <a:latin typeface="Times New Roman" panose="02020603050405020304" pitchFamily="18" charset="0"/>
                <a:cs typeface="Times New Roman" panose="02020603050405020304" pitchFamily="18" charset="0"/>
              </a:rPr>
              <a:t> ON </a:t>
            </a:r>
            <a:r>
              <a:rPr lang="en-US" altLang="ko-KR" sz="1200" dirty="0" err="1">
                <a:latin typeface="Times New Roman" panose="02020603050405020304" pitchFamily="18" charset="0"/>
                <a:cs typeface="Times New Roman" panose="02020603050405020304" pitchFamily="18" charset="0"/>
              </a:rPr>
              <a:t>hoặc</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OFF. </a:t>
            </a:r>
          </a:p>
          <a:p>
            <a:pPr eaLnBrk="1" hangingPunct="1">
              <a:lnSpc>
                <a:spcPct val="80000"/>
              </a:lnSpc>
              <a:spcBef>
                <a:spcPct val="50000"/>
              </a:spcBef>
              <a:buFontTx/>
              <a:buNone/>
            </a:pPr>
            <a:endParaRPr lang="en-US" altLang="ko-KR" sz="200" dirty="0">
              <a:latin typeface="Times New Roman" pitchFamily="18" charset="0"/>
              <a:cs typeface="Times New Roman" pitchFamily="18" charset="0"/>
            </a:endParaRPr>
          </a:p>
          <a:p>
            <a:pPr eaLnBrk="1" hangingPunct="1">
              <a:lnSpc>
                <a:spcPct val="170000"/>
              </a:lnSpc>
              <a:spcBef>
                <a:spcPct val="50000"/>
              </a:spcBef>
              <a:buFontTx/>
              <a:buNone/>
            </a:pPr>
            <a:r>
              <a:rPr lang="en-US" altLang="ko-KR" sz="1200" dirty="0">
                <a:latin typeface="Times New Roman" panose="02020603050405020304" pitchFamily="18" charset="0"/>
                <a:cs typeface="Times New Roman" panose="02020603050405020304" pitchFamily="18" charset="0"/>
              </a:rPr>
              <a:t>*</a:t>
            </a:r>
            <a:r>
              <a:rPr lang="ko-KR" altLang="en-US"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Duy</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trì</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khi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mất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điện</a:t>
            </a:r>
            <a:r>
              <a:rPr lang="ko-KR" altLang="en-US" sz="1200" dirty="0">
                <a:latin typeface="Times New Roman" pitchFamily="18" charset="0"/>
                <a:cs typeface="Times New Roman" pitchFamily="18" charset="0"/>
              </a:rPr>
              <a:t> </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Là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chức</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năng</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mà</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dù</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bị</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mất</a:t>
            </a:r>
            <a:r>
              <a:rPr lang="en-US" altLang="ko-KR" sz="1200" dirty="0">
                <a:latin typeface="Times New Roman" panose="02020603050405020304" pitchFamily="18" charset="0"/>
                <a:cs typeface="Times New Roman" panose="02020603050405020304" pitchFamily="18" charset="0"/>
              </a:rPr>
              <a:t> </a:t>
            </a:r>
            <a:r>
              <a:rPr lang="en-US" altLang="ko-KR" sz="1200" dirty="0" err="1">
                <a:latin typeface="Times New Roman" panose="02020603050405020304" pitchFamily="18" charset="0"/>
                <a:cs typeface="Times New Roman" panose="02020603050405020304" pitchFamily="18" charset="0"/>
              </a:rPr>
              <a:t>điện</a:t>
            </a:r>
            <a:r>
              <a:rPr lang="ko-KR" altLang="en-US"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nó</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vẫn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có</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thể</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ghi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nhớ</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giá</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trị</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hiện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tại</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của</a:t>
            </a:r>
            <a:r>
              <a:rPr lang="en-US" altLang="ko-KR" sz="1200" dirty="0">
                <a:latin typeface="Times New Roman" pitchFamily="18" charset="0"/>
                <a:cs typeface="Times New Roman" pitchFamily="18" charset="0"/>
              </a:rPr>
              <a:t> Counter, </a:t>
            </a:r>
            <a:r>
              <a:rPr lang="en-US" altLang="ko-KR" sz="1200" dirty="0" err="1">
                <a:latin typeface="Times New Roman" pitchFamily="18" charset="0"/>
                <a:cs typeface="Times New Roman" pitchFamily="18" charset="0"/>
              </a:rPr>
              <a:t>giá</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trị</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đơn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vị</a:t>
            </a:r>
            <a:r>
              <a:rPr lang="en-US" altLang="ko-KR" sz="1200" dirty="0">
                <a:latin typeface="Times New Roman" pitchFamily="18" charset="0"/>
                <a:cs typeface="Times New Roman" pitchFamily="18" charset="0"/>
              </a:rPr>
              <a:t> </a:t>
            </a:r>
            <a:r>
              <a:rPr lang="en-US" altLang="ko-KR" sz="1200">
                <a:latin typeface="Times New Roman" pitchFamily="18" charset="0"/>
                <a:cs typeface="Times New Roman" pitchFamily="18" charset="0"/>
              </a:rPr>
              <a:t>word </a:t>
            </a:r>
            <a:r>
              <a:rPr lang="en-US" altLang="ko-KR" sz="1200" smtClean="0">
                <a:latin typeface="Times New Roman" pitchFamily="18" charset="0"/>
                <a:cs typeface="Times New Roman" pitchFamily="18" charset="0"/>
              </a:rPr>
              <a:t>Register </a:t>
            </a:r>
            <a:r>
              <a:rPr lang="en-US" altLang="ko-KR" sz="1200" dirty="0" err="1">
                <a:latin typeface="Times New Roman" pitchFamily="18" charset="0"/>
                <a:cs typeface="Times New Roman" pitchFamily="18" charset="0"/>
              </a:rPr>
              <a:t>bên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trong</a:t>
            </a:r>
            <a:r>
              <a:rPr lang="en-US" altLang="ko-KR" sz="1200" dirty="0">
                <a:latin typeface="Times New Roman" pitchFamily="18" charset="0"/>
                <a:cs typeface="Times New Roman" pitchFamily="18" charset="0"/>
              </a:rPr>
              <a:t> 	</a:t>
            </a:r>
            <a:r>
              <a:rPr lang="en-US" altLang="ko-KR" sz="1200" dirty="0" smtClean="0">
                <a:latin typeface="Times New Roman" pitchFamily="18" charset="0"/>
                <a:cs typeface="Times New Roman" pitchFamily="18" charset="0"/>
              </a:rPr>
              <a:t>               </a:t>
            </a:r>
            <a:r>
              <a:rPr lang="en-US" altLang="ko-KR" sz="1200" dirty="0" err="1" smtClean="0">
                <a:latin typeface="Times New Roman" pitchFamily="18" charset="0"/>
                <a:cs typeface="Times New Roman" pitchFamily="18" charset="0"/>
              </a:rPr>
              <a:t>và</a:t>
            </a:r>
            <a:r>
              <a:rPr lang="en-US" altLang="ko-KR" sz="1200" dirty="0" smtClean="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một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phần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hoạt</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động</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của</a:t>
            </a:r>
            <a:r>
              <a:rPr lang="en-US" altLang="ko-KR" sz="1200" dirty="0">
                <a:latin typeface="Times New Roman" pitchFamily="18" charset="0"/>
                <a:cs typeface="Times New Roman" pitchFamily="18" charset="0"/>
              </a:rPr>
              <a:t> Relay </a:t>
            </a:r>
            <a:r>
              <a:rPr lang="en-US" altLang="ko-KR" sz="1200" dirty="0" err="1">
                <a:latin typeface="Times New Roman" pitchFamily="18" charset="0"/>
                <a:cs typeface="Times New Roman" pitchFamily="18" charset="0"/>
              </a:rPr>
              <a:t>phụ</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bằng</a:t>
            </a:r>
            <a:r>
              <a:rPr lang="en-US" altLang="ko-KR" sz="1200" dirty="0">
                <a:latin typeface="Times New Roman" pitchFamily="18" charset="0"/>
                <a:cs typeface="Times New Roman" pitchFamily="18" charset="0"/>
              </a:rPr>
              <a:t> Battery </a:t>
            </a:r>
            <a:r>
              <a:rPr lang="en-US" altLang="ko-KR" sz="1200" dirty="0" err="1">
                <a:latin typeface="Times New Roman" pitchFamily="18" charset="0"/>
                <a:cs typeface="Times New Roman" pitchFamily="18" charset="0"/>
              </a:rPr>
              <a:t>bên</a:t>
            </a:r>
            <a:r>
              <a:rPr lang="en-US" altLang="ko-KR" sz="1200" dirty="0">
                <a:latin typeface="Times New Roman" pitchFamily="18" charset="0"/>
                <a:cs typeface="Times New Roman" pitchFamily="18" charset="0"/>
              </a:rPr>
              <a:t> </a:t>
            </a:r>
            <a:r>
              <a:rPr lang="en-US" altLang="ko-KR" sz="1200" dirty="0" err="1">
                <a:latin typeface="Times New Roman" pitchFamily="18" charset="0"/>
                <a:cs typeface="Times New Roman" pitchFamily="18" charset="0"/>
              </a:rPr>
              <a:t>trong</a:t>
            </a:r>
            <a:r>
              <a:rPr lang="en-US" altLang="ko-KR" sz="1200" dirty="0">
                <a:latin typeface="Times New Roman" pitchFamily="18" charset="0"/>
                <a:cs typeface="Times New Roman" pitchFamily="18" charset="0"/>
              </a:rPr>
              <a:t> PLC. </a:t>
            </a:r>
          </a:p>
          <a:p>
            <a:pPr eaLnBrk="1" hangingPunct="1">
              <a:lnSpc>
                <a:spcPct val="80000"/>
              </a:lnSpc>
              <a:spcBef>
                <a:spcPct val="50000"/>
              </a:spcBef>
              <a:buFontTx/>
              <a:buNone/>
            </a:pPr>
            <a:endParaRPr lang="en-US" altLang="ko-KR" sz="200" dirty="0">
              <a:latin typeface="Times New Roman" panose="02020603050405020304" pitchFamily="18" charset="0"/>
              <a:cs typeface="Times New Roman" panose="02020603050405020304" pitchFamily="18" charset="0"/>
            </a:endParaRPr>
          </a:p>
        </p:txBody>
      </p:sp>
      <p:sp>
        <p:nvSpPr>
          <p:cNvPr id="215043" name="Text Box 10"/>
          <p:cNvSpPr txBox="1">
            <a:spLocks noChangeArrowheads="1"/>
          </p:cNvSpPr>
          <p:nvPr/>
        </p:nvSpPr>
        <p:spPr bwMode="auto">
          <a:xfrm>
            <a:off x="8769424" y="80963"/>
            <a:ext cx="10567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en-US" altLang="ko-KR" sz="1600" b="1" dirty="0">
                <a:latin typeface="Times New Roman" panose="02020603050405020304" pitchFamily="18" charset="0"/>
                <a:cs typeface="Times New Roman" panose="02020603050405020304" pitchFamily="18" charset="0"/>
              </a:rPr>
              <a:t>5. </a:t>
            </a:r>
            <a:r>
              <a:rPr lang="en-US" altLang="ko-KR" sz="1600" b="1" dirty="0" err="1" smtClean="0">
                <a:latin typeface="Times New Roman" panose="02020603050405020304" pitchFamily="18" charset="0"/>
                <a:cs typeface="Times New Roman" panose="02020603050405020304" pitchFamily="18" charset="0"/>
              </a:rPr>
              <a:t>Phụ</a:t>
            </a:r>
            <a:r>
              <a:rPr lang="en-US" altLang="ko-KR" sz="1600" b="1" dirty="0" smtClean="0">
                <a:latin typeface="Times New Roman" panose="02020603050405020304" pitchFamily="18" charset="0"/>
                <a:cs typeface="Times New Roman" panose="02020603050405020304" pitchFamily="18" charset="0"/>
              </a:rPr>
              <a:t> </a:t>
            </a:r>
            <a:r>
              <a:rPr lang="en-US" altLang="ko-KR" sz="1600" b="1" dirty="0" err="1" smtClean="0">
                <a:latin typeface="Times New Roman" panose="02020603050405020304" pitchFamily="18" charset="0"/>
                <a:cs typeface="Times New Roman" panose="02020603050405020304" pitchFamily="18" charset="0"/>
              </a:rPr>
              <a:t>lục</a:t>
            </a:r>
            <a:endParaRPr lang="ko-KR" altLang="en-US" sz="1600" b="1" dirty="0">
              <a:latin typeface="Times New Roman" panose="02020603050405020304" pitchFamily="18" charset="0"/>
              <a:cs typeface="Times New Roman" panose="02020603050405020304" pitchFamily="18" charset="0"/>
            </a:endParaRPr>
          </a:p>
        </p:txBody>
      </p:sp>
      <p:sp>
        <p:nvSpPr>
          <p:cNvPr id="215044" name="Rectangle 4"/>
          <p:cNvSpPr>
            <a:spLocks noChangeArrowheads="1"/>
          </p:cNvSpPr>
          <p:nvPr/>
        </p:nvSpPr>
        <p:spPr bwMode="auto">
          <a:xfrm>
            <a:off x="60325" y="53975"/>
            <a:ext cx="199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2500">
                <a:solidFill>
                  <a:schemeClr val="tx1"/>
                </a:solidFill>
                <a:latin typeface="굴림" pitchFamily="50" charset="-127"/>
                <a:ea typeface="굴림" pitchFamily="50" charset="-127"/>
              </a:defRPr>
            </a:lvl1pPr>
            <a:lvl2pPr marL="742950" indent="-285750" eaLnBrk="0" hangingPunct="0">
              <a:spcBef>
                <a:spcPct val="20000"/>
              </a:spcBef>
              <a:buChar char="–"/>
              <a:defRPr kumimoji="1" sz="2200">
                <a:solidFill>
                  <a:schemeClr val="tx1"/>
                </a:solidFill>
                <a:latin typeface="굴림" pitchFamily="50" charset="-127"/>
                <a:ea typeface="굴림" pitchFamily="50" charset="-127"/>
              </a:defRPr>
            </a:lvl2pPr>
            <a:lvl3pPr marL="1143000" indent="-228600" eaLnBrk="0" hangingPunct="0">
              <a:spcBef>
                <a:spcPct val="20000"/>
              </a:spcBef>
              <a:buChar char="•"/>
              <a:defRPr kumimoji="1" sz="1900">
                <a:solidFill>
                  <a:schemeClr val="tx1"/>
                </a:solidFill>
                <a:latin typeface="굴림" pitchFamily="50" charset="-127"/>
                <a:ea typeface="굴림" pitchFamily="50" charset="-127"/>
              </a:defRPr>
            </a:lvl3pPr>
            <a:lvl4pPr marL="1600200" indent="-228600" eaLnBrk="0" hangingPunct="0">
              <a:spcBef>
                <a:spcPct val="20000"/>
              </a:spcBef>
              <a:buChar char="–"/>
              <a:defRPr kumimoji="1" sz="1600">
                <a:solidFill>
                  <a:schemeClr val="tx1"/>
                </a:solidFill>
                <a:latin typeface="굴림" pitchFamily="50" charset="-127"/>
                <a:ea typeface="굴림" pitchFamily="50" charset="-127"/>
              </a:defRPr>
            </a:lvl4pPr>
            <a:lvl5pPr marL="2057400" indent="-228600" eaLnBrk="0" hangingPunct="0">
              <a:spcBef>
                <a:spcPct val="20000"/>
              </a:spcBef>
              <a:buChar char="»"/>
              <a:defRPr kumimoji="1" sz="16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1600">
                <a:solidFill>
                  <a:schemeClr val="tx1"/>
                </a:solidFill>
                <a:latin typeface="굴림" pitchFamily="50" charset="-127"/>
                <a:ea typeface="굴림" pitchFamily="50" charset="-127"/>
              </a:defRPr>
            </a:lvl9pPr>
          </a:lstStyle>
          <a:p>
            <a:pPr eaLnBrk="1" hangingPunct="1">
              <a:lnSpc>
                <a:spcPct val="100000"/>
              </a:lnSpc>
              <a:spcBef>
                <a:spcPct val="50000"/>
              </a:spcBef>
              <a:buFontTx/>
              <a:buNone/>
            </a:pPr>
            <a:r>
              <a:rPr lang="vi-VN" altLang="ko-KR" sz="1800" b="1" dirty="0" smtClean="0">
                <a:latin typeface="Times New Roman" panose="02020603050405020304" pitchFamily="18" charset="0"/>
                <a:cs typeface="Times New Roman" panose="02020603050405020304" pitchFamily="18" charset="0"/>
              </a:rPr>
              <a:t>5. Các lệnh cơ bản</a:t>
            </a:r>
            <a:endParaRPr lang="ko-KR" altLang="en-US" sz="1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383584595"/>
      </p:ext>
    </p:extLst>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Rectangle 2"/>
          <p:cNvSpPr>
            <a:spLocks noChangeArrowheads="1"/>
          </p:cNvSpPr>
          <p:nvPr/>
        </p:nvSpPr>
        <p:spPr bwMode="auto">
          <a:xfrm>
            <a:off x="2005013" y="2591799"/>
            <a:ext cx="6669087" cy="1311213"/>
          </a:xfrm>
          <a:prstGeom prst="rect">
            <a:avLst/>
          </a:prstGeom>
          <a:noFill/>
          <a:ln w="9525" algn="ctr">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nchor="ctr">
            <a:no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Times New Roman" panose="02020603050405020304" pitchFamily="18" charset="0"/>
              <a:ea typeface="HY견고딕" pitchFamily="18" charset="-127"/>
              <a:cs typeface="Times New Roman" panose="02020603050405020304" pitchFamily="18" charset="0"/>
            </a:endParaRPr>
          </a:p>
        </p:txBody>
      </p:sp>
      <p:sp>
        <p:nvSpPr>
          <p:cNvPr id="216067" name="Text Box 3"/>
          <p:cNvSpPr txBox="1">
            <a:spLocks noChangeArrowheads="1"/>
          </p:cNvSpPr>
          <p:nvPr/>
        </p:nvSpPr>
        <p:spPr bwMode="auto">
          <a:xfrm>
            <a:off x="2003425" y="1914525"/>
            <a:ext cx="6635750" cy="42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116623" tIns="58311" rIns="116623" bIns="58311">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lnSpc>
                <a:spcPct val="100000"/>
              </a:lnSpc>
              <a:spcBef>
                <a:spcPct val="50000"/>
              </a:spcBef>
              <a:buFontTx/>
              <a:buNone/>
            </a:pPr>
            <a:r>
              <a:rPr lang="en-US" altLang="ko-KR" sz="20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Quá</a:t>
            </a:r>
            <a:r>
              <a:rPr lang="en-US" altLang="ko-KR" sz="20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20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trình</a:t>
            </a:r>
            <a:r>
              <a:rPr lang="en-US" altLang="ko-KR" sz="2000" dirty="0" smtClean="0">
                <a:solidFill>
                  <a:srgbClr val="000000"/>
                </a:solidFill>
                <a:latin typeface="Times New Roman" panose="02020603050405020304" pitchFamily="18" charset="0"/>
                <a:ea typeface="HY견고딕" pitchFamily="18" charset="-127"/>
                <a:cs typeface="Times New Roman" panose="02020603050405020304" pitchFamily="18" charset="0"/>
              </a:rPr>
              <a:t> PLC </a:t>
            </a:r>
            <a:r>
              <a:rPr lang="en-US" altLang="ko-KR" sz="20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cơ</a:t>
            </a:r>
            <a:r>
              <a:rPr lang="en-US" altLang="ko-KR" sz="20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20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bản</a:t>
            </a:r>
            <a:endParaRPr lang="ko-KR" altLang="en-US" sz="2000" dirty="0">
              <a:solidFill>
                <a:srgbClr val="000000"/>
              </a:solidFill>
              <a:latin typeface="Times New Roman" panose="02020603050405020304" pitchFamily="18" charset="0"/>
              <a:ea typeface="HY견고딕" pitchFamily="18" charset="-127"/>
              <a:cs typeface="Times New Roman" panose="02020603050405020304" pitchFamily="18" charset="0"/>
            </a:endParaRPr>
          </a:p>
        </p:txBody>
      </p:sp>
      <p:sp>
        <p:nvSpPr>
          <p:cNvPr id="216068" name="Line 4"/>
          <p:cNvSpPr>
            <a:spLocks noChangeShapeType="1"/>
          </p:cNvSpPr>
          <p:nvPr/>
        </p:nvSpPr>
        <p:spPr bwMode="auto">
          <a:xfrm>
            <a:off x="1997075" y="2405063"/>
            <a:ext cx="6684963" cy="0"/>
          </a:xfrm>
          <a:prstGeom prst="line">
            <a:avLst/>
          </a:prstGeom>
          <a:noFill/>
          <a:ln w="9525">
            <a:solidFill>
              <a:srgbClr val="808080"/>
            </a:solidFill>
            <a:round/>
            <a:headEnd/>
            <a:tailEn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216069" name="Text Box 5"/>
          <p:cNvSpPr txBox="1">
            <a:spLocks noChangeArrowheads="1"/>
          </p:cNvSpPr>
          <p:nvPr/>
        </p:nvSpPr>
        <p:spPr bwMode="auto">
          <a:xfrm>
            <a:off x="2219325" y="2600325"/>
            <a:ext cx="7140575" cy="12380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116623" tIns="58311" rIns="116623" bIns="58311">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40000"/>
              </a:lnSpc>
              <a:spcBef>
                <a:spcPct val="50000"/>
              </a:spcBef>
              <a:buFont typeface="-윤명조220" pitchFamily="18" charset="-127"/>
              <a:buChar char="□"/>
            </a:pPr>
            <a:r>
              <a:rPr lang="en-US" altLang="ko-KR" sz="1400" dirty="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Bộ</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phận</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phát</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hành</a:t>
            </a:r>
            <a:r>
              <a:rPr lang="ko-KR" altLang="en-US"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Trung</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tâm</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kỹ</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thuật</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sản</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xuất</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LG Display</a:t>
            </a:r>
            <a:endParaRPr lang="ko-KR" altLang="en-US" sz="1400" dirty="0">
              <a:solidFill>
                <a:srgbClr val="000000"/>
              </a:solidFill>
              <a:latin typeface="Times New Roman" panose="02020603050405020304" pitchFamily="18" charset="0"/>
              <a:ea typeface="HY견고딕" pitchFamily="18" charset="-127"/>
              <a:cs typeface="Times New Roman" panose="02020603050405020304" pitchFamily="18" charset="0"/>
            </a:endParaRPr>
          </a:p>
          <a:p>
            <a:pPr eaLnBrk="1" hangingPunct="1">
              <a:lnSpc>
                <a:spcPct val="140000"/>
              </a:lnSpc>
              <a:spcBef>
                <a:spcPct val="50000"/>
              </a:spcBef>
              <a:buFont typeface="-윤명조220" pitchFamily="18" charset="-127"/>
              <a:buChar char="□"/>
            </a:pPr>
            <a:r>
              <a:rPr lang="ko-KR" altLang="en-US" sz="1400" dirty="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Số</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bản</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phát</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hành</a:t>
            </a:r>
            <a:r>
              <a:rPr lang="ko-KR" altLang="en-US"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3</a:t>
            </a:r>
            <a:r>
              <a:rPr lang="ko-KR" altLang="en-US" sz="1400" dirty="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bản</a:t>
            </a:r>
            <a:r>
              <a:rPr lang="ko-KR" altLang="en-US"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&lt;</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phát</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hành</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lần</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2&gt; </a:t>
            </a:r>
            <a:r>
              <a:rPr lang="en-US" altLang="ko-KR" sz="1400" dirty="0">
                <a:solidFill>
                  <a:srgbClr val="000000"/>
                </a:solidFill>
                <a:latin typeface="Times New Roman" panose="02020603050405020304" pitchFamily="18" charset="0"/>
                <a:ea typeface="HY견고딕" pitchFamily="18" charset="-127"/>
                <a:cs typeface="Times New Roman" panose="02020603050405020304" pitchFamily="18" charset="0"/>
              </a:rPr>
              <a:t>2013. 01. 01</a:t>
            </a:r>
          </a:p>
          <a:p>
            <a:pPr eaLnBrk="1" hangingPunct="1">
              <a:lnSpc>
                <a:spcPct val="140000"/>
              </a:lnSpc>
              <a:spcBef>
                <a:spcPct val="50000"/>
              </a:spcBef>
              <a:buFont typeface="-윤명조220" pitchFamily="18" charset="-127"/>
              <a:buChar char="□"/>
            </a:pPr>
            <a:r>
              <a:rPr lang="en-US" altLang="ko-KR" sz="1400" dirty="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Ngày</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phát</a:t>
            </a:r>
            <a:r>
              <a:rPr lang="en-US" altLang="ko-KR"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err="1" smtClean="0">
                <a:solidFill>
                  <a:srgbClr val="000000"/>
                </a:solidFill>
                <a:latin typeface="Times New Roman" panose="02020603050405020304" pitchFamily="18" charset="0"/>
                <a:ea typeface="HY견고딕" pitchFamily="18" charset="-127"/>
                <a:cs typeface="Times New Roman" panose="02020603050405020304" pitchFamily="18" charset="0"/>
              </a:rPr>
              <a:t>hành</a:t>
            </a:r>
            <a:r>
              <a:rPr lang="ko-KR" altLang="en-US" sz="14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r>
              <a:rPr lang="en-US" altLang="ko-KR" sz="1400" dirty="0">
                <a:solidFill>
                  <a:srgbClr val="000000"/>
                </a:solidFill>
                <a:latin typeface="Times New Roman" panose="02020603050405020304" pitchFamily="18" charset="0"/>
                <a:ea typeface="HY견고딕" pitchFamily="18" charset="-127"/>
                <a:cs typeface="Times New Roman" panose="02020603050405020304" pitchFamily="18" charset="0"/>
              </a:rPr>
              <a:t>: 2013. 02. 14</a:t>
            </a:r>
          </a:p>
        </p:txBody>
      </p:sp>
      <p:sp>
        <p:nvSpPr>
          <p:cNvPr id="216070" name="Text Box 6"/>
          <p:cNvSpPr txBox="1">
            <a:spLocks noChangeArrowheads="1"/>
          </p:cNvSpPr>
          <p:nvPr/>
        </p:nvSpPr>
        <p:spPr bwMode="auto">
          <a:xfrm>
            <a:off x="1995488" y="4157663"/>
            <a:ext cx="6981825" cy="317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116623" tIns="58311" rIns="116623" bIns="58311">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00000"/>
              </a:lnSpc>
              <a:spcBef>
                <a:spcPct val="50000"/>
              </a:spcBef>
              <a:buNone/>
            </a:pPr>
            <a:r>
              <a:rPr lang="en-US" altLang="ko-KR" sz="1200" b="1" dirty="0">
                <a:solidFill>
                  <a:srgbClr val="000000"/>
                </a:solidFill>
                <a:latin typeface="Times New Roman" pitchFamily="18" charset="0"/>
                <a:ea typeface="HY견고딕" pitchFamily="18" charset="-127"/>
                <a:cs typeface="Times New Roman" pitchFamily="18" charset="0"/>
              </a:rPr>
              <a:t>※ </a:t>
            </a:r>
            <a:r>
              <a:rPr lang="en-US" altLang="ko-KR" sz="1200" b="1" dirty="0" err="1">
                <a:solidFill>
                  <a:srgbClr val="000000"/>
                </a:solidFill>
                <a:latin typeface="Times New Roman" pitchFamily="18" charset="0"/>
                <a:ea typeface="HY견고딕" pitchFamily="18" charset="-127"/>
                <a:cs typeface="Times New Roman" pitchFamily="18" charset="0"/>
              </a:rPr>
              <a:t>Nghiêm</a:t>
            </a:r>
            <a:r>
              <a:rPr lang="en-US" altLang="ko-KR" sz="1200" b="1" dirty="0">
                <a:solidFill>
                  <a:srgbClr val="000000"/>
                </a:solidFill>
                <a:latin typeface="Times New Roman" pitchFamily="18" charset="0"/>
                <a:ea typeface="HY견고딕" pitchFamily="18" charset="-127"/>
                <a:cs typeface="Times New Roman" pitchFamily="18" charset="0"/>
              </a:rPr>
              <a:t> </a:t>
            </a:r>
            <a:r>
              <a:rPr lang="en-US" altLang="ko-KR" sz="1200" b="1" dirty="0" err="1">
                <a:solidFill>
                  <a:srgbClr val="000000"/>
                </a:solidFill>
                <a:latin typeface="Times New Roman" pitchFamily="18" charset="0"/>
                <a:ea typeface="HY견고딕" pitchFamily="18" charset="-127"/>
                <a:cs typeface="Times New Roman" pitchFamily="18" charset="0"/>
              </a:rPr>
              <a:t>cấm</a:t>
            </a:r>
            <a:r>
              <a:rPr lang="en-US" altLang="ko-KR" sz="1200" b="1" dirty="0">
                <a:solidFill>
                  <a:srgbClr val="000000"/>
                </a:solidFill>
                <a:latin typeface="Times New Roman" pitchFamily="18" charset="0"/>
                <a:ea typeface="HY견고딕" pitchFamily="18" charset="-127"/>
                <a:cs typeface="Times New Roman" pitchFamily="18" charset="0"/>
              </a:rPr>
              <a:t> </a:t>
            </a:r>
            <a:r>
              <a:rPr lang="en-US" altLang="ko-KR" sz="1200" b="1" dirty="0" err="1">
                <a:solidFill>
                  <a:srgbClr val="000000"/>
                </a:solidFill>
                <a:latin typeface="Times New Roman" pitchFamily="18" charset="0"/>
                <a:ea typeface="HY견고딕" pitchFamily="18" charset="-127"/>
                <a:cs typeface="Times New Roman" pitchFamily="18" charset="0"/>
              </a:rPr>
              <a:t>tự</a:t>
            </a:r>
            <a:r>
              <a:rPr lang="en-US" altLang="ko-KR" sz="1200" b="1" dirty="0">
                <a:solidFill>
                  <a:srgbClr val="000000"/>
                </a:solidFill>
                <a:latin typeface="Times New Roman" pitchFamily="18" charset="0"/>
                <a:ea typeface="HY견고딕" pitchFamily="18" charset="-127"/>
                <a:cs typeface="Times New Roman" pitchFamily="18" charset="0"/>
              </a:rPr>
              <a:t> ý </a:t>
            </a:r>
            <a:r>
              <a:rPr lang="en-US" altLang="ko-KR" sz="1200" b="1" dirty="0" err="1">
                <a:solidFill>
                  <a:srgbClr val="000000"/>
                </a:solidFill>
                <a:latin typeface="Times New Roman" pitchFamily="18" charset="0"/>
                <a:ea typeface="HY견고딕" pitchFamily="18" charset="-127"/>
                <a:cs typeface="Times New Roman" pitchFamily="18" charset="0"/>
              </a:rPr>
              <a:t>sao</a:t>
            </a:r>
            <a:r>
              <a:rPr lang="en-US" altLang="ko-KR" sz="1200" b="1" dirty="0">
                <a:solidFill>
                  <a:srgbClr val="000000"/>
                </a:solidFill>
                <a:latin typeface="Times New Roman" pitchFamily="18" charset="0"/>
                <a:ea typeface="HY견고딕" pitchFamily="18" charset="-127"/>
                <a:cs typeface="Times New Roman" pitchFamily="18" charset="0"/>
              </a:rPr>
              <a:t> </a:t>
            </a:r>
            <a:r>
              <a:rPr lang="en-US" altLang="ko-KR" sz="1200" b="1" dirty="0" err="1">
                <a:solidFill>
                  <a:srgbClr val="000000"/>
                </a:solidFill>
                <a:latin typeface="Times New Roman" pitchFamily="18" charset="0"/>
                <a:ea typeface="HY견고딕" pitchFamily="18" charset="-127"/>
                <a:cs typeface="Times New Roman" pitchFamily="18" charset="0"/>
              </a:rPr>
              <a:t>chép</a:t>
            </a:r>
            <a:r>
              <a:rPr lang="en-US" altLang="ko-KR" sz="1200" b="1" dirty="0">
                <a:solidFill>
                  <a:srgbClr val="000000"/>
                </a:solidFill>
                <a:latin typeface="Times New Roman" pitchFamily="18" charset="0"/>
                <a:ea typeface="HY견고딕" pitchFamily="18" charset="-127"/>
                <a:cs typeface="Times New Roman" pitchFamily="18" charset="0"/>
              </a:rPr>
              <a:t> </a:t>
            </a:r>
            <a:r>
              <a:rPr lang="en-US" altLang="ko-KR" sz="1200" b="1" dirty="0" err="1">
                <a:solidFill>
                  <a:srgbClr val="000000"/>
                </a:solidFill>
                <a:latin typeface="Times New Roman" pitchFamily="18" charset="0"/>
                <a:ea typeface="HY견고딕" pitchFamily="18" charset="-127"/>
                <a:cs typeface="Times New Roman" pitchFamily="18" charset="0"/>
              </a:rPr>
              <a:t>một</a:t>
            </a:r>
            <a:r>
              <a:rPr lang="en-US" altLang="ko-KR" sz="1200" b="1" dirty="0">
                <a:solidFill>
                  <a:srgbClr val="000000"/>
                </a:solidFill>
                <a:latin typeface="Times New Roman" pitchFamily="18" charset="0"/>
                <a:ea typeface="HY견고딕" pitchFamily="18" charset="-127"/>
                <a:cs typeface="Times New Roman" pitchFamily="18" charset="0"/>
              </a:rPr>
              <a:t> </a:t>
            </a:r>
            <a:r>
              <a:rPr lang="en-US" altLang="ko-KR" sz="1200" b="1" dirty="0" err="1">
                <a:solidFill>
                  <a:srgbClr val="000000"/>
                </a:solidFill>
                <a:latin typeface="Times New Roman" pitchFamily="18" charset="0"/>
                <a:ea typeface="HY견고딕" pitchFamily="18" charset="-127"/>
                <a:cs typeface="Times New Roman" pitchFamily="18" charset="0"/>
              </a:rPr>
              <a:t>phần</a:t>
            </a:r>
            <a:r>
              <a:rPr lang="en-US" altLang="ko-KR" sz="1200" b="1" dirty="0">
                <a:solidFill>
                  <a:srgbClr val="000000"/>
                </a:solidFill>
                <a:latin typeface="Times New Roman" pitchFamily="18" charset="0"/>
                <a:ea typeface="HY견고딕" pitchFamily="18" charset="-127"/>
                <a:cs typeface="Times New Roman" pitchFamily="18" charset="0"/>
              </a:rPr>
              <a:t> hay </a:t>
            </a:r>
            <a:r>
              <a:rPr lang="en-US" altLang="ko-KR" sz="1200" b="1" dirty="0" err="1">
                <a:solidFill>
                  <a:srgbClr val="000000"/>
                </a:solidFill>
                <a:latin typeface="Times New Roman" pitchFamily="18" charset="0"/>
                <a:ea typeface="HY견고딕" pitchFamily="18" charset="-127"/>
                <a:cs typeface="Times New Roman" pitchFamily="18" charset="0"/>
              </a:rPr>
              <a:t>toàn</a:t>
            </a:r>
            <a:r>
              <a:rPr lang="en-US" altLang="ko-KR" sz="1200" b="1" dirty="0">
                <a:solidFill>
                  <a:srgbClr val="000000"/>
                </a:solidFill>
                <a:latin typeface="Times New Roman" pitchFamily="18" charset="0"/>
                <a:ea typeface="HY견고딕" pitchFamily="18" charset="-127"/>
                <a:cs typeface="Times New Roman" pitchFamily="18" charset="0"/>
              </a:rPr>
              <a:t> </a:t>
            </a:r>
            <a:r>
              <a:rPr lang="en-US" altLang="ko-KR" sz="1200" b="1" dirty="0" err="1">
                <a:solidFill>
                  <a:srgbClr val="000000"/>
                </a:solidFill>
                <a:latin typeface="Times New Roman" pitchFamily="18" charset="0"/>
                <a:ea typeface="HY견고딕" pitchFamily="18" charset="-127"/>
                <a:cs typeface="Times New Roman" pitchFamily="18" charset="0"/>
              </a:rPr>
              <a:t>bộ</a:t>
            </a:r>
            <a:r>
              <a:rPr lang="en-US" altLang="ko-KR" sz="1200" b="1" dirty="0">
                <a:solidFill>
                  <a:srgbClr val="000000"/>
                </a:solidFill>
                <a:latin typeface="Times New Roman" pitchFamily="18" charset="0"/>
                <a:ea typeface="HY견고딕" pitchFamily="18" charset="-127"/>
                <a:cs typeface="Times New Roman" pitchFamily="18" charset="0"/>
              </a:rPr>
              <a:t> </a:t>
            </a:r>
            <a:r>
              <a:rPr lang="en-US" altLang="ko-KR" sz="1200" b="1" dirty="0" err="1">
                <a:solidFill>
                  <a:srgbClr val="000000"/>
                </a:solidFill>
                <a:latin typeface="Times New Roman" pitchFamily="18" charset="0"/>
                <a:ea typeface="HY견고딕" pitchFamily="18" charset="-127"/>
                <a:cs typeface="Times New Roman" pitchFamily="18" charset="0"/>
              </a:rPr>
              <a:t>sách</a:t>
            </a:r>
            <a:r>
              <a:rPr lang="en-US" altLang="ko-KR" sz="1200" b="1" dirty="0">
                <a:solidFill>
                  <a:srgbClr val="000000"/>
                </a:solidFill>
                <a:latin typeface="Times New Roman" pitchFamily="18" charset="0"/>
                <a:ea typeface="HY견고딕" pitchFamily="18" charset="-127"/>
                <a:cs typeface="Times New Roman" pitchFamily="18" charset="0"/>
              </a:rPr>
              <a:t> </a:t>
            </a:r>
            <a:r>
              <a:rPr lang="en-US" altLang="ko-KR" sz="1200" b="1" dirty="0" err="1">
                <a:solidFill>
                  <a:srgbClr val="000000"/>
                </a:solidFill>
                <a:latin typeface="Times New Roman" pitchFamily="18" charset="0"/>
                <a:ea typeface="HY견고딕" pitchFamily="18" charset="-127"/>
                <a:cs typeface="Times New Roman" pitchFamily="18" charset="0"/>
              </a:rPr>
              <a:t>này</a:t>
            </a:r>
            <a:r>
              <a:rPr lang="en-US" altLang="ko-KR" sz="1200" b="1" dirty="0" smtClean="0">
                <a:solidFill>
                  <a:srgbClr val="000000"/>
                </a:solidFill>
                <a:latin typeface="Times New Roman" pitchFamily="18" charset="0"/>
                <a:ea typeface="HY견고딕" pitchFamily="18" charset="-127"/>
                <a:cs typeface="Times New Roman" pitchFamily="18" charset="0"/>
              </a:rPr>
              <a:t>.</a:t>
            </a:r>
            <a:r>
              <a:rPr lang="en-US" altLang="ko-KR" sz="1300" dirty="0" smtClean="0">
                <a:solidFill>
                  <a:srgbClr val="000000"/>
                </a:solidFill>
                <a:latin typeface="Times New Roman" panose="02020603050405020304" pitchFamily="18" charset="0"/>
                <a:ea typeface="HY견고딕" pitchFamily="18" charset="-127"/>
                <a:cs typeface="Times New Roman" panose="02020603050405020304" pitchFamily="18" charset="0"/>
              </a:rPr>
              <a:t> </a:t>
            </a:r>
            <a:endParaRPr lang="en-US" altLang="ko-KR" sz="1300" dirty="0">
              <a:solidFill>
                <a:srgbClr val="000000"/>
              </a:solidFill>
              <a:latin typeface="Times New Roman" panose="02020603050405020304" pitchFamily="18" charset="0"/>
              <a:ea typeface="HY견고딕" pitchFamily="18" charset="-127"/>
              <a:cs typeface="Times New Roman" panose="02020603050405020304" pitchFamily="18" charset="0"/>
            </a:endParaRPr>
          </a:p>
        </p:txBody>
      </p:sp>
      <p:pic>
        <p:nvPicPr>
          <p:cNvPr id="216071"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36975" y="6057900"/>
            <a:ext cx="3340100"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p:cNvSpPr txBox="1"/>
          <p:nvPr/>
        </p:nvSpPr>
        <p:spPr>
          <a:xfrm>
            <a:off x="4495800" y="2971800"/>
            <a:ext cx="184731" cy="412870"/>
          </a:xfrm>
          <a:prstGeom prst="rect">
            <a:avLst/>
          </a:prstGeom>
          <a:noFill/>
        </p:spPr>
        <p:txBody>
          <a:bodyPr wrap="none" rtlCol="0">
            <a:spAutoFit/>
          </a:bodyPr>
          <a:lstStyle/>
          <a:p>
            <a:endParaRPr lang="ko-KR" altLang="en-US" dirty="0"/>
          </a:p>
        </p:txBody>
      </p:sp>
    </p:spTree>
    <p:extLst>
      <p:ext uri="{BB962C8B-B14F-4D97-AF65-F5344CB8AC3E}">
        <p14:creationId xmlns:p14="http://schemas.microsoft.com/office/powerpoint/2010/main" val="1989583159"/>
      </p:ext>
    </p:extLst>
  </p:cSld>
  <p:clrMapOvr>
    <a:masterClrMapping/>
  </p:clrMapOvr>
</p:sld>
</file>

<file path=ppt/theme/theme1.xml><?xml version="1.0" encoding="utf-8"?>
<a:theme xmlns:a="http://schemas.openxmlformats.org/drawingml/2006/main" name="기본 디자인">
  <a:themeElements>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기본 디자인">
      <a:majorFont>
        <a:latin typeface="굴림"/>
        <a:ea typeface="굴림"/>
        <a:cs typeface=""/>
      </a:majorFont>
      <a:minorFont>
        <a:latin typeface="굴림"/>
        <a:ea typeface="굴림"/>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85337" tIns="42669" rIns="85337" bIns="42669" numCol="1" anchor="ctr" anchorCtr="0" compatLnSpc="1">
        <a:prstTxWarp prst="textNoShape">
          <a:avLst/>
        </a:prstTxWarp>
        <a:spAutoFit/>
      </a:bodyPr>
      <a:lstStyle>
        <a:defPPr marL="342900" marR="0" indent="-342900" algn="l" defTabSz="854075" rtl="0" eaLnBrk="1" fontAlgn="base" latinLnBrk="1" hangingPunct="1">
          <a:lnSpc>
            <a:spcPct val="120000"/>
          </a:lnSpc>
          <a:spcBef>
            <a:spcPct val="0"/>
          </a:spcBef>
          <a:spcAft>
            <a:spcPct val="0"/>
          </a:spcAft>
          <a:buClrTx/>
          <a:buSzTx/>
          <a:buFontTx/>
          <a:buNone/>
          <a:tabLst/>
          <a:defRPr kumimoji="1" lang="ko-KR" altLang="en-US" sz="2000" b="0" i="0" u="none" strike="noStrike" cap="none" normalizeH="0" baseline="0" smtClean="0">
            <a:ln>
              <a:noFill/>
            </a:ln>
            <a:solidFill>
              <a:schemeClr val="tx1"/>
            </a:solidFill>
            <a:effectLst/>
            <a:latin typeface="HY견고딕" pitchFamily="18" charset="-127"/>
            <a:ea typeface="HY견고딕" pitchFamily="18" charset="-127"/>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85337" tIns="42669" rIns="85337" bIns="42669" numCol="1" anchor="ctr" anchorCtr="0" compatLnSpc="1">
        <a:prstTxWarp prst="textNoShape">
          <a:avLst/>
        </a:prstTxWarp>
        <a:spAutoFit/>
      </a:bodyPr>
      <a:lstStyle>
        <a:defPPr marL="342900" marR="0" indent="-342900" algn="l" defTabSz="854075" rtl="0" eaLnBrk="1" fontAlgn="base" latinLnBrk="1" hangingPunct="1">
          <a:lnSpc>
            <a:spcPct val="120000"/>
          </a:lnSpc>
          <a:spcBef>
            <a:spcPct val="0"/>
          </a:spcBef>
          <a:spcAft>
            <a:spcPct val="0"/>
          </a:spcAft>
          <a:buClrTx/>
          <a:buSzTx/>
          <a:buFontTx/>
          <a:buNone/>
          <a:tabLst/>
          <a:defRPr kumimoji="1" lang="ko-KR" altLang="en-US" sz="2000" b="0" i="0" u="none" strike="noStrike" cap="none" normalizeH="0" baseline="0" smtClean="0">
            <a:ln>
              <a:noFill/>
            </a:ln>
            <a:solidFill>
              <a:schemeClr val="tx1"/>
            </a:solidFill>
            <a:effectLst/>
            <a:latin typeface="HY견고딕" pitchFamily="18" charset="-127"/>
            <a:ea typeface="HY견고딕" pitchFamily="18" charset="-127"/>
          </a:defRPr>
        </a:defPPr>
      </a:lstStyle>
    </a:lnDef>
  </a:objectDefaults>
  <a:extraClrSchemeLst>
    <a:extraClrScheme>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기본 디자인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기본 디자인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기본 디자인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기본 디자인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기본 디자인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기본 디자인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기본 디자인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기본 디자인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기본 디자인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기본 디자인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기본 디자인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테마">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테마">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23362</TotalTime>
  <Words>28874</Words>
  <Application>Microsoft Office PowerPoint</Application>
  <PresentationFormat>A4 Paper (210x297 mm)</PresentationFormat>
  <Paragraphs>4620</Paragraphs>
  <Slides>204</Slides>
  <Notes>133</Notes>
  <HiddenSlides>0</HiddenSlides>
  <MMClips>0</MMClips>
  <ScaleCrop>false</ScaleCrop>
  <HeadingPairs>
    <vt:vector size="6" baseType="variant">
      <vt:variant>
        <vt:lpstr>Theme</vt:lpstr>
      </vt:variant>
      <vt:variant>
        <vt:i4>1</vt:i4>
      </vt:variant>
      <vt:variant>
        <vt:lpstr>Embedded OLE Servers</vt:lpstr>
      </vt:variant>
      <vt:variant>
        <vt:i4>5</vt:i4>
      </vt:variant>
      <vt:variant>
        <vt:lpstr>Slide Titles</vt:lpstr>
      </vt:variant>
      <vt:variant>
        <vt:i4>204</vt:i4>
      </vt:variant>
    </vt:vector>
  </HeadingPairs>
  <TitlesOfParts>
    <vt:vector size="210" baseType="lpstr">
      <vt:lpstr>기본 디자인</vt:lpstr>
      <vt:lpstr>수식</vt:lpstr>
      <vt:lpstr>Equation</vt:lpstr>
      <vt:lpstr>비트맵 이미지</vt:lpstr>
      <vt:lpstr>Picture</vt:lpstr>
      <vt:lpstr>차트</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My home</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슬라이드 1</dc:title>
  <dc:creator>USER</dc:creator>
  <cp:lastModifiedBy>phamxuankhoa</cp:lastModifiedBy>
  <cp:revision>1031</cp:revision>
  <cp:lastPrinted>2014-12-15T00:27:36Z</cp:lastPrinted>
  <dcterms:created xsi:type="dcterms:W3CDTF">2006-08-16T02:48:57Z</dcterms:created>
  <dcterms:modified xsi:type="dcterms:W3CDTF">2019-08-15T04:36:35Z</dcterms:modified>
</cp:coreProperties>
</file>